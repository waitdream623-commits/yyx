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0"/>
  </p:notesMasterIdLst>
  <p:sldIdLst>
    <p:sldId id="258" r:id="rId2"/>
    <p:sldId id="259" r:id="rId3"/>
    <p:sldId id="314" r:id="rId4"/>
    <p:sldId id="315" r:id="rId5"/>
    <p:sldId id="316" r:id="rId6"/>
    <p:sldId id="317" r:id="rId7"/>
    <p:sldId id="406" r:id="rId8"/>
    <p:sldId id="256" r:id="rId9"/>
    <p:sldId id="261" r:id="rId10"/>
    <p:sldId id="277" r:id="rId11"/>
    <p:sldId id="282" r:id="rId12"/>
    <p:sldId id="278" r:id="rId13"/>
    <p:sldId id="284" r:id="rId14"/>
    <p:sldId id="285" r:id="rId15"/>
    <p:sldId id="286" r:id="rId16"/>
    <p:sldId id="288" r:id="rId17"/>
    <p:sldId id="279" r:id="rId18"/>
    <p:sldId id="289" r:id="rId19"/>
    <p:sldId id="290" r:id="rId20"/>
    <p:sldId id="291" r:id="rId21"/>
    <p:sldId id="292" r:id="rId22"/>
    <p:sldId id="293" r:id="rId23"/>
    <p:sldId id="294" r:id="rId24"/>
    <p:sldId id="297" r:id="rId25"/>
    <p:sldId id="295" r:id="rId26"/>
    <p:sldId id="296" r:id="rId27"/>
    <p:sldId id="300" r:id="rId28"/>
    <p:sldId id="265" r:id="rId29"/>
    <p:sldId id="298" r:id="rId30"/>
    <p:sldId id="260" r:id="rId31"/>
    <p:sldId id="299" r:id="rId32"/>
    <p:sldId id="262" r:id="rId33"/>
    <p:sldId id="263" r:id="rId34"/>
    <p:sldId id="264" r:id="rId35"/>
    <p:sldId id="267" r:id="rId36"/>
    <p:sldId id="268" r:id="rId37"/>
    <p:sldId id="269" r:id="rId38"/>
    <p:sldId id="270" r:id="rId39"/>
    <p:sldId id="271" r:id="rId40"/>
    <p:sldId id="257" r:id="rId41"/>
    <p:sldId id="312" r:id="rId42"/>
    <p:sldId id="313" r:id="rId43"/>
    <p:sldId id="407" r:id="rId44"/>
    <p:sldId id="408" r:id="rId45"/>
    <p:sldId id="409" r:id="rId46"/>
    <p:sldId id="410" r:id="rId47"/>
    <p:sldId id="411" r:id="rId48"/>
    <p:sldId id="412" r:id="rId49"/>
    <p:sldId id="413" r:id="rId50"/>
    <p:sldId id="414" r:id="rId51"/>
    <p:sldId id="415" r:id="rId52"/>
    <p:sldId id="416" r:id="rId53"/>
    <p:sldId id="417" r:id="rId54"/>
    <p:sldId id="418" r:id="rId55"/>
    <p:sldId id="419" r:id="rId56"/>
    <p:sldId id="420" r:id="rId57"/>
    <p:sldId id="421" r:id="rId58"/>
    <p:sldId id="422" r:id="rId59"/>
    <p:sldId id="311" r:id="rId60"/>
    <p:sldId id="423" r:id="rId61"/>
    <p:sldId id="424" r:id="rId62"/>
    <p:sldId id="425" r:id="rId63"/>
    <p:sldId id="426" r:id="rId64"/>
    <p:sldId id="427" r:id="rId65"/>
    <p:sldId id="428" r:id="rId66"/>
    <p:sldId id="429" r:id="rId67"/>
    <p:sldId id="430" r:id="rId68"/>
    <p:sldId id="431"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ABC"/>
    <a:srgbClr val="3B11EF"/>
    <a:srgbClr val="FFFAEB"/>
    <a:srgbClr val="FFFFFB"/>
    <a:srgbClr val="F2F7FC"/>
    <a:srgbClr val="CC9900"/>
    <a:srgbClr val="8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88" autoAdjust="0"/>
    <p:restoredTop sz="92195" autoAdjust="0"/>
  </p:normalViewPr>
  <p:slideViewPr>
    <p:cSldViewPr snapToGrid="0">
      <p:cViewPr varScale="1">
        <p:scale>
          <a:sx n="86" d="100"/>
          <a:sy n="86" d="100"/>
        </p:scale>
        <p:origin x="60" y="135"/>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285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FD4D6-071D-49E0-A0E6-CBED1B9F0AE6}" type="datetimeFigureOut">
              <a:rPr lang="zh-CN" altLang="en-US" smtClean="0"/>
              <a:t>2025/10/25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22505-B285-46DF-A8C7-BE179E568906}" type="slidenum">
              <a:rPr lang="zh-CN" altLang="en-US" smtClean="0"/>
              <a:t>‹#›</a:t>
            </a:fld>
            <a:endParaRPr lang="zh-CN" altLang="en-US"/>
          </a:p>
        </p:txBody>
      </p:sp>
    </p:spTree>
    <p:extLst>
      <p:ext uri="{BB962C8B-B14F-4D97-AF65-F5344CB8AC3E}">
        <p14:creationId xmlns:p14="http://schemas.microsoft.com/office/powerpoint/2010/main" val="391409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）我们以图</a:t>
            </a:r>
            <a:r>
              <a:rPr lang="en-US" altLang="zh-CN" dirty="0"/>
              <a:t>9.4</a:t>
            </a:r>
            <a:r>
              <a:rPr lang="zh-CN" altLang="en-US" dirty="0"/>
              <a:t>为示例，演示算法</a:t>
            </a:r>
            <a:r>
              <a:rPr lang="en-US" altLang="zh-CN" dirty="0"/>
              <a:t>9.4</a:t>
            </a:r>
            <a:r>
              <a:rPr lang="zh-CN" altLang="en-US" dirty="0"/>
              <a:t>和</a:t>
            </a:r>
            <a:r>
              <a:rPr lang="en-US" altLang="zh-CN" dirty="0"/>
              <a:t>9.3</a:t>
            </a:r>
            <a:r>
              <a:rPr lang="zh-CN" altLang="en-US" dirty="0"/>
              <a:t>构造一棵次优二叉查找树的过程。</a:t>
            </a:r>
            <a:endParaRPr lang="en-US" altLang="zh-CN" dirty="0"/>
          </a:p>
          <a:p>
            <a:r>
              <a:rPr lang="zh-CN" altLang="en-US" dirty="0"/>
              <a:t>（</a:t>
            </a:r>
            <a:r>
              <a:rPr lang="en-US" altLang="zh-CN" dirty="0"/>
              <a:t>2</a:t>
            </a:r>
            <a:r>
              <a:rPr lang="zh-CN" altLang="en-US" dirty="0"/>
              <a:t>）算法</a:t>
            </a:r>
            <a:r>
              <a:rPr lang="en-US" altLang="zh-CN" dirty="0"/>
              <a:t>9.4</a:t>
            </a:r>
            <a:r>
              <a:rPr lang="zh-CN" altLang="en-US" dirty="0"/>
              <a:t>由有序表</a:t>
            </a:r>
            <a:r>
              <a:rPr lang="en-US" altLang="zh-CN" dirty="0"/>
              <a:t>ST</a:t>
            </a:r>
            <a:r>
              <a:rPr lang="zh-CN" altLang="en-US" dirty="0"/>
              <a:t>构造一棵次优查找树</a:t>
            </a:r>
            <a:r>
              <a:rPr lang="en-US" altLang="zh-CN" dirty="0"/>
              <a:t>T</a:t>
            </a:r>
            <a:r>
              <a:rPr lang="zh-CN" altLang="en-US" dirty="0"/>
              <a:t>，</a:t>
            </a:r>
            <a:r>
              <a:rPr lang="en-US" altLang="zh-CN" dirty="0"/>
              <a:t>ST</a:t>
            </a:r>
            <a:r>
              <a:rPr lang="zh-CN" altLang="en-US" dirty="0"/>
              <a:t>的数据元素含有权域</a:t>
            </a:r>
            <a:r>
              <a:rPr lang="en-US" altLang="zh-CN" dirty="0"/>
              <a:t>weight</a:t>
            </a:r>
            <a:r>
              <a:rPr lang="zh-CN" altLang="en-US" dirty="0"/>
              <a:t>。</a:t>
            </a:r>
            <a:endParaRPr lang="en-US" altLang="zh-CN" dirty="0"/>
          </a:p>
          <a:p>
            <a:r>
              <a:rPr lang="zh-CN" altLang="en-US" dirty="0"/>
              <a:t>（</a:t>
            </a:r>
            <a:r>
              <a:rPr lang="en-US" altLang="zh-CN" dirty="0"/>
              <a:t>3</a:t>
            </a:r>
            <a:r>
              <a:rPr lang="zh-CN" altLang="en-US" dirty="0"/>
              <a:t>）如果有序表</a:t>
            </a:r>
            <a:r>
              <a:rPr lang="en-US" altLang="zh-CN" dirty="0"/>
              <a:t>ST</a:t>
            </a:r>
            <a:r>
              <a:rPr lang="zh-CN" altLang="en-US" dirty="0"/>
              <a:t>是空表，则</a:t>
            </a:r>
            <a:r>
              <a:rPr lang="en-US" altLang="zh-CN" dirty="0"/>
              <a:t>T</a:t>
            </a:r>
            <a:r>
              <a:rPr lang="zh-CN" altLang="en-US" dirty="0"/>
              <a:t>为空树。</a:t>
            </a:r>
            <a:endParaRPr lang="en-US" altLang="zh-CN" dirty="0"/>
          </a:p>
          <a:p>
            <a:r>
              <a:rPr lang="zh-CN" altLang="en-US" dirty="0"/>
              <a:t>（</a:t>
            </a:r>
            <a:r>
              <a:rPr lang="en-US" altLang="zh-CN" dirty="0"/>
              <a:t>4</a:t>
            </a:r>
            <a:r>
              <a:rPr lang="zh-CN" altLang="en-US" dirty="0"/>
              <a:t>）否则，先调用函数</a:t>
            </a:r>
            <a:r>
              <a:rPr lang="en-US" altLang="zh-CN" dirty="0" err="1"/>
              <a:t>FindSW</a:t>
            </a:r>
            <a:r>
              <a:rPr lang="zh-CN" altLang="en-US" dirty="0"/>
              <a:t>，求</a:t>
            </a:r>
            <a:r>
              <a:rPr lang="en-US" altLang="zh-CN" dirty="0"/>
              <a:t>ST</a:t>
            </a:r>
            <a:r>
              <a:rPr lang="zh-CN" altLang="en-US" dirty="0"/>
              <a:t>的累计权值表</a:t>
            </a:r>
            <a:r>
              <a:rPr lang="en-US" altLang="zh-CN" dirty="0" err="1"/>
              <a:t>sw</a:t>
            </a:r>
            <a:r>
              <a:rPr lang="zh-CN" altLang="en-US" dirty="0"/>
              <a:t>，以便于计算</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a:t>
            </a:r>
            <a:r>
              <a:rPr lang="zh-CN" altLang="en-US" dirty="0"/>
              <a:t>。</a:t>
            </a:r>
            <a:endParaRPr lang="en-US" altLang="zh-CN" dirty="0"/>
          </a:p>
          <a:p>
            <a:r>
              <a:rPr lang="zh-CN" altLang="en-US" dirty="0"/>
              <a:t>（</a:t>
            </a:r>
            <a:r>
              <a:rPr lang="en-US" altLang="zh-CN" dirty="0"/>
              <a:t>5</a:t>
            </a:r>
            <a:r>
              <a:rPr lang="zh-CN" altLang="en-US" dirty="0"/>
              <a:t>）然后，调用算法</a:t>
            </a:r>
            <a:r>
              <a:rPr lang="en-US" altLang="zh-CN" dirty="0"/>
              <a:t>9.3</a:t>
            </a:r>
            <a:r>
              <a:rPr lang="zh-CN" altLang="en-US" dirty="0"/>
              <a:t>递归地构造有序表</a:t>
            </a:r>
            <a:r>
              <a:rPr lang="en-US" altLang="zh-CN" dirty="0"/>
              <a:t>ST</a:t>
            </a:r>
            <a:r>
              <a:rPr lang="zh-CN" altLang="en-US" dirty="0"/>
              <a:t>对应的次优查找树</a:t>
            </a:r>
            <a:r>
              <a:rPr lang="en-US" altLang="zh-CN" dirty="0"/>
              <a:t>T</a:t>
            </a:r>
            <a:r>
              <a:rPr lang="zh-CN" altLang="en-US" dirty="0"/>
              <a:t>。</a:t>
            </a:r>
            <a:endParaRPr lang="en-US" altLang="zh-CN" dirty="0"/>
          </a:p>
          <a:p>
            <a:r>
              <a:rPr lang="zh-CN" altLang="en-US" dirty="0"/>
              <a:t>（</a:t>
            </a:r>
            <a:r>
              <a:rPr lang="en-US" altLang="zh-CN" dirty="0"/>
              <a:t>6</a:t>
            </a:r>
            <a:r>
              <a:rPr lang="zh-CN" altLang="en-US" dirty="0"/>
              <a:t>）参数</a:t>
            </a:r>
            <a:r>
              <a:rPr lang="en-US" altLang="zh-CN" dirty="0"/>
              <a:t>low</a:t>
            </a:r>
            <a:r>
              <a:rPr lang="zh-CN" altLang="en-US" dirty="0"/>
              <a:t>和</a:t>
            </a:r>
            <a:r>
              <a:rPr lang="en-US" altLang="zh-CN" dirty="0"/>
              <a:t>high</a:t>
            </a:r>
            <a:r>
              <a:rPr lang="zh-CN" altLang="en-US" dirty="0"/>
              <a:t>分别给定有序表的一个区间的下界和上界，以构造这个区间对应的次优查找树。此时的区间是整个有序表，所以实参分别是</a:t>
            </a:r>
            <a:r>
              <a:rPr lang="en-US" altLang="zh-CN" dirty="0"/>
              <a:t>1</a:t>
            </a:r>
            <a:r>
              <a:rPr lang="zh-CN" altLang="en-US" dirty="0"/>
              <a:t>和</a:t>
            </a:r>
            <a:r>
              <a:rPr lang="en-US" altLang="zh-CN" dirty="0"/>
              <a:t>9</a:t>
            </a:r>
            <a:r>
              <a:rPr lang="zh-CN" altLang="en-US" dirty="0"/>
              <a:t>。</a:t>
            </a:r>
            <a:endParaRPr lang="en-US" altLang="zh-CN" dirty="0"/>
          </a:p>
          <a:p>
            <a:r>
              <a:rPr lang="zh-CN" altLang="en-US" dirty="0"/>
              <a:t>（</a:t>
            </a:r>
            <a:r>
              <a:rPr lang="en-US" altLang="zh-CN" dirty="0"/>
              <a:t>7</a:t>
            </a:r>
            <a:r>
              <a:rPr lang="zh-CN" altLang="en-US" dirty="0"/>
              <a:t>）算法前六行对区间内每个元素求</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，并求出最小值，变量</a:t>
            </a:r>
            <a:r>
              <a:rPr lang="en-US" altLang="zh-CN" b="0" dirty="0" err="1">
                <a:latin typeface="Times New Roman" panose="02020603050405020304" pitchFamily="18" charset="0"/>
                <a:cs typeface="Times New Roman" panose="02020603050405020304" pitchFamily="18" charset="0"/>
                <a:sym typeface="Symbol" panose="05050102010706020507" pitchFamily="18" charset="2"/>
              </a:rPr>
              <a:t>i</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为最小值对应的元素</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的下标。</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8</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）由</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生成当前区间对应的子树的根结点。</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9</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）如果该元素是区间最左边的元素，则其左子树为空，</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10</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）但是，</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不是最左元素，故对</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之前的子区间递归构造左子树，</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low</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和</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high</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的实参分别为</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和</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5</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dirty="0"/>
              <a:t>（</a:t>
            </a:r>
            <a:r>
              <a:rPr lang="en-US" altLang="zh-CN" dirty="0"/>
              <a:t>11</a:t>
            </a:r>
            <a:r>
              <a:rPr lang="zh-CN" altLang="en-US" dirty="0"/>
              <a:t>）</a:t>
            </a:r>
            <a:r>
              <a:rPr lang="en-US" altLang="zh-CN" dirty="0"/>
              <a:t>F</a:t>
            </a:r>
            <a:r>
              <a:rPr lang="zh-CN" altLang="en-US" dirty="0"/>
              <a:t>的左子树有三层，右子树有两层。下面请继续观看这棵次优查找树的递归构造过程。</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BF352D6-69FC-459E-9DC4-C04CC5F4FC47}" type="slidenum">
              <a:rPr lang="zh-CN" altLang="en-US" smtClean="0"/>
              <a:t>8</a:t>
            </a:fld>
            <a:endParaRPr lang="zh-CN" altLang="en-US"/>
          </a:p>
        </p:txBody>
      </p:sp>
    </p:spTree>
    <p:extLst>
      <p:ext uri="{BB962C8B-B14F-4D97-AF65-F5344CB8AC3E}">
        <p14:creationId xmlns:p14="http://schemas.microsoft.com/office/powerpoint/2010/main" val="2910856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）我们以图</a:t>
            </a:r>
            <a:r>
              <a:rPr lang="en-US" altLang="zh-CN" dirty="0"/>
              <a:t>9.4</a:t>
            </a:r>
            <a:r>
              <a:rPr lang="zh-CN" altLang="en-US" dirty="0"/>
              <a:t>为示例，演示算法</a:t>
            </a:r>
            <a:r>
              <a:rPr lang="en-US" altLang="zh-CN" dirty="0"/>
              <a:t>9.4</a:t>
            </a:r>
            <a:r>
              <a:rPr lang="zh-CN" altLang="en-US" dirty="0"/>
              <a:t>和</a:t>
            </a:r>
            <a:r>
              <a:rPr lang="en-US" altLang="zh-CN" dirty="0"/>
              <a:t>9.3</a:t>
            </a:r>
            <a:r>
              <a:rPr lang="zh-CN" altLang="en-US" dirty="0"/>
              <a:t>构造一棵次优二叉查找树的过程。</a:t>
            </a:r>
            <a:endParaRPr lang="en-US" altLang="zh-CN" dirty="0"/>
          </a:p>
          <a:p>
            <a:r>
              <a:rPr lang="zh-CN" altLang="en-US" dirty="0"/>
              <a:t>（</a:t>
            </a:r>
            <a:r>
              <a:rPr lang="en-US" altLang="zh-CN" dirty="0"/>
              <a:t>2</a:t>
            </a:r>
            <a:r>
              <a:rPr lang="zh-CN" altLang="en-US" dirty="0"/>
              <a:t>）算法</a:t>
            </a:r>
            <a:r>
              <a:rPr lang="en-US" altLang="zh-CN" dirty="0"/>
              <a:t>9.4</a:t>
            </a:r>
            <a:r>
              <a:rPr lang="zh-CN" altLang="en-US" dirty="0"/>
              <a:t>由有序表</a:t>
            </a:r>
            <a:r>
              <a:rPr lang="en-US" altLang="zh-CN" dirty="0"/>
              <a:t>ST</a:t>
            </a:r>
            <a:r>
              <a:rPr lang="zh-CN" altLang="en-US" dirty="0"/>
              <a:t>构造一棵次优查找树</a:t>
            </a:r>
            <a:r>
              <a:rPr lang="en-US" altLang="zh-CN" dirty="0"/>
              <a:t>T</a:t>
            </a:r>
            <a:r>
              <a:rPr lang="zh-CN" altLang="en-US" dirty="0"/>
              <a:t>，</a:t>
            </a:r>
            <a:r>
              <a:rPr lang="en-US" altLang="zh-CN" dirty="0"/>
              <a:t>ST</a:t>
            </a:r>
            <a:r>
              <a:rPr lang="zh-CN" altLang="en-US" dirty="0"/>
              <a:t>的数据元素含有权域</a:t>
            </a:r>
            <a:r>
              <a:rPr lang="en-US" altLang="zh-CN" dirty="0"/>
              <a:t>weight</a:t>
            </a:r>
            <a:r>
              <a:rPr lang="zh-CN" altLang="en-US" dirty="0"/>
              <a:t>。</a:t>
            </a:r>
            <a:endParaRPr lang="en-US" altLang="zh-CN" dirty="0"/>
          </a:p>
          <a:p>
            <a:r>
              <a:rPr lang="zh-CN" altLang="en-US" dirty="0"/>
              <a:t>（</a:t>
            </a:r>
            <a:r>
              <a:rPr lang="en-US" altLang="zh-CN" dirty="0"/>
              <a:t>3</a:t>
            </a:r>
            <a:r>
              <a:rPr lang="zh-CN" altLang="en-US" dirty="0"/>
              <a:t>）如果有序表</a:t>
            </a:r>
            <a:r>
              <a:rPr lang="en-US" altLang="zh-CN" dirty="0"/>
              <a:t>ST</a:t>
            </a:r>
            <a:r>
              <a:rPr lang="zh-CN" altLang="en-US" dirty="0"/>
              <a:t>是空表，则</a:t>
            </a:r>
            <a:r>
              <a:rPr lang="en-US" altLang="zh-CN" dirty="0"/>
              <a:t>T</a:t>
            </a:r>
            <a:r>
              <a:rPr lang="zh-CN" altLang="en-US" dirty="0"/>
              <a:t>为空树。</a:t>
            </a:r>
            <a:endParaRPr lang="en-US" altLang="zh-CN" dirty="0"/>
          </a:p>
          <a:p>
            <a:r>
              <a:rPr lang="zh-CN" altLang="en-US" dirty="0"/>
              <a:t>（</a:t>
            </a:r>
            <a:r>
              <a:rPr lang="en-US" altLang="zh-CN" dirty="0"/>
              <a:t>4</a:t>
            </a:r>
            <a:r>
              <a:rPr lang="zh-CN" altLang="en-US" dirty="0"/>
              <a:t>）否则，先调用函数</a:t>
            </a:r>
            <a:r>
              <a:rPr lang="en-US" altLang="zh-CN" dirty="0" err="1"/>
              <a:t>FindSW</a:t>
            </a:r>
            <a:r>
              <a:rPr lang="zh-CN" altLang="en-US" dirty="0"/>
              <a:t>，求</a:t>
            </a:r>
            <a:r>
              <a:rPr lang="en-US" altLang="zh-CN" dirty="0"/>
              <a:t>ST</a:t>
            </a:r>
            <a:r>
              <a:rPr lang="zh-CN" altLang="en-US" dirty="0"/>
              <a:t>的累计权值表</a:t>
            </a:r>
            <a:r>
              <a:rPr lang="en-US" altLang="zh-CN" dirty="0" err="1"/>
              <a:t>sw</a:t>
            </a:r>
            <a:r>
              <a:rPr lang="zh-CN" altLang="en-US" dirty="0"/>
              <a:t>，以便于计算</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a:t>
            </a:r>
            <a:r>
              <a:rPr lang="zh-CN" altLang="en-US" dirty="0"/>
              <a:t>。</a:t>
            </a:r>
            <a:endParaRPr lang="en-US" altLang="zh-CN" dirty="0"/>
          </a:p>
          <a:p>
            <a:r>
              <a:rPr lang="zh-CN" altLang="en-US" dirty="0"/>
              <a:t>（</a:t>
            </a:r>
            <a:r>
              <a:rPr lang="en-US" altLang="zh-CN" dirty="0"/>
              <a:t>5</a:t>
            </a:r>
            <a:r>
              <a:rPr lang="zh-CN" altLang="en-US" dirty="0"/>
              <a:t>）然后，调用算法</a:t>
            </a:r>
            <a:r>
              <a:rPr lang="en-US" altLang="zh-CN" dirty="0"/>
              <a:t>9.3</a:t>
            </a:r>
            <a:r>
              <a:rPr lang="zh-CN" altLang="en-US" dirty="0"/>
              <a:t>递归地构造有序表</a:t>
            </a:r>
            <a:r>
              <a:rPr lang="en-US" altLang="zh-CN" dirty="0"/>
              <a:t>ST</a:t>
            </a:r>
            <a:r>
              <a:rPr lang="zh-CN" altLang="en-US" dirty="0"/>
              <a:t>对应的次优查找树</a:t>
            </a:r>
            <a:r>
              <a:rPr lang="en-US" altLang="zh-CN" dirty="0"/>
              <a:t>T</a:t>
            </a:r>
            <a:r>
              <a:rPr lang="zh-CN" altLang="en-US" dirty="0"/>
              <a:t>。</a:t>
            </a:r>
            <a:endParaRPr lang="en-US" altLang="zh-CN" dirty="0"/>
          </a:p>
          <a:p>
            <a:r>
              <a:rPr lang="zh-CN" altLang="en-US" dirty="0"/>
              <a:t>（</a:t>
            </a:r>
            <a:r>
              <a:rPr lang="en-US" altLang="zh-CN" dirty="0"/>
              <a:t>6</a:t>
            </a:r>
            <a:r>
              <a:rPr lang="zh-CN" altLang="en-US" dirty="0"/>
              <a:t>）参数</a:t>
            </a:r>
            <a:r>
              <a:rPr lang="en-US" altLang="zh-CN" dirty="0"/>
              <a:t>low</a:t>
            </a:r>
            <a:r>
              <a:rPr lang="zh-CN" altLang="en-US" dirty="0"/>
              <a:t>和</a:t>
            </a:r>
            <a:r>
              <a:rPr lang="en-US" altLang="zh-CN" dirty="0"/>
              <a:t>high</a:t>
            </a:r>
            <a:r>
              <a:rPr lang="zh-CN" altLang="en-US" dirty="0"/>
              <a:t>分别给定有序表的一个区间的下界和上界，以构造这个区间对应的次优查找树。此时的区间是整个有序表，所以实参分别是</a:t>
            </a:r>
            <a:r>
              <a:rPr lang="en-US" altLang="zh-CN" dirty="0"/>
              <a:t>1</a:t>
            </a:r>
            <a:r>
              <a:rPr lang="zh-CN" altLang="en-US" dirty="0"/>
              <a:t>和</a:t>
            </a:r>
            <a:r>
              <a:rPr lang="en-US" altLang="zh-CN" dirty="0"/>
              <a:t>9</a:t>
            </a:r>
            <a:r>
              <a:rPr lang="zh-CN" altLang="en-US" dirty="0"/>
              <a:t>。</a:t>
            </a:r>
            <a:endParaRPr lang="en-US" altLang="zh-CN" dirty="0"/>
          </a:p>
          <a:p>
            <a:r>
              <a:rPr lang="zh-CN" altLang="en-US" dirty="0"/>
              <a:t>（</a:t>
            </a:r>
            <a:r>
              <a:rPr lang="en-US" altLang="zh-CN" dirty="0"/>
              <a:t>7</a:t>
            </a:r>
            <a:r>
              <a:rPr lang="zh-CN" altLang="en-US" dirty="0"/>
              <a:t>）算法前六行对区间内每个元素求</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，并求出最小值，变量</a:t>
            </a:r>
            <a:r>
              <a:rPr lang="en-US" altLang="zh-CN" b="0" dirty="0" err="1">
                <a:latin typeface="Times New Roman" panose="02020603050405020304" pitchFamily="18" charset="0"/>
                <a:cs typeface="Times New Roman" panose="02020603050405020304" pitchFamily="18" charset="0"/>
                <a:sym typeface="Symbol" panose="05050102010706020507" pitchFamily="18" charset="2"/>
              </a:rPr>
              <a:t>i</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为最小值对应的元素</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的下标。</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8</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）由</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生成当前区间对应的子树的根结点。</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9</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）如果该元素是区间最左边的元素，则其左子树为空，</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10</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）但是，</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不是最左元素，故对</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F</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之前的子区间递归构造左子树，</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low</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和</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high</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的实参分别为</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和</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5</a:t>
            </a:r>
            <a:r>
              <a:rPr lang="zh-CN" altLang="en-US" b="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0" dirty="0">
              <a:latin typeface="Times New Roman" panose="02020603050405020304" pitchFamily="18" charset="0"/>
              <a:cs typeface="Times New Roman" panose="02020603050405020304" pitchFamily="18" charset="0"/>
              <a:sym typeface="Symbol" panose="05050102010706020507" pitchFamily="18" charset="2"/>
            </a:endParaRPr>
          </a:p>
          <a:p>
            <a:r>
              <a:rPr lang="zh-CN" altLang="en-US" dirty="0"/>
              <a:t>（</a:t>
            </a:r>
            <a:r>
              <a:rPr lang="en-US" altLang="zh-CN" dirty="0"/>
              <a:t>11</a:t>
            </a:r>
            <a:r>
              <a:rPr lang="zh-CN" altLang="en-US" dirty="0"/>
              <a:t>）</a:t>
            </a:r>
            <a:r>
              <a:rPr lang="en-US" altLang="zh-CN" dirty="0"/>
              <a:t>F</a:t>
            </a:r>
            <a:r>
              <a:rPr lang="zh-CN" altLang="en-US" dirty="0"/>
              <a:t>的左子树有三层，右子树有两层。下面请继续观看这棵次优查找树的递归构造过程。</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BF352D6-69FC-459E-9DC4-C04CC5F4FC47}" type="slidenum">
              <a:rPr lang="zh-CN" altLang="en-US" smtClean="0"/>
              <a:t>9</a:t>
            </a:fld>
            <a:endParaRPr lang="zh-CN" altLang="en-US"/>
          </a:p>
        </p:txBody>
      </p:sp>
    </p:spTree>
    <p:extLst>
      <p:ext uri="{BB962C8B-B14F-4D97-AF65-F5344CB8AC3E}">
        <p14:creationId xmlns:p14="http://schemas.microsoft.com/office/powerpoint/2010/main" val="2910856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E22505-B285-46DF-A8C7-BE179E568906}" type="slidenum">
              <a:rPr lang="zh-CN" altLang="en-US" smtClean="0"/>
              <a:t>48</a:t>
            </a:fld>
            <a:endParaRPr lang="zh-CN" altLang="en-US"/>
          </a:p>
        </p:txBody>
      </p:sp>
    </p:spTree>
    <p:extLst>
      <p:ext uri="{BB962C8B-B14F-4D97-AF65-F5344CB8AC3E}">
        <p14:creationId xmlns:p14="http://schemas.microsoft.com/office/powerpoint/2010/main" val="399916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8434" name="幻灯片图像占位符 1"/>
          <p:cNvSpPr>
            <a:spLocks noGrp="1" noRot="1" noChangeAspect="1" noChangeArrowheads="1" noTextEdit="1"/>
          </p:cNvSpPr>
          <p:nvPr>
            <p:ph type="sldImg" idx="4294967295"/>
          </p:nvPr>
        </p:nvSpPr>
        <p:spPr>
          <a:xfrm>
            <a:off x="2146788950" y="2147483647"/>
            <a:ext cx="5561013" cy="3128963"/>
          </a:xfrm>
          <a:ln>
            <a:solidFill>
              <a:srgbClr val="000000"/>
            </a:solidFill>
            <a:miter lim="800000"/>
          </a:ln>
        </p:spPr>
      </p:sp>
      <p:sp>
        <p:nvSpPr>
          <p:cNvPr id="18435" name="备注占位符 2"/>
          <p:cNvSpPr>
            <a:spLocks noGrp="1" noRot="1" noChangeAspect="1" noChangeArrowheads="1"/>
          </p:cNvSpPr>
          <p:nvPr>
            <p:ph type="body" idx="1"/>
          </p:nvPr>
        </p:nvSpPr>
        <p:spPr>
          <a:xfrm>
            <a:off x="454025" y="1597025"/>
            <a:ext cx="8229600" cy="4525963"/>
          </a:xfrm>
          <a:noFill/>
        </p:spPr>
        <p:txBody>
          <a:bodyPr anchor="t"/>
          <a:lstStyle/>
          <a:p>
            <a:r>
              <a:rPr lang="zh-CN" altLang="en-US" dirty="0"/>
              <a:t>算法</a:t>
            </a:r>
            <a:r>
              <a:rPr lang="en-US" altLang="zh-CN" dirty="0"/>
              <a:t>9.35 </a:t>
            </a:r>
            <a:r>
              <a:rPr lang="zh-CN" altLang="en-US" dirty="0">
                <a:solidFill>
                  <a:srgbClr val="3333FF"/>
                </a:solidFill>
                <a:latin typeface="微软雅黑" panose="020B0503020204020204" pitchFamily="34" charset="-122"/>
              </a:rPr>
              <a:t>开放定址</a:t>
            </a:r>
            <a:r>
              <a:rPr lang="zh-CN" altLang="en-US" dirty="0"/>
              <a:t>哈希表的查找操作</a:t>
            </a:r>
            <a:r>
              <a:rPr lang="en-US" altLang="zh-CN" dirty="0"/>
              <a:t> </a:t>
            </a:r>
            <a:endParaRPr lang="zh-CN" altLang="en-US" dirty="0"/>
          </a:p>
          <a:p>
            <a:r>
              <a:rPr lang="zh-CN" altLang="en-US" dirty="0"/>
              <a:t>（</a:t>
            </a:r>
            <a:r>
              <a:rPr lang="en-US" altLang="zh-CN" dirty="0"/>
              <a:t>1</a:t>
            </a:r>
            <a:r>
              <a:rPr lang="zh-CN" altLang="en-US" dirty="0"/>
              <a:t>）函数</a:t>
            </a:r>
            <a:r>
              <a:rPr lang="en-US" altLang="zh-CN" dirty="0" err="1"/>
              <a:t>SearchHash</a:t>
            </a:r>
            <a:r>
              <a:rPr lang="zh-CN" altLang="en-US" dirty="0"/>
              <a:t>的功能是在哈希表</a:t>
            </a:r>
            <a:r>
              <a:rPr lang="en-US" altLang="zh-CN" dirty="0"/>
              <a:t>H</a:t>
            </a:r>
            <a:r>
              <a:rPr lang="zh-CN" altLang="en-US" dirty="0"/>
              <a:t>中查找关键字为</a:t>
            </a:r>
            <a:r>
              <a:rPr lang="en-US" altLang="zh-CN" dirty="0"/>
              <a:t>K</a:t>
            </a:r>
            <a:r>
              <a:rPr lang="zh-CN" altLang="en-US" dirty="0"/>
              <a:t>的记录。</a:t>
            </a:r>
            <a:endParaRPr lang="en-US" altLang="zh-CN" dirty="0"/>
          </a:p>
          <a:p>
            <a:r>
              <a:rPr lang="zh-CN" altLang="en-US" dirty="0"/>
              <a:t>（</a:t>
            </a:r>
            <a:r>
              <a:rPr lang="en-US" altLang="zh-CN" dirty="0"/>
              <a:t>2</a:t>
            </a:r>
            <a:r>
              <a:rPr lang="zh-CN" altLang="en-US" dirty="0"/>
              <a:t>）若查找成功，</a:t>
            </a:r>
            <a:r>
              <a:rPr lang="en-US" altLang="zh-CN" dirty="0"/>
              <a:t>p</a:t>
            </a:r>
            <a:r>
              <a:rPr lang="zh-CN" altLang="en-US" dirty="0"/>
              <a:t>指示待查数据元素在表中的位置，并返回</a:t>
            </a:r>
            <a:r>
              <a:rPr lang="en-US" altLang="zh-CN" dirty="0"/>
              <a:t>SUCCESS</a:t>
            </a:r>
            <a:r>
              <a:rPr lang="zh-CN" altLang="en-US" dirty="0"/>
              <a:t>，否则</a:t>
            </a:r>
            <a:r>
              <a:rPr lang="en-US" altLang="zh-CN" dirty="0"/>
              <a:t>P</a:t>
            </a:r>
            <a:r>
              <a:rPr lang="zh-CN" altLang="en-US" dirty="0"/>
              <a:t>指示插入位置，并返回</a:t>
            </a:r>
            <a:r>
              <a:rPr lang="en-US" altLang="zh-CN" dirty="0"/>
              <a:t>UNSUCCESS</a:t>
            </a:r>
            <a:r>
              <a:rPr lang="zh-CN" altLang="en-US" dirty="0"/>
              <a:t>，</a:t>
            </a:r>
            <a:endParaRPr lang="en-US" altLang="zh-CN" dirty="0"/>
          </a:p>
          <a:p>
            <a:r>
              <a:rPr lang="zh-CN" altLang="en-US" dirty="0"/>
              <a:t>（</a:t>
            </a:r>
            <a:r>
              <a:rPr lang="en-US" altLang="zh-CN" dirty="0"/>
              <a:t>3</a:t>
            </a:r>
            <a:r>
              <a:rPr lang="zh-CN" altLang="en-US" dirty="0"/>
              <a:t>）</a:t>
            </a:r>
            <a:r>
              <a:rPr lang="en-US" altLang="zh-CN" dirty="0"/>
              <a:t>c</a:t>
            </a:r>
            <a:r>
              <a:rPr lang="zh-CN" altLang="en-US" dirty="0"/>
              <a:t>用于统计冲突次数，其初值为</a:t>
            </a:r>
            <a:r>
              <a:rPr lang="en-US" altLang="zh-CN" dirty="0"/>
              <a:t>0</a:t>
            </a:r>
            <a:r>
              <a:rPr lang="zh-CN" altLang="en-US" dirty="0"/>
              <a:t>，供评估哈希表性能参考。</a:t>
            </a:r>
          </a:p>
          <a:p>
            <a:r>
              <a:rPr lang="zh-CN" altLang="en-US" dirty="0"/>
              <a:t>（</a:t>
            </a:r>
            <a:r>
              <a:rPr lang="en-US" altLang="zh-CN" dirty="0"/>
              <a:t>4</a:t>
            </a:r>
            <a:r>
              <a:rPr lang="zh-CN" altLang="en-US" dirty="0"/>
              <a:t>）一个哈希表示例如图所示，</a:t>
            </a:r>
            <a:endParaRPr lang="en-US" altLang="zh-CN" dirty="0"/>
          </a:p>
          <a:p>
            <a:r>
              <a:rPr lang="zh-CN" altLang="en-US" dirty="0"/>
              <a:t>（</a:t>
            </a:r>
            <a:r>
              <a:rPr lang="en-US" altLang="zh-CN" dirty="0"/>
              <a:t>5</a:t>
            </a:r>
            <a:r>
              <a:rPr lang="zh-CN" altLang="en-US" dirty="0"/>
              <a:t>）图中</a:t>
            </a:r>
            <a:r>
              <a:rPr lang="en-US" altLang="zh-CN" dirty="0"/>
              <a:t>DK</a:t>
            </a:r>
            <a:r>
              <a:rPr lang="zh-CN" altLang="en-US" dirty="0"/>
              <a:t>为曾经删除元素的标记，</a:t>
            </a:r>
            <a:endParaRPr lang="en-US" altLang="zh-CN" dirty="0"/>
          </a:p>
          <a:p>
            <a:r>
              <a:rPr lang="zh-CN" altLang="en-US" dirty="0"/>
              <a:t>（</a:t>
            </a:r>
            <a:r>
              <a:rPr lang="en-US" altLang="zh-CN" dirty="0"/>
              <a:t>6</a:t>
            </a:r>
            <a:r>
              <a:rPr lang="zh-CN" altLang="en-US" dirty="0"/>
              <a:t>）</a:t>
            </a:r>
            <a:r>
              <a:rPr lang="en-US" altLang="zh-CN" dirty="0"/>
              <a:t>NK</a:t>
            </a:r>
            <a:r>
              <a:rPr lang="zh-CN" altLang="en-US" dirty="0"/>
              <a:t>为空，无存放元素，其余为有效数据</a:t>
            </a:r>
            <a:endParaRPr lang="en-US" altLang="zh-CN" dirty="0"/>
          </a:p>
          <a:p>
            <a:r>
              <a:rPr lang="zh-CN" altLang="en-US" dirty="0"/>
              <a:t>（</a:t>
            </a:r>
            <a:r>
              <a:rPr lang="en-US" altLang="zh-CN" dirty="0"/>
              <a:t>7</a:t>
            </a:r>
            <a:r>
              <a:rPr lang="zh-CN" altLang="en-US" dirty="0"/>
              <a:t>）现在要查找的关键字为</a:t>
            </a:r>
            <a:r>
              <a:rPr lang="en-US" altLang="zh-CN" dirty="0"/>
              <a:t>12</a:t>
            </a:r>
            <a:r>
              <a:rPr lang="zh-CN" altLang="en-US" dirty="0"/>
              <a:t>，</a:t>
            </a:r>
            <a:r>
              <a:rPr lang="en-US" altLang="zh-CN" dirty="0"/>
              <a:t>p</a:t>
            </a:r>
            <a:r>
              <a:rPr lang="zh-CN" altLang="en-US" dirty="0"/>
              <a:t>和</a:t>
            </a:r>
            <a:r>
              <a:rPr lang="en-US" altLang="zh-CN" dirty="0"/>
              <a:t>c</a:t>
            </a:r>
            <a:r>
              <a:rPr lang="zh-CN" altLang="en-US" dirty="0"/>
              <a:t>的初值为</a:t>
            </a:r>
            <a:r>
              <a:rPr lang="en-US" altLang="zh-CN" dirty="0"/>
              <a:t>0</a:t>
            </a:r>
            <a:endParaRPr lang="zh-CN" altLang="en-US" dirty="0"/>
          </a:p>
          <a:p>
            <a:r>
              <a:rPr lang="zh-CN" altLang="en-US" dirty="0"/>
              <a:t>（</a:t>
            </a:r>
            <a:r>
              <a:rPr lang="en-US" altLang="zh-CN" dirty="0"/>
              <a:t>8</a:t>
            </a:r>
            <a:r>
              <a:rPr lang="zh-CN" altLang="en-US" dirty="0"/>
              <a:t>）</a:t>
            </a:r>
            <a:r>
              <a:rPr lang="zh-CN" altLang="en-US" sz="1200" dirty="0">
                <a:solidFill>
                  <a:srgbClr val="000000"/>
                </a:solidFill>
                <a:sym typeface="微软雅黑" panose="020B0503020204020204" pitchFamily="34" charset="-122"/>
              </a:rPr>
              <a:t>查找过程是，计算哈希值，沿着探测地址顺序查找。</a:t>
            </a:r>
            <a:endParaRPr lang="zh-CN" altLang="en-US" dirty="0"/>
          </a:p>
          <a:p>
            <a:r>
              <a:rPr lang="zh-CN" altLang="en-US" dirty="0"/>
              <a:t>（</a:t>
            </a:r>
            <a:r>
              <a:rPr lang="en-US" altLang="zh-CN" dirty="0"/>
              <a:t>9</a:t>
            </a:r>
            <a:r>
              <a:rPr lang="zh-CN" altLang="en-US" dirty="0"/>
              <a:t>）</a:t>
            </a:r>
            <a:r>
              <a:rPr lang="zh-CN" altLang="en-US" dirty="0">
                <a:solidFill>
                  <a:srgbClr val="000000"/>
                </a:solidFill>
                <a:sym typeface="微软雅黑" panose="020B0503020204020204" pitchFamily="34" charset="-122"/>
              </a:rPr>
              <a:t>调用哈希函数，若调用的哈希函数为</a:t>
            </a:r>
            <a:r>
              <a:rPr lang="en-US" altLang="zh-CN" dirty="0">
                <a:solidFill>
                  <a:srgbClr val="000000"/>
                </a:solidFill>
                <a:sym typeface="微软雅黑" panose="020B0503020204020204" pitchFamily="34" charset="-122"/>
              </a:rPr>
              <a:t>Hash</a:t>
            </a:r>
            <a:r>
              <a:rPr lang="zh-CN" altLang="en-US" dirty="0">
                <a:solidFill>
                  <a:srgbClr val="000000"/>
                </a:solidFill>
                <a:sym typeface="微软雅黑" panose="020B0503020204020204" pitchFamily="34" charset="-122"/>
              </a:rPr>
              <a:t>，返回的哈希值是</a:t>
            </a:r>
            <a:r>
              <a:rPr lang="en-US" altLang="zh-CN" dirty="0">
                <a:solidFill>
                  <a:srgbClr val="000000"/>
                </a:solidFill>
                <a:sym typeface="微软雅黑" panose="020B0503020204020204" pitchFamily="34" charset="-122"/>
              </a:rPr>
              <a:t>3</a:t>
            </a:r>
            <a:r>
              <a:rPr lang="zh-CN" altLang="en-US" dirty="0">
                <a:solidFill>
                  <a:srgbClr val="000000"/>
                </a:solidFill>
                <a:sym typeface="微软雅黑" panose="020B0503020204020204" pitchFamily="34" charset="-122"/>
              </a:rPr>
              <a:t>倍关键字的值对</a:t>
            </a:r>
            <a:r>
              <a:rPr lang="en-US" altLang="zh-CN" dirty="0">
                <a:solidFill>
                  <a:srgbClr val="000000"/>
                </a:solidFill>
                <a:sym typeface="微软雅黑" panose="020B0503020204020204" pitchFamily="34" charset="-122"/>
              </a:rPr>
              <a:t>11</a:t>
            </a:r>
            <a:r>
              <a:rPr lang="zh-CN" altLang="en-US" dirty="0">
                <a:solidFill>
                  <a:srgbClr val="000000"/>
                </a:solidFill>
                <a:sym typeface="微软雅黑" panose="020B0503020204020204" pitchFamily="34" charset="-122"/>
              </a:rPr>
              <a:t>取余。</a:t>
            </a:r>
            <a:endParaRPr lang="zh-CN" altLang="en-US" dirty="0"/>
          </a:p>
          <a:p>
            <a:r>
              <a:rPr lang="zh-CN" altLang="en-US" dirty="0"/>
              <a:t>（</a:t>
            </a:r>
            <a:r>
              <a:rPr lang="en-US" altLang="zh-CN" dirty="0"/>
              <a:t>10</a:t>
            </a:r>
            <a:r>
              <a:rPr lang="zh-CN" altLang="en-US" dirty="0"/>
              <a:t>）计算得到关键字</a:t>
            </a:r>
            <a:r>
              <a:rPr lang="en-US" altLang="zh-CN" dirty="0"/>
              <a:t>12</a:t>
            </a:r>
            <a:r>
              <a:rPr lang="zh-CN" altLang="en-US" dirty="0"/>
              <a:t>的哈希地址为</a:t>
            </a:r>
            <a:r>
              <a:rPr lang="en-US" altLang="zh-CN" dirty="0"/>
              <a:t>3</a:t>
            </a:r>
            <a:endParaRPr lang="zh-CN" altLang="en-US" dirty="0"/>
          </a:p>
          <a:p>
            <a:r>
              <a:rPr lang="zh-CN" altLang="en-US" dirty="0"/>
              <a:t>（</a:t>
            </a:r>
            <a:r>
              <a:rPr lang="en-US" altLang="zh-CN" dirty="0"/>
              <a:t>11</a:t>
            </a:r>
            <a:r>
              <a:rPr lang="zh-CN" altLang="en-US" dirty="0"/>
              <a:t>）在</a:t>
            </a:r>
            <a:r>
              <a:rPr lang="en-US" altLang="zh-CN" dirty="0"/>
              <a:t>while</a:t>
            </a:r>
            <a:r>
              <a:rPr lang="zh-CN" altLang="en-US" dirty="0"/>
              <a:t>循环中进行查找，现在地址</a:t>
            </a:r>
            <a:r>
              <a:rPr lang="en-US" altLang="zh-CN" dirty="0"/>
              <a:t>3</a:t>
            </a:r>
            <a:r>
              <a:rPr lang="zh-CN" altLang="en-US" dirty="0"/>
              <a:t>的值是</a:t>
            </a:r>
            <a:r>
              <a:rPr lang="en-US" altLang="zh-CN" dirty="0"/>
              <a:t>DK</a:t>
            </a:r>
            <a:r>
              <a:rPr lang="zh-CN" altLang="en-US" dirty="0"/>
              <a:t>，为删除标记</a:t>
            </a:r>
          </a:p>
          <a:p>
            <a:r>
              <a:rPr lang="zh-CN" altLang="en-US" dirty="0"/>
              <a:t>（</a:t>
            </a:r>
            <a:r>
              <a:rPr lang="en-US" altLang="zh-CN" dirty="0"/>
              <a:t>12</a:t>
            </a:r>
            <a:r>
              <a:rPr lang="zh-CN" altLang="en-US" dirty="0"/>
              <a:t>）满足循环条件，进入循环体，</a:t>
            </a:r>
            <a:r>
              <a:rPr lang="zh-CN" altLang="en-US" dirty="0">
                <a:solidFill>
                  <a:srgbClr val="000000"/>
                </a:solidFill>
                <a:sym typeface="微软雅黑" panose="020B0503020204020204" pitchFamily="34" charset="-122"/>
              </a:rPr>
              <a:t>调用</a:t>
            </a:r>
            <a:r>
              <a:rPr lang="zh-CN" altLang="en-US" dirty="0"/>
              <a:t>处理冲突的函数</a:t>
            </a:r>
          </a:p>
          <a:p>
            <a:r>
              <a:rPr lang="zh-CN" altLang="en-US" dirty="0"/>
              <a:t>（</a:t>
            </a:r>
            <a:r>
              <a:rPr lang="en-US" altLang="zh-CN" dirty="0"/>
              <a:t>13</a:t>
            </a:r>
            <a:r>
              <a:rPr lang="zh-CN" altLang="en-US" dirty="0"/>
              <a:t>）假定</a:t>
            </a:r>
            <a:r>
              <a:rPr lang="en-US" altLang="zh-CN" dirty="0"/>
              <a:t>collision</a:t>
            </a:r>
            <a:r>
              <a:rPr lang="zh-CN" altLang="en-US" dirty="0"/>
              <a:t>函数采用线性探测法处理冲突，</a:t>
            </a:r>
            <a:endParaRPr lang="en-US" altLang="zh-CN" dirty="0"/>
          </a:p>
          <a:p>
            <a:r>
              <a:rPr lang="zh-CN" altLang="en-US" dirty="0"/>
              <a:t>（</a:t>
            </a:r>
            <a:r>
              <a:rPr lang="en-US" altLang="zh-CN" dirty="0"/>
              <a:t>14</a:t>
            </a:r>
            <a:r>
              <a:rPr lang="zh-CN" altLang="en-US" dirty="0"/>
              <a:t>）则下一个探测地址为</a:t>
            </a:r>
            <a:r>
              <a:rPr lang="en-US" altLang="zh-CN" dirty="0"/>
              <a:t>4</a:t>
            </a:r>
            <a:r>
              <a:rPr lang="zh-CN" altLang="en-US" dirty="0"/>
              <a:t>，冲突次数</a:t>
            </a:r>
            <a:r>
              <a:rPr lang="en-US" altLang="zh-CN" dirty="0"/>
              <a:t>c</a:t>
            </a:r>
            <a:r>
              <a:rPr lang="zh-CN" altLang="en-US" dirty="0"/>
              <a:t>加</a:t>
            </a:r>
            <a:r>
              <a:rPr lang="en-US" altLang="zh-CN" dirty="0"/>
              <a:t>1</a:t>
            </a:r>
            <a:r>
              <a:rPr lang="zh-CN" altLang="en-US" dirty="0"/>
              <a:t>，调用前</a:t>
            </a:r>
            <a:r>
              <a:rPr lang="en-US" altLang="zh-CN" dirty="0"/>
              <a:t>c</a:t>
            </a:r>
            <a:r>
              <a:rPr lang="zh-CN" altLang="en-US" dirty="0"/>
              <a:t>的初值为</a:t>
            </a:r>
            <a:r>
              <a:rPr lang="en-US" altLang="zh-CN" dirty="0"/>
              <a:t>0</a:t>
            </a:r>
            <a:r>
              <a:rPr lang="zh-CN" altLang="en-US" dirty="0"/>
              <a:t>，这里</a:t>
            </a:r>
            <a:r>
              <a:rPr lang="en-US" altLang="zh-CN" dirty="0"/>
              <a:t>c</a:t>
            </a:r>
            <a:r>
              <a:rPr lang="zh-CN" altLang="en-US" dirty="0"/>
              <a:t>的值为</a:t>
            </a:r>
            <a:r>
              <a:rPr lang="en-US" altLang="zh-CN" dirty="0"/>
              <a:t>1</a:t>
            </a:r>
            <a:r>
              <a:rPr lang="zh-CN" altLang="en-US" dirty="0"/>
              <a:t>。</a:t>
            </a:r>
          </a:p>
          <a:p>
            <a:r>
              <a:rPr lang="zh-CN" altLang="en-US" dirty="0"/>
              <a:t>（</a:t>
            </a:r>
            <a:r>
              <a:rPr lang="en-US" altLang="zh-CN" dirty="0"/>
              <a:t>15</a:t>
            </a:r>
            <a:r>
              <a:rPr lang="zh-CN" altLang="en-US" dirty="0"/>
              <a:t>）图中，地址</a:t>
            </a:r>
            <a:r>
              <a:rPr lang="en-US" altLang="zh-CN" dirty="0"/>
              <a:t>4</a:t>
            </a:r>
            <a:r>
              <a:rPr lang="zh-CN" altLang="en-US" dirty="0"/>
              <a:t> 关键字的值为</a:t>
            </a:r>
            <a:r>
              <a:rPr lang="en-US" altLang="zh-CN" dirty="0"/>
              <a:t>12, </a:t>
            </a:r>
            <a:r>
              <a:rPr lang="zh-CN" altLang="en-US" dirty="0"/>
              <a:t>查找成功，返回</a:t>
            </a:r>
            <a:r>
              <a:rPr lang="en-US" altLang="zh-CN" dirty="0"/>
              <a:t>SUCCESS</a:t>
            </a:r>
            <a:r>
              <a:rPr lang="zh-CN" altLang="en-US" dirty="0"/>
              <a:t>。</a:t>
            </a:r>
            <a:endParaRPr lang="en-US" altLang="zh-CN" dirty="0"/>
          </a:p>
          <a:p>
            <a:r>
              <a:rPr lang="zh-CN" altLang="en-US" dirty="0"/>
              <a:t>（</a:t>
            </a:r>
            <a:r>
              <a:rPr lang="en-US" altLang="zh-CN" dirty="0"/>
              <a:t>16</a:t>
            </a:r>
            <a:r>
              <a:rPr lang="zh-CN" altLang="en-US" dirty="0"/>
              <a:t>）并通过参数</a:t>
            </a:r>
            <a:r>
              <a:rPr lang="en-US" altLang="zh-CN" dirty="0"/>
              <a:t>p</a:t>
            </a:r>
            <a:r>
              <a:rPr lang="zh-CN" altLang="en-US" dirty="0"/>
              <a:t>返回待查关键字</a:t>
            </a:r>
            <a:r>
              <a:rPr lang="en-US" altLang="zh-CN" dirty="0"/>
              <a:t>12</a:t>
            </a:r>
            <a:r>
              <a:rPr lang="zh-CN" altLang="en-US" dirty="0"/>
              <a:t>的记录位置</a:t>
            </a:r>
            <a:r>
              <a:rPr lang="en-US" altLang="zh-CN" dirty="0"/>
              <a:t>4</a:t>
            </a:r>
            <a:r>
              <a:rPr lang="zh-CN" altLang="en-US" dirty="0"/>
              <a:t>，通过参数</a:t>
            </a:r>
            <a:r>
              <a:rPr lang="en-US" altLang="zh-CN" dirty="0"/>
              <a:t>c</a:t>
            </a:r>
            <a:r>
              <a:rPr lang="zh-CN" altLang="en-US" dirty="0"/>
              <a:t>返回冲突次数</a:t>
            </a:r>
            <a:r>
              <a:rPr lang="en-US" altLang="zh-CN" dirty="0"/>
              <a:t>1</a:t>
            </a:r>
            <a:endParaRPr lang="zh-CN" altLang="en-US" dirty="0"/>
          </a:p>
          <a:p>
            <a:r>
              <a:rPr lang="zh-CN" altLang="en-US" dirty="0"/>
              <a:t>（</a:t>
            </a:r>
            <a:r>
              <a:rPr lang="en-US" altLang="zh-CN" dirty="0"/>
              <a:t>17</a:t>
            </a:r>
            <a:r>
              <a:rPr lang="zh-CN" altLang="en-US" dirty="0"/>
              <a:t>）再看一个查找失败的例子，若查找的关键字为</a:t>
            </a:r>
            <a:r>
              <a:rPr lang="en-US" altLang="zh-CN" dirty="0"/>
              <a:t>30</a:t>
            </a:r>
            <a:r>
              <a:rPr lang="zh-CN" altLang="en-US" dirty="0"/>
              <a:t>，</a:t>
            </a:r>
          </a:p>
          <a:p>
            <a:r>
              <a:rPr lang="zh-CN" altLang="en-US" dirty="0"/>
              <a:t>（</a:t>
            </a:r>
            <a:r>
              <a:rPr lang="en-US" altLang="zh-CN" dirty="0"/>
              <a:t>18</a:t>
            </a:r>
            <a:r>
              <a:rPr lang="zh-CN" altLang="en-US" dirty="0"/>
              <a:t>）计算得到哈希地址为</a:t>
            </a:r>
            <a:r>
              <a:rPr lang="en-US" altLang="zh-CN" dirty="0"/>
              <a:t>2</a:t>
            </a:r>
            <a:r>
              <a:rPr lang="zh-CN" altLang="en-US" dirty="0"/>
              <a:t>，满足循环条件，进入</a:t>
            </a:r>
            <a:r>
              <a:rPr lang="en-US" altLang="zh-CN" dirty="0"/>
              <a:t>while</a:t>
            </a:r>
            <a:r>
              <a:rPr lang="zh-CN" altLang="en-US" dirty="0"/>
              <a:t>循环体</a:t>
            </a:r>
          </a:p>
          <a:p>
            <a:r>
              <a:rPr lang="zh-CN" altLang="en-US" dirty="0"/>
              <a:t>（</a:t>
            </a:r>
            <a:r>
              <a:rPr lang="en-US" altLang="zh-CN" dirty="0"/>
              <a:t>19</a:t>
            </a:r>
            <a:r>
              <a:rPr lang="zh-CN" altLang="en-US" dirty="0"/>
              <a:t>）调用处理冲突的函数得到的下一个探测地址。如此循环探测，直到探测地址为</a:t>
            </a:r>
            <a:r>
              <a:rPr lang="en-US" altLang="zh-CN" dirty="0"/>
              <a:t>9</a:t>
            </a:r>
            <a:r>
              <a:rPr lang="zh-CN" altLang="en-US" dirty="0"/>
              <a:t>，</a:t>
            </a:r>
            <a:r>
              <a:rPr lang="en-US" altLang="zh-CN" dirty="0"/>
              <a:t>c=7</a:t>
            </a:r>
            <a:r>
              <a:rPr lang="zh-CN" altLang="en-US" dirty="0"/>
              <a:t>，仍不满足循环条件，退出循环</a:t>
            </a:r>
            <a:endParaRPr lang="en-US" altLang="zh-CN" dirty="0"/>
          </a:p>
          <a:p>
            <a:r>
              <a:rPr lang="zh-CN" altLang="en-US" dirty="0"/>
              <a:t>（</a:t>
            </a:r>
            <a:r>
              <a:rPr lang="en-US" altLang="zh-CN" dirty="0"/>
              <a:t>20</a:t>
            </a:r>
            <a:r>
              <a:rPr lang="zh-CN" altLang="en-US" dirty="0"/>
              <a:t>）查找不成功，返回</a:t>
            </a:r>
            <a:r>
              <a:rPr lang="en-US" altLang="zh-CN" dirty="0"/>
              <a:t>UNSUCCESS</a:t>
            </a:r>
            <a:r>
              <a:rPr lang="zh-CN" altLang="en-US" dirty="0"/>
              <a:t>，</a:t>
            </a:r>
            <a:endParaRPr lang="en-US" altLang="zh-CN" dirty="0"/>
          </a:p>
          <a:p>
            <a:r>
              <a:rPr lang="zh-CN" altLang="en-US" dirty="0"/>
              <a:t>（</a:t>
            </a:r>
            <a:r>
              <a:rPr lang="en-US" altLang="zh-CN" dirty="0"/>
              <a:t>21</a:t>
            </a:r>
            <a:r>
              <a:rPr lang="zh-CN" altLang="en-US" dirty="0"/>
              <a:t>）并通过参数</a:t>
            </a:r>
            <a:r>
              <a:rPr lang="en-US" altLang="zh-CN" dirty="0"/>
              <a:t>p</a:t>
            </a:r>
            <a:r>
              <a:rPr lang="zh-CN" altLang="en-US" dirty="0"/>
              <a:t>返回关键字</a:t>
            </a:r>
            <a:r>
              <a:rPr lang="en-US" altLang="zh-CN" dirty="0"/>
              <a:t>30</a:t>
            </a:r>
            <a:r>
              <a:rPr lang="zh-CN" altLang="en-US" dirty="0"/>
              <a:t>应插入的位置</a:t>
            </a:r>
            <a:r>
              <a:rPr lang="en-US" altLang="zh-CN" dirty="0"/>
              <a:t>9</a:t>
            </a:r>
            <a:r>
              <a:rPr lang="zh-CN" altLang="en-US" dirty="0"/>
              <a:t>，通过参数</a:t>
            </a:r>
            <a:r>
              <a:rPr lang="en-US" altLang="zh-CN" dirty="0"/>
              <a:t>c</a:t>
            </a:r>
            <a:r>
              <a:rPr lang="zh-CN" altLang="en-US" dirty="0"/>
              <a:t>返回冲突次数</a:t>
            </a:r>
            <a:r>
              <a:rPr lang="en-US" altLang="zh-CN" dirty="0"/>
              <a:t>7</a:t>
            </a:r>
            <a:r>
              <a:rPr lang="zh-CN" altLang="en-US" dirty="0"/>
              <a:t>。</a:t>
            </a:r>
            <a:endParaRPr lang="en-US" altLang="zh-CN" dirty="0"/>
          </a:p>
          <a:p>
            <a:r>
              <a:rPr lang="zh-CN" altLang="en-US" dirty="0"/>
              <a:t>（</a:t>
            </a:r>
            <a:r>
              <a:rPr lang="en-US" altLang="zh-CN" dirty="0"/>
              <a:t>22</a:t>
            </a:r>
            <a:r>
              <a:rPr lang="zh-CN" altLang="en-US" dirty="0"/>
              <a:t>）</a:t>
            </a:r>
            <a:r>
              <a:rPr lang="zh-CN" altLang="en-US" sz="1200" dirty="0">
                <a:solidFill>
                  <a:srgbClr val="000000"/>
                </a:solidFill>
                <a:sym typeface="微软雅黑" panose="020B0503020204020204" pitchFamily="34" charset="-122"/>
              </a:rPr>
              <a:t>查找失败时，</a:t>
            </a:r>
            <a:r>
              <a:rPr lang="en-US" altLang="zh-CN" sz="1200" dirty="0">
                <a:solidFill>
                  <a:srgbClr val="000000"/>
                </a:solidFill>
                <a:sym typeface="微软雅黑" panose="020B0503020204020204" pitchFamily="34" charset="-122"/>
              </a:rPr>
              <a:t>p</a:t>
            </a:r>
            <a:r>
              <a:rPr lang="zh-CN" altLang="en-US" sz="1200" dirty="0">
                <a:solidFill>
                  <a:srgbClr val="000000"/>
                </a:solidFill>
                <a:sym typeface="微软雅黑" panose="020B0503020204020204" pitchFamily="34" charset="-122"/>
              </a:rPr>
              <a:t>的值</a:t>
            </a:r>
            <a:r>
              <a:rPr lang="en-US" altLang="zh-CN" sz="1200" dirty="0">
                <a:solidFill>
                  <a:srgbClr val="000000"/>
                </a:solidFill>
                <a:sym typeface="微软雅黑" panose="020B0503020204020204" pitchFamily="34" charset="-122"/>
              </a:rPr>
              <a:t>9</a:t>
            </a:r>
            <a:r>
              <a:rPr lang="zh-CN" altLang="en-US" sz="1200" dirty="0">
                <a:solidFill>
                  <a:srgbClr val="000000"/>
                </a:solidFill>
                <a:sym typeface="微软雅黑" panose="020B0503020204020204" pitchFamily="34" charset="-122"/>
              </a:rPr>
              <a:t>就是关键字</a:t>
            </a:r>
            <a:r>
              <a:rPr lang="en-US" altLang="zh-CN" sz="1200" dirty="0">
                <a:solidFill>
                  <a:srgbClr val="000000"/>
                </a:solidFill>
                <a:sym typeface="微软雅黑" panose="020B0503020204020204" pitchFamily="34" charset="-122"/>
              </a:rPr>
              <a:t>30</a:t>
            </a:r>
            <a:r>
              <a:rPr lang="zh-CN" altLang="en-US" sz="1200" dirty="0">
                <a:solidFill>
                  <a:srgbClr val="000000"/>
                </a:solidFill>
                <a:sym typeface="微软雅黑" panose="020B0503020204020204" pitchFamily="34" charset="-122"/>
              </a:rPr>
              <a:t>插入的位置。</a:t>
            </a:r>
            <a:endParaRPr lang="en-US" altLang="zh-CN" dirty="0"/>
          </a:p>
          <a:p>
            <a:pPr eaLnBrk="1" hangingPunct="1">
              <a:spcBef>
                <a:spcPct val="0"/>
              </a:spcBef>
            </a:pP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38100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9D5BE773-4813-48BD-A50D-5974BFBD6D7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531711" y="18704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58269" y="94585"/>
            <a:ext cx="1988226" cy="470079"/>
          </a:xfrm>
          <a:prstGeom prst="rect">
            <a:avLst/>
          </a:prstGeom>
        </p:spPr>
      </p:pic>
    </p:spTree>
    <p:extLst>
      <p:ext uri="{BB962C8B-B14F-4D97-AF65-F5344CB8AC3E}">
        <p14:creationId xmlns:p14="http://schemas.microsoft.com/office/powerpoint/2010/main" val="144546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1969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13218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89089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641572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0414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345836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62359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82052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5515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A5CA07-1B61-42E5-A08F-0907BB733E1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A7CC1A2-F63F-44CF-848A-A87A0BEE3D8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048737-B6B0-49C9-9AF1-0FFA11EB601D}"/>
              </a:ext>
            </a:extLst>
          </p:cNvPr>
          <p:cNvSpPr>
            <a:spLocks noGrp="1"/>
          </p:cNvSpPr>
          <p:nvPr>
            <p:ph type="dt" sz="half" idx="10"/>
          </p:nvPr>
        </p:nvSpPr>
        <p:spPr/>
        <p:txBody>
          <a:bodyPr/>
          <a:lstStyle/>
          <a:p>
            <a:fld id="{9AA008B3-47FB-4C29-A81F-0DA1636C9A06}" type="datetimeFigureOut">
              <a:rPr lang="zh-CN" altLang="en-US" smtClean="0"/>
              <a:t>2025/10/25</a:t>
            </a:fld>
            <a:endParaRPr lang="zh-CN" altLang="en-US"/>
          </a:p>
        </p:txBody>
      </p:sp>
      <p:sp>
        <p:nvSpPr>
          <p:cNvPr id="5" name="页脚占位符 4">
            <a:extLst>
              <a:ext uri="{FF2B5EF4-FFF2-40B4-BE49-F238E27FC236}">
                <a16:creationId xmlns:a16="http://schemas.microsoft.com/office/drawing/2014/main" id="{25868366-7322-4B67-8A28-CCCD0D914C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64B267F-5220-4D38-98E4-FCAE5DE305F1}"/>
              </a:ext>
            </a:extLst>
          </p:cNvPr>
          <p:cNvSpPr>
            <a:spLocks noGrp="1"/>
          </p:cNvSpPr>
          <p:nvPr>
            <p:ph type="sldNum" sz="quarter" idx="12"/>
          </p:nvPr>
        </p:nvSpPr>
        <p:spPr/>
        <p:txBody>
          <a:bodyPr/>
          <a:lstStyle/>
          <a:p>
            <a:fld id="{5CA87885-5804-467D-BA5D-A1FD89B70E3F}" type="slidenum">
              <a:rPr lang="zh-CN" altLang="en-US" smtClean="0"/>
              <a:t>‹#›</a:t>
            </a:fld>
            <a:endParaRPr lang="zh-CN" altLang="en-US"/>
          </a:p>
        </p:txBody>
      </p:sp>
    </p:spTree>
    <p:extLst>
      <p:ext uri="{BB962C8B-B14F-4D97-AF65-F5344CB8AC3E}">
        <p14:creationId xmlns:p14="http://schemas.microsoft.com/office/powerpoint/2010/main" val="2209232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932588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60F8BA-EDBF-2910-36F9-4BB297220ED8}"/>
              </a:ext>
            </a:extLst>
          </p:cNvPr>
          <p:cNvSpPr/>
          <p:nvPr/>
        </p:nvSpPr>
        <p:spPr>
          <a:xfrm>
            <a:off x="5991766" y="1900591"/>
            <a:ext cx="5093804" cy="3056818"/>
          </a:xfrm>
          <a:prstGeom prst="roundRect">
            <a:avLst/>
          </a:prstGeom>
          <a:blipFill>
            <a:blip r:embed="rId2"/>
            <a:tile tx="0" ty="0" sx="100000" sy="100000" flip="none" algn="tl"/>
          </a:blipFill>
          <a:ln w="92075" cmpd="thickThi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第 </a:t>
            </a:r>
            <a:r>
              <a:rPr lang="en-US" altLang="zh-CN" sz="4000" dirty="0">
                <a:solidFill>
                  <a:schemeClr val="accent4">
                    <a:lumMod val="75000"/>
                  </a:schemeClr>
                </a:solidFill>
                <a:effectLst>
                  <a:outerShdw blurRad="38100" dist="38100" dir="2700000" algn="tl">
                    <a:srgbClr val="000000">
                      <a:alpha val="43137"/>
                    </a:srgbClr>
                  </a:outerShdw>
                </a:effectLst>
                <a:latin typeface="Wide Latin" panose="020A0A07050505020404" pitchFamily="18" charset="0"/>
                <a:ea typeface="华文彩云" panose="02010800040101010101" pitchFamily="2" charset="-122"/>
                <a:cs typeface="Times New Roman" panose="02020603050405020304" pitchFamily="18" charset="0"/>
              </a:rPr>
              <a:t>9</a:t>
            </a:r>
            <a:r>
              <a:rPr lang="en-US" altLang="zh-CN" sz="4000" dirty="0">
                <a:solidFill>
                  <a:schemeClr val="accent4">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cs typeface="Times New Roman" panose="02020603050405020304" pitchFamily="18" charset="0"/>
              </a:rPr>
              <a:t> </a:t>
            </a: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章</a:t>
            </a:r>
            <a:r>
              <a:rPr kumimoji="0" lang="zh-CN" altLang="en-US"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    </a:t>
            </a:r>
            <a:endParaRPr kumimoji="0" lang="en-US" altLang="zh-CN"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6000" b="0" i="0" u="none" strike="noStrike" kern="1200" cap="none" spc="0" normalizeH="0" baseline="0" noProof="0">
                <a:ln>
                  <a:noFill/>
                </a:ln>
                <a:solidFill>
                  <a:srgbClr val="00206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查  找</a:t>
            </a:r>
            <a:endParaRPr kumimoji="0" lang="zh-CN" altLang="en-US" sz="6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等线" panose="02010600030101010101" pitchFamily="2" charset="-122"/>
              <a:cs typeface="+mn-cs"/>
            </a:endParaRPr>
          </a:p>
        </p:txBody>
      </p:sp>
      <p:sp>
        <p:nvSpPr>
          <p:cNvPr id="3" name="灯片编号占位符 2">
            <a:extLst>
              <a:ext uri="{FF2B5EF4-FFF2-40B4-BE49-F238E27FC236}">
                <a16:creationId xmlns:a16="http://schemas.microsoft.com/office/drawing/2014/main" id="{87153214-7B01-5997-7E63-571F2D9BDE4A}"/>
              </a:ext>
            </a:extLst>
          </p:cNvPr>
          <p:cNvSpPr>
            <a:spLocks noGrp="1"/>
          </p:cNvSpPr>
          <p:nvPr>
            <p:ph type="sldNum" sz="quarter" idx="12"/>
          </p:nvPr>
        </p:nvSpPr>
        <p:spPr/>
        <p:txBody>
          <a:bodyPr/>
          <a:lstStyle/>
          <a:p>
            <a:fld id="{D7C0FE0B-717B-41AE-9FA2-CA4BF851D1C3}" type="slidenum">
              <a:rPr lang="zh-CN" altLang="en-US" smtClean="0"/>
              <a:t>1</a:t>
            </a:fld>
            <a:endParaRPr lang="zh-CN" altLang="en-US"/>
          </a:p>
        </p:txBody>
      </p:sp>
      <p:pic>
        <p:nvPicPr>
          <p:cNvPr id="4" name="图片 3">
            <a:extLst>
              <a:ext uri="{FF2B5EF4-FFF2-40B4-BE49-F238E27FC236}">
                <a16:creationId xmlns:a16="http://schemas.microsoft.com/office/drawing/2014/main" id="{7F3E0640-F6A6-1CEE-0D03-C1ADB7F771B2}"/>
              </a:ext>
            </a:extLst>
          </p:cNvPr>
          <p:cNvPicPr>
            <a:picLocks noChangeAspect="1"/>
          </p:cNvPicPr>
          <p:nvPr/>
        </p:nvPicPr>
        <p:blipFill>
          <a:blip r:embed="rId3"/>
          <a:stretch>
            <a:fillRect/>
          </a:stretch>
        </p:blipFill>
        <p:spPr>
          <a:xfrm>
            <a:off x="5033" y="0"/>
            <a:ext cx="5553083" cy="6858000"/>
          </a:xfrm>
          <a:prstGeom prst="rect">
            <a:avLst/>
          </a:prstGeom>
        </p:spPr>
      </p:pic>
    </p:spTree>
    <p:extLst>
      <p:ext uri="{BB962C8B-B14F-4D97-AF65-F5344CB8AC3E}">
        <p14:creationId xmlns:p14="http://schemas.microsoft.com/office/powerpoint/2010/main" val="129450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10D9EE9-891E-F81C-28D0-2A5C04E237FD}"/>
              </a:ext>
            </a:extLst>
          </p:cNvPr>
          <p:cNvSpPr>
            <a:spLocks noGrp="1"/>
          </p:cNvSpPr>
          <p:nvPr>
            <p:ph type="sldNum" sz="quarter" idx="12"/>
          </p:nvPr>
        </p:nvSpPr>
        <p:spPr/>
        <p:txBody>
          <a:bodyPr/>
          <a:lstStyle/>
          <a:p>
            <a:fld id="{D7C0FE0B-717B-41AE-9FA2-CA4BF851D1C3}" type="slidenum">
              <a:rPr lang="zh-CN" altLang="en-US" smtClean="0"/>
              <a:t>2</a:t>
            </a:fld>
            <a:endParaRPr lang="zh-CN" altLang="en-US"/>
          </a:p>
        </p:txBody>
      </p:sp>
      <p:sp>
        <p:nvSpPr>
          <p:cNvPr id="4" name="文本框 3">
            <a:extLst>
              <a:ext uri="{FF2B5EF4-FFF2-40B4-BE49-F238E27FC236}">
                <a16:creationId xmlns:a16="http://schemas.microsoft.com/office/drawing/2014/main" id="{F180105C-36EA-98FE-8AFB-40913F1201A1}"/>
              </a:ext>
            </a:extLst>
          </p:cNvPr>
          <p:cNvSpPr txBox="1"/>
          <p:nvPr/>
        </p:nvSpPr>
        <p:spPr>
          <a:xfrm>
            <a:off x="394734" y="906416"/>
            <a:ext cx="5559499" cy="3255186"/>
          </a:xfrm>
          <a:prstGeom prst="rect">
            <a:avLst/>
          </a:prstGeom>
          <a:noFill/>
        </p:spPr>
        <p:txBody>
          <a:bodyPr wrap="square">
            <a:spAutoFit/>
          </a:bodyPr>
          <a:lstStyle/>
          <a:p>
            <a:pPr indent="266700" algn="just">
              <a:lnSpc>
                <a:spcPct val="115000"/>
              </a:lnSpc>
              <a:buNone/>
            </a:pPr>
            <a:r>
              <a:rPr lang="zh-CN" altLang="zh-CN" sz="1800"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查找表</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Search Table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）是由同一类型的数据元素（或记录）构成的集合。“集合”中的数据元素之</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间没有约定任何关系，是一种非常灵便的数据结构，可以根据需要对数据元素之间附加某种关系和设计特别的存储结构。查找表的基本操作有：</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nSpc>
                <a:spcPct val="115000"/>
              </a:lnSpc>
              <a:buNone/>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等线" panose="02010600030101010101" pitchFamily="2" charset="-122"/>
                <a:ea typeface="黑体" panose="02010609060101010101" pitchFamily="49" charset="-122"/>
                <a:cs typeface="Times New Roman" panose="02020603050405020304" pitchFamily="18" charset="0"/>
              </a:rPr>
              <a:t>查询</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Contain</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）某个数据元素是否存在，因而也称为</a:t>
            </a:r>
            <a:r>
              <a:rPr lang="zh-CN" altLang="zh-CN" sz="1800" kern="100" dirty="0">
                <a:solidFill>
                  <a:srgbClr val="000000"/>
                </a:solidFill>
                <a:effectLst/>
                <a:latin typeface="等线" panose="02010600030101010101" pitchFamily="2" charset="-122"/>
                <a:ea typeface="黑体" panose="02010609060101010101" pitchFamily="49" charset="-122"/>
                <a:cs typeface="Times New Roman" panose="02020603050405020304" pitchFamily="18" charset="0"/>
              </a:rPr>
              <a:t>查存</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nSpc>
                <a:spcPct val="115000"/>
              </a:lnSpc>
              <a:buNone/>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等线" panose="02010600030101010101" pitchFamily="2" charset="-122"/>
                <a:ea typeface="黑体" panose="02010609060101010101" pitchFamily="49" charset="-122"/>
                <a:cs typeface="Times New Roman" panose="02020603050405020304" pitchFamily="18" charset="0"/>
              </a:rPr>
              <a:t>检索</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Retrieval</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）某个数据元素的数据项；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nSpc>
                <a:spcPct val="115000"/>
              </a:lnSpc>
              <a:buNone/>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等线" panose="02010600030101010101" pitchFamily="2" charset="-122"/>
                <a:ea typeface="黑体" panose="02010609060101010101" pitchFamily="49" charset="-122"/>
                <a:cs typeface="Times New Roman" panose="02020603050405020304" pitchFamily="18" charset="0"/>
              </a:rPr>
              <a:t>插入（</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Insert</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）一个数据元素；</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nSpc>
                <a:spcPct val="115000"/>
              </a:lnSpc>
              <a:buNone/>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等线" panose="02010600030101010101" pitchFamily="2" charset="-122"/>
                <a:ea typeface="黑体" panose="02010609060101010101" pitchFamily="49" charset="-122"/>
                <a:cs typeface="Times New Roman" panose="02020603050405020304" pitchFamily="18" charset="0"/>
              </a:rPr>
              <a:t>删除</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Delete</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）某个数据元素。</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C225F4F9-D802-3FBE-9538-F81B1610018C}"/>
              </a:ext>
            </a:extLst>
          </p:cNvPr>
          <p:cNvSpPr txBox="1"/>
          <p:nvPr/>
        </p:nvSpPr>
        <p:spPr>
          <a:xfrm>
            <a:off x="1116418" y="278242"/>
            <a:ext cx="2321885" cy="461665"/>
          </a:xfrm>
          <a:prstGeom prst="rect">
            <a:avLst/>
          </a:prstGeom>
          <a:noFill/>
        </p:spPr>
        <p:txBody>
          <a:bodyPr wrap="square">
            <a:spAutoFit/>
          </a:bodyPr>
          <a:lstStyle/>
          <a:p>
            <a:pPr algn="ctr">
              <a:spcBef>
                <a:spcPts val="1700"/>
              </a:spcBef>
              <a:spcAft>
                <a:spcPts val="600"/>
              </a:spcAft>
              <a:buNone/>
            </a:pPr>
            <a:r>
              <a:rPr lang="zh-CN" altLang="zh-CN" sz="2400" b="1" kern="2200" spc="65"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第</a:t>
            </a:r>
            <a:r>
              <a:rPr lang="zh-CN" altLang="zh-CN" sz="2400" b="1" kern="2200" spc="-225" dirty="0">
                <a:solidFill>
                  <a:srgbClr val="3B11EF"/>
                </a:solidFill>
                <a:effectLst>
                  <a:outerShdw blurRad="38100" dist="38100" dir="2700000" algn="tl">
                    <a:srgbClr val="000000">
                      <a:alpha val="43137"/>
                    </a:srgbClr>
                  </a:outerShdw>
                </a:effectLst>
                <a:latin typeface="等线" panose="02010600030101010101" pitchFamily="2" charset="-122"/>
                <a:ea typeface="Times New Roman" panose="02020603050405020304" pitchFamily="18" charset="0"/>
              </a:rPr>
              <a:t> </a:t>
            </a:r>
            <a:r>
              <a:rPr lang="en-US" altLang="zh-CN" sz="2400" b="1" kern="2200" spc="65"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9</a:t>
            </a:r>
            <a:r>
              <a:rPr lang="zh-CN" altLang="zh-CN" sz="2400" b="1" kern="2200" spc="65"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章</a:t>
            </a:r>
            <a:r>
              <a:rPr lang="en-US" altLang="zh-CN" sz="2400" b="1" kern="2200" spc="125"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  </a:t>
            </a:r>
            <a:r>
              <a:rPr lang="zh-CN" altLang="zh-CN" sz="2400" b="1" kern="2200" spc="65"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查</a:t>
            </a:r>
            <a:r>
              <a:rPr lang="zh-CN" altLang="zh-CN" sz="2400" b="1" kern="2200" spc="85" dirty="0">
                <a:solidFill>
                  <a:srgbClr val="3B11EF"/>
                </a:solidFill>
                <a:effectLst>
                  <a:outerShdw blurRad="38100" dist="38100" dir="2700000" algn="tl">
                    <a:srgbClr val="000000">
                      <a:alpha val="43137"/>
                    </a:srgbClr>
                  </a:outerShdw>
                </a:effectLst>
                <a:latin typeface="等线" panose="02010600030101010101" pitchFamily="2" charset="-122"/>
                <a:ea typeface="Times New Roman" panose="02020603050405020304" pitchFamily="18" charset="0"/>
              </a:rPr>
              <a:t> </a:t>
            </a:r>
            <a:r>
              <a:rPr lang="zh-CN" altLang="zh-CN" sz="2400" b="1" kern="2200" spc="65"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找</a:t>
            </a:r>
            <a:endParaRPr lang="zh-CN" altLang="zh-CN" sz="2400" b="1" kern="22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D43889E2-2A8D-516D-CC88-7ABFA847C679}"/>
              </a:ext>
            </a:extLst>
          </p:cNvPr>
          <p:cNvSpPr txBox="1"/>
          <p:nvPr/>
        </p:nvSpPr>
        <p:spPr>
          <a:xfrm>
            <a:off x="360841" y="4328111"/>
            <a:ext cx="5627283" cy="1739387"/>
          </a:xfrm>
          <a:prstGeom prst="rect">
            <a:avLst/>
          </a:prstGeom>
          <a:noFill/>
        </p:spPr>
        <p:txBody>
          <a:bodyPr wrap="square">
            <a:spAutoFit/>
          </a:bodyPr>
          <a:lstStyle/>
          <a:p>
            <a:pPr algn="just">
              <a:lnSpc>
                <a:spcPct val="115000"/>
              </a:lnSpc>
              <a:buNone/>
            </a:pPr>
            <a:r>
              <a:rPr lang="zh-CN"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静态查找表</a:t>
            </a:r>
            <a:r>
              <a:rPr lang="zh-CN" altLang="zh-CN" kern="100" dirty="0">
                <a:solidFill>
                  <a:srgbClr val="000000"/>
                </a:solidFill>
                <a:latin typeface="Times New Roman" panose="02020603050405020304" pitchFamily="18" charset="0"/>
                <a:cs typeface="Times New Roman" panose="02020603050405020304" pitchFamily="18" charset="0"/>
              </a:rPr>
              <a:t>（</a:t>
            </a:r>
            <a:r>
              <a:rPr lang="en-US" altLang="zh-CN" kern="100" dirty="0">
                <a:solidFill>
                  <a:srgbClr val="000000"/>
                </a:solidFill>
                <a:latin typeface="Times New Roman" panose="02020603050405020304" pitchFamily="18" charset="0"/>
                <a:cs typeface="Times New Roman" panose="02020603050405020304" pitchFamily="18" charset="0"/>
              </a:rPr>
              <a:t>Static Search Table</a:t>
            </a:r>
            <a:r>
              <a:rPr lang="zh-CN" altLang="zh-CN" kern="100" dirty="0">
                <a:solidFill>
                  <a:srgbClr val="000000"/>
                </a:solidFill>
                <a:latin typeface="Times New Roman" panose="02020603050405020304" pitchFamily="18" charset="0"/>
                <a:cs typeface="Times New Roman" panose="02020603050405020304" pitchFamily="18" charset="0"/>
              </a:rPr>
              <a:t>）</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只作前两种统称为“</a:t>
            </a:r>
            <a:r>
              <a:rPr lang="zh-CN" altLang="zh-CN" sz="1800" kern="100" dirty="0">
                <a:solidFill>
                  <a:srgbClr val="000000"/>
                </a:solidFill>
                <a:effectLst/>
                <a:latin typeface="等线" panose="02010600030101010101" pitchFamily="2" charset="-122"/>
                <a:ea typeface="黑体" panose="02010609060101010101" pitchFamily="49" charset="-122"/>
                <a:cs typeface="Times New Roman" panose="02020603050405020304" pitchFamily="18" charset="0"/>
              </a:rPr>
              <a:t>查找</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Search</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）”的操作。</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动态查找表</a:t>
            </a:r>
            <a:r>
              <a:rPr lang="zh-CN" altLang="zh-CN" kern="100" dirty="0">
                <a:solidFill>
                  <a:srgbClr val="000000"/>
                </a:solidFill>
                <a:latin typeface="Times New Roman" panose="02020603050405020304" pitchFamily="18" charset="0"/>
                <a:cs typeface="Times New Roman" panose="02020603050405020304" pitchFamily="18" charset="0"/>
              </a:rPr>
              <a:t>（</a:t>
            </a:r>
            <a:r>
              <a:rPr lang="en-US" altLang="zh-CN" kern="100" dirty="0">
                <a:solidFill>
                  <a:srgbClr val="000000"/>
                </a:solidFill>
                <a:latin typeface="Times New Roman" panose="02020603050405020304" pitchFamily="18" charset="0"/>
                <a:cs typeface="Times New Roman" panose="02020603050405020304" pitchFamily="18" charset="0"/>
              </a:rPr>
              <a:t>Dynamic Search Table</a:t>
            </a:r>
            <a:r>
              <a:rPr lang="zh-CN" altLang="zh-CN" kern="100" dirty="0">
                <a:solidFill>
                  <a:srgbClr val="000000"/>
                </a:solidFill>
                <a:latin typeface="Times New Roman" panose="02020603050405020304" pitchFamily="18" charset="0"/>
                <a:cs typeface="Times New Roman" panose="02020603050405020304" pitchFamily="18" charset="0"/>
              </a:rPr>
              <a:t>）</a:t>
            </a:r>
            <a:r>
              <a:rPr lang="en-US" altLang="zh-CN" kern="100" dirty="0">
                <a:solidFill>
                  <a:srgbClr val="000000"/>
                </a:solidFill>
                <a:latin typeface="Times New Roman" panose="02020603050405020304" pitchFamily="18" charset="0"/>
                <a:cs typeface="Times New Roman" panose="02020603050405020304" pitchFamily="18" charset="0"/>
              </a:rPr>
              <a:t>——</a:t>
            </a:r>
            <a:r>
              <a:rPr lang="zh-CN" altLang="en-US" kern="100" dirty="0">
                <a:solidFill>
                  <a:srgbClr val="000000"/>
                </a:solidFill>
                <a:latin typeface="Times New Roman" panose="02020603050405020304" pitchFamily="18" charset="0"/>
                <a:cs typeface="Times New Roman" panose="02020603050405020304" pitchFamily="18" charset="0"/>
              </a:rPr>
              <a:t>可</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基于查找结果，</a:t>
            </a:r>
            <a:r>
              <a:rPr lang="zh-CN" altLang="zh-CN" sz="1800" kern="100" dirty="0">
                <a:solidFill>
                  <a:srgbClr val="3B11E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插入</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查找表中不存在的数据元素，或者从表中</a:t>
            </a:r>
            <a:r>
              <a:rPr lang="zh-CN" altLang="zh-CN" kern="100" dirty="0">
                <a:solidFill>
                  <a:srgbClr val="3B11E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删除</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已存在的某个数据元素。</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4886E662-A533-7CEA-E5AA-FBC53902EAD5}"/>
              </a:ext>
            </a:extLst>
          </p:cNvPr>
          <p:cNvSpPr txBox="1"/>
          <p:nvPr/>
        </p:nvSpPr>
        <p:spPr>
          <a:xfrm>
            <a:off x="6237768" y="968508"/>
            <a:ext cx="5407816" cy="1404102"/>
          </a:xfrm>
          <a:prstGeom prst="rect">
            <a:avLst/>
          </a:prstGeom>
          <a:noFill/>
        </p:spPr>
        <p:txBody>
          <a:bodyPr wrap="square">
            <a:spAutoFit/>
          </a:bodyPr>
          <a:lstStyle/>
          <a:p>
            <a:pPr>
              <a:lnSpc>
                <a:spcPct val="120000"/>
              </a:lnSpc>
              <a:buNone/>
            </a:pP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典型的关键字类型说明可以是下列几种之一</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float</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实型</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整型</a:t>
            </a:r>
          </a:p>
          <a:p>
            <a:pPr>
              <a:lnSpc>
                <a:spcPct val="120000"/>
              </a:lnSpc>
              <a:buNone/>
            </a:pP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字符串型</a:t>
            </a:r>
          </a:p>
        </p:txBody>
      </p:sp>
      <p:sp>
        <p:nvSpPr>
          <p:cNvPr id="12" name="文本框 11">
            <a:extLst>
              <a:ext uri="{FF2B5EF4-FFF2-40B4-BE49-F238E27FC236}">
                <a16:creationId xmlns:a16="http://schemas.microsoft.com/office/drawing/2014/main" id="{2E68E486-770F-12C3-DCAB-906A3F19AE26}"/>
              </a:ext>
            </a:extLst>
          </p:cNvPr>
          <p:cNvSpPr txBox="1"/>
          <p:nvPr/>
        </p:nvSpPr>
        <p:spPr>
          <a:xfrm>
            <a:off x="6237768" y="2534009"/>
            <a:ext cx="5697279" cy="1736501"/>
          </a:xfrm>
          <a:prstGeom prst="rect">
            <a:avLst/>
          </a:prstGeom>
          <a:noFill/>
        </p:spPr>
        <p:txBody>
          <a:bodyPr wrap="square">
            <a:spAutoFit/>
          </a:bodyPr>
          <a:lstStyle/>
          <a:p>
            <a:pPr>
              <a:lnSpc>
                <a:spcPct val="120000"/>
              </a:lnSpc>
              <a:buNone/>
            </a:pP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数据元素类型定义为：</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关键字（简称键）域</a:t>
            </a:r>
          </a:p>
          <a:p>
            <a:pPr>
              <a:lnSpc>
                <a:spcPct val="120000"/>
              </a:lnSpc>
              <a:buNone/>
            </a:pP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000000"/>
                </a:solidFill>
                <a:effectLst/>
                <a:latin typeface="等线" panose="02010600030101010101" pitchFamily="2" charset="-122"/>
                <a:ea typeface="宋体" panose="02010600030101010101" pitchFamily="2" charset="-122"/>
                <a:cs typeface="Courier New" panose="02070309020205020404" pitchFamily="49" charset="0"/>
              </a:rPr>
              <a:t>…</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其他域</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如</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值域：</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ValueType</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value; </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nSpc>
                <a:spcPct val="120000"/>
              </a:lnSpc>
              <a:buNone/>
            </a:pP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SElemType</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元素类型</a:t>
            </a:r>
            <a:r>
              <a:rPr lang="zh-CN" altLang="en-US"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，可沿用</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ElemType</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325B0EA8-969B-938B-9162-ED3D085C472E}"/>
              </a:ext>
            </a:extLst>
          </p:cNvPr>
          <p:cNvSpPr txBox="1"/>
          <p:nvPr/>
        </p:nvSpPr>
        <p:spPr>
          <a:xfrm>
            <a:off x="6220822" y="4431909"/>
            <a:ext cx="5731169" cy="2072875"/>
          </a:xfrm>
          <a:prstGeom prst="rect">
            <a:avLst/>
          </a:prstGeom>
          <a:noFill/>
        </p:spPr>
        <p:txBody>
          <a:bodyPr wrap="square">
            <a:spAutoFit/>
          </a:bodyPr>
          <a:lstStyle/>
          <a:p>
            <a:pPr algn="just">
              <a:lnSpc>
                <a:spcPct val="120000"/>
              </a:lnSpc>
              <a:buNone/>
            </a:pP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结构型元素之间的比较实际上是关键字的比较。需要为其定义专门的比较函数。例如</a:t>
            </a:r>
            <a:r>
              <a:rPr lang="en-US" altLang="zh-CN"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SElemType</a:t>
            </a: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类型元素的“小于”比较函数，可如下定义（假设</a:t>
            </a:r>
            <a:r>
              <a:rPr lang="en-US" altLang="zh-CN"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KeyType</a:t>
            </a: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是可直接比较的类型），其余比较函数就不一一列举了。</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LT(</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SElemType</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SElemType</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b) </a:t>
            </a:r>
          </a:p>
          <a:p>
            <a:pPr>
              <a:lnSpc>
                <a:spcPct val="120000"/>
              </a:lnSpc>
              <a:buNone/>
            </a:pP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a.key</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&lt; </a:t>
            </a:r>
            <a:r>
              <a:rPr lang="en-US" altLang="zh-CN"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b.key</a:t>
            </a:r>
            <a:r>
              <a:rPr lang="en-US" altLang="zh-CN"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6918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1000"/>
                                        <p:tgtEl>
                                          <p:spTgt spid="8">
                                            <p:txEl>
                                              <p:pRg st="1" end="1"/>
                                            </p:txEl>
                                          </p:spTgt>
                                        </p:tgtEl>
                                      </p:cBhvr>
                                    </p:animEffect>
                                    <p:anim calcmode="lin" valueType="num">
                                      <p:cBhvr>
                                        <p:cTn id="2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uiExpand="1" build="p"/>
      <p:bldP spid="10" grpId="0"/>
      <p:bldP spid="12"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4BB1755-E932-7F43-6C3B-4AC26B74908B}"/>
              </a:ext>
            </a:extLst>
          </p:cNvPr>
          <p:cNvSpPr>
            <a:spLocks noGrp="1"/>
          </p:cNvSpPr>
          <p:nvPr>
            <p:ph type="sldNum" sz="quarter" idx="12"/>
          </p:nvPr>
        </p:nvSpPr>
        <p:spPr/>
        <p:txBody>
          <a:bodyPr/>
          <a:lstStyle/>
          <a:p>
            <a:fld id="{D7C0FE0B-717B-41AE-9FA2-CA4BF851D1C3}" type="slidenum">
              <a:rPr lang="zh-CN" altLang="en-US" smtClean="0"/>
              <a:t>3</a:t>
            </a:fld>
            <a:endParaRPr lang="zh-CN" altLang="en-US"/>
          </a:p>
        </p:txBody>
      </p:sp>
      <p:sp>
        <p:nvSpPr>
          <p:cNvPr id="4" name="文本框 3">
            <a:extLst>
              <a:ext uri="{FF2B5EF4-FFF2-40B4-BE49-F238E27FC236}">
                <a16:creationId xmlns:a16="http://schemas.microsoft.com/office/drawing/2014/main" id="{B11E5A45-AC2D-688E-5BCF-C97B08154FF0}"/>
              </a:ext>
            </a:extLst>
          </p:cNvPr>
          <p:cNvSpPr txBox="1"/>
          <p:nvPr/>
        </p:nvSpPr>
        <p:spPr>
          <a:xfrm>
            <a:off x="1165594" y="291408"/>
            <a:ext cx="2821615" cy="461665"/>
          </a:xfrm>
          <a:prstGeom prst="rect">
            <a:avLst/>
          </a:prstGeom>
          <a:noFill/>
        </p:spPr>
        <p:txBody>
          <a:bodyPr wrap="square">
            <a:spAutoFit/>
          </a:bodyPr>
          <a:lstStyle/>
          <a:p>
            <a:pPr algn="ctr">
              <a:buNone/>
            </a:pPr>
            <a:r>
              <a:rPr lang="en-US" altLang="zh-CN" sz="2400" b="1" kern="100" dirty="0">
                <a:solidFill>
                  <a:srgbClr val="3B11EF"/>
                </a:solidFill>
                <a:effectLst>
                  <a:outerShdw blurRad="38100" dist="38100" dir="2700000" algn="tl">
                    <a:srgbClr val="000000">
                      <a:alpha val="43137"/>
                    </a:srgbClr>
                  </a:outerShdw>
                </a:effectLst>
                <a:latin typeface="宋体" panose="02010600030101010101" pitchFamily="2" charset="-122"/>
                <a:ea typeface="微软雅黑" panose="020B0503020204020204" pitchFamily="34" charset="-122"/>
                <a:cs typeface="Times New Roman" panose="02020603050405020304" pitchFamily="18" charset="0"/>
              </a:rPr>
              <a:t>9.1  </a:t>
            </a:r>
            <a:r>
              <a:rPr lang="zh-CN" altLang="zh-CN" sz="2400" b="1" kern="100" dirty="0">
                <a:solidFill>
                  <a:srgbClr val="3B11EF"/>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cs typeface="Times New Roman" panose="02020603050405020304" pitchFamily="18" charset="0"/>
              </a:rPr>
              <a:t>静态查找表</a:t>
            </a:r>
            <a:endParaRPr lang="zh-CN" altLang="zh-CN" sz="2400" b="1" kern="100" dirty="0">
              <a:solidFill>
                <a:srgbClr val="3B11E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1384FE32-8608-39E6-F2C8-2E16C25314B7}"/>
              </a:ext>
            </a:extLst>
          </p:cNvPr>
          <p:cNvSpPr txBox="1"/>
          <p:nvPr/>
        </p:nvSpPr>
        <p:spPr>
          <a:xfrm>
            <a:off x="186071" y="881338"/>
            <a:ext cx="12192000" cy="5509200"/>
          </a:xfrm>
          <a:prstGeom prst="rect">
            <a:avLst/>
          </a:prstGeom>
          <a:noFill/>
        </p:spPr>
        <p:txBody>
          <a:bodyPr wrap="square">
            <a:spAutoFit/>
          </a:bodyPr>
          <a:lstStyle/>
          <a:p>
            <a:pPr marL="36000">
              <a:spcAft>
                <a:spcPts val="600"/>
              </a:spcAft>
              <a:buNone/>
            </a:pP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抽象数据类型静态查找表的定义为：</a:t>
            </a:r>
            <a:endParaRPr lang="en-US" altLang="zh-CN"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b="1" kern="100" spc="-45" dirty="0">
                <a:effectLst/>
                <a:latin typeface="Courier New" panose="02070309020205020404" pitchFamily="49" charset="0"/>
                <a:ea typeface="Courier New" panose="02070309020205020404" pitchFamily="49" charset="0"/>
                <a:cs typeface="Times New Roman" panose="02020603050405020304" pitchFamily="18" charset="0"/>
              </a:rPr>
              <a:t>ADT </a:t>
            </a:r>
            <a:r>
              <a:rPr lang="en-US" altLang="zh-CN" b="1" kern="100" spc="-340" dirty="0">
                <a:effectLst/>
                <a:latin typeface="Courier New" panose="02070309020205020404" pitchFamily="49" charset="0"/>
                <a:ea typeface="Courier New" panose="02070309020205020404" pitchFamily="49" charset="0"/>
                <a:cs typeface="Times New Roman" panose="02020603050405020304" pitchFamily="18" charset="0"/>
              </a:rPr>
              <a:t> </a:t>
            </a:r>
            <a:r>
              <a:rPr lang="en-US" altLang="zh-CN" b="1" kern="100" spc="-45" dirty="0" err="1">
                <a:effectLst/>
                <a:latin typeface="Courier New" panose="02070309020205020404" pitchFamily="49" charset="0"/>
                <a:ea typeface="Courier New" panose="02070309020205020404" pitchFamily="49" charset="0"/>
                <a:cs typeface="Times New Roman" panose="02020603050405020304" pitchFamily="18" charset="0"/>
              </a:rPr>
              <a:t>StaticSearchTab1e</a:t>
            </a:r>
            <a:r>
              <a:rPr lang="en-US" altLang="zh-CN" b="1" kern="100" spc="-45" dirty="0">
                <a:effectLst/>
                <a:latin typeface="Courier New" panose="02070309020205020404" pitchFamily="49" charset="0"/>
                <a:ea typeface="Courier New" panose="02070309020205020404" pitchFamily="49" charset="0"/>
                <a:cs typeface="Times New Roman" panose="02020603050405020304" pitchFamily="18" charset="0"/>
              </a:rPr>
              <a:t> {</a:t>
            </a:r>
            <a:endParaRPr lang="en-US" altLang="zh-CN" b="1" kern="100" dirty="0">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b="1" kern="100" spc="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zh-CN" spc="100" dirty="0">
                <a:solidFill>
                  <a:srgbClr val="000000"/>
                </a:solidFill>
                <a:effectLst/>
                <a:latin typeface="宋体" panose="02010600030101010101" pitchFamily="2" charset="-122"/>
                <a:ea typeface="黑体" panose="02010609060101010101" pitchFamily="49" charset="-122"/>
                <a:cs typeface="Courier New" panose="02070309020205020404" pitchFamily="49" charset="0"/>
              </a:rPr>
              <a:t>数据对象</a:t>
            </a:r>
            <a:r>
              <a:rPr lang="en-US" altLang="zh-CN" b="1" spc="1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D</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a:t>
            </a:r>
            <a:r>
              <a:rPr lang="en-US" altLang="zh-CN" spc="1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D</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是具有相同特性的数据元素集合。各数据元素均含有类型相同</a:t>
            </a:r>
            <a:r>
              <a:rPr lang="zh-CN" altLang="zh-CN" spc="-185"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且</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可唯一标识</a:t>
            </a:r>
            <a:r>
              <a:rPr lang="zh-CN" altLang="zh-CN" spc="8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数据元素的关键字。</a:t>
            </a:r>
            <a:endParaRPr lang="en-US" altLang="zh-CN" dirty="0">
              <a:solidFill>
                <a:srgbClr val="000000"/>
              </a:solidFill>
              <a:latin typeface="宋体" panose="02010600030101010101" pitchFamily="2" charset="-122"/>
              <a:ea typeface="宋体" panose="02010600030101010101" pitchFamily="2" charset="-122"/>
              <a:cs typeface="Courier New" panose="02070309020205020404" pitchFamily="49" charset="0"/>
            </a:endParaRPr>
          </a:p>
          <a:p>
            <a:pPr marL="36000">
              <a:buNone/>
            </a:pPr>
            <a:r>
              <a:rPr lang="en-US" altLang="zh-CN" spc="100" dirty="0">
                <a:solidFill>
                  <a:srgbClr val="000000"/>
                </a:solidFill>
                <a:effectLst/>
                <a:latin typeface="宋体" panose="02010600030101010101" pitchFamily="2" charset="-122"/>
                <a:ea typeface="宋体" panose="02010600030101010101" pitchFamily="2" charset="-122"/>
                <a:cs typeface="Courier New" panose="02070309020205020404" pitchFamily="49" charset="0"/>
              </a:rPr>
              <a:t> </a:t>
            </a:r>
            <a:r>
              <a:rPr lang="zh-CN" altLang="zh-CN" spc="100" dirty="0">
                <a:solidFill>
                  <a:srgbClr val="000000"/>
                </a:solidFill>
                <a:effectLst/>
                <a:latin typeface="宋体" panose="02010600030101010101" pitchFamily="2" charset="-122"/>
                <a:ea typeface="黑体" panose="02010609060101010101" pitchFamily="49" charset="-122"/>
                <a:cs typeface="Courier New" panose="02070309020205020404" pitchFamily="49" charset="0"/>
              </a:rPr>
              <a:t>数据关系</a:t>
            </a:r>
            <a:r>
              <a:rPr lang="en-US" altLang="zh-CN" b="1" spc="1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R</a:t>
            </a:r>
            <a:r>
              <a:rPr lang="zh-CN" altLang="zh-CN" spc="8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：数据元素同属一个集合。</a:t>
            </a:r>
            <a:endParaRPr lang="en-US" altLang="zh-CN" dirty="0">
              <a:solidFill>
                <a:srgbClr val="000000"/>
              </a:solidFill>
              <a:latin typeface="宋体" panose="02010600030101010101" pitchFamily="2" charset="-122"/>
              <a:ea typeface="宋体" panose="02010600030101010101" pitchFamily="2" charset="-122"/>
              <a:cs typeface="Courier New" panose="02070309020205020404" pitchFamily="49" charset="0"/>
            </a:endParaRPr>
          </a:p>
          <a:p>
            <a:pPr marL="36000">
              <a:buNone/>
            </a:pPr>
            <a:r>
              <a:rPr lang="en-US" altLang="zh-CN" spc="100" dirty="0">
                <a:solidFill>
                  <a:srgbClr val="000000"/>
                </a:solidFill>
                <a:effectLst/>
                <a:latin typeface="宋体" panose="02010600030101010101" pitchFamily="2" charset="-122"/>
                <a:ea typeface="宋体" panose="02010600030101010101" pitchFamily="2" charset="-122"/>
                <a:cs typeface="Courier New" panose="02070309020205020404" pitchFamily="49" charset="0"/>
              </a:rPr>
              <a:t> </a:t>
            </a:r>
            <a:r>
              <a:rPr lang="zh-CN" altLang="zh-CN" spc="100" dirty="0">
                <a:solidFill>
                  <a:srgbClr val="000000"/>
                </a:solidFill>
                <a:effectLst/>
                <a:latin typeface="宋体" panose="02010600030101010101" pitchFamily="2" charset="-122"/>
                <a:ea typeface="黑体" panose="02010609060101010101" pitchFamily="49" charset="-122"/>
                <a:cs typeface="Courier New" panose="02070309020205020404" pitchFamily="49" charset="0"/>
              </a:rPr>
              <a:t>基本操作</a:t>
            </a:r>
            <a:r>
              <a:rPr lang="en-US" altLang="zh-CN" b="1" spc="1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P</a:t>
            </a:r>
            <a:r>
              <a:rPr lang="en-US" altLang="zh-CN" spc="7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pc="70" dirty="0">
              <a:solidFill>
                <a:srgbClr val="000000"/>
              </a:solidFill>
              <a:latin typeface="宋体" panose="02010600030101010101" pitchFamily="2" charset="-122"/>
              <a:ea typeface="宋体" panose="02010600030101010101" pitchFamily="2" charset="-122"/>
              <a:cs typeface="Courier New" panose="02070309020205020404" pitchFamily="49" charset="0"/>
            </a:endParaRPr>
          </a:p>
          <a:p>
            <a:pPr marL="36000">
              <a:buNone/>
            </a:pPr>
            <a:r>
              <a:rPr lang="en-US" altLang="zh-CN" kern="100" spc="70" dirty="0">
                <a:solidFill>
                  <a:srgbClr val="000000"/>
                </a:solidFill>
                <a:latin typeface="宋体" panose="02010600030101010101" pitchFamily="2" charset="-122"/>
                <a:ea typeface="宋体" panose="02010600030101010101" pitchFamily="2" charset="-122"/>
                <a:cs typeface="Courier New" panose="02070309020205020404" pitchFamily="49"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MakeST</a:t>
            </a:r>
            <a:r>
              <a:rPr lang="en-US" altLang="zh-CN" kern="100" spc="20" dirty="0">
                <a:effectLst/>
                <a:latin typeface="Courier New" panose="02070309020205020404" pitchFamily="49" charset="0"/>
                <a:ea typeface="宋体" panose="02010600030101010101" pitchFamily="2" charset="-122"/>
                <a:cs typeface="Times New Roman" panose="02020603050405020304" pitchFamily="18" charset="0"/>
              </a:rPr>
              <a:t>(es, n);</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marR="1043305" eaLnBrk="1">
              <a:buNone/>
            </a:pPr>
            <a:r>
              <a:rPr lang="en-US"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   </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初始条件：</a:t>
            </a:r>
            <a:r>
              <a:rPr lang="en-US" altLang="zh-CN" spc="1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n&gt;0</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a:t>
            </a:r>
            <a:r>
              <a:rPr lang="en-US" altLang="zh-CN" spc="1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es</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含有</a:t>
            </a:r>
            <a:r>
              <a:rPr lang="en-US" altLang="zh-CN" spc="1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n</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个数据元素。</a:t>
            </a:r>
            <a:endPar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36000" marR="1043940" eaLnBrk="1">
              <a:buNone/>
            </a:pPr>
            <a:r>
              <a:rPr lang="en-US" altLang="zh-CN" spc="9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   </a:t>
            </a:r>
            <a:r>
              <a:rPr lang="zh-CN" altLang="zh-CN" spc="9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操作结果：由</a:t>
            </a:r>
            <a:r>
              <a:rPr lang="en-US" altLang="zh-CN" spc="9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es</a:t>
            </a:r>
            <a:r>
              <a:rPr lang="zh-CN" altLang="zh-CN" spc="9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前</a:t>
            </a:r>
            <a:r>
              <a:rPr lang="zh-CN" altLang="zh-CN" spc="-95" dirty="0">
                <a:solidFill>
                  <a:srgbClr val="000000"/>
                </a:solidFill>
                <a:effectLst/>
                <a:latin typeface="宋体" panose="02010600030101010101" pitchFamily="2" charset="-122"/>
                <a:ea typeface="Courier New" panose="02070309020205020404" pitchFamily="49" charset="0"/>
                <a:cs typeface="宋体" panose="02010600030101010101" pitchFamily="2" charset="-122"/>
              </a:rPr>
              <a:t> </a:t>
            </a:r>
            <a:r>
              <a:rPr lang="en-US" altLang="zh-CN" spc="9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n</a:t>
            </a:r>
            <a:r>
              <a:rPr lang="zh-CN" altLang="zh-CN" spc="9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个数据元素构造并返回一个静态</a:t>
            </a:r>
            <a:r>
              <a:rPr lang="zh-CN" altLang="zh-CN" spc="85"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查找表。</a:t>
            </a:r>
            <a:endPar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36000" marR="1043305" eaLnBrk="1">
              <a:buNone/>
            </a:pP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FreeST</a:t>
            </a:r>
            <a:r>
              <a:rPr lang="en-US" altLang="zh-CN" spc="15"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a:t>
            </a:r>
            <a:r>
              <a:rPr lang="en-US" altLang="zh-CN" spc="15"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en-US" altLang="zh-CN"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36000" marR="1043305" eaLnBrk="1">
              <a:buNone/>
            </a:pPr>
            <a:r>
              <a:rPr lang="en-US" altLang="zh-CN" spc="100" dirty="0">
                <a:solidFill>
                  <a:srgbClr val="000000"/>
                </a:solidFill>
                <a:effectLst/>
                <a:latin typeface="宋体" panose="02010600030101010101" pitchFamily="2" charset="-122"/>
                <a:ea typeface="宋体" panose="02010600030101010101" pitchFamily="2" charset="-122"/>
                <a:cs typeface="Courier New" panose="02070309020205020404" pitchFamily="49" charset="0"/>
              </a:rPr>
              <a:t>    </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初始条件：静态查找表</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a:t>
            </a:r>
            <a:r>
              <a:rPr lang="zh-CN" altLang="zh-CN" spc="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存在。</a:t>
            </a:r>
            <a:endParaRPr lang="en-US" altLang="zh-CN" dirty="0">
              <a:solidFill>
                <a:srgbClr val="000000"/>
              </a:solidFill>
              <a:latin typeface="宋体" panose="02010600030101010101" pitchFamily="2" charset="-122"/>
              <a:ea typeface="宋体" panose="02010600030101010101" pitchFamily="2" charset="-122"/>
              <a:cs typeface="Courier New" panose="02070309020205020404" pitchFamily="49" charset="0"/>
            </a:endParaRPr>
          </a:p>
          <a:p>
            <a:pPr marL="36000" marR="1043305" eaLnBrk="1">
              <a:buNone/>
            </a:pPr>
            <a:r>
              <a:rPr lang="en-US" altLang="zh-CN" spc="70" dirty="0">
                <a:solidFill>
                  <a:srgbClr val="000000"/>
                </a:solidFill>
                <a:effectLst/>
                <a:latin typeface="宋体" panose="02010600030101010101" pitchFamily="2" charset="-122"/>
                <a:ea typeface="宋体" panose="02010600030101010101" pitchFamily="2" charset="-122"/>
                <a:cs typeface="Courier New" panose="02070309020205020404" pitchFamily="49" charset="0"/>
              </a:rPr>
              <a:t>    </a:t>
            </a:r>
            <a:r>
              <a:rPr lang="zh-CN" altLang="zh-CN" spc="7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操作结果：回收表</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a:t>
            </a:r>
            <a:r>
              <a:rPr lang="zh-CN" altLang="zh-CN"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，返回</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NULL</a:t>
            </a:r>
            <a:r>
              <a:rPr lang="zh-CN" altLang="zh-CN"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a:t>
            </a:r>
            <a:endPar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36000" marR="1043305" eaLnBrk="1">
              <a:buNone/>
            </a:pP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Search</a:t>
            </a:r>
            <a:r>
              <a:rPr lang="en-US" altLang="zh-CN" spc="-2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 key);</a:t>
            </a:r>
            <a:endParaRPr lang="en-US" altLang="zh-CN"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R="1043305"/>
            <a:r>
              <a:rPr lang="en-US" altLang="zh-CN" b="1" kern="100" spc="100" dirty="0">
                <a:solidFill>
                  <a:srgbClr val="000000"/>
                </a:solidFill>
                <a:latin typeface="+mn-ea"/>
                <a:cs typeface="Times New Roman" panose="02020603050405020304" pitchFamily="18" charset="0"/>
              </a:rPr>
              <a:t>    </a:t>
            </a:r>
            <a:r>
              <a:rPr lang="zh-CN" altLang="zh-CN" kern="100" spc="100" dirty="0">
                <a:solidFill>
                  <a:srgbClr val="000000"/>
                </a:solidFill>
                <a:latin typeface="+mn-ea"/>
                <a:cs typeface="Times New Roman" panose="02020603050405020304" pitchFamily="18" charset="0"/>
              </a:rPr>
              <a:t>初始条件：静态查找表</a:t>
            </a:r>
            <a:r>
              <a:rPr lang="en-US" altLang="zh-CN" kern="100" spc="100" dirty="0">
                <a:solidFill>
                  <a:srgbClr val="000000"/>
                </a:solidFill>
                <a:latin typeface="+mn-ea"/>
                <a:cs typeface="Times New Roman" panose="02020603050405020304" pitchFamily="18" charset="0"/>
              </a:rPr>
              <a:t>ST</a:t>
            </a:r>
            <a:r>
              <a:rPr lang="zh-CN" altLang="zh-CN" kern="100" spc="100" dirty="0">
                <a:solidFill>
                  <a:srgbClr val="000000"/>
                </a:solidFill>
                <a:latin typeface="+mn-ea"/>
                <a:cs typeface="Times New Roman" panose="02020603050405020304" pitchFamily="18" charset="0"/>
              </a:rPr>
              <a:t>存在，</a:t>
            </a:r>
            <a:r>
              <a:rPr lang="en-US" altLang="zh-CN" kern="100" spc="100" dirty="0">
                <a:solidFill>
                  <a:srgbClr val="000000"/>
                </a:solidFill>
                <a:latin typeface="+mn-ea"/>
                <a:cs typeface="Times New Roman" panose="02020603050405020304" pitchFamily="18" charset="0"/>
              </a:rPr>
              <a:t>key</a:t>
            </a:r>
            <a:r>
              <a:rPr lang="zh-CN" altLang="zh-CN" kern="100" spc="100" dirty="0">
                <a:solidFill>
                  <a:srgbClr val="000000"/>
                </a:solidFill>
                <a:latin typeface="+mn-ea"/>
                <a:cs typeface="Times New Roman" panose="02020603050405020304" pitchFamily="18" charset="0"/>
              </a:rPr>
              <a:t>为和关键字类型相同的给定值。</a:t>
            </a:r>
            <a:endParaRPr lang="en-US" altLang="zh-CN" kern="100" spc="100" dirty="0">
              <a:solidFill>
                <a:srgbClr val="000000"/>
              </a:solidFill>
              <a:latin typeface="+mn-ea"/>
              <a:cs typeface="Times New Roman" panose="02020603050405020304" pitchFamily="18" charset="0"/>
            </a:endParaRPr>
          </a:p>
          <a:p>
            <a:pPr marR="1043305"/>
            <a:r>
              <a:rPr lang="en-US" altLang="zh-CN" kern="100" spc="100" dirty="0">
                <a:solidFill>
                  <a:srgbClr val="000000"/>
                </a:solidFill>
                <a:latin typeface="+mn-ea"/>
                <a:cs typeface="Times New Roman" panose="02020603050405020304" pitchFamily="18" charset="0"/>
              </a:rPr>
              <a:t>    </a:t>
            </a:r>
            <a:r>
              <a:rPr lang="zh-CN" altLang="zh-CN" kern="100" spc="100" dirty="0">
                <a:solidFill>
                  <a:srgbClr val="000000"/>
                </a:solidFill>
                <a:latin typeface="+mn-ea"/>
                <a:cs typeface="Times New Roman" panose="02020603050405020304" pitchFamily="18" charset="0"/>
              </a:rPr>
              <a:t>操作结果：若</a:t>
            </a:r>
            <a:r>
              <a:rPr lang="en-US" altLang="zh-CN" kern="100" spc="100" dirty="0">
                <a:solidFill>
                  <a:srgbClr val="000000"/>
                </a:solidFill>
                <a:latin typeface="+mn-ea"/>
                <a:cs typeface="Times New Roman" panose="02020603050405020304" pitchFamily="18" charset="0"/>
              </a:rPr>
              <a:t>ST</a:t>
            </a:r>
            <a:r>
              <a:rPr lang="zh-CN" altLang="zh-CN" kern="100" spc="100" dirty="0">
                <a:solidFill>
                  <a:srgbClr val="000000"/>
                </a:solidFill>
                <a:latin typeface="+mn-ea"/>
                <a:cs typeface="Times New Roman" panose="02020603050405020304" pitchFamily="18" charset="0"/>
              </a:rPr>
              <a:t>中存在关键字等于</a:t>
            </a:r>
            <a:r>
              <a:rPr lang="en-US" altLang="zh-CN" kern="100" spc="100" dirty="0">
                <a:solidFill>
                  <a:srgbClr val="000000"/>
                </a:solidFill>
                <a:latin typeface="+mn-ea"/>
                <a:cs typeface="Times New Roman" panose="02020603050405020304" pitchFamily="18" charset="0"/>
              </a:rPr>
              <a:t>key</a:t>
            </a:r>
            <a:r>
              <a:rPr lang="zh-CN" altLang="zh-CN" kern="100" spc="100" dirty="0">
                <a:solidFill>
                  <a:srgbClr val="000000"/>
                </a:solidFill>
                <a:latin typeface="+mn-ea"/>
                <a:cs typeface="Times New Roman" panose="02020603050405020304" pitchFamily="18" charset="0"/>
              </a:rPr>
              <a:t>的数据元素，则返回该元素值或在表中位置，否则返</a:t>
            </a:r>
            <a:r>
              <a:rPr lang="zh-CN" altLang="en-US" kern="100" spc="100" dirty="0">
                <a:solidFill>
                  <a:srgbClr val="000000"/>
                </a:solidFill>
                <a:latin typeface="+mn-ea"/>
                <a:cs typeface="Times New Roman" panose="02020603050405020304" pitchFamily="18" charset="0"/>
              </a:rPr>
              <a:t>回</a:t>
            </a:r>
            <a:r>
              <a:rPr lang="en-US" altLang="zh-CN" kern="100" spc="100" dirty="0" err="1">
                <a:solidFill>
                  <a:srgbClr val="000000"/>
                </a:solidFill>
                <a:latin typeface="+mn-ea"/>
                <a:cs typeface="Times New Roman" panose="02020603050405020304" pitchFamily="18" charset="0"/>
              </a:rPr>
              <a:t>nullE</a:t>
            </a:r>
            <a:r>
              <a:rPr lang="zh-CN" altLang="en-US" kern="100" spc="100" dirty="0">
                <a:solidFill>
                  <a:srgbClr val="000000"/>
                </a:solidFill>
                <a:latin typeface="+mn-ea"/>
                <a:cs typeface="Times New Roman" panose="02020603050405020304" pitchFamily="18" charset="0"/>
              </a:rPr>
              <a:t>。</a:t>
            </a:r>
            <a:endParaRPr lang="en-US" altLang="zh-CN" kern="100" spc="100" dirty="0">
              <a:solidFill>
                <a:srgbClr val="000000"/>
              </a:solidFill>
              <a:latin typeface="+mn-ea"/>
              <a:cs typeface="Times New Roman" panose="02020603050405020304" pitchFamily="18" charset="0"/>
            </a:endParaRPr>
          </a:p>
          <a:p>
            <a:pPr marL="36000" marR="1043305" eaLnBrk="1">
              <a:buNone/>
            </a:pPr>
            <a:r>
              <a:rPr lang="en-US" altLang="zh-CN" spc="70" dirty="0">
                <a:solidFill>
                  <a:srgbClr val="000000"/>
                </a:solidFill>
                <a:latin typeface="Courier New" panose="02070309020205020404" pitchFamily="49" charset="0"/>
                <a:ea typeface="宋体" panose="02010600030101010101" pitchFamily="2" charset="-122"/>
                <a:cs typeface="Courier New" panose="02070309020205020404" pitchFamily="49" charset="0"/>
              </a:rPr>
              <a:t>  T</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raverse(</a:t>
            </a:r>
            <a:r>
              <a:rPr lang="en-US" altLang="zh-CN" spc="-1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 Visit());</a:t>
            </a:r>
            <a:endParaRPr lang="en-US" altLang="zh-CN"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36000" eaLnBrk="1">
              <a:buNone/>
            </a:pPr>
            <a:r>
              <a:rPr lang="en-US" altLang="zh-CN" spc="90" dirty="0">
                <a:solidFill>
                  <a:srgbClr val="000000"/>
                </a:solidFill>
                <a:effectLst/>
                <a:latin typeface="宋体" panose="02010600030101010101" pitchFamily="2" charset="-122"/>
                <a:ea typeface="宋体" panose="02010600030101010101" pitchFamily="2" charset="-122"/>
                <a:cs typeface="Courier New" panose="02070309020205020404" pitchFamily="49" charset="0"/>
              </a:rPr>
              <a:t>    </a:t>
            </a:r>
            <a:r>
              <a:rPr lang="zh-CN" altLang="zh-CN" spc="9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初始条件：静态查找表</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a:t>
            </a:r>
            <a:r>
              <a:rPr lang="zh-CN" altLang="zh-CN" spc="9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存在，</a:t>
            </a:r>
            <a:r>
              <a:rPr lang="en-US" altLang="zh-CN" spc="-1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Visit</a:t>
            </a:r>
            <a:r>
              <a:rPr lang="zh-CN" altLang="zh-CN" spc="9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是对元素操作的应用函</a:t>
            </a:r>
            <a:r>
              <a:rPr lang="zh-CN" altLang="zh-CN" spc="85"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数。</a:t>
            </a:r>
            <a:endParaRPr lang="en-US" altLang="zh-CN" dirty="0">
              <a:solidFill>
                <a:srgbClr val="000000"/>
              </a:solidFill>
              <a:latin typeface="宋体" panose="02010600030101010101" pitchFamily="2" charset="-122"/>
              <a:ea typeface="宋体" panose="02010600030101010101" pitchFamily="2" charset="-122"/>
              <a:cs typeface="Courier New" panose="02070309020205020404" pitchFamily="49" charset="0"/>
            </a:endParaRPr>
          </a:p>
          <a:p>
            <a:pPr marL="36000" eaLnBrk="1">
              <a:buNone/>
            </a:pPr>
            <a:r>
              <a:rPr lang="en-US" altLang="zh-CN" spc="110" dirty="0">
                <a:solidFill>
                  <a:srgbClr val="000000"/>
                </a:solidFill>
                <a:effectLst/>
                <a:latin typeface="宋体" panose="02010600030101010101" pitchFamily="2" charset="-122"/>
                <a:ea typeface="宋体" panose="02010600030101010101" pitchFamily="2" charset="-122"/>
                <a:cs typeface="Courier New" panose="02070309020205020404" pitchFamily="49" charset="0"/>
              </a:rPr>
              <a:t>    </a:t>
            </a:r>
            <a:r>
              <a:rPr lang="zh-CN" altLang="zh-CN" spc="11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操作结果：按某种次序对</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a:t>
            </a:r>
            <a:r>
              <a:rPr lang="zh-CN" altLang="zh-CN" spc="11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每个元素调用函数</a:t>
            </a:r>
            <a:r>
              <a:rPr lang="en-US" altLang="zh-CN" spc="-1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Visit</a:t>
            </a:r>
            <a:r>
              <a:rPr lang="en-US" altLang="zh-CN" spc="11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zh-CN" altLang="zh-CN" spc="11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一次且仅一次。</a:t>
            </a:r>
            <a:r>
              <a:rPr lang="zh-CN" altLang="en-US" spc="11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若</a:t>
            </a:r>
            <a:r>
              <a:rPr lang="en-US" altLang="zh-CN" spc="11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V</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isit</a:t>
            </a:r>
            <a:r>
              <a:rPr lang="en-US" altLang="zh-CN" spc="11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zh-CN" altLang="zh-CN" spc="11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失</a:t>
            </a:r>
            <a:r>
              <a:rPr lang="zh-CN" altLang="zh-CN" spc="4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败，则操作失败。</a:t>
            </a:r>
            <a:endPar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36000" eaLnBrk="1">
              <a:buNone/>
            </a:pPr>
            <a:r>
              <a:rPr lang="en-US" altLang="zh-CN" b="1" spc="-5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ADT</a:t>
            </a:r>
            <a:r>
              <a:rPr lang="en-US" altLang="zh-CN" spc="-5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pc="-345"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pc="-5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StaticSearchTable</a:t>
            </a:r>
            <a:endPar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36000">
              <a:spcBef>
                <a:spcPts val="600"/>
              </a:spcBef>
              <a:buNone/>
            </a:pP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静态查找表可以有不同的表示方法</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在不同的表示方法中</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实现查找操作的方法也</a:t>
            </a:r>
            <a:r>
              <a:rPr lang="zh-CN" altLang="zh-CN" kern="100" dirty="0">
                <a:solidFill>
                  <a:srgbClr val="000000"/>
                </a:solidFill>
                <a:effectLst/>
                <a:latin typeface="等线" panose="02010600030101010101" pitchFamily="2" charset="-122"/>
                <a:ea typeface="Times New Roman" panose="02020603050405020304" pitchFamily="18" charset="0"/>
                <a:cs typeface="Times New Roman" panose="02020603050405020304" pitchFamily="18" charset="0"/>
              </a:rPr>
              <a:t> </a:t>
            </a: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不同。</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17200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63B912-1240-07FA-B3B1-7A26D413CDB3}"/>
              </a:ext>
            </a:extLst>
          </p:cNvPr>
          <p:cNvSpPr>
            <a:spLocks noGrp="1"/>
          </p:cNvSpPr>
          <p:nvPr>
            <p:ph type="sldNum" sz="quarter" idx="12"/>
          </p:nvPr>
        </p:nvSpPr>
        <p:spPr/>
        <p:txBody>
          <a:bodyPr/>
          <a:lstStyle/>
          <a:p>
            <a:fld id="{D7C0FE0B-717B-41AE-9FA2-CA4BF851D1C3}" type="slidenum">
              <a:rPr lang="zh-CN" altLang="en-US" smtClean="0"/>
              <a:t>4</a:t>
            </a:fld>
            <a:endParaRPr lang="zh-CN" altLang="en-US"/>
          </a:p>
        </p:txBody>
      </p:sp>
      <p:sp>
        <p:nvSpPr>
          <p:cNvPr id="4" name="文本框 3">
            <a:extLst>
              <a:ext uri="{FF2B5EF4-FFF2-40B4-BE49-F238E27FC236}">
                <a16:creationId xmlns:a16="http://schemas.microsoft.com/office/drawing/2014/main" id="{01A03471-A550-8B3F-BC43-D71714B5F7F1}"/>
              </a:ext>
            </a:extLst>
          </p:cNvPr>
          <p:cNvSpPr txBox="1"/>
          <p:nvPr/>
        </p:nvSpPr>
        <p:spPr>
          <a:xfrm>
            <a:off x="1080533" y="254527"/>
            <a:ext cx="3273499" cy="461665"/>
          </a:xfrm>
          <a:prstGeom prst="rect">
            <a:avLst/>
          </a:prstGeom>
          <a:noFill/>
        </p:spPr>
        <p:txBody>
          <a:bodyPr wrap="square">
            <a:spAutoFit/>
          </a:bodyPr>
          <a:lstStyle/>
          <a:p>
            <a:pPr indent="270510">
              <a:spcBef>
                <a:spcPts val="1300"/>
              </a:spcBef>
              <a:spcAft>
                <a:spcPts val="1300"/>
              </a:spcAft>
              <a:buNone/>
            </a:pPr>
            <a:r>
              <a:rPr lang="zh-CN" altLang="en-US" sz="2400"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顺序表类型和构造</a:t>
            </a:r>
            <a:endParaRPr lang="zh-CN" altLang="zh-CN" sz="2400"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DEDC8A31-D66E-240F-FDED-043DF7E6B1C1}"/>
              </a:ext>
            </a:extLst>
          </p:cNvPr>
          <p:cNvSpPr txBox="1"/>
          <p:nvPr/>
        </p:nvSpPr>
        <p:spPr>
          <a:xfrm>
            <a:off x="483781" y="939191"/>
            <a:ext cx="11095075" cy="3770263"/>
          </a:xfrm>
          <a:prstGeom prst="rect">
            <a:avLst/>
          </a:prstGeom>
          <a:noFill/>
        </p:spPr>
        <p:txBody>
          <a:bodyPr wrap="square">
            <a:spAutoFit/>
          </a:bodyPr>
          <a:lstStyle/>
          <a:p>
            <a:pPr>
              <a:buNone/>
            </a:pPr>
            <a:r>
              <a:rPr lang="en-US" altLang="zh-CN" b="1" dirty="0">
                <a:solidFill>
                  <a:schemeClr val="accent6">
                    <a:lumMod val="75000"/>
                  </a:schemeClr>
                </a:solidFill>
                <a:latin typeface="Courier New" panose="02070309020205020404" pitchFamily="49" charset="0"/>
                <a:ea typeface="宋体" panose="02010600030101010101" pitchFamily="2" charset="-122"/>
              </a:rPr>
              <a:t>//----- </a:t>
            </a:r>
            <a:r>
              <a:rPr lang="zh-CN" altLang="zh-CN" b="1" dirty="0">
                <a:solidFill>
                  <a:schemeClr val="accent6">
                    <a:lumMod val="75000"/>
                  </a:schemeClr>
                </a:solidFill>
                <a:latin typeface="Courier New" panose="02070309020205020404" pitchFamily="49" charset="0"/>
                <a:ea typeface="宋体" panose="02010600030101010101" pitchFamily="2" charset="-122"/>
              </a:rPr>
              <a:t>静态查找表的顺序存储结构及构造函数</a:t>
            </a:r>
            <a:r>
              <a:rPr lang="en-US" altLang="zh-CN" b="1" dirty="0">
                <a:solidFill>
                  <a:schemeClr val="accent6">
                    <a:lumMod val="75000"/>
                  </a:schemeClr>
                </a:solidFill>
                <a:latin typeface="Courier New" panose="02070309020205020404" pitchFamily="49" charset="0"/>
                <a:ea typeface="宋体" panose="02010600030101010101" pitchFamily="2" charset="-122"/>
              </a:rPr>
              <a:t> -----</a:t>
            </a:r>
            <a:endParaRPr lang="zh-CN" altLang="zh-CN" b="1" dirty="0">
              <a:solidFill>
                <a:schemeClr val="accent6">
                  <a:lumMod val="75000"/>
                </a:schemeClr>
              </a:solidFill>
              <a:latin typeface="Courier New" panose="02070309020205020404" pitchFamily="49" charset="0"/>
              <a:ea typeface="宋体" panose="02010600030101010101" pitchFamily="2" charset="-122"/>
            </a:endParaRPr>
          </a:p>
          <a:p>
            <a:pPr>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typedef struct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ElemType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数据元素存储空间基址，建表时按实际长度分配，</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0</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号单元留空</a:t>
            </a:r>
            <a:endParaRPr lang="zh-CN" altLang="zh-CN" sz="1800" dirty="0">
              <a:solidFill>
                <a:schemeClr val="accent6">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len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表长度</a:t>
            </a:r>
          </a:p>
          <a:p>
            <a:pPr marR="57785" eaLnBrk="1">
              <a:buNone/>
            </a:pP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SSTable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静态查找表指针类型</a:t>
            </a:r>
          </a:p>
          <a:p>
            <a:pPr marR="57785" eaLnBrk="1">
              <a:spcBef>
                <a:spcPts val="600"/>
              </a:spcBef>
              <a:buNone/>
            </a:pP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SSTable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MakeST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ElemType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*es,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n)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由</a:t>
            </a:r>
            <a:r>
              <a:rPr lang="en-US" altLang="zh-CN" dirty="0">
                <a:solidFill>
                  <a:schemeClr val="accent6">
                    <a:lumMod val="75000"/>
                  </a:schemeClr>
                </a:solidFill>
                <a:latin typeface="Courier New" panose="02070309020205020404" pitchFamily="49" charset="0"/>
                <a:ea typeface="宋体" panose="02010600030101010101" pitchFamily="2" charset="-122"/>
              </a:rPr>
              <a:t>es</a:t>
            </a:r>
            <a:r>
              <a:rPr lang="zh-CN" altLang="zh-CN" dirty="0">
                <a:solidFill>
                  <a:schemeClr val="accent6">
                    <a:lumMod val="75000"/>
                  </a:schemeClr>
                </a:solidFill>
                <a:latin typeface="Courier New" panose="02070309020205020404" pitchFamily="49" charset="0"/>
                <a:ea typeface="宋体" panose="02010600030101010101" pitchFamily="2" charset="-122"/>
              </a:rPr>
              <a:t>前</a:t>
            </a:r>
            <a:r>
              <a:rPr lang="en-US" altLang="zh-CN" dirty="0">
                <a:solidFill>
                  <a:schemeClr val="accent6">
                    <a:lumMod val="75000"/>
                  </a:schemeClr>
                </a:solidFill>
                <a:latin typeface="Courier New" panose="02070309020205020404" pitchFamily="49" charset="0"/>
                <a:ea typeface="宋体" panose="02010600030101010101" pitchFamily="2" charset="-122"/>
              </a:rPr>
              <a:t> n</a:t>
            </a:r>
            <a:r>
              <a:rPr lang="zh-CN" altLang="zh-CN" dirty="0">
                <a:solidFill>
                  <a:schemeClr val="accent6">
                    <a:lumMod val="75000"/>
                  </a:schemeClr>
                </a:solidFill>
                <a:latin typeface="Courier New" panose="02070309020205020404" pitchFamily="49" charset="0"/>
                <a:ea typeface="宋体" panose="02010600030101010101" pitchFamily="2" charset="-122"/>
              </a:rPr>
              <a:t>个数据元素构造并返回一个静态查找表</a:t>
            </a: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SSTable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ST;</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if</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 =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SSTable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malloc</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b="1"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sizeof</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exit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(OVERFLOW);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查找表结构记录</a:t>
            </a: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if</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ElemType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malloc</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n+2</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b="1"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sizeof</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ElemType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exit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(OVERFLOW); </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memcpy</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elem+1</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es, n*</a:t>
            </a:r>
            <a:r>
              <a:rPr lang="en-US" altLang="zh-CN" sz="1800" b="1"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sizeof</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ElemType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复制</a:t>
            </a:r>
            <a:r>
              <a:rPr lang="en-US" altLang="zh-CN" dirty="0">
                <a:solidFill>
                  <a:schemeClr val="accent6">
                    <a:lumMod val="75000"/>
                  </a:schemeClr>
                </a:solidFill>
                <a:latin typeface="Courier New" panose="02070309020205020404" pitchFamily="49" charset="0"/>
                <a:ea typeface="宋体" panose="02010600030101010101" pitchFamily="2" charset="-122"/>
              </a:rPr>
              <a:t>es</a:t>
            </a:r>
            <a:r>
              <a:rPr lang="zh-CN" altLang="zh-CN" dirty="0">
                <a:solidFill>
                  <a:schemeClr val="accent6">
                    <a:lumMod val="75000"/>
                  </a:schemeClr>
                </a:solidFill>
                <a:latin typeface="Courier New" panose="02070309020205020404" pitchFamily="49" charset="0"/>
                <a:ea typeface="宋体" panose="02010600030101010101" pitchFamily="2" charset="-122"/>
              </a:rPr>
              <a:t>前</a:t>
            </a:r>
            <a:r>
              <a:rPr lang="en-US" altLang="zh-CN" dirty="0">
                <a:solidFill>
                  <a:schemeClr val="accent6">
                    <a:lumMod val="75000"/>
                  </a:schemeClr>
                </a:solidFill>
                <a:latin typeface="Courier New" panose="02070309020205020404" pitchFamily="49" charset="0"/>
                <a:ea typeface="宋体" panose="02010600030101010101" pitchFamily="2" charset="-122"/>
              </a:rPr>
              <a:t>n</a:t>
            </a:r>
            <a:r>
              <a:rPr lang="zh-CN" altLang="zh-CN" dirty="0">
                <a:solidFill>
                  <a:schemeClr val="accent6">
                    <a:lumMod val="75000"/>
                  </a:schemeClr>
                </a:solidFill>
                <a:latin typeface="Courier New" panose="02070309020205020404" pitchFamily="49" charset="0"/>
                <a:ea typeface="宋体" panose="02010600030101010101" pitchFamily="2" charset="-122"/>
              </a:rPr>
              <a:t>个元素值到查找表的元素区</a:t>
            </a: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len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 n;</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return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ST;</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R="57785" eaLnBrk="1">
              <a:buNone/>
            </a:pP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a:extLst>
              <a:ext uri="{FF2B5EF4-FFF2-40B4-BE49-F238E27FC236}">
                <a16:creationId xmlns:a16="http://schemas.microsoft.com/office/drawing/2014/main" id="{94F49F83-4448-E30C-7375-87A0BE66FF24}"/>
              </a:ext>
            </a:extLst>
          </p:cNvPr>
          <p:cNvSpPr txBox="1"/>
          <p:nvPr/>
        </p:nvSpPr>
        <p:spPr>
          <a:xfrm>
            <a:off x="393404" y="4843130"/>
            <a:ext cx="4403927" cy="1184940"/>
          </a:xfrm>
          <a:prstGeom prst="rect">
            <a:avLst/>
          </a:prstGeom>
          <a:noFill/>
        </p:spPr>
        <p:txBody>
          <a:bodyPr wrap="square" rtlCol="0">
            <a:spAutoFit/>
          </a:bodyPr>
          <a:lstStyle/>
          <a:p>
            <a:pPr>
              <a:lnSpc>
                <a:spcPct val="120000"/>
              </a:lnSpc>
            </a:pPr>
            <a:r>
              <a:rPr lang="zh-CN" altLang="en-US" sz="2000" b="1" dirty="0">
                <a:solidFill>
                  <a:srgbClr val="C00000"/>
                </a:solidFill>
                <a:effectLst>
                  <a:outerShdw blurRad="38100" dist="38100" dir="2700000" algn="tl">
                    <a:srgbClr val="000000">
                      <a:alpha val="43137"/>
                    </a:srgbClr>
                  </a:outerShdw>
                </a:effectLst>
              </a:rPr>
              <a:t>构造过程示例（假设元素为字符类型）</a:t>
            </a:r>
            <a:endParaRPr lang="en-US" altLang="zh-CN" sz="2000" b="1" dirty="0">
              <a:solidFill>
                <a:srgbClr val="C00000"/>
              </a:solidFill>
              <a:effectLst>
                <a:outerShdw blurRad="38100" dist="38100" dir="2700000" algn="tl">
                  <a:srgbClr val="000000">
                    <a:alpha val="43137"/>
                  </a:srgbClr>
                </a:outerShdw>
              </a:effectLst>
            </a:endParaRPr>
          </a:p>
          <a:p>
            <a:pPr>
              <a:lnSpc>
                <a:spcPct val="120000"/>
              </a:lnSpc>
            </a:pPr>
            <a:r>
              <a:rPr lang="en-US" altLang="zh-CN" sz="2000" dirty="0" err="1">
                <a:latin typeface="Courier New" panose="02070309020205020404" pitchFamily="49" charset="0"/>
                <a:cs typeface="Courier New" panose="02070309020205020404" pitchFamily="49" charset="0"/>
              </a:rPr>
              <a:t>ElemType</a:t>
            </a:r>
            <a:r>
              <a:rPr lang="en-US" altLang="zh-CN" sz="2000" dirty="0">
                <a:latin typeface="Courier New" panose="02070309020205020404" pitchFamily="49" charset="0"/>
                <a:cs typeface="Courier New" panose="02070309020205020404" pitchFamily="49" charset="0"/>
              </a:rPr>
              <a:t> s = “ABCDE”;</a:t>
            </a:r>
          </a:p>
          <a:p>
            <a:pPr>
              <a:lnSpc>
                <a:spcPct val="120000"/>
              </a:lnSpc>
            </a:pPr>
            <a:r>
              <a:rPr lang="en-US" altLang="zh-CN" sz="2000" dirty="0" err="1">
                <a:latin typeface="Courier New" panose="02070309020205020404" pitchFamily="49" charset="0"/>
                <a:cs typeface="Courier New" panose="02070309020205020404" pitchFamily="49" charset="0"/>
              </a:rPr>
              <a:t>SSTable</a:t>
            </a:r>
            <a:r>
              <a:rPr lang="en-US" altLang="zh-CN" sz="2000" dirty="0">
                <a:latin typeface="Courier New" panose="02070309020205020404" pitchFamily="49" charset="0"/>
                <a:cs typeface="Courier New" panose="02070309020205020404" pitchFamily="49" charset="0"/>
              </a:rPr>
              <a:t> T = </a:t>
            </a:r>
            <a:r>
              <a:rPr lang="en-US" altLang="zh-CN" sz="2000" dirty="0" err="1">
                <a:latin typeface="Courier New" panose="02070309020205020404" pitchFamily="49" charset="0"/>
                <a:cs typeface="Courier New" panose="02070309020205020404" pitchFamily="49" charset="0"/>
              </a:rPr>
              <a:t>MakeST</a:t>
            </a:r>
            <a:r>
              <a:rPr lang="en-US" altLang="zh-CN" sz="2000" dirty="0">
                <a:latin typeface="Courier New" panose="02070309020205020404" pitchFamily="49" charset="0"/>
                <a:cs typeface="Courier New" panose="02070309020205020404" pitchFamily="49" charset="0"/>
              </a:rPr>
              <a:t>(s, 5);</a:t>
            </a:r>
            <a:endParaRPr lang="zh-CN" altLang="en-US" sz="2000" dirty="0">
              <a:latin typeface="Courier New" panose="02070309020205020404" pitchFamily="49" charset="0"/>
              <a:cs typeface="Courier New" panose="02070309020205020404" pitchFamily="49" charset="0"/>
            </a:endParaRPr>
          </a:p>
        </p:txBody>
      </p:sp>
      <p:cxnSp>
        <p:nvCxnSpPr>
          <p:cNvPr id="11" name="直接连接符 10">
            <a:extLst>
              <a:ext uri="{FF2B5EF4-FFF2-40B4-BE49-F238E27FC236}">
                <a16:creationId xmlns:a16="http://schemas.microsoft.com/office/drawing/2014/main" id="{C0B63CBC-1BFB-5E86-C8F7-97DC95D71958}"/>
              </a:ext>
            </a:extLst>
          </p:cNvPr>
          <p:cNvCxnSpPr/>
          <p:nvPr/>
        </p:nvCxnSpPr>
        <p:spPr>
          <a:xfrm>
            <a:off x="962247" y="3226981"/>
            <a:ext cx="780961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17" name="组合 16">
            <a:extLst>
              <a:ext uri="{FF2B5EF4-FFF2-40B4-BE49-F238E27FC236}">
                <a16:creationId xmlns:a16="http://schemas.microsoft.com/office/drawing/2014/main" id="{DB044D11-6BC9-AE03-459C-B52D54BBD367}"/>
              </a:ext>
            </a:extLst>
          </p:cNvPr>
          <p:cNvGrpSpPr/>
          <p:nvPr/>
        </p:nvGrpSpPr>
        <p:grpSpPr>
          <a:xfrm>
            <a:off x="5629178" y="5254104"/>
            <a:ext cx="1150976" cy="692665"/>
            <a:chOff x="4888317" y="4963781"/>
            <a:chExt cx="1150976" cy="692665"/>
          </a:xfrm>
        </p:grpSpPr>
        <p:grpSp>
          <p:nvGrpSpPr>
            <p:cNvPr id="14" name="组合 13">
              <a:extLst>
                <a:ext uri="{FF2B5EF4-FFF2-40B4-BE49-F238E27FC236}">
                  <a16:creationId xmlns:a16="http://schemas.microsoft.com/office/drawing/2014/main" id="{03A0060F-AD98-C36C-8C7B-387CA3E8D2B1}"/>
                </a:ext>
              </a:extLst>
            </p:cNvPr>
            <p:cNvGrpSpPr/>
            <p:nvPr/>
          </p:nvGrpSpPr>
          <p:grpSpPr>
            <a:xfrm>
              <a:off x="5598042" y="5007935"/>
              <a:ext cx="441251" cy="622890"/>
              <a:chOff x="5598042" y="5007935"/>
              <a:chExt cx="441251" cy="622890"/>
            </a:xfrm>
          </p:grpSpPr>
          <p:sp>
            <p:nvSpPr>
              <p:cNvPr id="12" name="矩形 11">
                <a:extLst>
                  <a:ext uri="{FF2B5EF4-FFF2-40B4-BE49-F238E27FC236}">
                    <a16:creationId xmlns:a16="http://schemas.microsoft.com/office/drawing/2014/main" id="{1E100EDC-AAC3-FEEA-D068-360C39700B46}"/>
                  </a:ext>
                </a:extLst>
              </p:cNvPr>
              <p:cNvSpPr/>
              <p:nvPr/>
            </p:nvSpPr>
            <p:spPr>
              <a:xfrm>
                <a:off x="5598042" y="5007935"/>
                <a:ext cx="441251" cy="31366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756E85A-34D1-5B04-0444-3C5FE7944BF7}"/>
                  </a:ext>
                </a:extLst>
              </p:cNvPr>
              <p:cNvSpPr/>
              <p:nvPr/>
            </p:nvSpPr>
            <p:spPr>
              <a:xfrm>
                <a:off x="5598042" y="5317165"/>
                <a:ext cx="441251" cy="31366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文本框 14">
              <a:extLst>
                <a:ext uri="{FF2B5EF4-FFF2-40B4-BE49-F238E27FC236}">
                  <a16:creationId xmlns:a16="http://schemas.microsoft.com/office/drawing/2014/main" id="{7949BDB3-A40D-006F-FE9A-9FECF142AD2D}"/>
                </a:ext>
              </a:extLst>
            </p:cNvPr>
            <p:cNvSpPr txBox="1"/>
            <p:nvPr/>
          </p:nvSpPr>
          <p:spPr>
            <a:xfrm>
              <a:off x="4888317" y="4963781"/>
              <a:ext cx="736099" cy="369332"/>
            </a:xfrm>
            <a:prstGeom prst="rect">
              <a:avLst/>
            </a:prstGeom>
            <a:noFill/>
          </p:spPr>
          <p:txBody>
            <a:bodyPr wrap="none" rtlCol="0">
              <a:spAutoFit/>
            </a:bodyPr>
            <a:lstStyle/>
            <a:p>
              <a:r>
                <a:rPr lang="en-US" altLang="zh-CN" b="1" dirty="0" err="1">
                  <a:latin typeface="Courier New" panose="02070309020205020404" pitchFamily="49" charset="0"/>
                  <a:cs typeface="Courier New" panose="02070309020205020404" pitchFamily="49" charset="0"/>
                </a:rPr>
                <a:t>elem</a:t>
              </a:r>
              <a:endParaRPr lang="zh-CN" altLang="en-US" b="1" dirty="0">
                <a:latin typeface="Courier New" panose="02070309020205020404" pitchFamily="49" charset="0"/>
                <a:cs typeface="Courier New" panose="02070309020205020404" pitchFamily="49" charset="0"/>
              </a:endParaRPr>
            </a:p>
          </p:txBody>
        </p:sp>
        <p:sp>
          <p:nvSpPr>
            <p:cNvPr id="16" name="文本框 15">
              <a:extLst>
                <a:ext uri="{FF2B5EF4-FFF2-40B4-BE49-F238E27FC236}">
                  <a16:creationId xmlns:a16="http://schemas.microsoft.com/office/drawing/2014/main" id="{248B30EF-F7B7-FEEC-C730-DD0FF5353044}"/>
                </a:ext>
              </a:extLst>
            </p:cNvPr>
            <p:cNvSpPr txBox="1"/>
            <p:nvPr/>
          </p:nvSpPr>
          <p:spPr>
            <a:xfrm>
              <a:off x="5026175" y="5287114"/>
              <a:ext cx="598241" cy="369332"/>
            </a:xfrm>
            <a:prstGeom prst="rect">
              <a:avLst/>
            </a:prstGeom>
            <a:noFill/>
          </p:spPr>
          <p:txBody>
            <a:bodyPr wrap="none" rtlCol="0">
              <a:spAutoFit/>
            </a:bodyPr>
            <a:lstStyle/>
            <a:p>
              <a:pPr algn="r"/>
              <a:r>
                <a:rPr lang="en-US" altLang="zh-CN" b="1" dirty="0" err="1">
                  <a:latin typeface="Courier New" panose="02070309020205020404" pitchFamily="49" charset="0"/>
                  <a:cs typeface="Courier New" panose="02070309020205020404" pitchFamily="49" charset="0"/>
                </a:rPr>
                <a:t>len</a:t>
              </a:r>
              <a:endParaRPr lang="zh-CN" altLang="en-US" b="1" dirty="0">
                <a:latin typeface="Courier New" panose="02070309020205020404" pitchFamily="49" charset="0"/>
                <a:cs typeface="Courier New" panose="02070309020205020404" pitchFamily="49" charset="0"/>
              </a:endParaRPr>
            </a:p>
          </p:txBody>
        </p:sp>
      </p:grpSp>
      <p:grpSp>
        <p:nvGrpSpPr>
          <p:cNvPr id="18" name="组合 17">
            <a:extLst>
              <a:ext uri="{FF2B5EF4-FFF2-40B4-BE49-F238E27FC236}">
                <a16:creationId xmlns:a16="http://schemas.microsoft.com/office/drawing/2014/main" id="{1C64395B-3A0B-D98A-0FA1-3A198D4912D5}"/>
              </a:ext>
            </a:extLst>
          </p:cNvPr>
          <p:cNvGrpSpPr/>
          <p:nvPr/>
        </p:nvGrpSpPr>
        <p:grpSpPr>
          <a:xfrm>
            <a:off x="6258526" y="4843130"/>
            <a:ext cx="363133" cy="469956"/>
            <a:chOff x="8340989" y="543313"/>
            <a:chExt cx="328925" cy="374524"/>
          </a:xfrm>
        </p:grpSpPr>
        <p:sp>
          <p:nvSpPr>
            <p:cNvPr id="19" name="文本框 18">
              <a:extLst>
                <a:ext uri="{FF2B5EF4-FFF2-40B4-BE49-F238E27FC236}">
                  <a16:creationId xmlns:a16="http://schemas.microsoft.com/office/drawing/2014/main" id="{4D77B353-D314-D4FD-1E96-EB242159476A}"/>
                </a:ext>
              </a:extLst>
            </p:cNvPr>
            <p:cNvSpPr txBox="1"/>
            <p:nvPr/>
          </p:nvSpPr>
          <p:spPr>
            <a:xfrm>
              <a:off x="8340989" y="543313"/>
              <a:ext cx="328925" cy="249262"/>
            </a:xfrm>
            <a:prstGeom prst="rect">
              <a:avLst/>
            </a:prstGeom>
            <a:noFill/>
          </p:spPr>
          <p:txBody>
            <a:bodyPr wrap="none" lIns="0" tIns="0" rIns="0" bIns="0" rtlCol="0">
              <a:spAutoFit/>
            </a:bodyPr>
            <a:lstStyle/>
            <a:p>
              <a:r>
                <a:rPr lang="en-US" altLang="zh-CN" sz="2000" b="1" dirty="0">
                  <a:solidFill>
                    <a:schemeClr val="accent5">
                      <a:lumMod val="75000"/>
                    </a:schemeClr>
                  </a:solidFill>
                  <a:latin typeface="Times New Roman" panose="02020603050405020304" pitchFamily="18" charset="0"/>
                  <a:cs typeface="Times New Roman" panose="02020603050405020304" pitchFamily="18" charset="0"/>
                </a:rPr>
                <a:t>ST</a:t>
              </a:r>
              <a:endParaRPr lang="zh-CN" altLang="en-US" sz="2000" b="1" dirty="0">
                <a:solidFill>
                  <a:schemeClr val="accent5">
                    <a:lumMod val="75000"/>
                  </a:schemeClr>
                </a:solidFill>
                <a:latin typeface="Times New Roman" panose="02020603050405020304" pitchFamily="18" charset="0"/>
                <a:cs typeface="Times New Roman" panose="02020603050405020304" pitchFamily="18" charset="0"/>
              </a:endParaRPr>
            </a:p>
          </p:txBody>
        </p:sp>
        <p:cxnSp>
          <p:nvCxnSpPr>
            <p:cNvPr id="20" name="直接箭头连接符 19">
              <a:extLst>
                <a:ext uri="{FF2B5EF4-FFF2-40B4-BE49-F238E27FC236}">
                  <a16:creationId xmlns:a16="http://schemas.microsoft.com/office/drawing/2014/main" id="{22A3D811-0661-3C67-F611-6A567EB46D60}"/>
                </a:ext>
              </a:extLst>
            </p:cNvPr>
            <p:cNvCxnSpPr/>
            <p:nvPr/>
          </p:nvCxnSpPr>
          <p:spPr>
            <a:xfrm>
              <a:off x="8503622" y="720297"/>
              <a:ext cx="122115" cy="197540"/>
            </a:xfrm>
            <a:prstGeom prst="straightConnector1">
              <a:avLst/>
            </a:prstGeom>
            <a:ln w="2857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grpSp>
      <p:graphicFrame>
        <p:nvGraphicFramePr>
          <p:cNvPr id="21" name="表格 20">
            <a:extLst>
              <a:ext uri="{FF2B5EF4-FFF2-40B4-BE49-F238E27FC236}">
                <a16:creationId xmlns:a16="http://schemas.microsoft.com/office/drawing/2014/main" id="{F6900A5E-0AC7-A6F4-5A4F-DECE7A3A65BF}"/>
              </a:ext>
            </a:extLst>
          </p:cNvPr>
          <p:cNvGraphicFramePr>
            <a:graphicFrameLocks noGrp="1"/>
          </p:cNvGraphicFramePr>
          <p:nvPr>
            <p:extLst>
              <p:ext uri="{D42A27DB-BD31-4B8C-83A1-F6EECF244321}">
                <p14:modId xmlns:p14="http://schemas.microsoft.com/office/powerpoint/2010/main" val="2618293148"/>
              </p:ext>
            </p:extLst>
          </p:nvPr>
        </p:nvGraphicFramePr>
        <p:xfrm>
          <a:off x="7111847" y="4861694"/>
          <a:ext cx="3235498" cy="765554"/>
        </p:xfrm>
        <a:graphic>
          <a:graphicData uri="http://schemas.openxmlformats.org/drawingml/2006/table">
            <a:tbl>
              <a:tblPr firstRow="1" bandRow="1">
                <a:tableStyleId>{5940675A-B579-460E-94D1-54222C63F5DA}</a:tableStyleId>
              </a:tblPr>
              <a:tblGrid>
                <a:gridCol w="462214">
                  <a:extLst>
                    <a:ext uri="{9D8B030D-6E8A-4147-A177-3AD203B41FA5}">
                      <a16:colId xmlns:a16="http://schemas.microsoft.com/office/drawing/2014/main" val="3229322468"/>
                    </a:ext>
                  </a:extLst>
                </a:gridCol>
                <a:gridCol w="462214">
                  <a:extLst>
                    <a:ext uri="{9D8B030D-6E8A-4147-A177-3AD203B41FA5}">
                      <a16:colId xmlns:a16="http://schemas.microsoft.com/office/drawing/2014/main" val="2039735159"/>
                    </a:ext>
                  </a:extLst>
                </a:gridCol>
                <a:gridCol w="462214">
                  <a:extLst>
                    <a:ext uri="{9D8B030D-6E8A-4147-A177-3AD203B41FA5}">
                      <a16:colId xmlns:a16="http://schemas.microsoft.com/office/drawing/2014/main" val="3142570499"/>
                    </a:ext>
                  </a:extLst>
                </a:gridCol>
                <a:gridCol w="462214">
                  <a:extLst>
                    <a:ext uri="{9D8B030D-6E8A-4147-A177-3AD203B41FA5}">
                      <a16:colId xmlns:a16="http://schemas.microsoft.com/office/drawing/2014/main" val="900427799"/>
                    </a:ext>
                  </a:extLst>
                </a:gridCol>
                <a:gridCol w="462214">
                  <a:extLst>
                    <a:ext uri="{9D8B030D-6E8A-4147-A177-3AD203B41FA5}">
                      <a16:colId xmlns:a16="http://schemas.microsoft.com/office/drawing/2014/main" val="3227684872"/>
                    </a:ext>
                  </a:extLst>
                </a:gridCol>
                <a:gridCol w="462214">
                  <a:extLst>
                    <a:ext uri="{9D8B030D-6E8A-4147-A177-3AD203B41FA5}">
                      <a16:colId xmlns:a16="http://schemas.microsoft.com/office/drawing/2014/main" val="2745051138"/>
                    </a:ext>
                  </a:extLst>
                </a:gridCol>
                <a:gridCol w="462214">
                  <a:extLst>
                    <a:ext uri="{9D8B030D-6E8A-4147-A177-3AD203B41FA5}">
                      <a16:colId xmlns:a16="http://schemas.microsoft.com/office/drawing/2014/main" val="30350386"/>
                    </a:ext>
                  </a:extLst>
                </a:gridCol>
              </a:tblGrid>
              <a:tr h="382777">
                <a:tc>
                  <a:txBody>
                    <a:bodyPr/>
                    <a:lstStyle/>
                    <a:p>
                      <a:pPr algn="ctr"/>
                      <a:r>
                        <a:rPr lang="en-US" altLang="zh-CN" dirty="0"/>
                        <a:t>0</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1</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2</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3</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4</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5</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6</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5965485"/>
                  </a:ext>
                </a:extLst>
              </a:tr>
              <a:tr h="382777">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68513763"/>
                  </a:ext>
                </a:extLst>
              </a:tr>
            </a:tbl>
          </a:graphicData>
        </a:graphic>
      </p:graphicFrame>
      <p:cxnSp>
        <p:nvCxnSpPr>
          <p:cNvPr id="23" name="直接箭头连接符 22">
            <a:extLst>
              <a:ext uri="{FF2B5EF4-FFF2-40B4-BE49-F238E27FC236}">
                <a16:creationId xmlns:a16="http://schemas.microsoft.com/office/drawing/2014/main" id="{6CB63DAD-B5AC-B850-7197-7874EB8CF50A}"/>
              </a:ext>
            </a:extLst>
          </p:cNvPr>
          <p:cNvCxnSpPr/>
          <p:nvPr/>
        </p:nvCxnSpPr>
        <p:spPr>
          <a:xfrm>
            <a:off x="6542078" y="5448640"/>
            <a:ext cx="569769" cy="0"/>
          </a:xfrm>
          <a:prstGeom prst="straightConnector1">
            <a:avLst/>
          </a:prstGeom>
          <a:ln>
            <a:headEnd type="oval"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直接连接符 23">
            <a:extLst>
              <a:ext uri="{FF2B5EF4-FFF2-40B4-BE49-F238E27FC236}">
                <a16:creationId xmlns:a16="http://schemas.microsoft.com/office/drawing/2014/main" id="{E8EDF6C9-D3C1-0955-6CB0-A185B29DED1F}"/>
              </a:ext>
            </a:extLst>
          </p:cNvPr>
          <p:cNvCxnSpPr/>
          <p:nvPr/>
        </p:nvCxnSpPr>
        <p:spPr>
          <a:xfrm>
            <a:off x="962247" y="3526338"/>
            <a:ext cx="780961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5" name="直接连接符 24">
            <a:extLst>
              <a:ext uri="{FF2B5EF4-FFF2-40B4-BE49-F238E27FC236}">
                <a16:creationId xmlns:a16="http://schemas.microsoft.com/office/drawing/2014/main" id="{E471C18F-E46C-339A-2331-82213E819312}"/>
              </a:ext>
            </a:extLst>
          </p:cNvPr>
          <p:cNvCxnSpPr/>
          <p:nvPr/>
        </p:nvCxnSpPr>
        <p:spPr>
          <a:xfrm>
            <a:off x="962247" y="3798481"/>
            <a:ext cx="780961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26" name="文本框 25">
            <a:extLst>
              <a:ext uri="{FF2B5EF4-FFF2-40B4-BE49-F238E27FC236}">
                <a16:creationId xmlns:a16="http://schemas.microsoft.com/office/drawing/2014/main" id="{07D66BCB-C80D-E20B-2173-275AAB69F322}"/>
              </a:ext>
            </a:extLst>
          </p:cNvPr>
          <p:cNvSpPr txBox="1"/>
          <p:nvPr/>
        </p:nvSpPr>
        <p:spPr>
          <a:xfrm>
            <a:off x="2531538" y="5248086"/>
            <a:ext cx="954107" cy="400110"/>
          </a:xfrm>
          <a:prstGeom prst="rect">
            <a:avLst/>
          </a:prstGeom>
          <a:noFill/>
        </p:spPr>
        <p:txBody>
          <a:bodyPr wrap="none" rtlCol="0">
            <a:spAutoFit/>
          </a:bodyPr>
          <a:lstStyle/>
          <a:p>
            <a:r>
              <a:rPr lang="en-US" altLang="zh-CN" sz="2000" b="1" dirty="0">
                <a:latin typeface="Courier New" panose="02070309020205020404" pitchFamily="49" charset="0"/>
                <a:cs typeface="Courier New" panose="02070309020205020404" pitchFamily="49" charset="0"/>
              </a:rPr>
              <a:t>ABCDE</a:t>
            </a:r>
            <a:endParaRPr lang="zh-CN" altLang="en-US" sz="2000" b="1" dirty="0">
              <a:latin typeface="Courier New" panose="02070309020205020404" pitchFamily="49" charset="0"/>
              <a:cs typeface="Courier New" panose="02070309020205020404" pitchFamily="49" charset="0"/>
            </a:endParaRPr>
          </a:p>
        </p:txBody>
      </p:sp>
      <p:sp>
        <p:nvSpPr>
          <p:cNvPr id="27" name="文本框 26">
            <a:extLst>
              <a:ext uri="{FF2B5EF4-FFF2-40B4-BE49-F238E27FC236}">
                <a16:creationId xmlns:a16="http://schemas.microsoft.com/office/drawing/2014/main" id="{F726F051-A268-B8C4-FA1E-BE7813E2E930}"/>
              </a:ext>
            </a:extLst>
          </p:cNvPr>
          <p:cNvSpPr txBox="1"/>
          <p:nvPr/>
        </p:nvSpPr>
        <p:spPr>
          <a:xfrm>
            <a:off x="7679968" y="5253342"/>
            <a:ext cx="257049"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A</a:t>
            </a:r>
            <a:endParaRPr lang="zh-CN" altLang="en-US" sz="2400" b="1" dirty="0">
              <a:latin typeface="Courier New" panose="02070309020205020404" pitchFamily="49" charset="0"/>
              <a:cs typeface="Courier New" panose="02070309020205020404" pitchFamily="49" charset="0"/>
            </a:endParaRPr>
          </a:p>
        </p:txBody>
      </p:sp>
      <p:sp>
        <p:nvSpPr>
          <p:cNvPr id="28" name="文本框 27">
            <a:extLst>
              <a:ext uri="{FF2B5EF4-FFF2-40B4-BE49-F238E27FC236}">
                <a16:creationId xmlns:a16="http://schemas.microsoft.com/office/drawing/2014/main" id="{88F8AE05-4C8D-2C35-FE4C-C427FA324D1D}"/>
              </a:ext>
            </a:extLst>
          </p:cNvPr>
          <p:cNvSpPr txBox="1"/>
          <p:nvPr/>
        </p:nvSpPr>
        <p:spPr>
          <a:xfrm>
            <a:off x="8145844" y="5253342"/>
            <a:ext cx="257049"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B</a:t>
            </a:r>
            <a:endParaRPr lang="zh-CN" altLang="en-US" sz="2400" b="1" dirty="0">
              <a:latin typeface="Courier New" panose="02070309020205020404" pitchFamily="49" charset="0"/>
              <a:cs typeface="Courier New" panose="02070309020205020404" pitchFamily="49" charset="0"/>
            </a:endParaRPr>
          </a:p>
        </p:txBody>
      </p:sp>
      <p:sp>
        <p:nvSpPr>
          <p:cNvPr id="29" name="文本框 28">
            <a:extLst>
              <a:ext uri="{FF2B5EF4-FFF2-40B4-BE49-F238E27FC236}">
                <a16:creationId xmlns:a16="http://schemas.microsoft.com/office/drawing/2014/main" id="{020384A7-4858-76A5-CFA6-BEDE2E85AAD0}"/>
              </a:ext>
            </a:extLst>
          </p:cNvPr>
          <p:cNvSpPr txBox="1"/>
          <p:nvPr/>
        </p:nvSpPr>
        <p:spPr>
          <a:xfrm>
            <a:off x="8603204" y="5249787"/>
            <a:ext cx="257049"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C</a:t>
            </a:r>
            <a:endParaRPr lang="zh-CN" altLang="en-US" sz="2400" b="1" dirty="0">
              <a:latin typeface="Courier New" panose="02070309020205020404" pitchFamily="49" charset="0"/>
              <a:cs typeface="Courier New" panose="02070309020205020404" pitchFamily="49" charset="0"/>
            </a:endParaRPr>
          </a:p>
        </p:txBody>
      </p:sp>
      <p:sp>
        <p:nvSpPr>
          <p:cNvPr id="30" name="文本框 29">
            <a:extLst>
              <a:ext uri="{FF2B5EF4-FFF2-40B4-BE49-F238E27FC236}">
                <a16:creationId xmlns:a16="http://schemas.microsoft.com/office/drawing/2014/main" id="{7FD20514-9098-4836-97D6-B58760BFC57B}"/>
              </a:ext>
            </a:extLst>
          </p:cNvPr>
          <p:cNvSpPr txBox="1"/>
          <p:nvPr/>
        </p:nvSpPr>
        <p:spPr>
          <a:xfrm>
            <a:off x="9063637" y="5254104"/>
            <a:ext cx="257049"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D</a:t>
            </a:r>
            <a:endParaRPr lang="zh-CN" altLang="en-US" sz="2400" b="1" dirty="0">
              <a:latin typeface="Courier New" panose="02070309020205020404" pitchFamily="49" charset="0"/>
              <a:cs typeface="Courier New" panose="02070309020205020404" pitchFamily="49" charset="0"/>
            </a:endParaRPr>
          </a:p>
        </p:txBody>
      </p:sp>
      <p:sp>
        <p:nvSpPr>
          <p:cNvPr id="31" name="文本框 30">
            <a:extLst>
              <a:ext uri="{FF2B5EF4-FFF2-40B4-BE49-F238E27FC236}">
                <a16:creationId xmlns:a16="http://schemas.microsoft.com/office/drawing/2014/main" id="{54E47475-AF02-E1AD-C1D4-6C191C0EB13A}"/>
              </a:ext>
            </a:extLst>
          </p:cNvPr>
          <p:cNvSpPr txBox="1"/>
          <p:nvPr/>
        </p:nvSpPr>
        <p:spPr>
          <a:xfrm>
            <a:off x="9529297" y="5259268"/>
            <a:ext cx="257049"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E</a:t>
            </a:r>
            <a:endParaRPr lang="zh-CN" altLang="en-US" sz="2400" b="1" dirty="0">
              <a:latin typeface="Courier New" panose="02070309020205020404" pitchFamily="49" charset="0"/>
              <a:cs typeface="Courier New" panose="02070309020205020404" pitchFamily="49" charset="0"/>
            </a:endParaRPr>
          </a:p>
        </p:txBody>
      </p:sp>
      <p:sp>
        <p:nvSpPr>
          <p:cNvPr id="32" name="文本框 31">
            <a:extLst>
              <a:ext uri="{FF2B5EF4-FFF2-40B4-BE49-F238E27FC236}">
                <a16:creationId xmlns:a16="http://schemas.microsoft.com/office/drawing/2014/main" id="{00563B1E-92D3-E642-997C-79932317B5F8}"/>
              </a:ext>
            </a:extLst>
          </p:cNvPr>
          <p:cNvSpPr txBox="1"/>
          <p:nvPr/>
        </p:nvSpPr>
        <p:spPr>
          <a:xfrm>
            <a:off x="9907596" y="5260945"/>
            <a:ext cx="441394" cy="369332"/>
          </a:xfrm>
          <a:prstGeom prst="rect">
            <a:avLst/>
          </a:prstGeom>
          <a:noFill/>
        </p:spPr>
        <p:txBody>
          <a:bodyPr wrap="none" lIns="36000" tIns="0" rIns="36000" bIns="0"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/0</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33" name="直接连接符 32">
            <a:extLst>
              <a:ext uri="{FF2B5EF4-FFF2-40B4-BE49-F238E27FC236}">
                <a16:creationId xmlns:a16="http://schemas.microsoft.com/office/drawing/2014/main" id="{D7ACFE11-1ED0-1EC1-F3FE-40E153CA6009}"/>
              </a:ext>
            </a:extLst>
          </p:cNvPr>
          <p:cNvCxnSpPr>
            <a:cxnSpLocks/>
          </p:cNvCxnSpPr>
          <p:nvPr/>
        </p:nvCxnSpPr>
        <p:spPr>
          <a:xfrm>
            <a:off x="914717" y="4076067"/>
            <a:ext cx="1802565"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35" name="文本框 34">
            <a:extLst>
              <a:ext uri="{FF2B5EF4-FFF2-40B4-BE49-F238E27FC236}">
                <a16:creationId xmlns:a16="http://schemas.microsoft.com/office/drawing/2014/main" id="{CBBF03AB-C980-FDBE-2A63-9C904647EE51}"/>
              </a:ext>
            </a:extLst>
          </p:cNvPr>
          <p:cNvSpPr txBox="1"/>
          <p:nvPr/>
        </p:nvSpPr>
        <p:spPr>
          <a:xfrm>
            <a:off x="3796317" y="5648196"/>
            <a:ext cx="242621" cy="338554"/>
          </a:xfrm>
          <a:prstGeom prst="rect">
            <a:avLst/>
          </a:prstGeom>
          <a:noFill/>
        </p:spPr>
        <p:txBody>
          <a:bodyPr wrap="none" lIns="36000" tIns="0" rIns="36000" bIns="0" rtlCol="0">
            <a:spAutoFit/>
          </a:bodyPr>
          <a:lstStyle/>
          <a:p>
            <a:r>
              <a:rPr lang="en-US" altLang="zh-CN" sz="2200" b="1" dirty="0">
                <a:solidFill>
                  <a:srgbClr val="3B11EF"/>
                </a:solidFill>
                <a:latin typeface="Courier New" panose="02070309020205020404" pitchFamily="49" charset="0"/>
                <a:cs typeface="Courier New" panose="02070309020205020404" pitchFamily="49" charset="0"/>
              </a:rPr>
              <a:t>5</a:t>
            </a:r>
            <a:endParaRPr lang="zh-CN" altLang="en-US" sz="2200" b="1" dirty="0">
              <a:solidFill>
                <a:srgbClr val="3B11EF"/>
              </a:solidFill>
              <a:latin typeface="Courier New" panose="02070309020205020404" pitchFamily="49" charset="0"/>
              <a:cs typeface="Courier New" panose="02070309020205020404" pitchFamily="49" charset="0"/>
            </a:endParaRPr>
          </a:p>
        </p:txBody>
      </p:sp>
      <p:cxnSp>
        <p:nvCxnSpPr>
          <p:cNvPr id="36" name="直接连接符 35">
            <a:extLst>
              <a:ext uri="{FF2B5EF4-FFF2-40B4-BE49-F238E27FC236}">
                <a16:creationId xmlns:a16="http://schemas.microsoft.com/office/drawing/2014/main" id="{BF932CD0-9898-5B21-3836-438E7F4AD13C}"/>
              </a:ext>
            </a:extLst>
          </p:cNvPr>
          <p:cNvCxnSpPr>
            <a:cxnSpLocks/>
          </p:cNvCxnSpPr>
          <p:nvPr/>
        </p:nvCxnSpPr>
        <p:spPr>
          <a:xfrm>
            <a:off x="904441" y="4342766"/>
            <a:ext cx="151763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2" name="文本框 41">
            <a:extLst>
              <a:ext uri="{FF2B5EF4-FFF2-40B4-BE49-F238E27FC236}">
                <a16:creationId xmlns:a16="http://schemas.microsoft.com/office/drawing/2014/main" id="{DFADE33D-59A4-952B-7E22-8FF37827C783}"/>
              </a:ext>
            </a:extLst>
          </p:cNvPr>
          <p:cNvSpPr txBox="1"/>
          <p:nvPr/>
        </p:nvSpPr>
        <p:spPr>
          <a:xfrm>
            <a:off x="1594778" y="5607488"/>
            <a:ext cx="301272" cy="400110"/>
          </a:xfrm>
          <a:prstGeom prst="rect">
            <a:avLst/>
          </a:prstGeom>
          <a:noFill/>
        </p:spPr>
        <p:txBody>
          <a:bodyPr wrap="square" rtlCol="0">
            <a:spAutoFit/>
          </a:bodyPr>
          <a:lstStyle/>
          <a:p>
            <a:r>
              <a:rPr lang="en-US" altLang="zh-CN" sz="2000" b="1" dirty="0">
                <a:solidFill>
                  <a:srgbClr val="FF0000"/>
                </a:solidFill>
              </a:rPr>
              <a:t>T</a:t>
            </a:r>
            <a:endParaRPr lang="zh-CN" altLang="en-US" sz="2000" b="1" dirty="0">
              <a:solidFill>
                <a:srgbClr val="FF0000"/>
              </a:solidFill>
            </a:endParaRPr>
          </a:p>
        </p:txBody>
      </p:sp>
      <p:grpSp>
        <p:nvGrpSpPr>
          <p:cNvPr id="38" name="组合 37">
            <a:extLst>
              <a:ext uri="{FF2B5EF4-FFF2-40B4-BE49-F238E27FC236}">
                <a16:creationId xmlns:a16="http://schemas.microsoft.com/office/drawing/2014/main" id="{6B12BEEA-E591-913E-C808-E959D17E2B4B}"/>
              </a:ext>
            </a:extLst>
          </p:cNvPr>
          <p:cNvGrpSpPr/>
          <p:nvPr/>
        </p:nvGrpSpPr>
        <p:grpSpPr>
          <a:xfrm>
            <a:off x="5935551" y="4935543"/>
            <a:ext cx="403449" cy="362715"/>
            <a:chOff x="8340989" y="543313"/>
            <a:chExt cx="365443" cy="289060"/>
          </a:xfrm>
        </p:grpSpPr>
        <p:sp>
          <p:nvSpPr>
            <p:cNvPr id="39" name="文本框 38">
              <a:extLst>
                <a:ext uri="{FF2B5EF4-FFF2-40B4-BE49-F238E27FC236}">
                  <a16:creationId xmlns:a16="http://schemas.microsoft.com/office/drawing/2014/main" id="{520C5A29-5D83-9AF0-232B-942E3DB128F1}"/>
                </a:ext>
              </a:extLst>
            </p:cNvPr>
            <p:cNvSpPr txBox="1"/>
            <p:nvPr/>
          </p:nvSpPr>
          <p:spPr>
            <a:xfrm>
              <a:off x="8340989" y="543313"/>
              <a:ext cx="155364" cy="245278"/>
            </a:xfrm>
            <a:prstGeom prst="rect">
              <a:avLst/>
            </a:prstGeom>
            <a:noFill/>
          </p:spPr>
          <p:txBody>
            <a:bodyPr wrap="none" lIns="0" tIns="0" rIns="0" bIns="0"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T</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40" name="直接箭头连接符 39">
              <a:extLst>
                <a:ext uri="{FF2B5EF4-FFF2-40B4-BE49-F238E27FC236}">
                  <a16:creationId xmlns:a16="http://schemas.microsoft.com/office/drawing/2014/main" id="{18F794EF-796D-8648-6438-D9E44A2CAD2F}"/>
                </a:ext>
              </a:extLst>
            </p:cNvPr>
            <p:cNvCxnSpPr>
              <a:cxnSpLocks/>
            </p:cNvCxnSpPr>
            <p:nvPr/>
          </p:nvCxnSpPr>
          <p:spPr>
            <a:xfrm>
              <a:off x="8503622" y="720297"/>
              <a:ext cx="202810" cy="112076"/>
            </a:xfrm>
            <a:prstGeom prst="straightConnector1">
              <a:avLst/>
            </a:prstGeom>
            <a:ln w="28575">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437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1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up)">
                                      <p:cBhvr>
                                        <p:cTn id="18" dur="1000"/>
                                        <p:tgtEl>
                                          <p:spTgt spid="18"/>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1000"/>
                                        <p:tgtEl>
                                          <p:spTgt spid="17"/>
                                        </p:tgtEl>
                                      </p:cBhvr>
                                    </p:animEffect>
                                  </p:childTnLst>
                                </p:cTn>
                              </p:par>
                            </p:childTnLst>
                          </p:cTn>
                        </p:par>
                        <p:par>
                          <p:cTn id="23" fill="hold">
                            <p:stCondLst>
                              <p:cond delay="2000"/>
                            </p:stCondLst>
                            <p:childTnLst>
                              <p:par>
                                <p:cTn id="24" presetID="22" presetClass="exit" presetSubtype="1" fill="hold" nodeType="afterEffect">
                                  <p:stCondLst>
                                    <p:cond delay="0"/>
                                  </p:stCondLst>
                                  <p:childTnLst>
                                    <p:animEffect transition="out" filter="wipe(up)">
                                      <p:cBhvr>
                                        <p:cTn id="25" dur="500"/>
                                        <p:tgtEl>
                                          <p:spTgt spid="11"/>
                                        </p:tgtEl>
                                      </p:cBhvr>
                                    </p:animEffect>
                                    <p:set>
                                      <p:cBhvr>
                                        <p:cTn id="26" dur="1" fill="hold">
                                          <p:stCondLst>
                                            <p:cond delay="499"/>
                                          </p:stCondLst>
                                        </p:cTn>
                                        <p:tgtEl>
                                          <p:spTgt spid="11"/>
                                        </p:tgtEl>
                                        <p:attrNameLst>
                                          <p:attrName>style.visibility</p:attrName>
                                        </p:attrNameLst>
                                      </p:cBhvr>
                                      <p:to>
                                        <p:strVal val="hidden"/>
                                      </p:to>
                                    </p:se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left)">
                                      <p:cBhvr>
                                        <p:cTn id="30" dur="10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1000"/>
                                        <p:tgtEl>
                                          <p:spTgt spid="23"/>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1500"/>
                                        <p:tgtEl>
                                          <p:spTgt spid="21"/>
                                        </p:tgtEl>
                                      </p:cBhvr>
                                    </p:animEffect>
                                  </p:childTnLst>
                                </p:cTn>
                              </p:par>
                            </p:childTnLst>
                          </p:cTn>
                        </p:par>
                        <p:par>
                          <p:cTn id="40" fill="hold">
                            <p:stCondLst>
                              <p:cond delay="3500"/>
                            </p:stCondLst>
                            <p:childTnLst>
                              <p:par>
                                <p:cTn id="41" presetID="22" presetClass="exit" presetSubtype="1" fill="hold" nodeType="afterEffect">
                                  <p:stCondLst>
                                    <p:cond delay="0"/>
                                  </p:stCondLst>
                                  <p:childTnLst>
                                    <p:animEffect transition="out" filter="wipe(up)">
                                      <p:cBhvr>
                                        <p:cTn id="42" dur="500"/>
                                        <p:tgtEl>
                                          <p:spTgt spid="24"/>
                                        </p:tgtEl>
                                      </p:cBhvr>
                                    </p:animEffect>
                                    <p:set>
                                      <p:cBhvr>
                                        <p:cTn id="43" dur="1" fill="hold">
                                          <p:stCondLst>
                                            <p:cond delay="499"/>
                                          </p:stCondLst>
                                        </p:cTn>
                                        <p:tgtEl>
                                          <p:spTgt spid="24"/>
                                        </p:tgtEl>
                                        <p:attrNameLst>
                                          <p:attrName>style.visibility</p:attrName>
                                        </p:attrNameLst>
                                      </p:cBhvr>
                                      <p:to>
                                        <p:strVal val="hidden"/>
                                      </p:to>
                                    </p:set>
                                  </p:childTnLst>
                                </p:cTn>
                              </p:par>
                            </p:childTnLst>
                          </p:cTn>
                        </p:par>
                        <p:par>
                          <p:cTn id="44" fill="hold">
                            <p:stCondLst>
                              <p:cond delay="4000"/>
                            </p:stCondLst>
                            <p:childTnLst>
                              <p:par>
                                <p:cTn id="45" presetID="22" presetClass="entr" presetSubtype="8"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10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childTnLst>
                                </p:cTn>
                              </p:par>
                            </p:childTnLst>
                          </p:cTn>
                        </p:par>
                        <p:par>
                          <p:cTn id="52" fill="hold">
                            <p:stCondLst>
                              <p:cond delay="0"/>
                            </p:stCondLst>
                            <p:childTnLst>
                              <p:par>
                                <p:cTn id="53" presetID="10" presetClass="exit" presetSubtype="0" fill="hold" grpId="3" nodeType="afterEffect">
                                  <p:stCondLst>
                                    <p:cond delay="0"/>
                                  </p:stCondLst>
                                  <p:childTnLst>
                                    <p:animEffect transition="out" filter="fade">
                                      <p:cBhvr>
                                        <p:cTn id="54" dur="2000"/>
                                        <p:tgtEl>
                                          <p:spTgt spid="26"/>
                                        </p:tgtEl>
                                      </p:cBhvr>
                                    </p:animEffect>
                                    <p:set>
                                      <p:cBhvr>
                                        <p:cTn id="55" dur="1" fill="hold">
                                          <p:stCondLst>
                                            <p:cond delay="1999"/>
                                          </p:stCondLst>
                                        </p:cTn>
                                        <p:tgtEl>
                                          <p:spTgt spid="26"/>
                                        </p:tgtEl>
                                        <p:attrNameLst>
                                          <p:attrName>style.visibility</p:attrName>
                                        </p:attrNameLst>
                                      </p:cBhvr>
                                      <p:to>
                                        <p:strVal val="hidden"/>
                                      </p:to>
                                    </p:set>
                                  </p:childTnLst>
                                </p:cTn>
                              </p:par>
                              <p:par>
                                <p:cTn id="56" presetID="63" presetClass="path" presetSubtype="0" accel="50000" decel="50000" fill="hold" grpId="4" nodeType="withEffect">
                                  <p:stCondLst>
                                    <p:cond delay="0"/>
                                  </p:stCondLst>
                                  <p:childTnLst>
                                    <p:animMotion origin="layout" path="M -4.79167E-6 -4.44444E-6 L 0.31537 -0.00138 " pathEditMode="relative" rAng="0" ptsTypes="AA">
                                      <p:cBhvr>
                                        <p:cTn id="57" dur="2000" fill="hold"/>
                                        <p:tgtEl>
                                          <p:spTgt spid="26"/>
                                        </p:tgtEl>
                                        <p:attrNameLst>
                                          <p:attrName>ppt_x</p:attrName>
                                          <p:attrName>ppt_y</p:attrName>
                                        </p:attrNameLst>
                                      </p:cBhvr>
                                      <p:rCtr x="15768" y="-69"/>
                                    </p:animMotion>
                                  </p:childTnLst>
                                </p:cTn>
                              </p:par>
                            </p:childTnLst>
                          </p:cTn>
                        </p:par>
                        <p:par>
                          <p:cTn id="58" fill="hold">
                            <p:stCondLst>
                              <p:cond delay="2000"/>
                            </p:stCondLst>
                            <p:childTnLst>
                              <p:par>
                                <p:cTn id="59" presetID="12" presetClass="entr" presetSubtype="8" fill="hold" grpId="0" nodeType="after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p:tgtEl>
                                          <p:spTgt spid="27"/>
                                        </p:tgtEl>
                                        <p:attrNameLst>
                                          <p:attrName>ppt_x</p:attrName>
                                        </p:attrNameLst>
                                      </p:cBhvr>
                                      <p:tavLst>
                                        <p:tav tm="0">
                                          <p:val>
                                            <p:strVal val="#ppt_x-#ppt_w*1.125000"/>
                                          </p:val>
                                        </p:tav>
                                        <p:tav tm="100000">
                                          <p:val>
                                            <p:strVal val="#ppt_x"/>
                                          </p:val>
                                        </p:tav>
                                      </p:tavLst>
                                    </p:anim>
                                    <p:animEffect transition="in" filter="wipe(right)">
                                      <p:cBhvr>
                                        <p:cTn id="62" dur="500"/>
                                        <p:tgtEl>
                                          <p:spTgt spid="27"/>
                                        </p:tgtEl>
                                      </p:cBhvr>
                                    </p:animEffect>
                                  </p:childTnLst>
                                </p:cTn>
                              </p:par>
                            </p:childTnLst>
                          </p:cTn>
                        </p:par>
                        <p:par>
                          <p:cTn id="63" fill="hold">
                            <p:stCondLst>
                              <p:cond delay="2500"/>
                            </p:stCondLst>
                            <p:childTnLst>
                              <p:par>
                                <p:cTn id="64" presetID="12" presetClass="entr" presetSubtype="8"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 calcmode="lin" valueType="num">
                                      <p:cBhvr additive="base">
                                        <p:cTn id="66" dur="500"/>
                                        <p:tgtEl>
                                          <p:spTgt spid="28"/>
                                        </p:tgtEl>
                                        <p:attrNameLst>
                                          <p:attrName>ppt_x</p:attrName>
                                        </p:attrNameLst>
                                      </p:cBhvr>
                                      <p:tavLst>
                                        <p:tav tm="0">
                                          <p:val>
                                            <p:strVal val="#ppt_x-#ppt_w*1.125000"/>
                                          </p:val>
                                        </p:tav>
                                        <p:tav tm="100000">
                                          <p:val>
                                            <p:strVal val="#ppt_x"/>
                                          </p:val>
                                        </p:tav>
                                      </p:tavLst>
                                    </p:anim>
                                    <p:animEffect transition="in" filter="wipe(right)">
                                      <p:cBhvr>
                                        <p:cTn id="67" dur="500"/>
                                        <p:tgtEl>
                                          <p:spTgt spid="28"/>
                                        </p:tgtEl>
                                      </p:cBhvr>
                                    </p:animEffect>
                                  </p:childTnLst>
                                </p:cTn>
                              </p:par>
                            </p:childTnLst>
                          </p:cTn>
                        </p:par>
                        <p:par>
                          <p:cTn id="68" fill="hold">
                            <p:stCondLst>
                              <p:cond delay="3000"/>
                            </p:stCondLst>
                            <p:childTnLst>
                              <p:par>
                                <p:cTn id="69" presetID="12" presetClass="entr" presetSubtype="8" fill="hold" grpId="0" nodeType="after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additive="base">
                                        <p:cTn id="71" dur="500"/>
                                        <p:tgtEl>
                                          <p:spTgt spid="29"/>
                                        </p:tgtEl>
                                        <p:attrNameLst>
                                          <p:attrName>ppt_x</p:attrName>
                                        </p:attrNameLst>
                                      </p:cBhvr>
                                      <p:tavLst>
                                        <p:tav tm="0">
                                          <p:val>
                                            <p:strVal val="#ppt_x-#ppt_w*1.125000"/>
                                          </p:val>
                                        </p:tav>
                                        <p:tav tm="100000">
                                          <p:val>
                                            <p:strVal val="#ppt_x"/>
                                          </p:val>
                                        </p:tav>
                                      </p:tavLst>
                                    </p:anim>
                                    <p:animEffect transition="in" filter="wipe(right)">
                                      <p:cBhvr>
                                        <p:cTn id="72" dur="500"/>
                                        <p:tgtEl>
                                          <p:spTgt spid="29"/>
                                        </p:tgtEl>
                                      </p:cBhvr>
                                    </p:animEffect>
                                  </p:childTnLst>
                                </p:cTn>
                              </p:par>
                            </p:childTnLst>
                          </p:cTn>
                        </p:par>
                        <p:par>
                          <p:cTn id="73" fill="hold">
                            <p:stCondLst>
                              <p:cond delay="3500"/>
                            </p:stCondLst>
                            <p:childTnLst>
                              <p:par>
                                <p:cTn id="74" presetID="12" presetClass="entr" presetSubtype="8" fill="hold" grpId="0" nodeType="afterEffect">
                                  <p:stCondLst>
                                    <p:cond delay="0"/>
                                  </p:stCondLst>
                                  <p:childTnLst>
                                    <p:set>
                                      <p:cBhvr>
                                        <p:cTn id="75" dur="1" fill="hold">
                                          <p:stCondLst>
                                            <p:cond delay="0"/>
                                          </p:stCondLst>
                                        </p:cTn>
                                        <p:tgtEl>
                                          <p:spTgt spid="30"/>
                                        </p:tgtEl>
                                        <p:attrNameLst>
                                          <p:attrName>style.visibility</p:attrName>
                                        </p:attrNameLst>
                                      </p:cBhvr>
                                      <p:to>
                                        <p:strVal val="visible"/>
                                      </p:to>
                                    </p:set>
                                    <p:anim calcmode="lin" valueType="num">
                                      <p:cBhvr additive="base">
                                        <p:cTn id="76" dur="500"/>
                                        <p:tgtEl>
                                          <p:spTgt spid="30"/>
                                        </p:tgtEl>
                                        <p:attrNameLst>
                                          <p:attrName>ppt_x</p:attrName>
                                        </p:attrNameLst>
                                      </p:cBhvr>
                                      <p:tavLst>
                                        <p:tav tm="0">
                                          <p:val>
                                            <p:strVal val="#ppt_x-#ppt_w*1.125000"/>
                                          </p:val>
                                        </p:tav>
                                        <p:tav tm="100000">
                                          <p:val>
                                            <p:strVal val="#ppt_x"/>
                                          </p:val>
                                        </p:tav>
                                      </p:tavLst>
                                    </p:anim>
                                    <p:animEffect transition="in" filter="wipe(right)">
                                      <p:cBhvr>
                                        <p:cTn id="77" dur="500"/>
                                        <p:tgtEl>
                                          <p:spTgt spid="30"/>
                                        </p:tgtEl>
                                      </p:cBhvr>
                                    </p:animEffect>
                                  </p:childTnLst>
                                </p:cTn>
                              </p:par>
                            </p:childTnLst>
                          </p:cTn>
                        </p:par>
                        <p:par>
                          <p:cTn id="78" fill="hold">
                            <p:stCondLst>
                              <p:cond delay="4000"/>
                            </p:stCondLst>
                            <p:childTnLst>
                              <p:par>
                                <p:cTn id="79" presetID="12" presetClass="entr" presetSubtype="8" fill="hold" grpId="0" nodeType="afterEffect">
                                  <p:stCondLst>
                                    <p:cond delay="0"/>
                                  </p:stCondLst>
                                  <p:childTnLst>
                                    <p:set>
                                      <p:cBhvr>
                                        <p:cTn id="80" dur="1" fill="hold">
                                          <p:stCondLst>
                                            <p:cond delay="0"/>
                                          </p:stCondLst>
                                        </p:cTn>
                                        <p:tgtEl>
                                          <p:spTgt spid="31"/>
                                        </p:tgtEl>
                                        <p:attrNameLst>
                                          <p:attrName>style.visibility</p:attrName>
                                        </p:attrNameLst>
                                      </p:cBhvr>
                                      <p:to>
                                        <p:strVal val="visible"/>
                                      </p:to>
                                    </p:set>
                                    <p:anim calcmode="lin" valueType="num">
                                      <p:cBhvr additive="base">
                                        <p:cTn id="81" dur="500"/>
                                        <p:tgtEl>
                                          <p:spTgt spid="31"/>
                                        </p:tgtEl>
                                        <p:attrNameLst>
                                          <p:attrName>ppt_x</p:attrName>
                                        </p:attrNameLst>
                                      </p:cBhvr>
                                      <p:tavLst>
                                        <p:tav tm="0">
                                          <p:val>
                                            <p:strVal val="#ppt_x-#ppt_w*1.125000"/>
                                          </p:val>
                                        </p:tav>
                                        <p:tav tm="100000">
                                          <p:val>
                                            <p:strVal val="#ppt_x"/>
                                          </p:val>
                                        </p:tav>
                                      </p:tavLst>
                                    </p:anim>
                                    <p:animEffect transition="in" filter="wipe(right)">
                                      <p:cBhvr>
                                        <p:cTn id="82" dur="500"/>
                                        <p:tgtEl>
                                          <p:spTgt spid="31"/>
                                        </p:tgtEl>
                                      </p:cBhvr>
                                    </p:animEffect>
                                  </p:childTnLst>
                                </p:cTn>
                              </p:par>
                            </p:childTnLst>
                          </p:cTn>
                        </p:par>
                        <p:par>
                          <p:cTn id="83" fill="hold">
                            <p:stCondLst>
                              <p:cond delay="4500"/>
                            </p:stCondLst>
                            <p:childTnLst>
                              <p:par>
                                <p:cTn id="84" presetID="12" presetClass="entr" presetSubtype="8" fill="hold" grpId="0" nodeType="afterEffect">
                                  <p:stCondLst>
                                    <p:cond delay="0"/>
                                  </p:stCondLst>
                                  <p:childTnLst>
                                    <p:set>
                                      <p:cBhvr>
                                        <p:cTn id="85" dur="1" fill="hold">
                                          <p:stCondLst>
                                            <p:cond delay="0"/>
                                          </p:stCondLst>
                                        </p:cTn>
                                        <p:tgtEl>
                                          <p:spTgt spid="32"/>
                                        </p:tgtEl>
                                        <p:attrNameLst>
                                          <p:attrName>style.visibility</p:attrName>
                                        </p:attrNameLst>
                                      </p:cBhvr>
                                      <p:to>
                                        <p:strVal val="visible"/>
                                      </p:to>
                                    </p:set>
                                    <p:anim calcmode="lin" valueType="num">
                                      <p:cBhvr additive="base">
                                        <p:cTn id="86" dur="500"/>
                                        <p:tgtEl>
                                          <p:spTgt spid="32"/>
                                        </p:tgtEl>
                                        <p:attrNameLst>
                                          <p:attrName>ppt_x</p:attrName>
                                        </p:attrNameLst>
                                      </p:cBhvr>
                                      <p:tavLst>
                                        <p:tav tm="0">
                                          <p:val>
                                            <p:strVal val="#ppt_x-#ppt_w*1.125000"/>
                                          </p:val>
                                        </p:tav>
                                        <p:tav tm="100000">
                                          <p:val>
                                            <p:strVal val="#ppt_x"/>
                                          </p:val>
                                        </p:tav>
                                      </p:tavLst>
                                    </p:anim>
                                    <p:animEffect transition="in" filter="wipe(right)">
                                      <p:cBhvr>
                                        <p:cTn id="87" dur="500"/>
                                        <p:tgtEl>
                                          <p:spTgt spid="32"/>
                                        </p:tgtEl>
                                      </p:cBhvr>
                                    </p:animEffect>
                                  </p:childTnLst>
                                </p:cTn>
                              </p:par>
                            </p:childTnLst>
                          </p:cTn>
                        </p:par>
                        <p:par>
                          <p:cTn id="88" fill="hold">
                            <p:stCondLst>
                              <p:cond delay="5000"/>
                            </p:stCondLst>
                            <p:childTnLst>
                              <p:par>
                                <p:cTn id="89" presetID="22" presetClass="exit" presetSubtype="1" fill="hold" nodeType="afterEffect">
                                  <p:stCondLst>
                                    <p:cond delay="0"/>
                                  </p:stCondLst>
                                  <p:childTnLst>
                                    <p:animEffect transition="out" filter="wipe(up)">
                                      <p:cBhvr>
                                        <p:cTn id="90" dur="500"/>
                                        <p:tgtEl>
                                          <p:spTgt spid="25"/>
                                        </p:tgtEl>
                                      </p:cBhvr>
                                    </p:animEffect>
                                    <p:set>
                                      <p:cBhvr>
                                        <p:cTn id="91" dur="1" fill="hold">
                                          <p:stCondLst>
                                            <p:cond delay="499"/>
                                          </p:stCondLst>
                                        </p:cTn>
                                        <p:tgtEl>
                                          <p:spTgt spid="25"/>
                                        </p:tgtEl>
                                        <p:attrNameLst>
                                          <p:attrName>style.visibility</p:attrName>
                                        </p:attrNameLst>
                                      </p:cBhvr>
                                      <p:to>
                                        <p:strVal val="hidden"/>
                                      </p:to>
                                    </p:set>
                                  </p:childTnLst>
                                </p:cTn>
                              </p:par>
                            </p:childTnLst>
                          </p:cTn>
                        </p:par>
                        <p:par>
                          <p:cTn id="92" fill="hold">
                            <p:stCondLst>
                              <p:cond delay="5500"/>
                            </p:stCondLst>
                            <p:childTnLst>
                              <p:par>
                                <p:cTn id="93" presetID="22" presetClass="entr" presetSubtype="8" fill="hold" nodeType="after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left)">
                                      <p:cBhvr>
                                        <p:cTn id="95" dur="1000"/>
                                        <p:tgtEl>
                                          <p:spTgt spid="33"/>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5"/>
                                        </p:tgtEl>
                                        <p:attrNameLst>
                                          <p:attrName>style.visibility</p:attrName>
                                        </p:attrNameLst>
                                      </p:cBhvr>
                                      <p:to>
                                        <p:strVal val="visible"/>
                                      </p:to>
                                    </p:set>
                                  </p:childTnLst>
                                </p:cTn>
                              </p:par>
                            </p:childTnLst>
                          </p:cTn>
                        </p:par>
                        <p:par>
                          <p:cTn id="100" fill="hold">
                            <p:stCondLst>
                              <p:cond delay="0"/>
                            </p:stCondLst>
                            <p:childTnLst>
                              <p:par>
                                <p:cTn id="101" presetID="63" presetClass="path" presetSubtype="0" accel="50000" decel="50000" fill="hold" grpId="1" nodeType="afterEffect">
                                  <p:stCondLst>
                                    <p:cond delay="0"/>
                                  </p:stCondLst>
                                  <p:childTnLst>
                                    <p:animMotion origin="layout" path="M -3.95833E-6 1.85185E-6 L 0.21706 -0.00509 " pathEditMode="relative" rAng="0" ptsTypes="AA">
                                      <p:cBhvr>
                                        <p:cTn id="102" dur="2000" fill="hold"/>
                                        <p:tgtEl>
                                          <p:spTgt spid="35"/>
                                        </p:tgtEl>
                                        <p:attrNameLst>
                                          <p:attrName>ppt_x</p:attrName>
                                          <p:attrName>ppt_y</p:attrName>
                                        </p:attrNameLst>
                                      </p:cBhvr>
                                      <p:rCtr x="10846" y="-255"/>
                                    </p:animMotion>
                                  </p:childTnLst>
                                </p:cTn>
                              </p:par>
                            </p:childTnLst>
                          </p:cTn>
                        </p:par>
                        <p:par>
                          <p:cTn id="103" fill="hold">
                            <p:stCondLst>
                              <p:cond delay="2000"/>
                            </p:stCondLst>
                            <p:childTnLst>
                              <p:par>
                                <p:cTn id="104" presetID="22" presetClass="exit" presetSubtype="1" fill="hold" nodeType="afterEffect">
                                  <p:stCondLst>
                                    <p:cond delay="0"/>
                                  </p:stCondLst>
                                  <p:childTnLst>
                                    <p:animEffect transition="out" filter="wipe(up)">
                                      <p:cBhvr>
                                        <p:cTn id="105" dur="500"/>
                                        <p:tgtEl>
                                          <p:spTgt spid="33"/>
                                        </p:tgtEl>
                                      </p:cBhvr>
                                    </p:animEffect>
                                    <p:set>
                                      <p:cBhvr>
                                        <p:cTn id="106" dur="1" fill="hold">
                                          <p:stCondLst>
                                            <p:cond delay="499"/>
                                          </p:stCondLst>
                                        </p:cTn>
                                        <p:tgtEl>
                                          <p:spTgt spid="33"/>
                                        </p:tgtEl>
                                        <p:attrNameLst>
                                          <p:attrName>style.visibility</p:attrName>
                                        </p:attrNameLst>
                                      </p:cBhvr>
                                      <p:to>
                                        <p:strVal val="hidden"/>
                                      </p:to>
                                    </p:set>
                                  </p:childTnLst>
                                </p:cTn>
                              </p:par>
                            </p:childTnLst>
                          </p:cTn>
                        </p:par>
                        <p:par>
                          <p:cTn id="107" fill="hold">
                            <p:stCondLst>
                              <p:cond delay="2500"/>
                            </p:stCondLst>
                            <p:childTnLst>
                              <p:par>
                                <p:cTn id="108" presetID="22" presetClass="entr" presetSubtype="8" fill="hold" nodeType="after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wipe(left)">
                                      <p:cBhvr>
                                        <p:cTn id="110" dur="1000"/>
                                        <p:tgtEl>
                                          <p:spTgt spid="36"/>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xit" presetSubtype="1" fill="hold" nodeType="clickEffect">
                                  <p:stCondLst>
                                    <p:cond delay="0"/>
                                  </p:stCondLst>
                                  <p:childTnLst>
                                    <p:animEffect transition="out" filter="wipe(up)">
                                      <p:cBhvr>
                                        <p:cTn id="114" dur="500"/>
                                        <p:tgtEl>
                                          <p:spTgt spid="36"/>
                                        </p:tgtEl>
                                      </p:cBhvr>
                                    </p:animEffect>
                                    <p:set>
                                      <p:cBhvr>
                                        <p:cTn id="115" dur="1" fill="hold">
                                          <p:stCondLst>
                                            <p:cond delay="499"/>
                                          </p:stCondLst>
                                        </p:cTn>
                                        <p:tgtEl>
                                          <p:spTgt spid="36"/>
                                        </p:tgtEl>
                                        <p:attrNameLst>
                                          <p:attrName>style.visibility</p:attrName>
                                        </p:attrNameLst>
                                      </p:cBhvr>
                                      <p:to>
                                        <p:strVal val="hidden"/>
                                      </p:to>
                                    </p:set>
                                  </p:childTnLst>
                                </p:cTn>
                              </p:par>
                            </p:childTnLst>
                          </p:cTn>
                        </p:par>
                        <p:par>
                          <p:cTn id="116" fill="hold">
                            <p:stCondLst>
                              <p:cond delay="500"/>
                            </p:stCondLst>
                            <p:childTnLst>
                              <p:par>
                                <p:cTn id="117" presetID="1" presetClass="entr" presetSubtype="0" fill="hold" grpId="0" nodeType="afterEffect">
                                  <p:stCondLst>
                                    <p:cond delay="0"/>
                                  </p:stCondLst>
                                  <p:childTnLst>
                                    <p:set>
                                      <p:cBhvr>
                                        <p:cTn id="118" dur="1" fill="hold">
                                          <p:stCondLst>
                                            <p:cond delay="0"/>
                                          </p:stCondLst>
                                        </p:cTn>
                                        <p:tgtEl>
                                          <p:spTgt spid="42"/>
                                        </p:tgtEl>
                                        <p:attrNameLst>
                                          <p:attrName>style.visibility</p:attrName>
                                        </p:attrNameLst>
                                      </p:cBhvr>
                                      <p:to>
                                        <p:strVal val="visible"/>
                                      </p:to>
                                    </p:set>
                                  </p:childTnLst>
                                </p:cTn>
                              </p:par>
                            </p:childTnLst>
                          </p:cTn>
                        </p:par>
                        <p:par>
                          <p:cTn id="119" fill="hold">
                            <p:stCondLst>
                              <p:cond delay="500"/>
                            </p:stCondLst>
                            <p:childTnLst>
                              <p:par>
                                <p:cTn id="120" presetID="63" presetClass="path" presetSubtype="0" accel="50000" decel="50000" fill="hold" grpId="1" nodeType="afterEffect">
                                  <p:stCondLst>
                                    <p:cond delay="0"/>
                                  </p:stCondLst>
                                  <p:childTnLst>
                                    <p:animMotion origin="layout" path="M 1.04167E-6 7.40741E-7 L 0.34857 -0.10208 " pathEditMode="relative" rAng="0" ptsTypes="AA">
                                      <p:cBhvr>
                                        <p:cTn id="121" dur="2000" fill="hold"/>
                                        <p:tgtEl>
                                          <p:spTgt spid="42"/>
                                        </p:tgtEl>
                                        <p:attrNameLst>
                                          <p:attrName>ppt_x</p:attrName>
                                          <p:attrName>ppt_y</p:attrName>
                                        </p:attrNameLst>
                                      </p:cBhvr>
                                      <p:rCtr x="17422" y="-5116"/>
                                    </p:animMotion>
                                  </p:childTnLst>
                                </p:cTn>
                              </p:par>
                            </p:childTnLst>
                          </p:cTn>
                        </p:par>
                        <p:par>
                          <p:cTn id="122" fill="hold">
                            <p:stCondLst>
                              <p:cond delay="2500"/>
                            </p:stCondLst>
                            <p:childTnLst>
                              <p:par>
                                <p:cTn id="123" presetID="22" presetClass="entr" presetSubtype="8" fill="hold" nodeType="afterEffect">
                                  <p:stCondLst>
                                    <p:cond delay="0"/>
                                  </p:stCondLst>
                                  <p:childTnLst>
                                    <p:set>
                                      <p:cBhvr>
                                        <p:cTn id="124" dur="1" fill="hold">
                                          <p:stCondLst>
                                            <p:cond delay="0"/>
                                          </p:stCondLst>
                                        </p:cTn>
                                        <p:tgtEl>
                                          <p:spTgt spid="38"/>
                                        </p:tgtEl>
                                        <p:attrNameLst>
                                          <p:attrName>style.visibility</p:attrName>
                                        </p:attrNameLst>
                                      </p:cBhvr>
                                      <p:to>
                                        <p:strVal val="visible"/>
                                      </p:to>
                                    </p:set>
                                    <p:animEffect transition="in" filter="wipe(left)">
                                      <p:cBhvr>
                                        <p:cTn id="125" dur="1000"/>
                                        <p:tgtEl>
                                          <p:spTgt spid="38"/>
                                        </p:tgtEl>
                                      </p:cBhvr>
                                    </p:animEffect>
                                  </p:childTnLst>
                                </p:cTn>
                              </p:par>
                              <p:par>
                                <p:cTn id="126" presetID="10" presetClass="exit" presetSubtype="0" fill="hold" grpId="2" nodeType="withEffect">
                                  <p:stCondLst>
                                    <p:cond delay="250"/>
                                  </p:stCondLst>
                                  <p:childTnLst>
                                    <p:animEffect transition="out" filter="fade">
                                      <p:cBhvr>
                                        <p:cTn id="127" dur="500"/>
                                        <p:tgtEl>
                                          <p:spTgt spid="42"/>
                                        </p:tgtEl>
                                      </p:cBhvr>
                                    </p:animEffect>
                                    <p:set>
                                      <p:cBhvr>
                                        <p:cTn id="128"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6" grpId="0"/>
      <p:bldP spid="26" grpId="3"/>
      <p:bldP spid="26" grpId="4"/>
      <p:bldP spid="27" grpId="0"/>
      <p:bldP spid="28" grpId="0"/>
      <p:bldP spid="29" grpId="0"/>
      <p:bldP spid="30" grpId="0"/>
      <p:bldP spid="31" grpId="0"/>
      <p:bldP spid="32" grpId="0"/>
      <p:bldP spid="35" grpId="0"/>
      <p:bldP spid="35" grpId="1"/>
      <p:bldP spid="42" grpId="0"/>
      <p:bldP spid="42" grpId="1"/>
      <p:bldP spid="42" grpId="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E3FEE6D-97E4-93D7-E4FF-DC6D3CA25D50}"/>
              </a:ext>
            </a:extLst>
          </p:cNvPr>
          <p:cNvSpPr>
            <a:spLocks noGrp="1"/>
          </p:cNvSpPr>
          <p:nvPr>
            <p:ph type="sldNum" sz="quarter" idx="12"/>
          </p:nvPr>
        </p:nvSpPr>
        <p:spPr/>
        <p:txBody>
          <a:bodyPr/>
          <a:lstStyle/>
          <a:p>
            <a:fld id="{D7C0FE0B-717B-41AE-9FA2-CA4BF851D1C3}" type="slidenum">
              <a:rPr lang="zh-CN" altLang="en-US" smtClean="0"/>
              <a:t>5</a:t>
            </a:fld>
            <a:endParaRPr lang="zh-CN" altLang="en-US"/>
          </a:p>
        </p:txBody>
      </p:sp>
      <p:sp>
        <p:nvSpPr>
          <p:cNvPr id="8" name="文本框 7">
            <a:extLst>
              <a:ext uri="{FF2B5EF4-FFF2-40B4-BE49-F238E27FC236}">
                <a16:creationId xmlns:a16="http://schemas.microsoft.com/office/drawing/2014/main" id="{ECF072F2-B3B6-74DC-8A7B-B3158EE37973}"/>
              </a:ext>
            </a:extLst>
          </p:cNvPr>
          <p:cNvSpPr txBox="1"/>
          <p:nvPr/>
        </p:nvSpPr>
        <p:spPr>
          <a:xfrm>
            <a:off x="604209" y="898858"/>
            <a:ext cx="9874326" cy="1754326"/>
          </a:xfrm>
          <a:prstGeom prst="rect">
            <a:avLst/>
          </a:prstGeom>
          <a:solidFill>
            <a:schemeClr val="bg2"/>
          </a:solidFill>
        </p:spPr>
        <p:txBody>
          <a:bodyPr wrap="square">
            <a:spAutoFit/>
          </a:bodyPr>
          <a:lstStyle/>
          <a:p>
            <a:pPr marR="57785" eaLnBrk="1">
              <a:buNone/>
            </a:pP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Search_Seq</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SSTable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KeyType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key)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rgbClr val="000000"/>
                </a:solidFill>
                <a:latin typeface="Courier New" panose="02070309020205020404" pitchFamily="49" charset="0"/>
                <a:ea typeface="宋体" panose="02010600030101010101" pitchFamily="2" charset="-122"/>
                <a:cs typeface="宋体" panose="02010600030101010101" pitchFamily="2" charset="-122"/>
              </a:rPr>
              <a:t>//</a:t>
            </a:r>
            <a:r>
              <a:rPr lang="zh-CN" altLang="en-US" dirty="0">
                <a:solidFill>
                  <a:srgbClr val="000000"/>
                </a:solidFill>
                <a:latin typeface="Courier New" panose="02070309020205020404" pitchFamily="49" charset="0"/>
                <a:ea typeface="宋体" panose="02010600030101010101" pitchFamily="2" charset="-122"/>
                <a:cs typeface="宋体" panose="02010600030101010101" pitchFamily="2" charset="-122"/>
              </a:rPr>
              <a:t> </a:t>
            </a:r>
            <a:r>
              <a:rPr lang="zh-CN" altLang="en-US" b="1" dirty="0">
                <a:solidFill>
                  <a:srgbClr val="C00000"/>
                </a:solidFill>
                <a:latin typeface="Courier New" panose="02070309020205020404" pitchFamily="49" charset="0"/>
                <a:ea typeface="宋体" panose="02010600030101010101" pitchFamily="2" charset="-122"/>
                <a:cs typeface="宋体" panose="02010600030101010101" pitchFamily="2" charset="-122"/>
              </a:rPr>
              <a:t>算法</a:t>
            </a:r>
            <a:r>
              <a:rPr lang="en-US" altLang="zh-CN" b="1" dirty="0">
                <a:solidFill>
                  <a:srgbClr val="C00000"/>
                </a:solidFill>
                <a:latin typeface="Courier New" panose="02070309020205020404" pitchFamily="49" charset="0"/>
                <a:ea typeface="宋体" panose="02010600030101010101" pitchFamily="2" charset="-122"/>
                <a:cs typeface="宋体" panose="02010600030101010101" pitchFamily="2" charset="-122"/>
              </a:rPr>
              <a:t>9.1</a:t>
            </a:r>
            <a:endParaRPr lang="zh-CN" altLang="zh-CN" sz="1800" b="1" dirty="0">
              <a:solidFill>
                <a:srgbClr val="C00000"/>
              </a:solidFill>
              <a:effectLst/>
              <a:latin typeface="宋体" panose="02010600030101010101" pitchFamily="2" charset="-122"/>
              <a:ea typeface="宋体" panose="02010600030101010101" pitchFamily="2" charset="-122"/>
              <a:cs typeface="宋体" panose="02010600030101010101" pitchFamily="2" charset="-122"/>
            </a:endParaRP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在静态查找表</a:t>
            </a:r>
            <a:r>
              <a:rPr lang="en-US" altLang="zh-CN" dirty="0">
                <a:solidFill>
                  <a:schemeClr val="accent6">
                    <a:lumMod val="75000"/>
                  </a:schemeClr>
                </a:solidFill>
                <a:latin typeface="Courier New" panose="02070309020205020404" pitchFamily="49" charset="0"/>
                <a:ea typeface="宋体" panose="02010600030101010101" pitchFamily="2" charset="-122"/>
              </a:rPr>
              <a:t>ST</a:t>
            </a:r>
            <a:r>
              <a:rPr lang="zh-CN" altLang="zh-CN" dirty="0">
                <a:solidFill>
                  <a:schemeClr val="accent6">
                    <a:lumMod val="75000"/>
                  </a:schemeClr>
                </a:solidFill>
                <a:latin typeface="Courier New" panose="02070309020205020404" pitchFamily="49" charset="0"/>
                <a:ea typeface="宋体" panose="02010600030101010101" pitchFamily="2" charset="-122"/>
              </a:rPr>
              <a:t>顺序查找关键字等于</a:t>
            </a:r>
            <a:r>
              <a:rPr lang="en-US" altLang="zh-CN" dirty="0">
                <a:solidFill>
                  <a:schemeClr val="accent6">
                    <a:lumMod val="75000"/>
                  </a:schemeClr>
                </a:solidFill>
                <a:latin typeface="Courier New" panose="02070309020205020404" pitchFamily="49" charset="0"/>
                <a:ea typeface="宋体" panose="02010600030101010101" pitchFamily="2" charset="-122"/>
              </a:rPr>
              <a:t>key</a:t>
            </a:r>
            <a:r>
              <a:rPr lang="zh-CN" altLang="zh-CN" dirty="0">
                <a:solidFill>
                  <a:schemeClr val="accent6">
                    <a:lumMod val="75000"/>
                  </a:schemeClr>
                </a:solidFill>
                <a:latin typeface="Courier New" panose="02070309020205020404" pitchFamily="49" charset="0"/>
                <a:ea typeface="宋体" panose="02010600030101010101" pitchFamily="2" charset="-122"/>
              </a:rPr>
              <a:t>的数据元素，找到则返回其位序，否则返回</a:t>
            </a:r>
            <a:r>
              <a:rPr lang="en-US" altLang="zh-CN" dirty="0">
                <a:solidFill>
                  <a:schemeClr val="accent6">
                    <a:lumMod val="75000"/>
                  </a:schemeClr>
                </a:solidFill>
                <a:latin typeface="Courier New" panose="02070309020205020404" pitchFamily="49" charset="0"/>
                <a:ea typeface="宋体" panose="02010600030101010101" pitchFamily="2" charset="-122"/>
              </a:rPr>
              <a:t>0</a:t>
            </a:r>
            <a:endParaRPr lang="zh-CN" altLang="zh-CN" dirty="0">
              <a:solidFill>
                <a:schemeClr val="accent6">
                  <a:lumMod val="75000"/>
                </a:schemeClr>
              </a:solidFill>
              <a:latin typeface="Courier New" panose="02070309020205020404" pitchFamily="49" charset="0"/>
              <a:ea typeface="宋体" panose="02010600030101010101" pitchFamily="2" charset="-122"/>
            </a:endParaRP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[0].key = key;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“哨兵”</a:t>
            </a: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for</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i</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len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i</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].key</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=key;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i</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从后往前找</a:t>
            </a:r>
          </a:p>
          <a:p>
            <a:pPr marR="57785"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return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i</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找不到时，</a:t>
            </a:r>
            <a:r>
              <a:rPr lang="en-US" altLang="zh-CN" dirty="0" err="1">
                <a:solidFill>
                  <a:schemeClr val="accent6">
                    <a:lumMod val="75000"/>
                  </a:schemeClr>
                </a:solidFill>
                <a:latin typeface="Courier New" panose="02070309020205020404" pitchFamily="49" charset="0"/>
                <a:ea typeface="宋体" panose="02010600030101010101" pitchFamily="2" charset="-122"/>
              </a:rPr>
              <a:t>i</a:t>
            </a:r>
            <a:r>
              <a:rPr lang="zh-CN" altLang="zh-CN" dirty="0">
                <a:solidFill>
                  <a:schemeClr val="accent6">
                    <a:lumMod val="75000"/>
                  </a:schemeClr>
                </a:solidFill>
                <a:latin typeface="Courier New" panose="02070309020205020404" pitchFamily="49" charset="0"/>
                <a:ea typeface="宋体" panose="02010600030101010101" pitchFamily="2" charset="-122"/>
              </a:rPr>
              <a:t>为</a:t>
            </a:r>
            <a:r>
              <a:rPr lang="en-US" altLang="zh-CN" dirty="0">
                <a:solidFill>
                  <a:schemeClr val="accent6">
                    <a:lumMod val="75000"/>
                  </a:schemeClr>
                </a:solidFill>
                <a:latin typeface="Courier New" panose="02070309020205020404" pitchFamily="49" charset="0"/>
                <a:ea typeface="宋体" panose="02010600030101010101" pitchFamily="2" charset="-122"/>
              </a:rPr>
              <a:t>0</a:t>
            </a:r>
            <a:endParaRPr lang="zh-CN" altLang="zh-CN" dirty="0">
              <a:solidFill>
                <a:schemeClr val="accent6">
                  <a:lumMod val="75000"/>
                </a:schemeClr>
              </a:solidFill>
              <a:latin typeface="Courier New" panose="02070309020205020404" pitchFamily="49" charset="0"/>
              <a:ea typeface="宋体" panose="02010600030101010101" pitchFamily="2" charset="-122"/>
            </a:endParaRPr>
          </a:p>
          <a:p>
            <a:pPr marR="57785" eaLnBrk="1">
              <a:buNone/>
            </a:pP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a:extLst>
              <a:ext uri="{FF2B5EF4-FFF2-40B4-BE49-F238E27FC236}">
                <a16:creationId xmlns:a16="http://schemas.microsoft.com/office/drawing/2014/main" id="{14C817D1-F968-96B1-8E76-02B1FE2E9136}"/>
              </a:ext>
            </a:extLst>
          </p:cNvPr>
          <p:cNvSpPr txBox="1"/>
          <p:nvPr/>
        </p:nvSpPr>
        <p:spPr>
          <a:xfrm>
            <a:off x="1080533" y="254527"/>
            <a:ext cx="3273499" cy="461665"/>
          </a:xfrm>
          <a:prstGeom prst="rect">
            <a:avLst/>
          </a:prstGeom>
          <a:noFill/>
        </p:spPr>
        <p:txBody>
          <a:bodyPr wrap="square">
            <a:spAutoFit/>
          </a:bodyPr>
          <a:lstStyle/>
          <a:p>
            <a:pPr indent="270510">
              <a:spcBef>
                <a:spcPts val="1300"/>
              </a:spcBef>
              <a:spcAft>
                <a:spcPts val="1300"/>
              </a:spcAft>
              <a:buNone/>
            </a:pPr>
            <a:r>
              <a:rPr lang="en-US" altLang="zh-CN" sz="2400"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9.1.1  </a:t>
            </a:r>
            <a:r>
              <a:rPr lang="zh-CN" altLang="zh-CN" sz="2400"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顺序表</a:t>
            </a:r>
            <a:r>
              <a:rPr lang="zh-CN" altLang="en-US" sz="2400"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的查找</a:t>
            </a:r>
            <a:endParaRPr lang="zh-CN" altLang="zh-CN" sz="2400"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F11FEAF2-B588-A692-01BE-811B961E7A7A}"/>
              </a:ext>
            </a:extLst>
          </p:cNvPr>
          <p:cNvSpPr txBox="1"/>
          <p:nvPr/>
        </p:nvSpPr>
        <p:spPr>
          <a:xfrm>
            <a:off x="499242" y="2792773"/>
            <a:ext cx="4144271" cy="3798989"/>
          </a:xfrm>
          <a:prstGeom prst="rect">
            <a:avLst/>
          </a:prstGeom>
          <a:noFill/>
        </p:spPr>
        <p:txBody>
          <a:bodyPr wrap="square">
            <a:spAutoFit/>
          </a:bodyPr>
          <a:lstStyle/>
          <a:p>
            <a:pPr algn="just">
              <a:lnSpc>
                <a:spcPct val="120000"/>
              </a:lnSpc>
            </a:pPr>
            <a:r>
              <a:rPr lang="zh-CN" altLang="en-US" b="0" i="0" u="none" strike="noStrike" dirty="0">
                <a:solidFill>
                  <a:srgbClr val="000000"/>
                </a:solidFill>
                <a:latin typeface="FZSSK"/>
              </a:rPr>
              <a:t>这个算法的思想和</a:t>
            </a:r>
            <a:r>
              <a:rPr lang="zh-CN" altLang="en-US" b="0" i="0" u="none" strike="noStrike" dirty="0">
                <a:solidFill>
                  <a:srgbClr val="3B11EF"/>
                </a:solidFill>
                <a:latin typeface="+mj-ea"/>
                <a:ea typeface="+mj-ea"/>
              </a:rPr>
              <a:t>第</a:t>
            </a:r>
            <a:r>
              <a:rPr lang="en-US" altLang="zh-CN" b="0" i="0" u="none" strike="noStrike" dirty="0">
                <a:solidFill>
                  <a:srgbClr val="3B11EF"/>
                </a:solidFill>
                <a:latin typeface="+mj-ea"/>
                <a:ea typeface="+mj-ea"/>
              </a:rPr>
              <a:t>2</a:t>
            </a:r>
            <a:r>
              <a:rPr lang="zh-CN" altLang="en-US" b="0" i="0" u="none" strike="noStrike" dirty="0">
                <a:solidFill>
                  <a:srgbClr val="3B11EF"/>
                </a:solidFill>
                <a:latin typeface="+mj-ea"/>
                <a:ea typeface="+mj-ea"/>
              </a:rPr>
              <a:t>章</a:t>
            </a:r>
            <a:r>
              <a:rPr lang="zh-CN" altLang="en-US" b="0" i="0" u="none" strike="noStrike" dirty="0">
                <a:solidFill>
                  <a:srgbClr val="000000"/>
                </a:solidFill>
                <a:latin typeface="FZSSK"/>
              </a:rPr>
              <a:t>中的函数</a:t>
            </a:r>
            <a:r>
              <a:rPr lang="en-US" altLang="zh-CN" b="0" i="0" u="none" strike="noStrike" dirty="0" err="1">
                <a:solidFill>
                  <a:srgbClr val="000000"/>
                </a:solidFill>
                <a:latin typeface="E"/>
              </a:rPr>
              <a:t>LocateElem_Sq</a:t>
            </a:r>
            <a:r>
              <a:rPr lang="zh-CN" altLang="en-US" b="0" i="0" u="none" strike="noStrike" dirty="0">
                <a:solidFill>
                  <a:srgbClr val="000000"/>
                </a:solidFill>
                <a:latin typeface="FZSSK"/>
              </a:rPr>
              <a:t>一致</a:t>
            </a:r>
            <a:r>
              <a:rPr lang="zh-CN" altLang="en-US" b="0" i="0" u="none" strike="noStrike" dirty="0">
                <a:solidFill>
                  <a:srgbClr val="000000"/>
                </a:solidFill>
                <a:latin typeface="E"/>
              </a:rPr>
              <a:t>。</a:t>
            </a:r>
            <a:r>
              <a:rPr lang="zh-CN" altLang="en-US" b="0" i="0" u="none" strike="noStrike" dirty="0">
                <a:solidFill>
                  <a:srgbClr val="000000"/>
                </a:solidFill>
                <a:latin typeface="FZSSK"/>
              </a:rPr>
              <a:t>只是在</a:t>
            </a:r>
            <a:r>
              <a:rPr lang="en-US" altLang="zh-CN" b="0" i="0" u="none" strike="noStrike" dirty="0" err="1">
                <a:solidFill>
                  <a:srgbClr val="000000"/>
                </a:solidFill>
                <a:latin typeface="E"/>
              </a:rPr>
              <a:t>Search_Seq</a:t>
            </a:r>
            <a:r>
              <a:rPr lang="zh-CN" altLang="en-US" b="0" i="0" u="none" strike="noStrike" dirty="0">
                <a:solidFill>
                  <a:srgbClr val="000000"/>
                </a:solidFill>
                <a:latin typeface="FZSSK"/>
              </a:rPr>
              <a:t>中</a:t>
            </a:r>
            <a:r>
              <a:rPr lang="zh-CN" altLang="en-US" dirty="0">
                <a:solidFill>
                  <a:srgbClr val="000000"/>
                </a:solidFill>
                <a:latin typeface="E"/>
              </a:rPr>
              <a:t>，</a:t>
            </a:r>
            <a:r>
              <a:rPr lang="zh-CN" altLang="en-US" b="0" i="0" u="none" strike="noStrike" dirty="0">
                <a:solidFill>
                  <a:srgbClr val="000000"/>
                </a:solidFill>
                <a:latin typeface="FZSSK"/>
              </a:rPr>
              <a:t>查找之前先对</a:t>
            </a:r>
            <a:r>
              <a:rPr lang="en-US" altLang="zh-CN" b="0" i="0" u="none" strike="noStrike" dirty="0">
                <a:solidFill>
                  <a:srgbClr val="000000"/>
                </a:solidFill>
                <a:latin typeface="E"/>
              </a:rPr>
              <a:t>ST</a:t>
            </a:r>
            <a:r>
              <a:rPr lang="en-US" altLang="zh-CN" b="0" i="0" u="none" strike="noStrike" dirty="0">
                <a:solidFill>
                  <a:srgbClr val="000000"/>
                </a:solidFill>
                <a:latin typeface="Courier New" panose="02070309020205020404" pitchFamily="49" charset="0"/>
              </a:rPr>
              <a:t>-&gt;</a:t>
            </a:r>
            <a:r>
              <a:rPr lang="en-US" altLang="zh-CN" b="0" i="0" u="none" strike="noStrike" dirty="0" err="1">
                <a:solidFill>
                  <a:srgbClr val="000000"/>
                </a:solidFill>
                <a:latin typeface="E"/>
              </a:rPr>
              <a:t>elem</a:t>
            </a:r>
            <a:r>
              <a:rPr lang="en-US" altLang="zh-CN" b="0" i="0" u="none" strike="noStrike" dirty="0">
                <a:solidFill>
                  <a:srgbClr val="000000"/>
                </a:solidFill>
                <a:latin typeface="E"/>
              </a:rPr>
              <a:t>[0]</a:t>
            </a:r>
            <a:r>
              <a:rPr lang="zh-CN" altLang="en-US" b="0" i="0" u="none" strike="noStrike" dirty="0">
                <a:solidFill>
                  <a:srgbClr val="000000"/>
                </a:solidFill>
                <a:latin typeface="FZSSK"/>
              </a:rPr>
              <a:t>的关键字赋值</a:t>
            </a:r>
            <a:r>
              <a:rPr lang="en-US" altLang="zh-CN" b="0" i="0" u="none" strike="noStrike" dirty="0">
                <a:solidFill>
                  <a:srgbClr val="000000"/>
                </a:solidFill>
                <a:latin typeface="E"/>
              </a:rPr>
              <a:t>key</a:t>
            </a:r>
            <a:r>
              <a:rPr lang="zh-CN" altLang="en-US" b="0" i="0" u="none" strike="noStrike" dirty="0">
                <a:solidFill>
                  <a:srgbClr val="000000"/>
                </a:solidFill>
                <a:latin typeface="E"/>
              </a:rPr>
              <a:t>，</a:t>
            </a:r>
            <a:r>
              <a:rPr lang="zh-CN" altLang="en-US" b="0" i="0" u="none" strike="noStrike" dirty="0">
                <a:solidFill>
                  <a:srgbClr val="000000"/>
                </a:solidFill>
                <a:latin typeface="FZSSK"/>
              </a:rPr>
              <a:t>目的在于免去查找过程中每一步都要检测整个表是否查找完毕</a:t>
            </a:r>
            <a:r>
              <a:rPr lang="zh-CN" altLang="en-US" b="0" i="0" u="none" strike="noStrike" dirty="0">
                <a:solidFill>
                  <a:srgbClr val="000000"/>
                </a:solidFill>
                <a:latin typeface="E"/>
              </a:rPr>
              <a:t>。</a:t>
            </a:r>
            <a:r>
              <a:rPr lang="zh-CN" altLang="en-US" b="0" i="0" u="none" strike="noStrike" dirty="0">
                <a:solidFill>
                  <a:srgbClr val="000000"/>
                </a:solidFill>
                <a:latin typeface="FZSSK"/>
              </a:rPr>
              <a:t>在此</a:t>
            </a:r>
            <a:r>
              <a:rPr lang="zh-CN" altLang="en-US" dirty="0">
                <a:solidFill>
                  <a:srgbClr val="000000"/>
                </a:solidFill>
                <a:latin typeface="E"/>
              </a:rPr>
              <a:t>，</a:t>
            </a:r>
            <a:r>
              <a:rPr lang="en-US" altLang="zh-CN" b="0" i="0" u="none" strike="noStrike" dirty="0">
                <a:solidFill>
                  <a:srgbClr val="000000"/>
                </a:solidFill>
                <a:latin typeface="E"/>
              </a:rPr>
              <a:t>ST</a:t>
            </a:r>
            <a:r>
              <a:rPr lang="en-US" altLang="zh-CN" b="0" i="0" u="none" strike="noStrike" dirty="0">
                <a:solidFill>
                  <a:srgbClr val="000000"/>
                </a:solidFill>
                <a:latin typeface="Courier New" panose="02070309020205020404" pitchFamily="49" charset="0"/>
              </a:rPr>
              <a:t>-&gt;</a:t>
            </a:r>
            <a:r>
              <a:rPr lang="en-US" altLang="zh-CN" b="0" i="0" u="none" strike="noStrike" dirty="0" err="1">
                <a:solidFill>
                  <a:srgbClr val="000000"/>
                </a:solidFill>
                <a:latin typeface="E"/>
              </a:rPr>
              <a:t>elem</a:t>
            </a:r>
            <a:r>
              <a:rPr lang="en-US" altLang="zh-CN" b="0" i="0" u="none" strike="noStrike" dirty="0">
                <a:solidFill>
                  <a:srgbClr val="000000"/>
                </a:solidFill>
                <a:latin typeface="E"/>
              </a:rPr>
              <a:t>[0]</a:t>
            </a:r>
            <a:r>
              <a:rPr lang="zh-CN" altLang="en-US" b="0" i="0" u="none" strike="noStrike" dirty="0">
                <a:solidFill>
                  <a:srgbClr val="000000"/>
                </a:solidFill>
                <a:latin typeface="FZSSK"/>
              </a:rPr>
              <a:t>起到了</a:t>
            </a:r>
            <a:r>
              <a:rPr lang="zh-CN" altLang="en-US" b="0" i="0" u="none" strike="noStrike" dirty="0">
                <a:solidFill>
                  <a:srgbClr val="C00000"/>
                </a:solidFill>
                <a:latin typeface="+mj-ea"/>
                <a:ea typeface="+mj-ea"/>
              </a:rPr>
              <a:t>监视哨</a:t>
            </a:r>
            <a:r>
              <a:rPr lang="zh-CN" altLang="en-US" b="0" i="0" u="none" strike="noStrike" dirty="0">
                <a:solidFill>
                  <a:srgbClr val="000000"/>
                </a:solidFill>
                <a:latin typeface="FZSSK"/>
              </a:rPr>
              <a:t>的作用</a:t>
            </a:r>
            <a:r>
              <a:rPr lang="zh-CN" altLang="en-US" b="0" i="0" u="none" strike="noStrike" dirty="0">
                <a:solidFill>
                  <a:srgbClr val="000000"/>
                </a:solidFill>
                <a:latin typeface="E"/>
              </a:rPr>
              <a:t>。</a:t>
            </a:r>
            <a:endParaRPr lang="en-US" altLang="zh-CN" b="0" i="0" u="none" strike="noStrike" dirty="0">
              <a:solidFill>
                <a:srgbClr val="000000"/>
              </a:solidFill>
              <a:latin typeface="E"/>
            </a:endParaRPr>
          </a:p>
          <a:p>
            <a:pPr algn="just">
              <a:lnSpc>
                <a:spcPct val="120000"/>
              </a:lnSpc>
              <a:spcBef>
                <a:spcPts val="600"/>
              </a:spcBef>
            </a:pPr>
            <a:r>
              <a:rPr lang="zh-CN" altLang="en-US" b="0" i="0" u="none" strike="noStrike" dirty="0">
                <a:solidFill>
                  <a:srgbClr val="000000"/>
                </a:solidFill>
                <a:latin typeface="FZSSK"/>
              </a:rPr>
              <a:t>这仅是一个程序设计技巧 上的改进</a:t>
            </a:r>
            <a:r>
              <a:rPr lang="zh-CN" altLang="en-US" dirty="0">
                <a:solidFill>
                  <a:srgbClr val="000000"/>
                </a:solidFill>
                <a:latin typeface="E"/>
              </a:rPr>
              <a:t>，</a:t>
            </a:r>
            <a:r>
              <a:rPr lang="zh-CN" altLang="en-US" b="0" i="0" u="none" strike="noStrike" dirty="0">
                <a:solidFill>
                  <a:srgbClr val="000000"/>
                </a:solidFill>
                <a:latin typeface="FZSSK"/>
              </a:rPr>
              <a:t>然而实践证明，这个改进能使顺序查找在 </a:t>
            </a:r>
            <a:r>
              <a:rPr lang="en-US" altLang="zh-CN" b="0" i="0" u="none" strike="noStrike" dirty="0">
                <a:solidFill>
                  <a:srgbClr val="000000"/>
                </a:solidFill>
                <a:latin typeface="E"/>
              </a:rPr>
              <a:t>ST</a:t>
            </a:r>
            <a:r>
              <a:rPr lang="en-US" altLang="zh-CN" b="0" i="0" u="none" strike="noStrike" dirty="0">
                <a:solidFill>
                  <a:srgbClr val="000000"/>
                </a:solidFill>
                <a:latin typeface="Courier New" panose="02070309020205020404" pitchFamily="49" charset="0"/>
              </a:rPr>
              <a:t>-&gt;</a:t>
            </a:r>
            <a:r>
              <a:rPr lang="en-US" altLang="zh-CN" b="0" i="0" u="none" strike="noStrike" dirty="0" err="1">
                <a:solidFill>
                  <a:srgbClr val="000000"/>
                </a:solidFill>
                <a:latin typeface="E"/>
              </a:rPr>
              <a:t>len</a:t>
            </a:r>
            <a:r>
              <a:rPr lang="en-US" altLang="zh-CN" b="0" i="0" u="none" strike="noStrike" dirty="0" err="1">
                <a:solidFill>
                  <a:srgbClr val="000000"/>
                </a:solidFill>
                <a:latin typeface="+mn-ea"/>
              </a:rPr>
              <a:t>≥</a:t>
            </a:r>
            <a:r>
              <a:rPr lang="en-US" altLang="zh-CN" b="0" i="0" u="none" strike="noStrike" dirty="0" err="1">
                <a:solidFill>
                  <a:srgbClr val="000000"/>
                </a:solidFill>
                <a:latin typeface="E"/>
              </a:rPr>
              <a:t>1000</a:t>
            </a:r>
            <a:r>
              <a:rPr lang="zh-CN" altLang="en-US" b="0" i="0" u="none" strike="noStrike" dirty="0">
                <a:solidFill>
                  <a:srgbClr val="000000"/>
                </a:solidFill>
                <a:latin typeface="FZSSK"/>
              </a:rPr>
              <a:t>时</a:t>
            </a:r>
            <a:r>
              <a:rPr lang="zh-CN" altLang="en-US" dirty="0">
                <a:solidFill>
                  <a:srgbClr val="000000"/>
                </a:solidFill>
                <a:latin typeface="E"/>
              </a:rPr>
              <a:t>，</a:t>
            </a:r>
            <a:r>
              <a:rPr lang="zh-CN" altLang="en-US" b="0" i="0" u="none" strike="noStrike" dirty="0">
                <a:solidFill>
                  <a:srgbClr val="000000"/>
                </a:solidFill>
                <a:latin typeface="FZSSK"/>
              </a:rPr>
              <a:t>进行一次查找所需的平均时间几乎减少</a:t>
            </a:r>
            <a:r>
              <a:rPr lang="zh-CN" altLang="en-US" dirty="0">
                <a:solidFill>
                  <a:srgbClr val="000000"/>
                </a:solidFill>
                <a:latin typeface="FZSSK"/>
              </a:rPr>
              <a:t>一半</a:t>
            </a:r>
            <a:r>
              <a:rPr lang="zh-CN" altLang="en-US" b="0" i="0" u="none" strike="noStrike" dirty="0">
                <a:solidFill>
                  <a:srgbClr val="000000"/>
                </a:solidFill>
                <a:latin typeface="E"/>
              </a:rPr>
              <a:t>。</a:t>
            </a:r>
            <a:r>
              <a:rPr lang="zh-CN" altLang="en-US" b="0" i="0" u="none" strike="noStrike" dirty="0">
                <a:solidFill>
                  <a:srgbClr val="000000"/>
                </a:solidFill>
                <a:latin typeface="FZSSK"/>
              </a:rPr>
              <a:t>当然</a:t>
            </a:r>
            <a:r>
              <a:rPr lang="zh-CN" altLang="en-US" dirty="0">
                <a:solidFill>
                  <a:srgbClr val="000000"/>
                </a:solidFill>
                <a:latin typeface="E"/>
              </a:rPr>
              <a:t>，</a:t>
            </a:r>
            <a:r>
              <a:rPr lang="zh-CN" altLang="en-US" b="0" i="0" u="none" strike="noStrike" dirty="0">
                <a:solidFill>
                  <a:srgbClr val="000000"/>
                </a:solidFill>
                <a:latin typeface="FZSSK"/>
              </a:rPr>
              <a:t>监视哨也可设在高下标处</a:t>
            </a:r>
            <a:r>
              <a:rPr lang="zh-CN" altLang="en-US" b="0" i="0" u="none" strike="noStrike" dirty="0">
                <a:solidFill>
                  <a:srgbClr val="000000"/>
                </a:solidFill>
                <a:latin typeface="E"/>
              </a:rPr>
              <a:t>。</a:t>
            </a:r>
          </a:p>
        </p:txBody>
      </p:sp>
      <p:grpSp>
        <p:nvGrpSpPr>
          <p:cNvPr id="6" name="组合 5">
            <a:extLst>
              <a:ext uri="{FF2B5EF4-FFF2-40B4-BE49-F238E27FC236}">
                <a16:creationId xmlns:a16="http://schemas.microsoft.com/office/drawing/2014/main" id="{DB044D11-6BC9-AE03-459C-B52D54BBD367}"/>
              </a:ext>
            </a:extLst>
          </p:cNvPr>
          <p:cNvGrpSpPr/>
          <p:nvPr/>
        </p:nvGrpSpPr>
        <p:grpSpPr>
          <a:xfrm>
            <a:off x="5403514" y="4448127"/>
            <a:ext cx="1150976" cy="692665"/>
            <a:chOff x="4888317" y="4963781"/>
            <a:chExt cx="1150976" cy="692665"/>
          </a:xfrm>
        </p:grpSpPr>
        <p:grpSp>
          <p:nvGrpSpPr>
            <p:cNvPr id="22" name="组合 21">
              <a:extLst>
                <a:ext uri="{FF2B5EF4-FFF2-40B4-BE49-F238E27FC236}">
                  <a16:creationId xmlns:a16="http://schemas.microsoft.com/office/drawing/2014/main" id="{03A0060F-AD98-C36C-8C7B-387CA3E8D2B1}"/>
                </a:ext>
              </a:extLst>
            </p:cNvPr>
            <p:cNvGrpSpPr/>
            <p:nvPr/>
          </p:nvGrpSpPr>
          <p:grpSpPr>
            <a:xfrm>
              <a:off x="5598042" y="5007935"/>
              <a:ext cx="441251" cy="622890"/>
              <a:chOff x="5598042" y="5007935"/>
              <a:chExt cx="441251" cy="622890"/>
            </a:xfrm>
          </p:grpSpPr>
          <p:sp>
            <p:nvSpPr>
              <p:cNvPr id="25" name="矩形 24">
                <a:extLst>
                  <a:ext uri="{FF2B5EF4-FFF2-40B4-BE49-F238E27FC236}">
                    <a16:creationId xmlns:a16="http://schemas.microsoft.com/office/drawing/2014/main" id="{1E100EDC-AAC3-FEEA-D068-360C39700B46}"/>
                  </a:ext>
                </a:extLst>
              </p:cNvPr>
              <p:cNvSpPr/>
              <p:nvPr/>
            </p:nvSpPr>
            <p:spPr>
              <a:xfrm>
                <a:off x="5598042" y="5007935"/>
                <a:ext cx="441251" cy="31366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 name="矩形 25">
                <a:extLst>
                  <a:ext uri="{FF2B5EF4-FFF2-40B4-BE49-F238E27FC236}">
                    <a16:creationId xmlns:a16="http://schemas.microsoft.com/office/drawing/2014/main" id="{C756E85A-34D1-5B04-0444-3C5FE7944BF7}"/>
                  </a:ext>
                </a:extLst>
              </p:cNvPr>
              <p:cNvSpPr/>
              <p:nvPr/>
            </p:nvSpPr>
            <p:spPr>
              <a:xfrm>
                <a:off x="5598042" y="5317165"/>
                <a:ext cx="441251" cy="31366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3" name="文本框 14">
              <a:extLst>
                <a:ext uri="{FF2B5EF4-FFF2-40B4-BE49-F238E27FC236}">
                  <a16:creationId xmlns:a16="http://schemas.microsoft.com/office/drawing/2014/main" id="{7949BDB3-A40D-006F-FE9A-9FECF142AD2D}"/>
                </a:ext>
              </a:extLst>
            </p:cNvPr>
            <p:cNvSpPr txBox="1"/>
            <p:nvPr/>
          </p:nvSpPr>
          <p:spPr>
            <a:xfrm>
              <a:off x="4888317" y="4963781"/>
              <a:ext cx="736099"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err="1">
                  <a:latin typeface="Courier New" panose="02070309020205020404" pitchFamily="49" charset="0"/>
                  <a:cs typeface="Courier New" panose="02070309020205020404" pitchFamily="49" charset="0"/>
                </a:rPr>
                <a:t>elem</a:t>
              </a:r>
              <a:endParaRPr lang="zh-CN" altLang="en-US" b="1" dirty="0">
                <a:latin typeface="Courier New" panose="02070309020205020404" pitchFamily="49" charset="0"/>
                <a:cs typeface="Courier New" panose="02070309020205020404" pitchFamily="49" charset="0"/>
              </a:endParaRPr>
            </a:p>
          </p:txBody>
        </p:sp>
        <p:sp>
          <p:nvSpPr>
            <p:cNvPr id="24" name="文本框 15">
              <a:extLst>
                <a:ext uri="{FF2B5EF4-FFF2-40B4-BE49-F238E27FC236}">
                  <a16:creationId xmlns:a16="http://schemas.microsoft.com/office/drawing/2014/main" id="{248B30EF-F7B7-FEEC-C730-DD0FF5353044}"/>
                </a:ext>
              </a:extLst>
            </p:cNvPr>
            <p:cNvSpPr txBox="1"/>
            <p:nvPr/>
          </p:nvSpPr>
          <p:spPr>
            <a:xfrm>
              <a:off x="5026175" y="5287114"/>
              <a:ext cx="59824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b="1" dirty="0" err="1">
                  <a:latin typeface="Courier New" panose="02070309020205020404" pitchFamily="49" charset="0"/>
                  <a:cs typeface="Courier New" panose="02070309020205020404" pitchFamily="49" charset="0"/>
                </a:rPr>
                <a:t>len</a:t>
              </a:r>
              <a:endParaRPr lang="zh-CN" altLang="en-US" b="1" dirty="0">
                <a:latin typeface="Courier New" panose="02070309020205020404" pitchFamily="49" charset="0"/>
                <a:cs typeface="Courier New" panose="02070309020205020404" pitchFamily="49" charset="0"/>
              </a:endParaRPr>
            </a:p>
          </p:txBody>
        </p:sp>
      </p:grpSp>
      <p:grpSp>
        <p:nvGrpSpPr>
          <p:cNvPr id="7" name="组合 6">
            <a:extLst>
              <a:ext uri="{FF2B5EF4-FFF2-40B4-BE49-F238E27FC236}">
                <a16:creationId xmlns:a16="http://schemas.microsoft.com/office/drawing/2014/main" id="{1C64395B-3A0B-D98A-0FA1-3A198D4912D5}"/>
              </a:ext>
            </a:extLst>
          </p:cNvPr>
          <p:cNvGrpSpPr/>
          <p:nvPr/>
        </p:nvGrpSpPr>
        <p:grpSpPr>
          <a:xfrm>
            <a:off x="6032862" y="4037153"/>
            <a:ext cx="363133" cy="469956"/>
            <a:chOff x="8340989" y="543313"/>
            <a:chExt cx="328925" cy="374524"/>
          </a:xfrm>
        </p:grpSpPr>
        <p:sp>
          <p:nvSpPr>
            <p:cNvPr id="20" name="文本框 18">
              <a:extLst>
                <a:ext uri="{FF2B5EF4-FFF2-40B4-BE49-F238E27FC236}">
                  <a16:creationId xmlns:a16="http://schemas.microsoft.com/office/drawing/2014/main" id="{4D77B353-D314-D4FD-1E96-EB242159476A}"/>
                </a:ext>
              </a:extLst>
            </p:cNvPr>
            <p:cNvSpPr txBox="1"/>
            <p:nvPr/>
          </p:nvSpPr>
          <p:spPr>
            <a:xfrm>
              <a:off x="8340989" y="543313"/>
              <a:ext cx="328925" cy="24926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accent5">
                      <a:lumMod val="75000"/>
                    </a:schemeClr>
                  </a:solidFill>
                  <a:latin typeface="Times New Roman" panose="02020603050405020304" pitchFamily="18" charset="0"/>
                  <a:cs typeface="Times New Roman" panose="02020603050405020304" pitchFamily="18" charset="0"/>
                </a:rPr>
                <a:t>ST</a:t>
              </a:r>
              <a:endParaRPr lang="zh-CN" altLang="en-US" sz="2000" b="1" dirty="0">
                <a:solidFill>
                  <a:schemeClr val="accent5">
                    <a:lumMod val="75000"/>
                  </a:schemeClr>
                </a:solidFill>
                <a:latin typeface="Times New Roman" panose="02020603050405020304" pitchFamily="18" charset="0"/>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22A3D811-0661-3C67-F611-6A567EB46D60}"/>
                </a:ext>
              </a:extLst>
            </p:cNvPr>
            <p:cNvCxnSpPr/>
            <p:nvPr/>
          </p:nvCxnSpPr>
          <p:spPr>
            <a:xfrm>
              <a:off x="8503622" y="720297"/>
              <a:ext cx="122115" cy="197540"/>
            </a:xfrm>
            <a:prstGeom prst="straightConnector1">
              <a:avLst/>
            </a:prstGeom>
            <a:ln w="2857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grpSp>
      <p:pic>
        <p:nvPicPr>
          <p:cNvPr id="9" name="table">
            <a:extLst>
              <a:ext uri="{FF2B5EF4-FFF2-40B4-BE49-F238E27FC236}">
                <a16:creationId xmlns:a16="http://schemas.microsoft.com/office/drawing/2014/main" id="{0EC62737-8AE2-C455-2180-00DAE64E5CE5}"/>
              </a:ext>
            </a:extLst>
          </p:cNvPr>
          <p:cNvPicPr>
            <a:picLocks noChangeAspect="1"/>
          </p:cNvPicPr>
          <p:nvPr/>
        </p:nvPicPr>
        <p:blipFill>
          <a:blip r:embed="rId2"/>
          <a:stretch>
            <a:fillRect/>
          </a:stretch>
        </p:blipFill>
        <p:spPr>
          <a:xfrm>
            <a:off x="6886183" y="4055717"/>
            <a:ext cx="3235498" cy="765554"/>
          </a:xfrm>
          <a:prstGeom prst="rect">
            <a:avLst/>
          </a:prstGeom>
        </p:spPr>
      </p:pic>
      <p:cxnSp>
        <p:nvCxnSpPr>
          <p:cNvPr id="10" name="直接箭头连接符 9">
            <a:extLst>
              <a:ext uri="{FF2B5EF4-FFF2-40B4-BE49-F238E27FC236}">
                <a16:creationId xmlns:a16="http://schemas.microsoft.com/office/drawing/2014/main" id="{6CB63DAD-B5AC-B850-7197-7874EB8CF50A}"/>
              </a:ext>
            </a:extLst>
          </p:cNvPr>
          <p:cNvCxnSpPr/>
          <p:nvPr/>
        </p:nvCxnSpPr>
        <p:spPr>
          <a:xfrm>
            <a:off x="6316414" y="4642663"/>
            <a:ext cx="569769" cy="0"/>
          </a:xfrm>
          <a:prstGeom prst="straightConnector1">
            <a:avLst/>
          </a:prstGeom>
          <a:ln>
            <a:headEnd type="oval"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1" name="文本框 26">
            <a:extLst>
              <a:ext uri="{FF2B5EF4-FFF2-40B4-BE49-F238E27FC236}">
                <a16:creationId xmlns:a16="http://schemas.microsoft.com/office/drawing/2014/main" id="{F726F051-A268-B8C4-FA1E-BE7813E2E930}"/>
              </a:ext>
            </a:extLst>
          </p:cNvPr>
          <p:cNvSpPr txBox="1"/>
          <p:nvPr/>
        </p:nvSpPr>
        <p:spPr>
          <a:xfrm>
            <a:off x="7454305" y="4447365"/>
            <a:ext cx="257049" cy="369332"/>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latin typeface="Courier New" panose="02070309020205020404" pitchFamily="49" charset="0"/>
                <a:cs typeface="Courier New" panose="02070309020205020404" pitchFamily="49" charset="0"/>
              </a:rPr>
              <a:t>A</a:t>
            </a:r>
            <a:endParaRPr lang="zh-CN" altLang="en-US" sz="2400" b="1" dirty="0">
              <a:latin typeface="Courier New" panose="02070309020205020404" pitchFamily="49" charset="0"/>
              <a:cs typeface="Courier New" panose="02070309020205020404" pitchFamily="49" charset="0"/>
            </a:endParaRPr>
          </a:p>
        </p:txBody>
      </p:sp>
      <p:sp>
        <p:nvSpPr>
          <p:cNvPr id="12" name="文本框 27">
            <a:extLst>
              <a:ext uri="{FF2B5EF4-FFF2-40B4-BE49-F238E27FC236}">
                <a16:creationId xmlns:a16="http://schemas.microsoft.com/office/drawing/2014/main" id="{88F8AE05-4C8D-2C35-FE4C-C427FA324D1D}"/>
              </a:ext>
            </a:extLst>
          </p:cNvPr>
          <p:cNvSpPr txBox="1"/>
          <p:nvPr/>
        </p:nvSpPr>
        <p:spPr>
          <a:xfrm>
            <a:off x="7920181" y="4447365"/>
            <a:ext cx="257049" cy="369332"/>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latin typeface="Courier New" panose="02070309020205020404" pitchFamily="49" charset="0"/>
                <a:cs typeface="Courier New" panose="02070309020205020404" pitchFamily="49" charset="0"/>
              </a:rPr>
              <a:t>B</a:t>
            </a:r>
            <a:endParaRPr lang="zh-CN" altLang="en-US" sz="2400" b="1" dirty="0">
              <a:latin typeface="Courier New" panose="02070309020205020404" pitchFamily="49" charset="0"/>
              <a:cs typeface="Courier New" panose="02070309020205020404" pitchFamily="49" charset="0"/>
            </a:endParaRPr>
          </a:p>
        </p:txBody>
      </p:sp>
      <p:sp>
        <p:nvSpPr>
          <p:cNvPr id="13" name="文本框 28">
            <a:extLst>
              <a:ext uri="{FF2B5EF4-FFF2-40B4-BE49-F238E27FC236}">
                <a16:creationId xmlns:a16="http://schemas.microsoft.com/office/drawing/2014/main" id="{020384A7-4858-76A5-CFA6-BEDE2E85AAD0}"/>
              </a:ext>
            </a:extLst>
          </p:cNvPr>
          <p:cNvSpPr txBox="1"/>
          <p:nvPr/>
        </p:nvSpPr>
        <p:spPr>
          <a:xfrm>
            <a:off x="8377541" y="4443810"/>
            <a:ext cx="257049" cy="369332"/>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latin typeface="Courier New" panose="02070309020205020404" pitchFamily="49" charset="0"/>
                <a:cs typeface="Courier New" panose="02070309020205020404" pitchFamily="49" charset="0"/>
              </a:rPr>
              <a:t>C</a:t>
            </a:r>
            <a:endParaRPr lang="zh-CN" altLang="en-US" sz="2400" b="1" dirty="0">
              <a:latin typeface="Courier New" panose="02070309020205020404" pitchFamily="49" charset="0"/>
              <a:cs typeface="Courier New" panose="02070309020205020404" pitchFamily="49" charset="0"/>
            </a:endParaRPr>
          </a:p>
        </p:txBody>
      </p:sp>
      <p:sp>
        <p:nvSpPr>
          <p:cNvPr id="14" name="文本框 29">
            <a:extLst>
              <a:ext uri="{FF2B5EF4-FFF2-40B4-BE49-F238E27FC236}">
                <a16:creationId xmlns:a16="http://schemas.microsoft.com/office/drawing/2014/main" id="{7FD20514-9098-4836-97D6-B58760BFC57B}"/>
              </a:ext>
            </a:extLst>
          </p:cNvPr>
          <p:cNvSpPr txBox="1"/>
          <p:nvPr/>
        </p:nvSpPr>
        <p:spPr>
          <a:xfrm>
            <a:off x="8837974" y="4448127"/>
            <a:ext cx="257049" cy="369332"/>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latin typeface="Courier New" panose="02070309020205020404" pitchFamily="49" charset="0"/>
                <a:cs typeface="Courier New" panose="02070309020205020404" pitchFamily="49" charset="0"/>
              </a:rPr>
              <a:t>D</a:t>
            </a:r>
            <a:endParaRPr lang="zh-CN" altLang="en-US" sz="2400" b="1" dirty="0">
              <a:latin typeface="Courier New" panose="02070309020205020404" pitchFamily="49" charset="0"/>
              <a:cs typeface="Courier New" panose="02070309020205020404" pitchFamily="49" charset="0"/>
            </a:endParaRPr>
          </a:p>
        </p:txBody>
      </p:sp>
      <p:sp>
        <p:nvSpPr>
          <p:cNvPr id="15" name="文本框 30">
            <a:extLst>
              <a:ext uri="{FF2B5EF4-FFF2-40B4-BE49-F238E27FC236}">
                <a16:creationId xmlns:a16="http://schemas.microsoft.com/office/drawing/2014/main" id="{54E47475-AF02-E1AD-C1D4-6C191C0EB13A}"/>
              </a:ext>
            </a:extLst>
          </p:cNvPr>
          <p:cNvSpPr txBox="1"/>
          <p:nvPr/>
        </p:nvSpPr>
        <p:spPr>
          <a:xfrm>
            <a:off x="9303634" y="4453291"/>
            <a:ext cx="257049" cy="369332"/>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latin typeface="Courier New" panose="02070309020205020404" pitchFamily="49" charset="0"/>
                <a:cs typeface="Courier New" panose="02070309020205020404" pitchFamily="49" charset="0"/>
              </a:rPr>
              <a:t>E</a:t>
            </a:r>
            <a:endParaRPr lang="zh-CN" altLang="en-US" sz="2400" b="1" dirty="0">
              <a:latin typeface="Courier New" panose="02070309020205020404" pitchFamily="49" charset="0"/>
              <a:cs typeface="Courier New" panose="02070309020205020404" pitchFamily="49" charset="0"/>
            </a:endParaRPr>
          </a:p>
        </p:txBody>
      </p:sp>
      <p:sp>
        <p:nvSpPr>
          <p:cNvPr id="16" name="文本框 31">
            <a:extLst>
              <a:ext uri="{FF2B5EF4-FFF2-40B4-BE49-F238E27FC236}">
                <a16:creationId xmlns:a16="http://schemas.microsoft.com/office/drawing/2014/main" id="{00563B1E-92D3-E642-997C-79932317B5F8}"/>
              </a:ext>
            </a:extLst>
          </p:cNvPr>
          <p:cNvSpPr txBox="1"/>
          <p:nvPr/>
        </p:nvSpPr>
        <p:spPr>
          <a:xfrm>
            <a:off x="9681933" y="4454968"/>
            <a:ext cx="441394" cy="369332"/>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C00000"/>
                </a:solidFill>
                <a:latin typeface="Courier New" panose="02070309020205020404" pitchFamily="49" charset="0"/>
                <a:cs typeface="Courier New" panose="02070309020205020404" pitchFamily="49" charset="0"/>
              </a:rPr>
              <a:t>/0</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nvGrpSpPr>
          <p:cNvPr id="17" name="组合 16">
            <a:extLst>
              <a:ext uri="{FF2B5EF4-FFF2-40B4-BE49-F238E27FC236}">
                <a16:creationId xmlns:a16="http://schemas.microsoft.com/office/drawing/2014/main" id="{6B12BEEA-E591-913E-C808-E959D17E2B4B}"/>
              </a:ext>
            </a:extLst>
          </p:cNvPr>
          <p:cNvGrpSpPr/>
          <p:nvPr/>
        </p:nvGrpSpPr>
        <p:grpSpPr>
          <a:xfrm>
            <a:off x="5709887" y="4129566"/>
            <a:ext cx="403449" cy="362715"/>
            <a:chOff x="8340989" y="543313"/>
            <a:chExt cx="365443" cy="289060"/>
          </a:xfrm>
        </p:grpSpPr>
        <p:sp>
          <p:nvSpPr>
            <p:cNvPr id="18" name="文本框 38">
              <a:extLst>
                <a:ext uri="{FF2B5EF4-FFF2-40B4-BE49-F238E27FC236}">
                  <a16:creationId xmlns:a16="http://schemas.microsoft.com/office/drawing/2014/main" id="{520C5A29-5D83-9AF0-232B-942E3DB128F1}"/>
                </a:ext>
              </a:extLst>
            </p:cNvPr>
            <p:cNvSpPr txBox="1"/>
            <p:nvPr/>
          </p:nvSpPr>
          <p:spPr>
            <a:xfrm>
              <a:off x="8340989" y="543313"/>
              <a:ext cx="155364" cy="245278"/>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FF0000"/>
                  </a:solidFill>
                  <a:latin typeface="Times New Roman" panose="02020603050405020304" pitchFamily="18" charset="0"/>
                  <a:cs typeface="Times New Roman" panose="02020603050405020304" pitchFamily="18" charset="0"/>
                </a:rPr>
                <a:t>T</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18F794EF-796D-8648-6438-D9E44A2CAD2F}"/>
                </a:ext>
              </a:extLst>
            </p:cNvPr>
            <p:cNvCxnSpPr>
              <a:cxnSpLocks/>
            </p:cNvCxnSpPr>
            <p:nvPr/>
          </p:nvCxnSpPr>
          <p:spPr>
            <a:xfrm>
              <a:off x="8503622" y="720297"/>
              <a:ext cx="202810" cy="112076"/>
            </a:xfrm>
            <a:prstGeom prst="straightConnector1">
              <a:avLst/>
            </a:prstGeom>
            <a:ln w="28575">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47" name="文本框 46">
            <a:extLst>
              <a:ext uri="{FF2B5EF4-FFF2-40B4-BE49-F238E27FC236}">
                <a16:creationId xmlns:a16="http://schemas.microsoft.com/office/drawing/2014/main" id="{6FA717A0-6136-A462-1341-2B84C5580F28}"/>
              </a:ext>
            </a:extLst>
          </p:cNvPr>
          <p:cNvSpPr txBox="1"/>
          <p:nvPr/>
        </p:nvSpPr>
        <p:spPr>
          <a:xfrm>
            <a:off x="5403514" y="2877777"/>
            <a:ext cx="4964656" cy="815608"/>
          </a:xfrm>
          <a:prstGeom prst="rect">
            <a:avLst/>
          </a:prstGeom>
          <a:noFill/>
        </p:spPr>
        <p:txBody>
          <a:bodyPr wrap="square" rtlCol="0">
            <a:spAutoFit/>
          </a:bodyPr>
          <a:lstStyle/>
          <a:p>
            <a:pPr>
              <a:lnSpc>
                <a:spcPct val="120000"/>
              </a:lnSpc>
            </a:pPr>
            <a:r>
              <a:rPr lang="zh-CN" altLang="en-US" sz="2000" b="1" dirty="0">
                <a:solidFill>
                  <a:srgbClr val="C00000"/>
                </a:solidFill>
                <a:effectLst>
                  <a:outerShdw blurRad="38100" dist="38100" dir="2700000" algn="tl">
                    <a:srgbClr val="000000">
                      <a:alpha val="43137"/>
                    </a:srgbClr>
                  </a:outerShdw>
                </a:effectLst>
              </a:rPr>
              <a:t>查找示例</a:t>
            </a:r>
            <a:r>
              <a:rPr lang="en-US" altLang="zh-CN" sz="2000" b="1" dirty="0">
                <a:solidFill>
                  <a:srgbClr val="C00000"/>
                </a:solidFill>
                <a:effectLst>
                  <a:outerShdw blurRad="38100" dist="38100" dir="2700000" algn="tl">
                    <a:srgbClr val="000000">
                      <a:alpha val="43137"/>
                    </a:srgbClr>
                  </a:outerShdw>
                </a:effectLst>
              </a:rPr>
              <a:t>1</a:t>
            </a:r>
          </a:p>
          <a:p>
            <a:pPr>
              <a:lnSpc>
                <a:spcPct val="120000"/>
              </a:lnSpc>
            </a:pPr>
            <a:r>
              <a:rPr lang="en-US" altLang="zh-CN" sz="2000" b="1" dirty="0">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loc = </a:t>
            </a:r>
            <a:r>
              <a:rPr lang="en-US" altLang="zh-CN" sz="2000" dirty="0" err="1">
                <a:latin typeface="Courier New" panose="02070309020205020404" pitchFamily="49" charset="0"/>
                <a:cs typeface="Courier New" panose="02070309020205020404" pitchFamily="49" charset="0"/>
              </a:rPr>
              <a:t>Search_Seq</a:t>
            </a:r>
            <a:r>
              <a:rPr lang="en-US" altLang="zh-CN" sz="2000" dirty="0">
                <a:latin typeface="Courier New" panose="02070309020205020404" pitchFamily="49" charset="0"/>
                <a:cs typeface="Courier New" panose="02070309020205020404" pitchFamily="49" charset="0"/>
              </a:rPr>
              <a:t>(T, ‘C’);</a:t>
            </a:r>
            <a:endParaRPr lang="zh-CN" altLang="en-US" sz="2000" dirty="0">
              <a:latin typeface="Courier New" panose="02070309020205020404" pitchFamily="49" charset="0"/>
              <a:cs typeface="Courier New" panose="02070309020205020404" pitchFamily="49" charset="0"/>
            </a:endParaRPr>
          </a:p>
        </p:txBody>
      </p:sp>
      <p:sp>
        <p:nvSpPr>
          <p:cNvPr id="48" name="文本框 47">
            <a:extLst>
              <a:ext uri="{FF2B5EF4-FFF2-40B4-BE49-F238E27FC236}">
                <a16:creationId xmlns:a16="http://schemas.microsoft.com/office/drawing/2014/main" id="{4CCB7DAD-F308-8D97-5FCC-123CCB4954E0}"/>
              </a:ext>
            </a:extLst>
          </p:cNvPr>
          <p:cNvSpPr txBox="1"/>
          <p:nvPr/>
        </p:nvSpPr>
        <p:spPr>
          <a:xfrm>
            <a:off x="9283929" y="4761958"/>
            <a:ext cx="257049" cy="359517"/>
          </a:xfrm>
          <a:prstGeom prst="rect">
            <a:avLst/>
          </a:prstGeom>
          <a:noFill/>
        </p:spPr>
        <p:txBody>
          <a:bodyPr wrap="none" lIns="36000" tIns="36000" rIns="36000" bIns="0" rtlCol="0" anchor="ctr" anchorCtr="1">
            <a:spAutoFit/>
          </a:bodyPr>
          <a:lstStyle>
            <a:defPPr>
              <a:defRPr lang="zh-CN"/>
            </a:defPPr>
            <a:lvl1pPr>
              <a:defRPr sz="2400" b="1">
                <a:latin typeface="Courier New" panose="02070309020205020404" pitchFamily="49" charset="0"/>
                <a:cs typeface="Courier New" panose="02070309020205020404" pitchFamily="49" charset="0"/>
              </a:defRPr>
            </a:lvl1pPr>
          </a:lstStyle>
          <a:p>
            <a:pPr>
              <a:lnSpc>
                <a:spcPts val="2400"/>
              </a:lnSpc>
            </a:pPr>
            <a:r>
              <a:rPr lang="en-US" altLang="zh-CN" dirty="0">
                <a:solidFill>
                  <a:srgbClr val="00B0F0"/>
                </a:solidFill>
                <a:effectLst>
                  <a:outerShdw blurRad="38100" dist="38100" dir="2700000" algn="tl">
                    <a:srgbClr val="000000">
                      <a:alpha val="43137"/>
                    </a:srgbClr>
                  </a:outerShdw>
                </a:effectLst>
              </a:rPr>
              <a:t>C</a:t>
            </a:r>
            <a:endParaRPr lang="zh-CN" altLang="en-US" dirty="0">
              <a:solidFill>
                <a:srgbClr val="00B0F0"/>
              </a:solidFill>
              <a:effectLst>
                <a:outerShdw blurRad="38100" dist="38100" dir="2700000" algn="tl">
                  <a:srgbClr val="000000">
                    <a:alpha val="43137"/>
                  </a:srgbClr>
                </a:outerShdw>
              </a:effectLst>
            </a:endParaRPr>
          </a:p>
        </p:txBody>
      </p:sp>
      <p:cxnSp>
        <p:nvCxnSpPr>
          <p:cNvPr id="49" name="直接连接符 48">
            <a:extLst>
              <a:ext uri="{FF2B5EF4-FFF2-40B4-BE49-F238E27FC236}">
                <a16:creationId xmlns:a16="http://schemas.microsoft.com/office/drawing/2014/main" id="{BC3FE5DB-7174-8914-5A9E-CA2F635C024A}"/>
              </a:ext>
            </a:extLst>
          </p:cNvPr>
          <p:cNvCxnSpPr>
            <a:cxnSpLocks/>
          </p:cNvCxnSpPr>
          <p:nvPr/>
        </p:nvCxnSpPr>
        <p:spPr>
          <a:xfrm>
            <a:off x="1080533" y="1762852"/>
            <a:ext cx="307781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51" name="文本框 50">
            <a:extLst>
              <a:ext uri="{FF2B5EF4-FFF2-40B4-BE49-F238E27FC236}">
                <a16:creationId xmlns:a16="http://schemas.microsoft.com/office/drawing/2014/main" id="{E13100E5-10C7-654C-6F08-425FAE423DD7}"/>
              </a:ext>
            </a:extLst>
          </p:cNvPr>
          <p:cNvSpPr txBox="1"/>
          <p:nvPr/>
        </p:nvSpPr>
        <p:spPr>
          <a:xfrm>
            <a:off x="6221686" y="4821271"/>
            <a:ext cx="242621" cy="338554"/>
          </a:xfrm>
          <a:prstGeom prst="rect">
            <a:avLst/>
          </a:prstGeom>
          <a:noFill/>
        </p:spPr>
        <p:txBody>
          <a:bodyPr wrap="none" lIns="36000" tIns="0" rIns="36000" bIns="0" rtlCol="0">
            <a:spAutoFit/>
          </a:bodyPr>
          <a:lstStyle/>
          <a:p>
            <a:r>
              <a:rPr lang="en-US" altLang="zh-CN" sz="2200" b="1" dirty="0">
                <a:solidFill>
                  <a:srgbClr val="3B11EF"/>
                </a:solidFill>
                <a:latin typeface="Courier New" panose="02070309020205020404" pitchFamily="49" charset="0"/>
                <a:cs typeface="Courier New" panose="02070309020205020404" pitchFamily="49" charset="0"/>
              </a:rPr>
              <a:t>5</a:t>
            </a:r>
            <a:endParaRPr lang="zh-CN" altLang="en-US" sz="2200" b="1" dirty="0">
              <a:solidFill>
                <a:srgbClr val="3B11EF"/>
              </a:solidFill>
              <a:latin typeface="Courier New" panose="02070309020205020404" pitchFamily="49" charset="0"/>
              <a:cs typeface="Courier New" panose="02070309020205020404" pitchFamily="49" charset="0"/>
            </a:endParaRPr>
          </a:p>
        </p:txBody>
      </p:sp>
      <p:cxnSp>
        <p:nvCxnSpPr>
          <p:cNvPr id="52" name="直接连接符 51">
            <a:extLst>
              <a:ext uri="{FF2B5EF4-FFF2-40B4-BE49-F238E27FC236}">
                <a16:creationId xmlns:a16="http://schemas.microsoft.com/office/drawing/2014/main" id="{4406C894-C137-EE8B-6156-49624279B5BC}"/>
              </a:ext>
            </a:extLst>
          </p:cNvPr>
          <p:cNvCxnSpPr>
            <a:cxnSpLocks/>
          </p:cNvCxnSpPr>
          <p:nvPr/>
        </p:nvCxnSpPr>
        <p:spPr>
          <a:xfrm>
            <a:off x="1771776" y="2034995"/>
            <a:ext cx="190215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54" name="文本框 53">
            <a:extLst>
              <a:ext uri="{FF2B5EF4-FFF2-40B4-BE49-F238E27FC236}">
                <a16:creationId xmlns:a16="http://schemas.microsoft.com/office/drawing/2014/main" id="{890FDCCF-D08A-52DF-EE0F-73B5691AAE74}"/>
              </a:ext>
            </a:extLst>
          </p:cNvPr>
          <p:cNvSpPr txBox="1"/>
          <p:nvPr/>
        </p:nvSpPr>
        <p:spPr>
          <a:xfrm>
            <a:off x="9298819" y="3889902"/>
            <a:ext cx="257048" cy="369332"/>
          </a:xfrm>
          <a:prstGeom prst="rect">
            <a:avLst/>
          </a:prstGeom>
          <a:noFill/>
        </p:spPr>
        <p:txBody>
          <a:bodyPr wrap="square" lIns="36000" tIns="0" rIns="36000" bIns="0"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56" name="直接连接符 55">
            <a:extLst>
              <a:ext uri="{FF2B5EF4-FFF2-40B4-BE49-F238E27FC236}">
                <a16:creationId xmlns:a16="http://schemas.microsoft.com/office/drawing/2014/main" id="{AD70A1EF-789A-A9E5-13C5-8A1A79738298}"/>
              </a:ext>
            </a:extLst>
          </p:cNvPr>
          <p:cNvCxnSpPr>
            <a:cxnSpLocks/>
          </p:cNvCxnSpPr>
          <p:nvPr/>
        </p:nvCxnSpPr>
        <p:spPr>
          <a:xfrm>
            <a:off x="3987563" y="2045881"/>
            <a:ext cx="2783352"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58" name="文本框 57">
            <a:extLst>
              <a:ext uri="{FF2B5EF4-FFF2-40B4-BE49-F238E27FC236}">
                <a16:creationId xmlns:a16="http://schemas.microsoft.com/office/drawing/2014/main" id="{590BEB66-63ED-B669-4FA5-56E72F3F1323}"/>
              </a:ext>
            </a:extLst>
          </p:cNvPr>
          <p:cNvSpPr txBox="1"/>
          <p:nvPr/>
        </p:nvSpPr>
        <p:spPr>
          <a:xfrm>
            <a:off x="9298819" y="4776367"/>
            <a:ext cx="257049" cy="359517"/>
          </a:xfrm>
          <a:prstGeom prst="rect">
            <a:avLst/>
          </a:prstGeom>
          <a:noFill/>
        </p:spPr>
        <p:txBody>
          <a:bodyPr wrap="none" lIns="36000" tIns="36000" rIns="36000" bIns="0" rtlCol="0" anchor="ctr" anchorCtr="1">
            <a:spAutoFit/>
          </a:bodyPr>
          <a:lstStyle>
            <a:defPPr>
              <a:defRPr lang="zh-CN"/>
            </a:defPPr>
            <a:lvl1pPr>
              <a:defRPr sz="2400" b="1">
                <a:latin typeface="Courier New" panose="02070309020205020404" pitchFamily="49" charset="0"/>
                <a:cs typeface="Courier New" panose="02070309020205020404" pitchFamily="49" charset="0"/>
              </a:defRPr>
            </a:lvl1pPr>
          </a:lstStyle>
          <a:p>
            <a:pPr>
              <a:lnSpc>
                <a:spcPts val="2400"/>
              </a:lnSpc>
            </a:pPr>
            <a:r>
              <a:rPr lang="en-US" altLang="zh-CN" dirty="0">
                <a:solidFill>
                  <a:srgbClr val="00B0F0"/>
                </a:solidFill>
                <a:effectLst>
                  <a:outerShdw blurRad="38100" dist="38100" dir="2700000" algn="tl">
                    <a:srgbClr val="000000">
                      <a:alpha val="43137"/>
                    </a:srgbClr>
                  </a:outerShdw>
                </a:effectLst>
              </a:rPr>
              <a:t>C</a:t>
            </a:r>
            <a:endParaRPr lang="zh-CN" altLang="en-US" dirty="0">
              <a:solidFill>
                <a:srgbClr val="00B0F0"/>
              </a:solidFill>
              <a:effectLst>
                <a:outerShdw blurRad="38100" dist="38100" dir="2700000" algn="tl">
                  <a:srgbClr val="000000">
                    <a:alpha val="43137"/>
                  </a:srgbClr>
                </a:outerShdw>
              </a:effectLst>
            </a:endParaRPr>
          </a:p>
        </p:txBody>
      </p:sp>
      <p:cxnSp>
        <p:nvCxnSpPr>
          <p:cNvPr id="59" name="直接连接符 58">
            <a:extLst>
              <a:ext uri="{FF2B5EF4-FFF2-40B4-BE49-F238E27FC236}">
                <a16:creationId xmlns:a16="http://schemas.microsoft.com/office/drawing/2014/main" id="{83E2A21C-296E-A9DB-A553-F55DDEDD6C1A}"/>
              </a:ext>
            </a:extLst>
          </p:cNvPr>
          <p:cNvCxnSpPr>
            <a:cxnSpLocks/>
          </p:cNvCxnSpPr>
          <p:nvPr/>
        </p:nvCxnSpPr>
        <p:spPr>
          <a:xfrm>
            <a:off x="7053943" y="2045881"/>
            <a:ext cx="522514"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3" name="直接连接符 62">
            <a:extLst>
              <a:ext uri="{FF2B5EF4-FFF2-40B4-BE49-F238E27FC236}">
                <a16:creationId xmlns:a16="http://schemas.microsoft.com/office/drawing/2014/main" id="{02676F94-828E-44B3-9BE1-D285B3C65DB3}"/>
              </a:ext>
            </a:extLst>
          </p:cNvPr>
          <p:cNvCxnSpPr>
            <a:cxnSpLocks/>
          </p:cNvCxnSpPr>
          <p:nvPr/>
        </p:nvCxnSpPr>
        <p:spPr>
          <a:xfrm>
            <a:off x="1080533" y="2314857"/>
            <a:ext cx="1247031"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65" name="文本框 64">
            <a:extLst>
              <a:ext uri="{FF2B5EF4-FFF2-40B4-BE49-F238E27FC236}">
                <a16:creationId xmlns:a16="http://schemas.microsoft.com/office/drawing/2014/main" id="{41699A53-C755-20DA-6427-E518F5EAFD26}"/>
              </a:ext>
            </a:extLst>
          </p:cNvPr>
          <p:cNvSpPr txBox="1"/>
          <p:nvPr/>
        </p:nvSpPr>
        <p:spPr>
          <a:xfrm>
            <a:off x="8333574" y="4117659"/>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66" name="文本框 65">
            <a:extLst>
              <a:ext uri="{FF2B5EF4-FFF2-40B4-BE49-F238E27FC236}">
                <a16:creationId xmlns:a16="http://schemas.microsoft.com/office/drawing/2014/main" id="{ED82F167-B55F-01DB-50CD-B71ABAEAE927}"/>
              </a:ext>
            </a:extLst>
          </p:cNvPr>
          <p:cNvSpPr txBox="1"/>
          <p:nvPr/>
        </p:nvSpPr>
        <p:spPr>
          <a:xfrm>
            <a:off x="5403514" y="5348905"/>
            <a:ext cx="4964656" cy="815608"/>
          </a:xfrm>
          <a:prstGeom prst="rect">
            <a:avLst/>
          </a:prstGeom>
          <a:noFill/>
        </p:spPr>
        <p:txBody>
          <a:bodyPr wrap="square" rtlCol="0">
            <a:spAutoFit/>
          </a:bodyPr>
          <a:lstStyle/>
          <a:p>
            <a:pPr>
              <a:lnSpc>
                <a:spcPct val="120000"/>
              </a:lnSpc>
            </a:pPr>
            <a:r>
              <a:rPr lang="zh-CN" altLang="en-US" sz="2000" b="1" dirty="0">
                <a:solidFill>
                  <a:srgbClr val="C00000"/>
                </a:solidFill>
                <a:effectLst>
                  <a:outerShdw blurRad="38100" dist="38100" dir="2700000" algn="tl">
                    <a:srgbClr val="000000">
                      <a:alpha val="43137"/>
                    </a:srgbClr>
                  </a:outerShdw>
                </a:effectLst>
              </a:rPr>
              <a:t>查找示例</a:t>
            </a:r>
            <a:r>
              <a:rPr lang="en-US" altLang="zh-CN" sz="2000" b="1" dirty="0">
                <a:solidFill>
                  <a:srgbClr val="C00000"/>
                </a:solidFill>
                <a:effectLst>
                  <a:outerShdw blurRad="38100" dist="38100" dir="2700000" algn="tl">
                    <a:srgbClr val="000000">
                      <a:alpha val="43137"/>
                    </a:srgbClr>
                  </a:outerShdw>
                </a:effectLst>
              </a:rPr>
              <a:t>2</a:t>
            </a:r>
          </a:p>
          <a:p>
            <a:pPr>
              <a:lnSpc>
                <a:spcPct val="120000"/>
              </a:lnSpc>
            </a:pPr>
            <a:r>
              <a:rPr lang="en-US" altLang="zh-CN" sz="2000" b="1" dirty="0">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loc = </a:t>
            </a:r>
            <a:r>
              <a:rPr lang="en-US" altLang="zh-CN" sz="2000" dirty="0" err="1">
                <a:latin typeface="Courier New" panose="02070309020205020404" pitchFamily="49" charset="0"/>
                <a:cs typeface="Courier New" panose="02070309020205020404" pitchFamily="49" charset="0"/>
              </a:rPr>
              <a:t>Search_Seq</a:t>
            </a:r>
            <a:r>
              <a:rPr lang="en-US" altLang="zh-CN" sz="2000" dirty="0">
                <a:latin typeface="Courier New" panose="02070309020205020404" pitchFamily="49" charset="0"/>
                <a:cs typeface="Courier New" panose="02070309020205020404" pitchFamily="49" charset="0"/>
              </a:rPr>
              <a:t>(T, ‘U’);</a:t>
            </a:r>
            <a:endParaRPr lang="zh-CN" altLang="en-US" sz="2000" dirty="0">
              <a:latin typeface="Courier New" panose="02070309020205020404" pitchFamily="49" charset="0"/>
              <a:cs typeface="Courier New" panose="02070309020205020404" pitchFamily="49" charset="0"/>
            </a:endParaRPr>
          </a:p>
        </p:txBody>
      </p:sp>
      <p:sp>
        <p:nvSpPr>
          <p:cNvPr id="67" name="文本框 66">
            <a:extLst>
              <a:ext uri="{FF2B5EF4-FFF2-40B4-BE49-F238E27FC236}">
                <a16:creationId xmlns:a16="http://schemas.microsoft.com/office/drawing/2014/main" id="{47AE796D-AFB9-48BC-F6AB-C7983E520AED}"/>
              </a:ext>
            </a:extLst>
          </p:cNvPr>
          <p:cNvSpPr txBox="1"/>
          <p:nvPr/>
        </p:nvSpPr>
        <p:spPr>
          <a:xfrm>
            <a:off x="9304317" y="4774543"/>
            <a:ext cx="257049" cy="359517"/>
          </a:xfrm>
          <a:prstGeom prst="rect">
            <a:avLst/>
          </a:prstGeom>
          <a:noFill/>
        </p:spPr>
        <p:txBody>
          <a:bodyPr wrap="none" lIns="36000" tIns="36000" rIns="36000" bIns="0" rtlCol="0" anchor="ctr" anchorCtr="1">
            <a:spAutoFit/>
          </a:bodyPr>
          <a:lstStyle>
            <a:defPPr>
              <a:defRPr lang="zh-CN"/>
            </a:defPPr>
            <a:lvl1pPr>
              <a:defRPr sz="2400" b="1">
                <a:latin typeface="Courier New" panose="02070309020205020404" pitchFamily="49" charset="0"/>
                <a:cs typeface="Courier New" panose="02070309020205020404" pitchFamily="49" charset="0"/>
              </a:defRPr>
            </a:lvl1pPr>
          </a:lstStyle>
          <a:p>
            <a:pPr>
              <a:lnSpc>
                <a:spcPts val="2400"/>
              </a:lnSpc>
            </a:pPr>
            <a:r>
              <a:rPr lang="en-US" altLang="zh-CN" dirty="0">
                <a:solidFill>
                  <a:srgbClr val="00B0F0"/>
                </a:solidFill>
                <a:effectLst>
                  <a:outerShdw blurRad="38100" dist="38100" dir="2700000" algn="tl">
                    <a:srgbClr val="000000">
                      <a:alpha val="43137"/>
                    </a:srgbClr>
                  </a:outerShdw>
                </a:effectLst>
              </a:rPr>
              <a:t>U</a:t>
            </a:r>
            <a:endParaRPr lang="zh-CN" altLang="en-US" dirty="0">
              <a:solidFill>
                <a:srgbClr val="00B0F0"/>
              </a:solidFill>
              <a:effectLst>
                <a:outerShdw blurRad="38100" dist="38100" dir="2700000" algn="tl">
                  <a:srgbClr val="000000">
                    <a:alpha val="43137"/>
                  </a:srgbClr>
                </a:outerShdw>
              </a:effectLst>
            </a:endParaRPr>
          </a:p>
        </p:txBody>
      </p:sp>
      <p:sp>
        <p:nvSpPr>
          <p:cNvPr id="68" name="文本框 67">
            <a:extLst>
              <a:ext uri="{FF2B5EF4-FFF2-40B4-BE49-F238E27FC236}">
                <a16:creationId xmlns:a16="http://schemas.microsoft.com/office/drawing/2014/main" id="{C5906738-1E38-2F70-074B-5C80E5541BF3}"/>
              </a:ext>
            </a:extLst>
          </p:cNvPr>
          <p:cNvSpPr txBox="1"/>
          <p:nvPr/>
        </p:nvSpPr>
        <p:spPr>
          <a:xfrm>
            <a:off x="9294004" y="4776366"/>
            <a:ext cx="257049" cy="359517"/>
          </a:xfrm>
          <a:prstGeom prst="rect">
            <a:avLst/>
          </a:prstGeom>
          <a:noFill/>
        </p:spPr>
        <p:txBody>
          <a:bodyPr wrap="none" lIns="36000" tIns="36000" rIns="36000" bIns="0" rtlCol="0" anchor="ctr" anchorCtr="1">
            <a:spAutoFit/>
          </a:bodyPr>
          <a:lstStyle>
            <a:defPPr>
              <a:defRPr lang="zh-CN"/>
            </a:defPPr>
            <a:lvl1pPr>
              <a:defRPr sz="2400" b="1">
                <a:latin typeface="Courier New" panose="02070309020205020404" pitchFamily="49" charset="0"/>
                <a:cs typeface="Courier New" panose="02070309020205020404" pitchFamily="49" charset="0"/>
              </a:defRPr>
            </a:lvl1pPr>
          </a:lstStyle>
          <a:p>
            <a:pPr>
              <a:lnSpc>
                <a:spcPts val="2400"/>
              </a:lnSpc>
            </a:pPr>
            <a:r>
              <a:rPr lang="en-US" altLang="zh-CN" dirty="0">
                <a:solidFill>
                  <a:srgbClr val="00B0F0"/>
                </a:solidFill>
                <a:effectLst>
                  <a:outerShdw blurRad="38100" dist="38100" dir="2700000" algn="tl">
                    <a:srgbClr val="000000">
                      <a:alpha val="43137"/>
                    </a:srgbClr>
                  </a:outerShdw>
                </a:effectLst>
              </a:rPr>
              <a:t>U</a:t>
            </a:r>
            <a:endParaRPr lang="zh-CN" altLang="en-US" dirty="0">
              <a:solidFill>
                <a:srgbClr val="00B0F0"/>
              </a:solidFill>
              <a:effectLst>
                <a:outerShdw blurRad="38100" dist="38100" dir="2700000" algn="tl">
                  <a:srgbClr val="000000">
                    <a:alpha val="43137"/>
                  </a:srgbClr>
                </a:outerShdw>
              </a:effectLst>
            </a:endParaRPr>
          </a:p>
        </p:txBody>
      </p:sp>
      <p:sp>
        <p:nvSpPr>
          <p:cNvPr id="69" name="文本框 68">
            <a:extLst>
              <a:ext uri="{FF2B5EF4-FFF2-40B4-BE49-F238E27FC236}">
                <a16:creationId xmlns:a16="http://schemas.microsoft.com/office/drawing/2014/main" id="{BD7851DE-A909-1580-A94A-A1AFD418C357}"/>
              </a:ext>
            </a:extLst>
          </p:cNvPr>
          <p:cNvSpPr txBox="1"/>
          <p:nvPr/>
        </p:nvSpPr>
        <p:spPr>
          <a:xfrm>
            <a:off x="9303635" y="3890659"/>
            <a:ext cx="257048" cy="369332"/>
          </a:xfrm>
          <a:prstGeom prst="rect">
            <a:avLst/>
          </a:prstGeom>
          <a:noFill/>
        </p:spPr>
        <p:txBody>
          <a:bodyPr wrap="square" lIns="36000" tIns="0" rIns="36000" bIns="0"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sp>
        <p:nvSpPr>
          <p:cNvPr id="70" name="文本框 69">
            <a:extLst>
              <a:ext uri="{FF2B5EF4-FFF2-40B4-BE49-F238E27FC236}">
                <a16:creationId xmlns:a16="http://schemas.microsoft.com/office/drawing/2014/main" id="{D04F6BEF-FF80-5EEB-E1C4-0D0F2E28362A}"/>
              </a:ext>
            </a:extLst>
          </p:cNvPr>
          <p:cNvSpPr txBox="1"/>
          <p:nvPr/>
        </p:nvSpPr>
        <p:spPr>
          <a:xfrm>
            <a:off x="6954656" y="4092171"/>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0</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71" name="文本框 70">
            <a:extLst>
              <a:ext uri="{FF2B5EF4-FFF2-40B4-BE49-F238E27FC236}">
                <a16:creationId xmlns:a16="http://schemas.microsoft.com/office/drawing/2014/main" id="{C7C7EB57-78DF-05D1-83EB-3A4C2A7039DD}"/>
              </a:ext>
            </a:extLst>
          </p:cNvPr>
          <p:cNvSpPr txBox="1"/>
          <p:nvPr/>
        </p:nvSpPr>
        <p:spPr>
          <a:xfrm>
            <a:off x="5999565" y="6146382"/>
            <a:ext cx="877163" cy="369332"/>
          </a:xfrm>
          <a:prstGeom prst="rect">
            <a:avLst/>
          </a:prstGeom>
          <a:noFill/>
        </p:spPr>
        <p:txBody>
          <a:bodyPr wrap="none" rtlCol="0">
            <a:spAutoFit/>
          </a:bodyPr>
          <a:lstStyle/>
          <a:p>
            <a:r>
              <a:rPr lang="zh-CN" altLang="en-US" b="1" dirty="0">
                <a:solidFill>
                  <a:srgbClr val="FF0000"/>
                </a:solidFill>
              </a:rPr>
              <a:t>未找到</a:t>
            </a:r>
          </a:p>
        </p:txBody>
      </p:sp>
    </p:spTree>
    <p:extLst>
      <p:ext uri="{BB962C8B-B14F-4D97-AF65-F5344CB8AC3E}">
        <p14:creationId xmlns:p14="http://schemas.microsoft.com/office/powerpoint/2010/main" val="399458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1000"/>
                                        <p:tgtEl>
                                          <p:spTgt spid="47"/>
                                        </p:tgtEl>
                                      </p:cBhvr>
                                    </p:animEffect>
                                    <p:anim calcmode="lin" valueType="num">
                                      <p:cBhvr>
                                        <p:cTn id="15" dur="1000" fill="hold"/>
                                        <p:tgtEl>
                                          <p:spTgt spid="47"/>
                                        </p:tgtEl>
                                        <p:attrNameLst>
                                          <p:attrName>ppt_x</p:attrName>
                                        </p:attrNameLst>
                                      </p:cBhvr>
                                      <p:tavLst>
                                        <p:tav tm="0">
                                          <p:val>
                                            <p:strVal val="#ppt_x"/>
                                          </p:val>
                                        </p:tav>
                                        <p:tav tm="100000">
                                          <p:val>
                                            <p:strVal val="#ppt_x"/>
                                          </p:val>
                                        </p:tav>
                                      </p:tavLst>
                                    </p:anim>
                                    <p:anim calcmode="lin" valueType="num">
                                      <p:cBhvr>
                                        <p:cTn id="16" dur="1000" fill="hold"/>
                                        <p:tgtEl>
                                          <p:spTgt spid="4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fade">
                                      <p:cBhvr>
                                        <p:cTn id="24" dur="1000"/>
                                        <p:tgtEl>
                                          <p:spTgt spid="51"/>
                                        </p:tgtEl>
                                      </p:cBhvr>
                                    </p:animEffect>
                                    <p:anim calcmode="lin" valueType="num">
                                      <p:cBhvr>
                                        <p:cTn id="25" dur="1000" fill="hold"/>
                                        <p:tgtEl>
                                          <p:spTgt spid="51"/>
                                        </p:tgtEl>
                                        <p:attrNameLst>
                                          <p:attrName>ppt_x</p:attrName>
                                        </p:attrNameLst>
                                      </p:cBhvr>
                                      <p:tavLst>
                                        <p:tav tm="0">
                                          <p:val>
                                            <p:strVal val="#ppt_x"/>
                                          </p:val>
                                        </p:tav>
                                        <p:tav tm="100000">
                                          <p:val>
                                            <p:strVal val="#ppt_x"/>
                                          </p:val>
                                        </p:tav>
                                      </p:tavLst>
                                    </p:anim>
                                    <p:anim calcmode="lin" valueType="num">
                                      <p:cBhvr>
                                        <p:cTn id="26" dur="1000" fill="hold"/>
                                        <p:tgtEl>
                                          <p:spTgt spid="51"/>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1000"/>
                                        <p:tgtEl>
                                          <p:spTgt spid="12"/>
                                        </p:tgtEl>
                                      </p:cBhvr>
                                    </p:animEffect>
                                    <p:anim calcmode="lin" valueType="num">
                                      <p:cBhvr>
                                        <p:cTn id="45" dur="1000" fill="hold"/>
                                        <p:tgtEl>
                                          <p:spTgt spid="12"/>
                                        </p:tgtEl>
                                        <p:attrNameLst>
                                          <p:attrName>ppt_x</p:attrName>
                                        </p:attrNameLst>
                                      </p:cBhvr>
                                      <p:tavLst>
                                        <p:tav tm="0">
                                          <p:val>
                                            <p:strVal val="#ppt_x"/>
                                          </p:val>
                                        </p:tav>
                                        <p:tav tm="100000">
                                          <p:val>
                                            <p:strVal val="#ppt_x"/>
                                          </p:val>
                                        </p:tav>
                                      </p:tavLst>
                                    </p:anim>
                                    <p:anim calcmode="lin" valueType="num">
                                      <p:cBhvr>
                                        <p:cTn id="46" dur="10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ppt_x</p:attrName>
                                        </p:attrNameLst>
                                      </p:cBhvr>
                                      <p:tavLst>
                                        <p:tav tm="0">
                                          <p:val>
                                            <p:strVal val="#ppt_x"/>
                                          </p:val>
                                        </p:tav>
                                        <p:tav tm="100000">
                                          <p:val>
                                            <p:strVal val="#ppt_x"/>
                                          </p:val>
                                        </p:tav>
                                      </p:tavLst>
                                    </p:anim>
                                    <p:anim calcmode="lin" valueType="num">
                                      <p:cBhvr>
                                        <p:cTn id="51" dur="10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anim calcmode="lin" valueType="num">
                                      <p:cBhvr>
                                        <p:cTn id="55" dur="1000" fill="hold"/>
                                        <p:tgtEl>
                                          <p:spTgt spid="14"/>
                                        </p:tgtEl>
                                        <p:attrNameLst>
                                          <p:attrName>ppt_x</p:attrName>
                                        </p:attrNameLst>
                                      </p:cBhvr>
                                      <p:tavLst>
                                        <p:tav tm="0">
                                          <p:val>
                                            <p:strVal val="#ppt_x"/>
                                          </p:val>
                                        </p:tav>
                                        <p:tav tm="100000">
                                          <p:val>
                                            <p:strVal val="#ppt_x"/>
                                          </p:val>
                                        </p:tav>
                                      </p:tavLst>
                                    </p:anim>
                                    <p:anim calcmode="lin" valueType="num">
                                      <p:cBhvr>
                                        <p:cTn id="56" dur="10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1000"/>
                                        <p:tgtEl>
                                          <p:spTgt spid="15"/>
                                        </p:tgtEl>
                                      </p:cBhvr>
                                    </p:animEffect>
                                    <p:anim calcmode="lin" valueType="num">
                                      <p:cBhvr>
                                        <p:cTn id="60" dur="1000" fill="hold"/>
                                        <p:tgtEl>
                                          <p:spTgt spid="15"/>
                                        </p:tgtEl>
                                        <p:attrNameLst>
                                          <p:attrName>ppt_x</p:attrName>
                                        </p:attrNameLst>
                                      </p:cBhvr>
                                      <p:tavLst>
                                        <p:tav tm="0">
                                          <p:val>
                                            <p:strVal val="#ppt_x"/>
                                          </p:val>
                                        </p:tav>
                                        <p:tav tm="100000">
                                          <p:val>
                                            <p:strVal val="#ppt_x"/>
                                          </p:val>
                                        </p:tav>
                                      </p:tavLst>
                                    </p:anim>
                                    <p:anim calcmode="lin" valueType="num">
                                      <p:cBhvr>
                                        <p:cTn id="61" dur="1000" fill="hold"/>
                                        <p:tgtEl>
                                          <p:spTgt spid="15"/>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1000"/>
                                        <p:tgtEl>
                                          <p:spTgt spid="16"/>
                                        </p:tgtEl>
                                      </p:cBhvr>
                                    </p:animEffect>
                                    <p:anim calcmode="lin" valueType="num">
                                      <p:cBhvr>
                                        <p:cTn id="65" dur="1000" fill="hold"/>
                                        <p:tgtEl>
                                          <p:spTgt spid="16"/>
                                        </p:tgtEl>
                                        <p:attrNameLst>
                                          <p:attrName>ppt_x</p:attrName>
                                        </p:attrNameLst>
                                      </p:cBhvr>
                                      <p:tavLst>
                                        <p:tav tm="0">
                                          <p:val>
                                            <p:strVal val="#ppt_x"/>
                                          </p:val>
                                        </p:tav>
                                        <p:tav tm="100000">
                                          <p:val>
                                            <p:strVal val="#ppt_x"/>
                                          </p:val>
                                        </p:tav>
                                      </p:tavLst>
                                    </p:anim>
                                    <p:anim calcmode="lin" valueType="num">
                                      <p:cBhvr>
                                        <p:cTn id="66" dur="1000" fill="hold"/>
                                        <p:tgtEl>
                                          <p:spTgt spid="16"/>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1000"/>
                                        <p:tgtEl>
                                          <p:spTgt spid="17"/>
                                        </p:tgtEl>
                                      </p:cBhvr>
                                    </p:animEffect>
                                    <p:anim calcmode="lin" valueType="num">
                                      <p:cBhvr>
                                        <p:cTn id="70" dur="1000" fill="hold"/>
                                        <p:tgtEl>
                                          <p:spTgt spid="17"/>
                                        </p:tgtEl>
                                        <p:attrNameLst>
                                          <p:attrName>ppt_x</p:attrName>
                                        </p:attrNameLst>
                                      </p:cBhvr>
                                      <p:tavLst>
                                        <p:tav tm="0">
                                          <p:val>
                                            <p:strVal val="#ppt_x"/>
                                          </p:val>
                                        </p:tav>
                                        <p:tav tm="100000">
                                          <p:val>
                                            <p:strVal val="#ppt_x"/>
                                          </p:val>
                                        </p:tav>
                                      </p:tavLst>
                                    </p:anim>
                                    <p:anim calcmode="lin" valueType="num">
                                      <p:cBhvr>
                                        <p:cTn id="7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7" presetClass="entr" presetSubtype="0" fill="hold" nodeType="click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fade">
                                      <p:cBhvr>
                                        <p:cTn id="76" dur="1000"/>
                                        <p:tgtEl>
                                          <p:spTgt spid="7"/>
                                        </p:tgtEl>
                                      </p:cBhvr>
                                    </p:animEffect>
                                    <p:anim calcmode="lin" valueType="num">
                                      <p:cBhvr>
                                        <p:cTn id="77" dur="1000" fill="hold"/>
                                        <p:tgtEl>
                                          <p:spTgt spid="7"/>
                                        </p:tgtEl>
                                        <p:attrNameLst>
                                          <p:attrName>ppt_x</p:attrName>
                                        </p:attrNameLst>
                                      </p:cBhvr>
                                      <p:tavLst>
                                        <p:tav tm="0">
                                          <p:val>
                                            <p:strVal val="#ppt_x"/>
                                          </p:val>
                                        </p:tav>
                                        <p:tav tm="100000">
                                          <p:val>
                                            <p:strVal val="#ppt_x"/>
                                          </p:val>
                                        </p:tav>
                                      </p:tavLst>
                                    </p:anim>
                                    <p:anim calcmode="lin" valueType="num">
                                      <p:cBhvr>
                                        <p:cTn id="78" dur="1000" fill="hold"/>
                                        <p:tgtEl>
                                          <p:spTgt spid="7"/>
                                        </p:tgtEl>
                                        <p:attrNameLst>
                                          <p:attrName>ppt_y</p:attrName>
                                        </p:attrNameLst>
                                      </p:cBhvr>
                                      <p:tavLst>
                                        <p:tav tm="0">
                                          <p:val>
                                            <p:strVal val="#ppt_y-.1"/>
                                          </p:val>
                                        </p:tav>
                                        <p:tav tm="100000">
                                          <p:val>
                                            <p:strVal val="#ppt_y"/>
                                          </p:val>
                                        </p:tav>
                                      </p:tavLst>
                                    </p:anim>
                                  </p:childTnLst>
                                </p:cTn>
                              </p:par>
                            </p:childTnLst>
                          </p:cTn>
                        </p:par>
                        <p:par>
                          <p:cTn id="79" fill="hold">
                            <p:stCondLst>
                              <p:cond delay="1000"/>
                            </p:stCondLst>
                            <p:childTnLst>
                              <p:par>
                                <p:cTn id="80" presetID="47" presetClass="entr" presetSubtype="0" fill="hold" grpId="1" nodeType="after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1000"/>
                                        <p:tgtEl>
                                          <p:spTgt spid="58"/>
                                        </p:tgtEl>
                                      </p:cBhvr>
                                    </p:animEffect>
                                    <p:anim calcmode="lin" valueType="num">
                                      <p:cBhvr>
                                        <p:cTn id="83" dur="1000" fill="hold"/>
                                        <p:tgtEl>
                                          <p:spTgt spid="58"/>
                                        </p:tgtEl>
                                        <p:attrNameLst>
                                          <p:attrName>ppt_x</p:attrName>
                                        </p:attrNameLst>
                                      </p:cBhvr>
                                      <p:tavLst>
                                        <p:tav tm="0">
                                          <p:val>
                                            <p:strVal val="#ppt_x"/>
                                          </p:val>
                                        </p:tav>
                                        <p:tav tm="100000">
                                          <p:val>
                                            <p:strVal val="#ppt_x"/>
                                          </p:val>
                                        </p:tav>
                                      </p:tavLst>
                                    </p:anim>
                                    <p:anim calcmode="lin" valueType="num">
                                      <p:cBhvr>
                                        <p:cTn id="84" dur="1000" fill="hold"/>
                                        <p:tgtEl>
                                          <p:spTgt spid="58"/>
                                        </p:tgtEl>
                                        <p:attrNameLst>
                                          <p:attrName>ppt_y</p:attrName>
                                        </p:attrNameLst>
                                      </p:cBhvr>
                                      <p:tavLst>
                                        <p:tav tm="0">
                                          <p:val>
                                            <p:strVal val="#ppt_y-.1"/>
                                          </p:val>
                                        </p:tav>
                                        <p:tav tm="100000">
                                          <p:val>
                                            <p:strVal val="#ppt_y"/>
                                          </p:val>
                                        </p:tav>
                                      </p:tavLst>
                                    </p:anim>
                                  </p:childTnLst>
                                </p:cTn>
                              </p:par>
                            </p:childTnLst>
                          </p:cTn>
                        </p:par>
                        <p:par>
                          <p:cTn id="85" fill="hold">
                            <p:stCondLst>
                              <p:cond delay="2000"/>
                            </p:stCondLst>
                            <p:childTnLst>
                              <p:par>
                                <p:cTn id="86" presetID="22" presetClass="entr" presetSubtype="8" fill="hold" nodeType="afterEffect">
                                  <p:stCondLst>
                                    <p:cond delay="0"/>
                                  </p:stCondLst>
                                  <p:childTnLst>
                                    <p:set>
                                      <p:cBhvr>
                                        <p:cTn id="87" dur="1" fill="hold">
                                          <p:stCondLst>
                                            <p:cond delay="0"/>
                                          </p:stCondLst>
                                        </p:cTn>
                                        <p:tgtEl>
                                          <p:spTgt spid="49"/>
                                        </p:tgtEl>
                                        <p:attrNameLst>
                                          <p:attrName>style.visibility</p:attrName>
                                        </p:attrNameLst>
                                      </p:cBhvr>
                                      <p:to>
                                        <p:strVal val="visible"/>
                                      </p:to>
                                    </p:set>
                                    <p:animEffect transition="in" filter="wipe(left)">
                                      <p:cBhvr>
                                        <p:cTn id="88" dur="1000"/>
                                        <p:tgtEl>
                                          <p:spTgt spid="49"/>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48"/>
                                        </p:tgtEl>
                                        <p:attrNameLst>
                                          <p:attrName>style.visibility</p:attrName>
                                        </p:attrNameLst>
                                      </p:cBhvr>
                                      <p:to>
                                        <p:strVal val="visible"/>
                                      </p:to>
                                    </p:set>
                                  </p:childTnLst>
                                </p:cTn>
                              </p:par>
                            </p:childTnLst>
                          </p:cTn>
                        </p:par>
                        <p:par>
                          <p:cTn id="93" fill="hold">
                            <p:stCondLst>
                              <p:cond delay="0"/>
                            </p:stCondLst>
                            <p:childTnLst>
                              <p:par>
                                <p:cTn id="94" presetID="37" presetClass="path" presetSubtype="0" accel="50000" decel="50000" fill="hold" grpId="1" nodeType="afterEffect">
                                  <p:stCondLst>
                                    <p:cond delay="0"/>
                                  </p:stCondLst>
                                  <p:childTnLst>
                                    <p:animMotion origin="layout" path="M 0.00039 0.00556 L -0.05287 0.03102 C -0.06394 0.03704 -0.07995 0.0375 -0.09623 0.03287 C -0.11459 0.02801 -0.12891 0.01597 -0.13855 0.00695 L -0.18451 -0.04653 " pathEditMode="relative" rAng="540000" ptsTypes="AAAAA">
                                      <p:cBhvr>
                                        <p:cTn id="95" dur="2000" fill="hold"/>
                                        <p:tgtEl>
                                          <p:spTgt spid="48"/>
                                        </p:tgtEl>
                                        <p:attrNameLst>
                                          <p:attrName>ppt_x</p:attrName>
                                          <p:attrName>ppt_y</p:attrName>
                                        </p:attrNameLst>
                                      </p:cBhvr>
                                      <p:rCtr x="-9479" y="46"/>
                                    </p:animMotion>
                                  </p:childTnLst>
                                </p:cTn>
                              </p:par>
                            </p:childTnLst>
                          </p:cTn>
                        </p:par>
                        <p:par>
                          <p:cTn id="96" fill="hold">
                            <p:stCondLst>
                              <p:cond delay="2000"/>
                            </p:stCondLst>
                            <p:childTnLst>
                              <p:par>
                                <p:cTn id="97" presetID="22" presetClass="exit" presetSubtype="1" fill="hold" nodeType="afterEffect">
                                  <p:stCondLst>
                                    <p:cond delay="0"/>
                                  </p:stCondLst>
                                  <p:childTnLst>
                                    <p:animEffect transition="out" filter="wipe(up)">
                                      <p:cBhvr>
                                        <p:cTn id="98" dur="500"/>
                                        <p:tgtEl>
                                          <p:spTgt spid="49"/>
                                        </p:tgtEl>
                                      </p:cBhvr>
                                    </p:animEffect>
                                    <p:set>
                                      <p:cBhvr>
                                        <p:cTn id="99" dur="1" fill="hold">
                                          <p:stCondLst>
                                            <p:cond delay="499"/>
                                          </p:stCondLst>
                                        </p:cTn>
                                        <p:tgtEl>
                                          <p:spTgt spid="49"/>
                                        </p:tgtEl>
                                        <p:attrNameLst>
                                          <p:attrName>style.visibility</p:attrName>
                                        </p:attrNameLst>
                                      </p:cBhvr>
                                      <p:to>
                                        <p:strVal val="hidden"/>
                                      </p:to>
                                    </p:set>
                                  </p:childTnLst>
                                </p:cTn>
                              </p:par>
                            </p:childTnLst>
                          </p:cTn>
                        </p:par>
                        <p:par>
                          <p:cTn id="100" fill="hold">
                            <p:stCondLst>
                              <p:cond delay="2500"/>
                            </p:stCondLst>
                            <p:childTnLst>
                              <p:par>
                                <p:cTn id="101" presetID="22" presetClass="entr" presetSubtype="8" fill="hold" nodeType="after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wipe(left)">
                                      <p:cBhvr>
                                        <p:cTn id="103" dur="1000"/>
                                        <p:tgtEl>
                                          <p:spTgt spid="52"/>
                                        </p:tgtEl>
                                      </p:cBhvr>
                                    </p:animEffect>
                                  </p:childTnLst>
                                </p:cTn>
                              </p:par>
                            </p:childTnLst>
                          </p:cTn>
                        </p:par>
                      </p:childTnLst>
                    </p:cTn>
                  </p:par>
                  <p:par>
                    <p:cTn id="104" fill="hold">
                      <p:stCondLst>
                        <p:cond delay="indefinite"/>
                      </p:stCondLst>
                      <p:childTnLst>
                        <p:par>
                          <p:cTn id="105" fill="hold">
                            <p:stCondLst>
                              <p:cond delay="0"/>
                            </p:stCondLst>
                            <p:childTnLst>
                              <p:par>
                                <p:cTn id="106" presetID="47" presetClass="entr" presetSubtype="0" fill="hold" grpId="0" nodeType="click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1000"/>
                                        <p:tgtEl>
                                          <p:spTgt spid="54"/>
                                        </p:tgtEl>
                                      </p:cBhvr>
                                    </p:animEffect>
                                    <p:anim calcmode="lin" valueType="num">
                                      <p:cBhvr>
                                        <p:cTn id="109" dur="1000" fill="hold"/>
                                        <p:tgtEl>
                                          <p:spTgt spid="54"/>
                                        </p:tgtEl>
                                        <p:attrNameLst>
                                          <p:attrName>ppt_x</p:attrName>
                                        </p:attrNameLst>
                                      </p:cBhvr>
                                      <p:tavLst>
                                        <p:tav tm="0">
                                          <p:val>
                                            <p:strVal val="#ppt_x"/>
                                          </p:val>
                                        </p:tav>
                                        <p:tav tm="100000">
                                          <p:val>
                                            <p:strVal val="#ppt_x"/>
                                          </p:val>
                                        </p:tav>
                                      </p:tavLst>
                                    </p:anim>
                                    <p:anim calcmode="lin" valueType="num">
                                      <p:cBhvr>
                                        <p:cTn id="110" dur="1000" fill="hold"/>
                                        <p:tgtEl>
                                          <p:spTgt spid="54"/>
                                        </p:tgtEl>
                                        <p:attrNameLst>
                                          <p:attrName>ppt_y</p:attrName>
                                        </p:attrNameLst>
                                      </p:cBhvr>
                                      <p:tavLst>
                                        <p:tav tm="0">
                                          <p:val>
                                            <p:strVal val="#ppt_y-.1"/>
                                          </p:val>
                                        </p:tav>
                                        <p:tav tm="100000">
                                          <p:val>
                                            <p:strVal val="#ppt_y"/>
                                          </p:val>
                                        </p:tav>
                                      </p:tavLst>
                                    </p:anim>
                                  </p:childTnLst>
                                </p:cTn>
                              </p:par>
                            </p:childTnLst>
                          </p:cTn>
                        </p:par>
                        <p:par>
                          <p:cTn id="111" fill="hold">
                            <p:stCondLst>
                              <p:cond delay="1000"/>
                            </p:stCondLst>
                            <p:childTnLst>
                              <p:par>
                                <p:cTn id="112" presetID="22" presetClass="exit" presetSubtype="1" fill="hold" nodeType="afterEffect">
                                  <p:stCondLst>
                                    <p:cond delay="0"/>
                                  </p:stCondLst>
                                  <p:childTnLst>
                                    <p:animEffect transition="out" filter="wipe(up)">
                                      <p:cBhvr>
                                        <p:cTn id="113" dur="500"/>
                                        <p:tgtEl>
                                          <p:spTgt spid="52"/>
                                        </p:tgtEl>
                                      </p:cBhvr>
                                    </p:animEffect>
                                    <p:set>
                                      <p:cBhvr>
                                        <p:cTn id="114" dur="1" fill="hold">
                                          <p:stCondLst>
                                            <p:cond delay="499"/>
                                          </p:stCondLst>
                                        </p:cTn>
                                        <p:tgtEl>
                                          <p:spTgt spid="52"/>
                                        </p:tgtEl>
                                        <p:attrNameLst>
                                          <p:attrName>style.visibility</p:attrName>
                                        </p:attrNameLst>
                                      </p:cBhvr>
                                      <p:to>
                                        <p:strVal val="hidden"/>
                                      </p:to>
                                    </p:set>
                                  </p:childTnLst>
                                </p:cTn>
                              </p:par>
                            </p:childTnLst>
                          </p:cTn>
                        </p:par>
                        <p:par>
                          <p:cTn id="115" fill="hold">
                            <p:stCondLst>
                              <p:cond delay="1500"/>
                            </p:stCondLst>
                            <p:childTnLst>
                              <p:par>
                                <p:cTn id="116" presetID="22" presetClass="entr" presetSubtype="8" fill="hold" nodeType="afterEffect">
                                  <p:stCondLst>
                                    <p:cond delay="0"/>
                                  </p:stCondLst>
                                  <p:childTnLst>
                                    <p:set>
                                      <p:cBhvr>
                                        <p:cTn id="117" dur="1" fill="hold">
                                          <p:stCondLst>
                                            <p:cond delay="0"/>
                                          </p:stCondLst>
                                        </p:cTn>
                                        <p:tgtEl>
                                          <p:spTgt spid="56"/>
                                        </p:tgtEl>
                                        <p:attrNameLst>
                                          <p:attrName>style.visibility</p:attrName>
                                        </p:attrNameLst>
                                      </p:cBhvr>
                                      <p:to>
                                        <p:strVal val="visible"/>
                                      </p:to>
                                    </p:set>
                                    <p:animEffect transition="in" filter="wipe(left)">
                                      <p:cBhvr>
                                        <p:cTn id="118" dur="1000"/>
                                        <p:tgtEl>
                                          <p:spTgt spid="56"/>
                                        </p:tgtEl>
                                      </p:cBhvr>
                                    </p:animEffect>
                                  </p:childTnLst>
                                </p:cTn>
                              </p:par>
                            </p:childTnLst>
                          </p:cTn>
                        </p:par>
                      </p:childTnLst>
                    </p:cTn>
                  </p:par>
                  <p:par>
                    <p:cTn id="119" fill="hold">
                      <p:stCondLst>
                        <p:cond delay="indefinite"/>
                      </p:stCondLst>
                      <p:childTnLst>
                        <p:par>
                          <p:cTn id="120" fill="hold">
                            <p:stCondLst>
                              <p:cond delay="0"/>
                            </p:stCondLst>
                            <p:childTnLst>
                              <p:par>
                                <p:cTn id="121" presetID="8" presetClass="emph" presetSubtype="0" fill="hold" grpId="2" nodeType="clickEffect">
                                  <p:stCondLst>
                                    <p:cond delay="0"/>
                                  </p:stCondLst>
                                  <p:childTnLst>
                                    <p:animRot by="21600000">
                                      <p:cBhvr>
                                        <p:cTn id="122" dur="1500" fill="hold"/>
                                        <p:tgtEl>
                                          <p:spTgt spid="58"/>
                                        </p:tgtEl>
                                        <p:attrNameLst>
                                          <p:attrName>r</p:attrName>
                                        </p:attrNameLst>
                                      </p:cBhvr>
                                    </p:animRot>
                                  </p:childTnLst>
                                </p:cTn>
                              </p:par>
                              <p:par>
                                <p:cTn id="123" presetID="8" presetClass="emph" presetSubtype="0" fill="hold" grpId="1" nodeType="withEffect">
                                  <p:stCondLst>
                                    <p:cond delay="0"/>
                                  </p:stCondLst>
                                  <p:childTnLst>
                                    <p:animRot by="21600000">
                                      <p:cBhvr>
                                        <p:cTn id="124" dur="1500" fill="hold"/>
                                        <p:tgtEl>
                                          <p:spTgt spid="15"/>
                                        </p:tgtEl>
                                        <p:attrNameLst>
                                          <p:attrName>r</p:attrName>
                                        </p:attrNameLst>
                                      </p:cBhvr>
                                    </p:animRot>
                                  </p:childTnLst>
                                </p:cTn>
                              </p:par>
                            </p:childTnLst>
                          </p:cTn>
                        </p:par>
                        <p:par>
                          <p:cTn id="125" fill="hold">
                            <p:stCondLst>
                              <p:cond delay="1500"/>
                            </p:stCondLst>
                            <p:childTnLst>
                              <p:par>
                                <p:cTn id="126" presetID="22" presetClass="exit" presetSubtype="1" fill="hold" nodeType="afterEffect">
                                  <p:stCondLst>
                                    <p:cond delay="0"/>
                                  </p:stCondLst>
                                  <p:childTnLst>
                                    <p:animEffect transition="out" filter="wipe(up)">
                                      <p:cBhvr>
                                        <p:cTn id="127" dur="500"/>
                                        <p:tgtEl>
                                          <p:spTgt spid="56"/>
                                        </p:tgtEl>
                                      </p:cBhvr>
                                    </p:animEffect>
                                    <p:set>
                                      <p:cBhvr>
                                        <p:cTn id="128" dur="1" fill="hold">
                                          <p:stCondLst>
                                            <p:cond delay="499"/>
                                          </p:stCondLst>
                                        </p:cTn>
                                        <p:tgtEl>
                                          <p:spTgt spid="56"/>
                                        </p:tgtEl>
                                        <p:attrNameLst>
                                          <p:attrName>style.visibility</p:attrName>
                                        </p:attrNameLst>
                                      </p:cBhvr>
                                      <p:to>
                                        <p:strVal val="hidden"/>
                                      </p:to>
                                    </p:set>
                                  </p:childTnLst>
                                </p:cTn>
                              </p:par>
                            </p:childTnLst>
                          </p:cTn>
                        </p:par>
                        <p:par>
                          <p:cTn id="129" fill="hold">
                            <p:stCondLst>
                              <p:cond delay="2000"/>
                            </p:stCondLst>
                            <p:childTnLst>
                              <p:par>
                                <p:cTn id="130" presetID="22" presetClass="entr" presetSubtype="8" fill="hold" nodeType="afterEffect">
                                  <p:stCondLst>
                                    <p:cond delay="0"/>
                                  </p:stCondLst>
                                  <p:childTnLst>
                                    <p:set>
                                      <p:cBhvr>
                                        <p:cTn id="131" dur="1" fill="hold">
                                          <p:stCondLst>
                                            <p:cond delay="0"/>
                                          </p:stCondLst>
                                        </p:cTn>
                                        <p:tgtEl>
                                          <p:spTgt spid="59"/>
                                        </p:tgtEl>
                                        <p:attrNameLst>
                                          <p:attrName>style.visibility</p:attrName>
                                        </p:attrNameLst>
                                      </p:cBhvr>
                                      <p:to>
                                        <p:strVal val="visible"/>
                                      </p:to>
                                    </p:set>
                                    <p:animEffect transition="in" filter="wipe(left)">
                                      <p:cBhvr>
                                        <p:cTn id="132" dur="1000"/>
                                        <p:tgtEl>
                                          <p:spTgt spid="59"/>
                                        </p:tgtEl>
                                      </p:cBhvr>
                                    </p:animEffect>
                                  </p:childTnLst>
                                </p:cTn>
                              </p:par>
                            </p:childTnLst>
                          </p:cTn>
                        </p:par>
                      </p:childTnLst>
                    </p:cTn>
                  </p:par>
                  <p:par>
                    <p:cTn id="133" fill="hold">
                      <p:stCondLst>
                        <p:cond delay="indefinite"/>
                      </p:stCondLst>
                      <p:childTnLst>
                        <p:par>
                          <p:cTn id="134" fill="hold">
                            <p:stCondLst>
                              <p:cond delay="0"/>
                            </p:stCondLst>
                            <p:childTnLst>
                              <p:par>
                                <p:cTn id="135" presetID="35" presetClass="path" presetSubtype="0" accel="50000" decel="50000" fill="hold" grpId="1" nodeType="clickEffect">
                                  <p:stCondLst>
                                    <p:cond delay="0"/>
                                  </p:stCondLst>
                                  <p:childTnLst>
                                    <p:animMotion origin="layout" path="M -0.00091 0.00185 L -0.03659 0.00185 " pathEditMode="relative" rAng="0" ptsTypes="AA">
                                      <p:cBhvr>
                                        <p:cTn id="136" dur="2000" fill="hold"/>
                                        <p:tgtEl>
                                          <p:spTgt spid="54"/>
                                        </p:tgtEl>
                                        <p:attrNameLst>
                                          <p:attrName>ppt_x</p:attrName>
                                          <p:attrName>ppt_y</p:attrName>
                                        </p:attrNameLst>
                                      </p:cBhvr>
                                      <p:rCtr x="-1784" y="0"/>
                                    </p:animMotion>
                                  </p:childTnLst>
                                </p:cTn>
                              </p:par>
                            </p:childTnLst>
                          </p:cTn>
                        </p:par>
                        <p:par>
                          <p:cTn id="137" fill="hold">
                            <p:stCondLst>
                              <p:cond delay="2000"/>
                            </p:stCondLst>
                            <p:childTnLst>
                              <p:par>
                                <p:cTn id="138" presetID="22" presetClass="exit" presetSubtype="1" fill="hold" nodeType="afterEffect">
                                  <p:stCondLst>
                                    <p:cond delay="0"/>
                                  </p:stCondLst>
                                  <p:childTnLst>
                                    <p:animEffect transition="out" filter="wipe(up)">
                                      <p:cBhvr>
                                        <p:cTn id="139" dur="500"/>
                                        <p:tgtEl>
                                          <p:spTgt spid="59"/>
                                        </p:tgtEl>
                                      </p:cBhvr>
                                    </p:animEffect>
                                    <p:set>
                                      <p:cBhvr>
                                        <p:cTn id="140" dur="1" fill="hold">
                                          <p:stCondLst>
                                            <p:cond delay="499"/>
                                          </p:stCondLst>
                                        </p:cTn>
                                        <p:tgtEl>
                                          <p:spTgt spid="59"/>
                                        </p:tgtEl>
                                        <p:attrNameLst>
                                          <p:attrName>style.visibility</p:attrName>
                                        </p:attrNameLst>
                                      </p:cBhvr>
                                      <p:to>
                                        <p:strVal val="hidden"/>
                                      </p:to>
                                    </p:set>
                                  </p:childTnLst>
                                </p:cTn>
                              </p:par>
                            </p:childTnLst>
                          </p:cTn>
                        </p:par>
                        <p:par>
                          <p:cTn id="141" fill="hold">
                            <p:stCondLst>
                              <p:cond delay="2500"/>
                            </p:stCondLst>
                            <p:childTnLst>
                              <p:par>
                                <p:cTn id="142" presetID="22" presetClass="entr" presetSubtype="8" fill="hold" nodeType="afterEffect">
                                  <p:stCondLst>
                                    <p:cond delay="0"/>
                                  </p:stCondLst>
                                  <p:childTnLst>
                                    <p:set>
                                      <p:cBhvr>
                                        <p:cTn id="143" dur="1" fill="hold">
                                          <p:stCondLst>
                                            <p:cond delay="0"/>
                                          </p:stCondLst>
                                        </p:cTn>
                                        <p:tgtEl>
                                          <p:spTgt spid="56"/>
                                        </p:tgtEl>
                                        <p:attrNameLst>
                                          <p:attrName>style.visibility</p:attrName>
                                        </p:attrNameLst>
                                      </p:cBhvr>
                                      <p:to>
                                        <p:strVal val="visible"/>
                                      </p:to>
                                    </p:set>
                                    <p:animEffect transition="in" filter="wipe(left)">
                                      <p:cBhvr>
                                        <p:cTn id="144" dur="1000"/>
                                        <p:tgtEl>
                                          <p:spTgt spid="56"/>
                                        </p:tgtEl>
                                      </p:cBhvr>
                                    </p:animEffect>
                                  </p:childTnLst>
                                </p:cTn>
                              </p:par>
                            </p:childTnLst>
                          </p:cTn>
                        </p:par>
                      </p:childTnLst>
                    </p:cTn>
                  </p:par>
                  <p:par>
                    <p:cTn id="145" fill="hold">
                      <p:stCondLst>
                        <p:cond delay="indefinite"/>
                      </p:stCondLst>
                      <p:childTnLst>
                        <p:par>
                          <p:cTn id="146" fill="hold">
                            <p:stCondLst>
                              <p:cond delay="0"/>
                            </p:stCondLst>
                            <p:childTnLst>
                              <p:par>
                                <p:cTn id="147" presetID="35" presetClass="path" presetSubtype="0" accel="50000" decel="50000" fill="hold" grpId="3" nodeType="clickEffect">
                                  <p:stCondLst>
                                    <p:cond delay="0"/>
                                  </p:stCondLst>
                                  <p:childTnLst>
                                    <p:animMotion origin="layout" path="M 2.91667E-6 4.81481E-6 L -0.03894 0.00138 " pathEditMode="relative" rAng="0" ptsTypes="AA">
                                      <p:cBhvr>
                                        <p:cTn id="148" dur="1500" fill="hold"/>
                                        <p:tgtEl>
                                          <p:spTgt spid="58"/>
                                        </p:tgtEl>
                                        <p:attrNameLst>
                                          <p:attrName>ppt_x</p:attrName>
                                          <p:attrName>ppt_y</p:attrName>
                                        </p:attrNameLst>
                                      </p:cBhvr>
                                      <p:rCtr x="-1953" y="69"/>
                                    </p:animMotion>
                                  </p:childTnLst>
                                </p:cTn>
                              </p:par>
                            </p:childTnLst>
                          </p:cTn>
                        </p:par>
                        <p:par>
                          <p:cTn id="149" fill="hold">
                            <p:stCondLst>
                              <p:cond delay="1500"/>
                            </p:stCondLst>
                            <p:childTnLst>
                              <p:par>
                                <p:cTn id="150" presetID="8" presetClass="emph" presetSubtype="0" fill="hold" grpId="4" nodeType="afterEffect">
                                  <p:stCondLst>
                                    <p:cond delay="0"/>
                                  </p:stCondLst>
                                  <p:childTnLst>
                                    <p:animRot by="21600000">
                                      <p:cBhvr>
                                        <p:cTn id="151" dur="1500" fill="hold"/>
                                        <p:tgtEl>
                                          <p:spTgt spid="58"/>
                                        </p:tgtEl>
                                        <p:attrNameLst>
                                          <p:attrName>r</p:attrName>
                                        </p:attrNameLst>
                                      </p:cBhvr>
                                    </p:animRot>
                                  </p:childTnLst>
                                </p:cTn>
                              </p:par>
                              <p:par>
                                <p:cTn id="152" presetID="8" presetClass="emph" presetSubtype="0" fill="hold" grpId="1" nodeType="withEffect">
                                  <p:stCondLst>
                                    <p:cond delay="0"/>
                                  </p:stCondLst>
                                  <p:childTnLst>
                                    <p:animRot by="21600000">
                                      <p:cBhvr>
                                        <p:cTn id="153" dur="1500" fill="hold"/>
                                        <p:tgtEl>
                                          <p:spTgt spid="14"/>
                                        </p:tgtEl>
                                        <p:attrNameLst>
                                          <p:attrName>r</p:attrName>
                                        </p:attrNameLst>
                                      </p:cBhvr>
                                    </p:animRot>
                                  </p:childTnLst>
                                </p:cTn>
                              </p:par>
                            </p:childTnLst>
                          </p:cTn>
                        </p:par>
                        <p:par>
                          <p:cTn id="154" fill="hold">
                            <p:stCondLst>
                              <p:cond delay="3000"/>
                            </p:stCondLst>
                            <p:childTnLst>
                              <p:par>
                                <p:cTn id="155" presetID="22" presetClass="exit" presetSubtype="1" fill="hold" nodeType="afterEffect">
                                  <p:stCondLst>
                                    <p:cond delay="0"/>
                                  </p:stCondLst>
                                  <p:childTnLst>
                                    <p:animEffect transition="out" filter="wipe(up)">
                                      <p:cBhvr>
                                        <p:cTn id="156" dur="500"/>
                                        <p:tgtEl>
                                          <p:spTgt spid="56"/>
                                        </p:tgtEl>
                                      </p:cBhvr>
                                    </p:animEffect>
                                    <p:set>
                                      <p:cBhvr>
                                        <p:cTn id="157" dur="1" fill="hold">
                                          <p:stCondLst>
                                            <p:cond delay="499"/>
                                          </p:stCondLst>
                                        </p:cTn>
                                        <p:tgtEl>
                                          <p:spTgt spid="56"/>
                                        </p:tgtEl>
                                        <p:attrNameLst>
                                          <p:attrName>style.visibility</p:attrName>
                                        </p:attrNameLst>
                                      </p:cBhvr>
                                      <p:to>
                                        <p:strVal val="hidden"/>
                                      </p:to>
                                    </p:set>
                                  </p:childTnLst>
                                </p:cTn>
                              </p:par>
                            </p:childTnLst>
                          </p:cTn>
                        </p:par>
                        <p:par>
                          <p:cTn id="158" fill="hold">
                            <p:stCondLst>
                              <p:cond delay="3500"/>
                            </p:stCondLst>
                            <p:childTnLst>
                              <p:par>
                                <p:cTn id="159" presetID="22" presetClass="entr" presetSubtype="8" fill="hold" nodeType="afterEffect">
                                  <p:stCondLst>
                                    <p:cond delay="0"/>
                                  </p:stCondLst>
                                  <p:childTnLst>
                                    <p:set>
                                      <p:cBhvr>
                                        <p:cTn id="160" dur="1" fill="hold">
                                          <p:stCondLst>
                                            <p:cond delay="0"/>
                                          </p:stCondLst>
                                        </p:cTn>
                                        <p:tgtEl>
                                          <p:spTgt spid="59"/>
                                        </p:tgtEl>
                                        <p:attrNameLst>
                                          <p:attrName>style.visibility</p:attrName>
                                        </p:attrNameLst>
                                      </p:cBhvr>
                                      <p:to>
                                        <p:strVal val="visible"/>
                                      </p:to>
                                    </p:set>
                                    <p:animEffect transition="in" filter="wipe(left)">
                                      <p:cBhvr>
                                        <p:cTn id="161" dur="1000"/>
                                        <p:tgtEl>
                                          <p:spTgt spid="59"/>
                                        </p:tgtEl>
                                      </p:cBhvr>
                                    </p:animEffect>
                                  </p:childTnLst>
                                </p:cTn>
                              </p:par>
                            </p:childTnLst>
                          </p:cTn>
                        </p:par>
                      </p:childTnLst>
                    </p:cTn>
                  </p:par>
                  <p:par>
                    <p:cTn id="162" fill="hold">
                      <p:stCondLst>
                        <p:cond delay="indefinite"/>
                      </p:stCondLst>
                      <p:childTnLst>
                        <p:par>
                          <p:cTn id="163" fill="hold">
                            <p:stCondLst>
                              <p:cond delay="0"/>
                            </p:stCondLst>
                            <p:childTnLst>
                              <p:par>
                                <p:cTn id="164" presetID="35" presetClass="path" presetSubtype="0" accel="50000" decel="50000" fill="hold" grpId="2" nodeType="clickEffect">
                                  <p:stCondLst>
                                    <p:cond delay="0"/>
                                  </p:stCondLst>
                                  <p:childTnLst>
                                    <p:animMotion origin="layout" path="M -0.03659 0.00185 L -0.0763 0.00116 " pathEditMode="relative" rAng="0" ptsTypes="AA">
                                      <p:cBhvr>
                                        <p:cTn id="165" dur="2000" fill="hold"/>
                                        <p:tgtEl>
                                          <p:spTgt spid="54"/>
                                        </p:tgtEl>
                                        <p:attrNameLst>
                                          <p:attrName>ppt_x</p:attrName>
                                          <p:attrName>ppt_y</p:attrName>
                                        </p:attrNameLst>
                                      </p:cBhvr>
                                      <p:rCtr x="-1992" y="-46"/>
                                    </p:animMotion>
                                  </p:childTnLst>
                                </p:cTn>
                              </p:par>
                            </p:childTnLst>
                          </p:cTn>
                        </p:par>
                        <p:par>
                          <p:cTn id="166" fill="hold">
                            <p:stCondLst>
                              <p:cond delay="2000"/>
                            </p:stCondLst>
                            <p:childTnLst>
                              <p:par>
                                <p:cTn id="167" presetID="22" presetClass="exit" presetSubtype="1" fill="hold" nodeType="afterEffect">
                                  <p:stCondLst>
                                    <p:cond delay="0"/>
                                  </p:stCondLst>
                                  <p:childTnLst>
                                    <p:animEffect transition="out" filter="wipe(up)">
                                      <p:cBhvr>
                                        <p:cTn id="168" dur="500"/>
                                        <p:tgtEl>
                                          <p:spTgt spid="59"/>
                                        </p:tgtEl>
                                      </p:cBhvr>
                                    </p:animEffect>
                                    <p:set>
                                      <p:cBhvr>
                                        <p:cTn id="169" dur="1" fill="hold">
                                          <p:stCondLst>
                                            <p:cond delay="499"/>
                                          </p:stCondLst>
                                        </p:cTn>
                                        <p:tgtEl>
                                          <p:spTgt spid="59"/>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nodeType="clickEffect">
                                  <p:stCondLst>
                                    <p:cond delay="0"/>
                                  </p:stCondLst>
                                  <p:childTnLst>
                                    <p:set>
                                      <p:cBhvr>
                                        <p:cTn id="173" dur="1" fill="hold">
                                          <p:stCondLst>
                                            <p:cond delay="0"/>
                                          </p:stCondLst>
                                        </p:cTn>
                                        <p:tgtEl>
                                          <p:spTgt spid="56"/>
                                        </p:tgtEl>
                                        <p:attrNameLst>
                                          <p:attrName>style.visibility</p:attrName>
                                        </p:attrNameLst>
                                      </p:cBhvr>
                                      <p:to>
                                        <p:strVal val="visible"/>
                                      </p:to>
                                    </p:set>
                                    <p:animEffect transition="in" filter="wipe(left)">
                                      <p:cBhvr>
                                        <p:cTn id="174" dur="1000"/>
                                        <p:tgtEl>
                                          <p:spTgt spid="56"/>
                                        </p:tgtEl>
                                      </p:cBhvr>
                                    </p:animEffect>
                                  </p:childTnLst>
                                </p:cTn>
                              </p:par>
                            </p:childTnLst>
                          </p:cTn>
                        </p:par>
                      </p:childTnLst>
                    </p:cTn>
                  </p:par>
                  <p:par>
                    <p:cTn id="175" fill="hold">
                      <p:stCondLst>
                        <p:cond delay="indefinite"/>
                      </p:stCondLst>
                      <p:childTnLst>
                        <p:par>
                          <p:cTn id="176" fill="hold">
                            <p:stCondLst>
                              <p:cond delay="0"/>
                            </p:stCondLst>
                            <p:childTnLst>
                              <p:par>
                                <p:cTn id="177" presetID="35" presetClass="path" presetSubtype="0" accel="50000" decel="50000" fill="hold" grpId="5" nodeType="clickEffect">
                                  <p:stCondLst>
                                    <p:cond delay="0"/>
                                  </p:stCondLst>
                                  <p:childTnLst>
                                    <p:animMotion origin="layout" path="M -0.03893 0.00139 L -0.07683 0.00138 " pathEditMode="relative" rAng="0" ptsTypes="AA">
                                      <p:cBhvr>
                                        <p:cTn id="178" dur="1500" fill="hold"/>
                                        <p:tgtEl>
                                          <p:spTgt spid="58"/>
                                        </p:tgtEl>
                                        <p:attrNameLst>
                                          <p:attrName>ppt_x</p:attrName>
                                          <p:attrName>ppt_y</p:attrName>
                                        </p:attrNameLst>
                                      </p:cBhvr>
                                      <p:rCtr x="-1992" y="-162"/>
                                    </p:animMotion>
                                  </p:childTnLst>
                                </p:cTn>
                              </p:par>
                            </p:childTnLst>
                          </p:cTn>
                        </p:par>
                        <p:par>
                          <p:cTn id="179" fill="hold">
                            <p:stCondLst>
                              <p:cond delay="1500"/>
                            </p:stCondLst>
                            <p:childTnLst>
                              <p:par>
                                <p:cTn id="180" presetID="8" presetClass="emph" presetSubtype="0" fill="hold" grpId="6" nodeType="afterEffect">
                                  <p:stCondLst>
                                    <p:cond delay="0"/>
                                  </p:stCondLst>
                                  <p:childTnLst>
                                    <p:animRot by="21600000">
                                      <p:cBhvr>
                                        <p:cTn id="181" dur="1500" fill="hold"/>
                                        <p:tgtEl>
                                          <p:spTgt spid="58"/>
                                        </p:tgtEl>
                                        <p:attrNameLst>
                                          <p:attrName>r</p:attrName>
                                        </p:attrNameLst>
                                      </p:cBhvr>
                                    </p:animRot>
                                  </p:childTnLst>
                                </p:cTn>
                              </p:par>
                              <p:par>
                                <p:cTn id="182" presetID="8" presetClass="emph" presetSubtype="0" fill="hold" grpId="1" nodeType="withEffect">
                                  <p:stCondLst>
                                    <p:cond delay="0"/>
                                  </p:stCondLst>
                                  <p:childTnLst>
                                    <p:animRot by="21600000">
                                      <p:cBhvr>
                                        <p:cTn id="183" dur="1500" fill="hold"/>
                                        <p:tgtEl>
                                          <p:spTgt spid="13"/>
                                        </p:tgtEl>
                                        <p:attrNameLst>
                                          <p:attrName>r</p:attrName>
                                        </p:attrNameLst>
                                      </p:cBhvr>
                                    </p:animRot>
                                  </p:childTnLst>
                                </p:cTn>
                              </p:par>
                            </p:childTnLst>
                          </p:cTn>
                        </p:par>
                        <p:par>
                          <p:cTn id="184" fill="hold">
                            <p:stCondLst>
                              <p:cond delay="3000"/>
                            </p:stCondLst>
                            <p:childTnLst>
                              <p:par>
                                <p:cTn id="185" presetID="22" presetClass="exit" presetSubtype="1" fill="hold" nodeType="afterEffect">
                                  <p:stCondLst>
                                    <p:cond delay="0"/>
                                  </p:stCondLst>
                                  <p:childTnLst>
                                    <p:animEffect transition="out" filter="wipe(up)">
                                      <p:cBhvr>
                                        <p:cTn id="186" dur="500"/>
                                        <p:tgtEl>
                                          <p:spTgt spid="56"/>
                                        </p:tgtEl>
                                      </p:cBhvr>
                                    </p:animEffect>
                                    <p:set>
                                      <p:cBhvr>
                                        <p:cTn id="187" dur="1" fill="hold">
                                          <p:stCondLst>
                                            <p:cond delay="499"/>
                                          </p:stCondLst>
                                        </p:cTn>
                                        <p:tgtEl>
                                          <p:spTgt spid="56"/>
                                        </p:tgtEl>
                                        <p:attrNameLst>
                                          <p:attrName>style.visibility</p:attrName>
                                        </p:attrNameLst>
                                      </p:cBhvr>
                                      <p:to>
                                        <p:strVal val="hidden"/>
                                      </p:to>
                                    </p:set>
                                  </p:childTnLst>
                                </p:cTn>
                              </p:par>
                            </p:childTnLst>
                          </p:cTn>
                        </p:par>
                        <p:par>
                          <p:cTn id="188" fill="hold">
                            <p:stCondLst>
                              <p:cond delay="3500"/>
                            </p:stCondLst>
                            <p:childTnLst>
                              <p:par>
                                <p:cTn id="189" presetID="22" presetClass="entr" presetSubtype="8" fill="hold" nodeType="afterEffect">
                                  <p:stCondLst>
                                    <p:cond delay="0"/>
                                  </p:stCondLst>
                                  <p:childTnLst>
                                    <p:set>
                                      <p:cBhvr>
                                        <p:cTn id="190" dur="1" fill="hold">
                                          <p:stCondLst>
                                            <p:cond delay="0"/>
                                          </p:stCondLst>
                                        </p:cTn>
                                        <p:tgtEl>
                                          <p:spTgt spid="63"/>
                                        </p:tgtEl>
                                        <p:attrNameLst>
                                          <p:attrName>style.visibility</p:attrName>
                                        </p:attrNameLst>
                                      </p:cBhvr>
                                      <p:to>
                                        <p:strVal val="visible"/>
                                      </p:to>
                                    </p:set>
                                    <p:animEffect transition="in" filter="wipe(left)">
                                      <p:cBhvr>
                                        <p:cTn id="191" dur="1000"/>
                                        <p:tgtEl>
                                          <p:spTgt spid="63"/>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xit" presetSubtype="1" fill="hold" nodeType="clickEffect">
                                  <p:stCondLst>
                                    <p:cond delay="0"/>
                                  </p:stCondLst>
                                  <p:childTnLst>
                                    <p:animEffect transition="out" filter="wipe(up)">
                                      <p:cBhvr>
                                        <p:cTn id="195" dur="500"/>
                                        <p:tgtEl>
                                          <p:spTgt spid="63"/>
                                        </p:tgtEl>
                                      </p:cBhvr>
                                    </p:animEffect>
                                    <p:set>
                                      <p:cBhvr>
                                        <p:cTn id="196" dur="1" fill="hold">
                                          <p:stCondLst>
                                            <p:cond delay="499"/>
                                          </p:stCondLst>
                                        </p:cTn>
                                        <p:tgtEl>
                                          <p:spTgt spid="63"/>
                                        </p:tgtEl>
                                        <p:attrNameLst>
                                          <p:attrName>style.visibility</p:attrName>
                                        </p:attrNameLst>
                                      </p:cBhvr>
                                      <p:to>
                                        <p:strVal val="hidden"/>
                                      </p:to>
                                    </p:set>
                                  </p:childTnLst>
                                </p:cTn>
                              </p:par>
                              <p:par>
                                <p:cTn id="197" presetID="10" presetClass="exit" presetSubtype="0" fill="hold" grpId="3" nodeType="withEffect">
                                  <p:stCondLst>
                                    <p:cond delay="0"/>
                                  </p:stCondLst>
                                  <p:childTnLst>
                                    <p:animEffect transition="out" filter="fade">
                                      <p:cBhvr>
                                        <p:cTn id="198" dur="500"/>
                                        <p:tgtEl>
                                          <p:spTgt spid="54"/>
                                        </p:tgtEl>
                                      </p:cBhvr>
                                    </p:animEffect>
                                    <p:set>
                                      <p:cBhvr>
                                        <p:cTn id="199" dur="1" fill="hold">
                                          <p:stCondLst>
                                            <p:cond delay="499"/>
                                          </p:stCondLst>
                                        </p:cTn>
                                        <p:tgtEl>
                                          <p:spTgt spid="54"/>
                                        </p:tgtEl>
                                        <p:attrNameLst>
                                          <p:attrName>style.visibility</p:attrName>
                                        </p:attrNameLst>
                                      </p:cBhvr>
                                      <p:to>
                                        <p:strVal val="hidden"/>
                                      </p:to>
                                    </p:set>
                                  </p:childTnLst>
                                </p:cTn>
                              </p:par>
                              <p:par>
                                <p:cTn id="200" presetID="10" presetClass="exit" presetSubtype="0" fill="hold" grpId="7" nodeType="withEffect">
                                  <p:stCondLst>
                                    <p:cond delay="0"/>
                                  </p:stCondLst>
                                  <p:childTnLst>
                                    <p:animEffect transition="out" filter="fade">
                                      <p:cBhvr>
                                        <p:cTn id="201" dur="500"/>
                                        <p:tgtEl>
                                          <p:spTgt spid="58"/>
                                        </p:tgtEl>
                                      </p:cBhvr>
                                    </p:animEffect>
                                    <p:set>
                                      <p:cBhvr>
                                        <p:cTn id="202" dur="1" fill="hold">
                                          <p:stCondLst>
                                            <p:cond delay="499"/>
                                          </p:stCondLst>
                                        </p:cTn>
                                        <p:tgtEl>
                                          <p:spTgt spid="58"/>
                                        </p:tgtEl>
                                        <p:attrNameLst>
                                          <p:attrName>style.visibility</p:attrName>
                                        </p:attrNameLst>
                                      </p:cBhvr>
                                      <p:to>
                                        <p:strVal val="hidden"/>
                                      </p:to>
                                    </p:set>
                                  </p:childTnLst>
                                </p:cTn>
                              </p:par>
                              <p:par>
                                <p:cTn id="203" presetID="10" presetClass="exit" presetSubtype="0" fill="hold" grpId="3" nodeType="withEffect">
                                  <p:stCondLst>
                                    <p:cond delay="0"/>
                                  </p:stCondLst>
                                  <p:childTnLst>
                                    <p:animEffect transition="out" filter="fade">
                                      <p:cBhvr>
                                        <p:cTn id="204" dur="500"/>
                                        <p:tgtEl>
                                          <p:spTgt spid="48"/>
                                        </p:tgtEl>
                                      </p:cBhvr>
                                    </p:animEffect>
                                    <p:set>
                                      <p:cBhvr>
                                        <p:cTn id="205" dur="1" fill="hold">
                                          <p:stCondLst>
                                            <p:cond delay="499"/>
                                          </p:stCondLst>
                                        </p:cTn>
                                        <p:tgtEl>
                                          <p:spTgt spid="48"/>
                                        </p:tgtEl>
                                        <p:attrNameLst>
                                          <p:attrName>style.visibility</p:attrName>
                                        </p:attrNameLst>
                                      </p:cBhvr>
                                      <p:to>
                                        <p:strVal val="hidden"/>
                                      </p:to>
                                    </p:set>
                                  </p:childTnLst>
                                </p:cTn>
                              </p:par>
                            </p:childTnLst>
                          </p:cTn>
                        </p:par>
                        <p:par>
                          <p:cTn id="206" fill="hold">
                            <p:stCondLst>
                              <p:cond delay="500"/>
                            </p:stCondLst>
                            <p:childTnLst>
                              <p:par>
                                <p:cTn id="207" presetID="1" presetClass="entr" presetSubtype="0" fill="hold" grpId="0" nodeType="afterEffect">
                                  <p:stCondLst>
                                    <p:cond delay="0"/>
                                  </p:stCondLst>
                                  <p:childTnLst>
                                    <p:set>
                                      <p:cBhvr>
                                        <p:cTn id="208" dur="1" fill="hold">
                                          <p:stCondLst>
                                            <p:cond delay="0"/>
                                          </p:stCondLst>
                                        </p:cTn>
                                        <p:tgtEl>
                                          <p:spTgt spid="65"/>
                                        </p:tgtEl>
                                        <p:attrNameLst>
                                          <p:attrName>style.visibility</p:attrName>
                                        </p:attrNameLst>
                                      </p:cBhvr>
                                      <p:to>
                                        <p:strVal val="visible"/>
                                      </p:to>
                                    </p:set>
                                  </p:childTnLst>
                                </p:cTn>
                              </p:par>
                            </p:childTnLst>
                          </p:cTn>
                        </p:par>
                        <p:par>
                          <p:cTn id="209" fill="hold">
                            <p:stCondLst>
                              <p:cond delay="500"/>
                            </p:stCondLst>
                            <p:childTnLst>
                              <p:par>
                                <p:cTn id="210" presetID="35" presetClass="path" presetSubtype="0" accel="50000" decel="50000" fill="hold" grpId="1" nodeType="afterEffect">
                                  <p:stCondLst>
                                    <p:cond delay="0"/>
                                  </p:stCondLst>
                                  <p:childTnLst>
                                    <p:animMotion origin="layout" path="M 4.16667E-6 3.7037E-7 L -0.17683 -0.08889 " pathEditMode="relative" rAng="0" ptsTypes="AA">
                                      <p:cBhvr>
                                        <p:cTn id="211" dur="2000" fill="hold"/>
                                        <p:tgtEl>
                                          <p:spTgt spid="65"/>
                                        </p:tgtEl>
                                        <p:attrNameLst>
                                          <p:attrName>ppt_x</p:attrName>
                                          <p:attrName>ppt_y</p:attrName>
                                        </p:attrNameLst>
                                      </p:cBhvr>
                                      <p:rCtr x="-8841" y="-4444"/>
                                    </p:animMotion>
                                  </p:childTnLst>
                                </p:cTn>
                              </p:par>
                            </p:childTnLst>
                          </p:cTn>
                        </p:par>
                      </p:childTnLst>
                    </p:cTn>
                  </p:par>
                  <p:par>
                    <p:cTn id="212" fill="hold">
                      <p:stCondLst>
                        <p:cond delay="indefinite"/>
                      </p:stCondLst>
                      <p:childTnLst>
                        <p:par>
                          <p:cTn id="213" fill="hold">
                            <p:stCondLst>
                              <p:cond delay="0"/>
                            </p:stCondLst>
                            <p:childTnLst>
                              <p:par>
                                <p:cTn id="214" presetID="42" presetClass="entr" presetSubtype="0" fill="hold" grpId="0" nodeType="clickEffect">
                                  <p:stCondLst>
                                    <p:cond delay="0"/>
                                  </p:stCondLst>
                                  <p:childTnLst>
                                    <p:set>
                                      <p:cBhvr>
                                        <p:cTn id="215" dur="1" fill="hold">
                                          <p:stCondLst>
                                            <p:cond delay="0"/>
                                          </p:stCondLst>
                                        </p:cTn>
                                        <p:tgtEl>
                                          <p:spTgt spid="66"/>
                                        </p:tgtEl>
                                        <p:attrNameLst>
                                          <p:attrName>style.visibility</p:attrName>
                                        </p:attrNameLst>
                                      </p:cBhvr>
                                      <p:to>
                                        <p:strVal val="visible"/>
                                      </p:to>
                                    </p:set>
                                    <p:animEffect transition="in" filter="fade">
                                      <p:cBhvr>
                                        <p:cTn id="216" dur="1000"/>
                                        <p:tgtEl>
                                          <p:spTgt spid="66"/>
                                        </p:tgtEl>
                                      </p:cBhvr>
                                    </p:animEffect>
                                    <p:anim calcmode="lin" valueType="num">
                                      <p:cBhvr>
                                        <p:cTn id="217" dur="1000" fill="hold"/>
                                        <p:tgtEl>
                                          <p:spTgt spid="66"/>
                                        </p:tgtEl>
                                        <p:attrNameLst>
                                          <p:attrName>ppt_x</p:attrName>
                                        </p:attrNameLst>
                                      </p:cBhvr>
                                      <p:tavLst>
                                        <p:tav tm="0">
                                          <p:val>
                                            <p:strVal val="#ppt_x"/>
                                          </p:val>
                                        </p:tav>
                                        <p:tav tm="100000">
                                          <p:val>
                                            <p:strVal val="#ppt_x"/>
                                          </p:val>
                                        </p:tav>
                                      </p:tavLst>
                                    </p:anim>
                                    <p:anim calcmode="lin" valueType="num">
                                      <p:cBhvr>
                                        <p:cTn id="218"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47" presetClass="entr" presetSubtype="0" fill="hold" grpId="0" nodeType="clickEffect">
                                  <p:stCondLst>
                                    <p:cond delay="0"/>
                                  </p:stCondLst>
                                  <p:childTnLst>
                                    <p:set>
                                      <p:cBhvr>
                                        <p:cTn id="222" dur="1" fill="hold">
                                          <p:stCondLst>
                                            <p:cond delay="0"/>
                                          </p:stCondLst>
                                        </p:cTn>
                                        <p:tgtEl>
                                          <p:spTgt spid="69"/>
                                        </p:tgtEl>
                                        <p:attrNameLst>
                                          <p:attrName>style.visibility</p:attrName>
                                        </p:attrNameLst>
                                      </p:cBhvr>
                                      <p:to>
                                        <p:strVal val="visible"/>
                                      </p:to>
                                    </p:set>
                                    <p:animEffect transition="in" filter="fade">
                                      <p:cBhvr>
                                        <p:cTn id="223" dur="1000"/>
                                        <p:tgtEl>
                                          <p:spTgt spid="69"/>
                                        </p:tgtEl>
                                      </p:cBhvr>
                                    </p:animEffect>
                                    <p:anim calcmode="lin" valueType="num">
                                      <p:cBhvr>
                                        <p:cTn id="224" dur="1000" fill="hold"/>
                                        <p:tgtEl>
                                          <p:spTgt spid="69"/>
                                        </p:tgtEl>
                                        <p:attrNameLst>
                                          <p:attrName>ppt_x</p:attrName>
                                        </p:attrNameLst>
                                      </p:cBhvr>
                                      <p:tavLst>
                                        <p:tav tm="0">
                                          <p:val>
                                            <p:strVal val="#ppt_x"/>
                                          </p:val>
                                        </p:tav>
                                        <p:tav tm="100000">
                                          <p:val>
                                            <p:strVal val="#ppt_x"/>
                                          </p:val>
                                        </p:tav>
                                      </p:tavLst>
                                    </p:anim>
                                    <p:anim calcmode="lin" valueType="num">
                                      <p:cBhvr>
                                        <p:cTn id="225" dur="1000" fill="hold"/>
                                        <p:tgtEl>
                                          <p:spTgt spid="69"/>
                                        </p:tgtEl>
                                        <p:attrNameLst>
                                          <p:attrName>ppt_y</p:attrName>
                                        </p:attrNameLst>
                                      </p:cBhvr>
                                      <p:tavLst>
                                        <p:tav tm="0">
                                          <p:val>
                                            <p:strVal val="#ppt_y-.1"/>
                                          </p:val>
                                        </p:tav>
                                        <p:tav tm="100000">
                                          <p:val>
                                            <p:strVal val="#ppt_y"/>
                                          </p:val>
                                        </p:tav>
                                      </p:tavLst>
                                    </p:anim>
                                  </p:childTnLst>
                                </p:cTn>
                              </p:par>
                            </p:childTnLst>
                          </p:cTn>
                        </p:par>
                        <p:par>
                          <p:cTn id="226" fill="hold">
                            <p:stCondLst>
                              <p:cond delay="1000"/>
                            </p:stCondLst>
                            <p:childTnLst>
                              <p:par>
                                <p:cTn id="227" presetID="47" presetClass="entr" presetSubtype="0" fill="hold" grpId="0" nodeType="afterEffect">
                                  <p:stCondLst>
                                    <p:cond delay="0"/>
                                  </p:stCondLst>
                                  <p:childTnLst>
                                    <p:set>
                                      <p:cBhvr>
                                        <p:cTn id="228" dur="1" fill="hold">
                                          <p:stCondLst>
                                            <p:cond delay="0"/>
                                          </p:stCondLst>
                                        </p:cTn>
                                        <p:tgtEl>
                                          <p:spTgt spid="68"/>
                                        </p:tgtEl>
                                        <p:attrNameLst>
                                          <p:attrName>style.visibility</p:attrName>
                                        </p:attrNameLst>
                                      </p:cBhvr>
                                      <p:to>
                                        <p:strVal val="visible"/>
                                      </p:to>
                                    </p:set>
                                    <p:animEffect transition="in" filter="fade">
                                      <p:cBhvr>
                                        <p:cTn id="229" dur="1000"/>
                                        <p:tgtEl>
                                          <p:spTgt spid="68"/>
                                        </p:tgtEl>
                                      </p:cBhvr>
                                    </p:animEffect>
                                    <p:anim calcmode="lin" valueType="num">
                                      <p:cBhvr>
                                        <p:cTn id="230" dur="1000" fill="hold"/>
                                        <p:tgtEl>
                                          <p:spTgt spid="68"/>
                                        </p:tgtEl>
                                        <p:attrNameLst>
                                          <p:attrName>ppt_x</p:attrName>
                                        </p:attrNameLst>
                                      </p:cBhvr>
                                      <p:tavLst>
                                        <p:tav tm="0">
                                          <p:val>
                                            <p:strVal val="#ppt_x"/>
                                          </p:val>
                                        </p:tav>
                                        <p:tav tm="100000">
                                          <p:val>
                                            <p:strVal val="#ppt_x"/>
                                          </p:val>
                                        </p:tav>
                                      </p:tavLst>
                                    </p:anim>
                                    <p:anim calcmode="lin" valueType="num">
                                      <p:cBhvr>
                                        <p:cTn id="231"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232" fill="hold">
                      <p:stCondLst>
                        <p:cond delay="indefinite"/>
                      </p:stCondLst>
                      <p:childTnLst>
                        <p:par>
                          <p:cTn id="233" fill="hold">
                            <p:stCondLst>
                              <p:cond delay="0"/>
                            </p:stCondLst>
                            <p:childTnLst>
                              <p:par>
                                <p:cTn id="234" presetID="1" presetClass="entr" presetSubtype="0" fill="hold" grpId="1" nodeType="clickEffect">
                                  <p:stCondLst>
                                    <p:cond delay="0"/>
                                  </p:stCondLst>
                                  <p:childTnLst>
                                    <p:set>
                                      <p:cBhvr>
                                        <p:cTn id="235" dur="1" fill="hold">
                                          <p:stCondLst>
                                            <p:cond delay="0"/>
                                          </p:stCondLst>
                                        </p:cTn>
                                        <p:tgtEl>
                                          <p:spTgt spid="67"/>
                                        </p:tgtEl>
                                        <p:attrNameLst>
                                          <p:attrName>style.visibility</p:attrName>
                                        </p:attrNameLst>
                                      </p:cBhvr>
                                      <p:to>
                                        <p:strVal val="visible"/>
                                      </p:to>
                                    </p:set>
                                  </p:childTnLst>
                                </p:cTn>
                              </p:par>
                            </p:childTnLst>
                          </p:cTn>
                        </p:par>
                        <p:par>
                          <p:cTn id="236" fill="hold">
                            <p:stCondLst>
                              <p:cond delay="0"/>
                            </p:stCondLst>
                            <p:childTnLst>
                              <p:par>
                                <p:cTn id="237" presetID="37" presetClass="path" presetSubtype="0" accel="50000" decel="50000" fill="hold" grpId="0" nodeType="afterEffect">
                                  <p:stCondLst>
                                    <p:cond delay="0"/>
                                  </p:stCondLst>
                                  <p:childTnLst>
                                    <p:animMotion origin="layout" path="M -0.00078 0.00348 L -0.05404 0.02894 C -0.06511 0.03496 -0.08112 0.03542 -0.0974 0.03079 C -0.11576 0.02593 -0.13008 0.01389 -0.13972 0.00486 L -0.18568 -0.04861 " pathEditMode="relative" rAng="540000" ptsTypes="AAAAA">
                                      <p:cBhvr>
                                        <p:cTn id="238" dur="1500" fill="hold"/>
                                        <p:tgtEl>
                                          <p:spTgt spid="67"/>
                                        </p:tgtEl>
                                        <p:attrNameLst>
                                          <p:attrName>ppt_x</p:attrName>
                                          <p:attrName>ppt_y</p:attrName>
                                        </p:attrNameLst>
                                      </p:cBhvr>
                                      <p:rCtr x="-9479" y="46"/>
                                    </p:animMotion>
                                  </p:childTnLst>
                                </p:cTn>
                              </p:par>
                            </p:childTnLst>
                          </p:cTn>
                        </p:par>
                      </p:childTnLst>
                    </p:cTn>
                  </p:par>
                  <p:par>
                    <p:cTn id="239" fill="hold">
                      <p:stCondLst>
                        <p:cond delay="indefinite"/>
                      </p:stCondLst>
                      <p:childTnLst>
                        <p:par>
                          <p:cTn id="240" fill="hold">
                            <p:stCondLst>
                              <p:cond delay="0"/>
                            </p:stCondLst>
                            <p:childTnLst>
                              <p:par>
                                <p:cTn id="241" presetID="35" presetClass="path" presetSubtype="0" accel="50000" decel="50000" fill="hold" grpId="1" nodeType="clickEffect">
                                  <p:stCondLst>
                                    <p:cond delay="0"/>
                                  </p:stCondLst>
                                  <p:childTnLst>
                                    <p:animMotion origin="layout" path="M -0.00091 0.00185 L -0.03659 0.00185 " pathEditMode="relative" rAng="0" ptsTypes="AA">
                                      <p:cBhvr>
                                        <p:cTn id="242" dur="1500" fill="hold"/>
                                        <p:tgtEl>
                                          <p:spTgt spid="69"/>
                                        </p:tgtEl>
                                        <p:attrNameLst>
                                          <p:attrName>ppt_x</p:attrName>
                                          <p:attrName>ppt_y</p:attrName>
                                        </p:attrNameLst>
                                      </p:cBhvr>
                                      <p:rCtr x="-1784" y="0"/>
                                    </p:animMotion>
                                  </p:childTnLst>
                                </p:cTn>
                              </p:par>
                              <p:par>
                                <p:cTn id="243" presetID="35" presetClass="path" presetSubtype="0" accel="50000" decel="50000" fill="hold" grpId="2" nodeType="withEffect">
                                  <p:stCondLst>
                                    <p:cond delay="0"/>
                                  </p:stCondLst>
                                  <p:childTnLst>
                                    <p:animMotion origin="layout" path="M 3.54167E-6 4.81481E-6 L -0.03894 0.00138 " pathEditMode="relative" rAng="0" ptsTypes="AA">
                                      <p:cBhvr>
                                        <p:cTn id="244" dur="1500" fill="hold"/>
                                        <p:tgtEl>
                                          <p:spTgt spid="68"/>
                                        </p:tgtEl>
                                        <p:attrNameLst>
                                          <p:attrName>ppt_x</p:attrName>
                                          <p:attrName>ppt_y</p:attrName>
                                        </p:attrNameLst>
                                      </p:cBhvr>
                                      <p:rCtr x="-1953" y="69"/>
                                    </p:animMotion>
                                  </p:childTnLst>
                                </p:cTn>
                              </p:par>
                            </p:childTnLst>
                          </p:cTn>
                        </p:par>
                      </p:childTnLst>
                    </p:cTn>
                  </p:par>
                  <p:par>
                    <p:cTn id="245" fill="hold">
                      <p:stCondLst>
                        <p:cond delay="indefinite"/>
                      </p:stCondLst>
                      <p:childTnLst>
                        <p:par>
                          <p:cTn id="246" fill="hold">
                            <p:stCondLst>
                              <p:cond delay="0"/>
                            </p:stCondLst>
                            <p:childTnLst>
                              <p:par>
                                <p:cTn id="247" presetID="35" presetClass="path" presetSubtype="0" accel="50000" decel="50000" fill="hold" grpId="2" nodeType="clickEffect">
                                  <p:stCondLst>
                                    <p:cond delay="0"/>
                                  </p:stCondLst>
                                  <p:childTnLst>
                                    <p:animMotion origin="layout" path="M -0.03659 0.00185 L -0.0763 0.00116 " pathEditMode="relative" rAng="0" ptsTypes="AA">
                                      <p:cBhvr>
                                        <p:cTn id="248" dur="1500" fill="hold"/>
                                        <p:tgtEl>
                                          <p:spTgt spid="69"/>
                                        </p:tgtEl>
                                        <p:attrNameLst>
                                          <p:attrName>ppt_x</p:attrName>
                                          <p:attrName>ppt_y</p:attrName>
                                        </p:attrNameLst>
                                      </p:cBhvr>
                                      <p:rCtr x="-1992" y="-46"/>
                                    </p:animMotion>
                                  </p:childTnLst>
                                </p:cTn>
                              </p:par>
                              <p:par>
                                <p:cTn id="249" presetID="35" presetClass="path" presetSubtype="0" accel="50000" decel="50000" fill="hold" grpId="4" nodeType="withEffect">
                                  <p:stCondLst>
                                    <p:cond delay="0"/>
                                  </p:stCondLst>
                                  <p:childTnLst>
                                    <p:animMotion origin="layout" path="M -0.03894 0.00138 L -0.07683 0.00138 " pathEditMode="relative" rAng="0" ptsTypes="AA">
                                      <p:cBhvr>
                                        <p:cTn id="250" dur="1500" fill="hold"/>
                                        <p:tgtEl>
                                          <p:spTgt spid="68"/>
                                        </p:tgtEl>
                                        <p:attrNameLst>
                                          <p:attrName>ppt_x</p:attrName>
                                          <p:attrName>ppt_y</p:attrName>
                                        </p:attrNameLst>
                                      </p:cBhvr>
                                      <p:rCtr x="-1901" y="0"/>
                                    </p:animMotion>
                                  </p:childTnLst>
                                </p:cTn>
                              </p:par>
                            </p:childTnLst>
                          </p:cTn>
                        </p:par>
                      </p:childTnLst>
                    </p:cTn>
                  </p:par>
                  <p:par>
                    <p:cTn id="251" fill="hold">
                      <p:stCondLst>
                        <p:cond delay="indefinite"/>
                      </p:stCondLst>
                      <p:childTnLst>
                        <p:par>
                          <p:cTn id="252" fill="hold">
                            <p:stCondLst>
                              <p:cond delay="0"/>
                            </p:stCondLst>
                            <p:childTnLst>
                              <p:par>
                                <p:cTn id="253" presetID="35" presetClass="path" presetSubtype="0" accel="50000" decel="50000" fill="hold" grpId="3" nodeType="clickEffect">
                                  <p:stCondLst>
                                    <p:cond delay="0"/>
                                  </p:stCondLst>
                                  <p:childTnLst>
                                    <p:animMotion origin="layout" path="M -0.07669 0.00093 L -0.18815 0.00139 " pathEditMode="relative" rAng="0" ptsTypes="AA">
                                      <p:cBhvr>
                                        <p:cTn id="254" dur="1500" fill="hold"/>
                                        <p:tgtEl>
                                          <p:spTgt spid="69"/>
                                        </p:tgtEl>
                                        <p:attrNameLst>
                                          <p:attrName>ppt_x</p:attrName>
                                          <p:attrName>ppt_y</p:attrName>
                                        </p:attrNameLst>
                                      </p:cBhvr>
                                      <p:rCtr x="-5573" y="23"/>
                                    </p:animMotion>
                                  </p:childTnLst>
                                </p:cTn>
                              </p:par>
                              <p:par>
                                <p:cTn id="255" presetID="35" presetClass="path" presetSubtype="0" accel="50000" decel="50000" fill="hold" grpId="5" nodeType="withEffect">
                                  <p:stCondLst>
                                    <p:cond delay="0"/>
                                  </p:stCondLst>
                                  <p:childTnLst>
                                    <p:animMotion origin="layout" path="M -0.07644 0.00138 L -0.18399 0.00115 " pathEditMode="relative" rAng="0" ptsTypes="AA">
                                      <p:cBhvr>
                                        <p:cTn id="256" dur="1500" fill="hold"/>
                                        <p:tgtEl>
                                          <p:spTgt spid="68"/>
                                        </p:tgtEl>
                                        <p:attrNameLst>
                                          <p:attrName>ppt_x</p:attrName>
                                          <p:attrName>ppt_y</p:attrName>
                                        </p:attrNameLst>
                                      </p:cBhvr>
                                      <p:rCtr x="-5378" y="-23"/>
                                    </p:animMotion>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grpId="0" nodeType="clickEffect">
                                  <p:stCondLst>
                                    <p:cond delay="0"/>
                                  </p:stCondLst>
                                  <p:childTnLst>
                                    <p:set>
                                      <p:cBhvr>
                                        <p:cTn id="260" dur="1" fill="hold">
                                          <p:stCondLst>
                                            <p:cond delay="0"/>
                                          </p:stCondLst>
                                        </p:cTn>
                                        <p:tgtEl>
                                          <p:spTgt spid="70"/>
                                        </p:tgtEl>
                                        <p:attrNameLst>
                                          <p:attrName>style.visibility</p:attrName>
                                        </p:attrNameLst>
                                      </p:cBhvr>
                                      <p:to>
                                        <p:strVal val="visible"/>
                                      </p:to>
                                    </p:set>
                                  </p:childTnLst>
                                </p:cTn>
                              </p:par>
                            </p:childTnLst>
                          </p:cTn>
                        </p:par>
                        <p:par>
                          <p:cTn id="261" fill="hold">
                            <p:stCondLst>
                              <p:cond delay="0"/>
                            </p:stCondLst>
                            <p:childTnLst>
                              <p:par>
                                <p:cTn id="262" presetID="35" presetClass="path" presetSubtype="0" accel="50000" decel="50000" fill="hold" grpId="1" nodeType="afterEffect">
                                  <p:stCondLst>
                                    <p:cond delay="0"/>
                                  </p:stCondLst>
                                  <p:childTnLst>
                                    <p:animMotion origin="layout" path="M -4.79167E-6 4.07407E-6 L -0.04414 0.22731 " pathEditMode="relative" rAng="0" ptsTypes="AA">
                                      <p:cBhvr>
                                        <p:cTn id="263" dur="2000" fill="hold"/>
                                        <p:tgtEl>
                                          <p:spTgt spid="70"/>
                                        </p:tgtEl>
                                        <p:attrNameLst>
                                          <p:attrName>ppt_x</p:attrName>
                                          <p:attrName>ppt_y</p:attrName>
                                        </p:attrNameLst>
                                      </p:cBhvr>
                                      <p:rCtr x="-2214" y="11366"/>
                                    </p:animMotion>
                                  </p:childTnLst>
                                </p:cTn>
                              </p:par>
                            </p:childTnLst>
                          </p:cTn>
                        </p:par>
                      </p:childTnLst>
                    </p:cTn>
                  </p:par>
                  <p:par>
                    <p:cTn id="264" fill="hold">
                      <p:stCondLst>
                        <p:cond delay="indefinite"/>
                      </p:stCondLst>
                      <p:childTnLst>
                        <p:par>
                          <p:cTn id="265" fill="hold">
                            <p:stCondLst>
                              <p:cond delay="0"/>
                            </p:stCondLst>
                            <p:childTnLst>
                              <p:par>
                                <p:cTn id="266" presetID="12" presetClass="entr" presetSubtype="1" fill="hold" grpId="0" nodeType="clickEffect">
                                  <p:stCondLst>
                                    <p:cond delay="0"/>
                                  </p:stCondLst>
                                  <p:childTnLst>
                                    <p:set>
                                      <p:cBhvr>
                                        <p:cTn id="267" dur="1" fill="hold">
                                          <p:stCondLst>
                                            <p:cond delay="0"/>
                                          </p:stCondLst>
                                        </p:cTn>
                                        <p:tgtEl>
                                          <p:spTgt spid="71"/>
                                        </p:tgtEl>
                                        <p:attrNameLst>
                                          <p:attrName>style.visibility</p:attrName>
                                        </p:attrNameLst>
                                      </p:cBhvr>
                                      <p:to>
                                        <p:strVal val="visible"/>
                                      </p:to>
                                    </p:set>
                                    <p:anim calcmode="lin" valueType="num">
                                      <p:cBhvr additive="base">
                                        <p:cTn id="268" dur="1000"/>
                                        <p:tgtEl>
                                          <p:spTgt spid="71"/>
                                        </p:tgtEl>
                                        <p:attrNameLst>
                                          <p:attrName>ppt_y</p:attrName>
                                        </p:attrNameLst>
                                      </p:cBhvr>
                                      <p:tavLst>
                                        <p:tav tm="0">
                                          <p:val>
                                            <p:strVal val="#ppt_y-#ppt_h*1.125000"/>
                                          </p:val>
                                        </p:tav>
                                        <p:tav tm="100000">
                                          <p:val>
                                            <p:strVal val="#ppt_y"/>
                                          </p:val>
                                        </p:tav>
                                      </p:tavLst>
                                    </p:anim>
                                    <p:animEffect transition="in" filter="wipe(down)">
                                      <p:cBhvr>
                                        <p:cTn id="269" dur="1000"/>
                                        <p:tgtEl>
                                          <p:spTgt spid="71"/>
                                        </p:tgtEl>
                                      </p:cBhvr>
                                    </p:animEffect>
                                  </p:childTnLst>
                                </p:cTn>
                              </p:par>
                            </p:childTnLst>
                          </p:cTn>
                        </p:par>
                      </p:childTnLst>
                    </p:cTn>
                  </p:par>
                  <p:par>
                    <p:cTn id="270" fill="hold">
                      <p:stCondLst>
                        <p:cond delay="indefinite"/>
                      </p:stCondLst>
                      <p:childTnLst>
                        <p:par>
                          <p:cTn id="271" fill="hold">
                            <p:stCondLst>
                              <p:cond delay="0"/>
                            </p:stCondLst>
                            <p:childTnLst>
                              <p:par>
                                <p:cTn id="272" presetID="42" presetClass="entr" presetSubtype="0" fill="hold" grpId="0" nodeType="clickEffect">
                                  <p:stCondLst>
                                    <p:cond delay="0"/>
                                  </p:stCondLst>
                                  <p:childTnLst>
                                    <p:set>
                                      <p:cBhvr>
                                        <p:cTn id="273" dur="1" fill="hold">
                                          <p:stCondLst>
                                            <p:cond delay="0"/>
                                          </p:stCondLst>
                                        </p:cTn>
                                        <p:tgtEl>
                                          <p:spTgt spid="5">
                                            <p:txEl>
                                              <p:pRg st="1" end="1"/>
                                            </p:txEl>
                                          </p:spTgt>
                                        </p:tgtEl>
                                        <p:attrNameLst>
                                          <p:attrName>style.visibility</p:attrName>
                                        </p:attrNameLst>
                                      </p:cBhvr>
                                      <p:to>
                                        <p:strVal val="visible"/>
                                      </p:to>
                                    </p:set>
                                    <p:animEffect transition="in" filter="fade">
                                      <p:cBhvr>
                                        <p:cTn id="274" dur="1000"/>
                                        <p:tgtEl>
                                          <p:spTgt spid="5">
                                            <p:txEl>
                                              <p:pRg st="1" end="1"/>
                                            </p:txEl>
                                          </p:spTgt>
                                        </p:tgtEl>
                                      </p:cBhvr>
                                    </p:animEffect>
                                    <p:anim calcmode="lin" valueType="num">
                                      <p:cBhvr>
                                        <p:cTn id="27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7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1" grpId="0"/>
      <p:bldP spid="12" grpId="0"/>
      <p:bldP spid="13" grpId="0"/>
      <p:bldP spid="13" grpId="1"/>
      <p:bldP spid="14" grpId="0"/>
      <p:bldP spid="14" grpId="1"/>
      <p:bldP spid="15" grpId="0"/>
      <p:bldP spid="15" grpId="1"/>
      <p:bldP spid="16" grpId="0"/>
      <p:bldP spid="47" grpId="0"/>
      <p:bldP spid="48" grpId="1"/>
      <p:bldP spid="48" grpId="2"/>
      <p:bldP spid="48" grpId="3"/>
      <p:bldP spid="51" grpId="0"/>
      <p:bldP spid="54" grpId="0"/>
      <p:bldP spid="54" grpId="1"/>
      <p:bldP spid="54" grpId="2"/>
      <p:bldP spid="54" grpId="3"/>
      <p:bldP spid="58" grpId="1"/>
      <p:bldP spid="58" grpId="2"/>
      <p:bldP spid="58" grpId="3"/>
      <p:bldP spid="58" grpId="4"/>
      <p:bldP spid="58" grpId="5"/>
      <p:bldP spid="58" grpId="6"/>
      <p:bldP spid="58" grpId="7"/>
      <p:bldP spid="65" grpId="0"/>
      <p:bldP spid="65" grpId="1"/>
      <p:bldP spid="66" grpId="0"/>
      <p:bldP spid="67" grpId="0"/>
      <p:bldP spid="67" grpId="1"/>
      <p:bldP spid="68" grpId="0"/>
      <p:bldP spid="68" grpId="2"/>
      <p:bldP spid="68" grpId="4"/>
      <p:bldP spid="68" grpId="5"/>
      <p:bldP spid="69" grpId="0"/>
      <p:bldP spid="69" grpId="1"/>
      <p:bldP spid="69" grpId="2"/>
      <p:bldP spid="69" grpId="3"/>
      <p:bldP spid="70" grpId="0"/>
      <p:bldP spid="70" grpId="1"/>
      <p:bldP spid="7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02CA8B9-717A-C7B5-BF68-BCF5498CD55F}"/>
              </a:ext>
            </a:extLst>
          </p:cNvPr>
          <p:cNvSpPr>
            <a:spLocks noGrp="1"/>
          </p:cNvSpPr>
          <p:nvPr>
            <p:ph type="sldNum" sz="quarter" idx="12"/>
          </p:nvPr>
        </p:nvSpPr>
        <p:spPr/>
        <p:txBody>
          <a:bodyPr/>
          <a:lstStyle/>
          <a:p>
            <a:fld id="{D7C0FE0B-717B-41AE-9FA2-CA4BF851D1C3}" type="slidenum">
              <a:rPr lang="zh-CN" altLang="en-US" smtClean="0"/>
              <a:t>6</a:t>
            </a:fld>
            <a:endParaRPr lang="zh-CN" altLang="en-US"/>
          </a:p>
        </p:txBody>
      </p:sp>
      <p:sp>
        <p:nvSpPr>
          <p:cNvPr id="4" name="文本框 3">
            <a:extLst>
              <a:ext uri="{FF2B5EF4-FFF2-40B4-BE49-F238E27FC236}">
                <a16:creationId xmlns:a16="http://schemas.microsoft.com/office/drawing/2014/main" id="{5CC010D0-858C-AF82-5670-F1F65146115E}"/>
              </a:ext>
            </a:extLst>
          </p:cNvPr>
          <p:cNvSpPr txBox="1"/>
          <p:nvPr/>
        </p:nvSpPr>
        <p:spPr>
          <a:xfrm>
            <a:off x="1397150" y="296739"/>
            <a:ext cx="2991970" cy="461665"/>
          </a:xfrm>
          <a:prstGeom prst="rect">
            <a:avLst/>
          </a:prstGeom>
          <a:noFill/>
        </p:spPr>
        <p:txBody>
          <a:bodyPr wrap="square">
            <a:spAutoFit/>
          </a:bodyPr>
          <a:lstStyle/>
          <a:p>
            <a:pPr algn="l"/>
            <a:r>
              <a:rPr lang="en-US" altLang="zh-CN" sz="2400" b="1" i="0" u="none" strike="noStrike" dirty="0">
                <a:solidFill>
                  <a:srgbClr val="3B11EF"/>
                </a:solidFill>
                <a:effectLst>
                  <a:outerShdw blurRad="38100" dist="38100" dir="2700000" algn="tl">
                    <a:srgbClr val="000000">
                      <a:alpha val="43137"/>
                    </a:srgbClr>
                  </a:outerShdw>
                </a:effectLst>
                <a:latin typeface="E"/>
              </a:rPr>
              <a:t>9.1.2   </a:t>
            </a:r>
            <a:r>
              <a:rPr lang="zh-CN" altLang="en-US" sz="2400" b="1" i="0" u="none" strike="noStrike" dirty="0">
                <a:solidFill>
                  <a:srgbClr val="3B11EF"/>
                </a:solidFill>
                <a:effectLst>
                  <a:outerShdw blurRad="38100" dist="38100" dir="2700000" algn="tl">
                    <a:srgbClr val="000000">
                      <a:alpha val="43137"/>
                    </a:srgbClr>
                  </a:outerShdw>
                </a:effectLst>
                <a:latin typeface="FZHTK"/>
              </a:rPr>
              <a:t>有序表的查找</a:t>
            </a:r>
          </a:p>
        </p:txBody>
      </p:sp>
      <p:sp>
        <p:nvSpPr>
          <p:cNvPr id="6" name="文本框 5">
            <a:extLst>
              <a:ext uri="{FF2B5EF4-FFF2-40B4-BE49-F238E27FC236}">
                <a16:creationId xmlns:a16="http://schemas.microsoft.com/office/drawing/2014/main" id="{BE7A552D-1A4C-E6E3-6D35-8163EAA1D131}"/>
              </a:ext>
            </a:extLst>
          </p:cNvPr>
          <p:cNvSpPr txBox="1"/>
          <p:nvPr/>
        </p:nvSpPr>
        <p:spPr>
          <a:xfrm>
            <a:off x="332014" y="1121111"/>
            <a:ext cx="11021786" cy="3139321"/>
          </a:xfrm>
          <a:prstGeom prst="rect">
            <a:avLst/>
          </a:prstGeom>
          <a:noFill/>
        </p:spPr>
        <p:txBody>
          <a:bodyPr wrap="square">
            <a:spAutoFit/>
          </a:bodyPr>
          <a:lstStyle/>
          <a:p>
            <a:pPr marR="57785" indent="266700"/>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Search_Bin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SSTable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ST,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KeyType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key)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a:t>
            </a:r>
            <a:r>
              <a:rPr lang="en-US" altLang="zh-CN" dirty="0">
                <a:solidFill>
                  <a:srgbClr val="000000"/>
                </a:solidFill>
                <a:latin typeface="Courier New" panose="02070309020205020404" pitchFamily="49" charset="0"/>
                <a:ea typeface="宋体" panose="02010600030101010101" pitchFamily="2" charset="-122"/>
                <a:cs typeface="宋体" panose="02010600030101010101" pitchFamily="2" charset="-122"/>
              </a:rPr>
              <a:t> </a:t>
            </a:r>
            <a:r>
              <a:rPr lang="zh-CN" altLang="zh-CN"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算法</a:t>
            </a:r>
            <a:r>
              <a:rPr lang="en-US" altLang="zh-CN" b="1" dirty="0">
                <a:solidFill>
                  <a:srgbClr val="C00000"/>
                </a:solidFill>
                <a:latin typeface="Times New Roman" panose="02020603050405020304" pitchFamily="18" charset="0"/>
                <a:ea typeface="黑体" panose="02010609060101010101" pitchFamily="49" charset="-122"/>
                <a:cs typeface="宋体" panose="02010600030101010101" pitchFamily="2" charset="-122"/>
              </a:rPr>
              <a:t>  9.2</a:t>
            </a:r>
            <a:endParaRPr lang="zh-CN" altLang="zh-CN" sz="1800" dirty="0">
              <a:solidFill>
                <a:srgbClr val="C00000"/>
              </a:solidFill>
              <a:effectLst/>
              <a:latin typeface="宋体" panose="02010600030101010101" pitchFamily="2" charset="-122"/>
              <a:ea typeface="宋体" panose="02010600030101010101" pitchFamily="2" charset="-122"/>
              <a:cs typeface="宋体" panose="02010600030101010101" pitchFamily="2" charset="-122"/>
            </a:endParaRP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在有序表</a:t>
            </a:r>
            <a:r>
              <a:rPr lang="en-US" altLang="zh-CN" dirty="0">
                <a:solidFill>
                  <a:schemeClr val="accent6">
                    <a:lumMod val="75000"/>
                  </a:schemeClr>
                </a:solidFill>
                <a:latin typeface="Courier New" panose="02070309020205020404" pitchFamily="49" charset="0"/>
                <a:ea typeface="宋体" panose="02010600030101010101" pitchFamily="2" charset="-122"/>
              </a:rPr>
              <a:t>ST</a:t>
            </a:r>
            <a:r>
              <a:rPr lang="zh-CN" altLang="zh-CN" dirty="0">
                <a:solidFill>
                  <a:schemeClr val="accent6">
                    <a:lumMod val="75000"/>
                  </a:schemeClr>
                </a:solidFill>
                <a:latin typeface="Courier New" panose="02070309020205020404" pitchFamily="49" charset="0"/>
                <a:ea typeface="宋体" panose="02010600030101010101" pitchFamily="2" charset="-122"/>
              </a:rPr>
              <a:t>中折半查找关键字等于</a:t>
            </a:r>
            <a:r>
              <a:rPr lang="en-US" altLang="zh-CN" dirty="0">
                <a:solidFill>
                  <a:schemeClr val="accent6">
                    <a:lumMod val="75000"/>
                  </a:schemeClr>
                </a:solidFill>
                <a:latin typeface="Courier New" panose="02070309020205020404" pitchFamily="49" charset="0"/>
                <a:ea typeface="宋体" panose="02010600030101010101" pitchFamily="2" charset="-122"/>
              </a:rPr>
              <a:t>key</a:t>
            </a:r>
            <a:r>
              <a:rPr lang="zh-CN" altLang="zh-CN" dirty="0">
                <a:solidFill>
                  <a:schemeClr val="accent6">
                    <a:lumMod val="75000"/>
                  </a:schemeClr>
                </a:solidFill>
                <a:latin typeface="Courier New" panose="02070309020205020404" pitchFamily="49" charset="0"/>
                <a:ea typeface="宋体" panose="02010600030101010101" pitchFamily="2" charset="-122"/>
              </a:rPr>
              <a:t>的数据元素，找到则返回该元素的位序，否则返回</a:t>
            </a:r>
            <a:r>
              <a:rPr lang="en-US" altLang="zh-CN" dirty="0">
                <a:solidFill>
                  <a:schemeClr val="accent6">
                    <a:lumMod val="75000"/>
                  </a:schemeClr>
                </a:solidFill>
                <a:latin typeface="Courier New" panose="02070309020205020404" pitchFamily="49" charset="0"/>
                <a:ea typeface="宋体" panose="02010600030101010101" pitchFamily="2" charset="-122"/>
              </a:rPr>
              <a:t>0</a:t>
            </a:r>
            <a:endParaRPr lang="zh-CN" altLang="zh-CN" dirty="0">
              <a:solidFill>
                <a:schemeClr val="accent6">
                  <a:lumMod val="75000"/>
                </a:schemeClr>
              </a:solidFill>
              <a:latin typeface="Courier New" panose="02070309020205020404" pitchFamily="49" charset="0"/>
              <a:ea typeface="宋体" panose="02010600030101010101" pitchFamily="2" charset="-122"/>
            </a:endParaRP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low = 1, high = 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len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置区间初值</a:t>
            </a: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while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(low &lt;= high)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查找区间非空的循环</a:t>
            </a: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mid = (low + high) / 2;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中间位序</a:t>
            </a: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if</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(key == 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[mid].key)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return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mid;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找到待查元素，返回其位序</a:t>
            </a: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else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if</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(key &lt; ST-&gt;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elem</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[mid].key) high = mid-1;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继续在前半区间进行查找</a:t>
            </a: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else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low = mid + 1;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继续在后半区间进行查找</a:t>
            </a: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R="57785" indent="266700" eaLnBrk="1">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return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0;  </a:t>
            </a:r>
            <a:r>
              <a:rPr lang="en-US" altLang="zh-CN" dirty="0">
                <a:solidFill>
                  <a:schemeClr val="accent6">
                    <a:lumMod val="75000"/>
                  </a:schemeClr>
                </a:solidFill>
                <a:latin typeface="Courier New" panose="02070309020205020404" pitchFamily="49" charset="0"/>
                <a:ea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rPr>
              <a:t>不存在查找的元素，返回</a:t>
            </a:r>
            <a:r>
              <a:rPr lang="en-US" altLang="zh-CN" dirty="0">
                <a:solidFill>
                  <a:schemeClr val="accent6">
                    <a:lumMod val="75000"/>
                  </a:schemeClr>
                </a:solidFill>
                <a:latin typeface="Courier New" panose="02070309020205020404" pitchFamily="49" charset="0"/>
                <a:ea typeface="宋体" panose="02010600030101010101" pitchFamily="2" charset="-122"/>
              </a:rPr>
              <a:t>0</a:t>
            </a:r>
            <a:endParaRPr lang="zh-CN" altLang="zh-CN" dirty="0">
              <a:solidFill>
                <a:schemeClr val="accent6">
                  <a:lumMod val="75000"/>
                </a:schemeClr>
              </a:solidFill>
              <a:latin typeface="Courier New" panose="02070309020205020404" pitchFamily="49" charset="0"/>
              <a:ea typeface="宋体" panose="02010600030101010101" pitchFamily="2" charset="-122"/>
            </a:endParaRPr>
          </a:p>
          <a:p>
            <a:pPr marR="57785" indent="266700" eaLnBrk="1">
              <a:buNone/>
            </a:pP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p:txBody>
      </p:sp>
      <p:grpSp>
        <p:nvGrpSpPr>
          <p:cNvPr id="13" name="组合 12">
            <a:extLst>
              <a:ext uri="{FF2B5EF4-FFF2-40B4-BE49-F238E27FC236}">
                <a16:creationId xmlns:a16="http://schemas.microsoft.com/office/drawing/2014/main" id="{E6C3E1DB-3985-54B1-3415-18BFFB9AA285}"/>
              </a:ext>
            </a:extLst>
          </p:cNvPr>
          <p:cNvGrpSpPr/>
          <p:nvPr/>
        </p:nvGrpSpPr>
        <p:grpSpPr>
          <a:xfrm>
            <a:off x="2704340" y="5322101"/>
            <a:ext cx="363133" cy="469956"/>
            <a:chOff x="8340989" y="543313"/>
            <a:chExt cx="328925" cy="374524"/>
          </a:xfrm>
        </p:grpSpPr>
        <p:sp>
          <p:nvSpPr>
            <p:cNvPr id="14" name="文本框 13">
              <a:extLst>
                <a:ext uri="{FF2B5EF4-FFF2-40B4-BE49-F238E27FC236}">
                  <a16:creationId xmlns:a16="http://schemas.microsoft.com/office/drawing/2014/main" id="{2271FC30-08F1-129E-4A8A-0A31315FEA8F}"/>
                </a:ext>
              </a:extLst>
            </p:cNvPr>
            <p:cNvSpPr txBox="1"/>
            <p:nvPr/>
          </p:nvSpPr>
          <p:spPr>
            <a:xfrm>
              <a:off x="8340989" y="543313"/>
              <a:ext cx="328925" cy="249262"/>
            </a:xfrm>
            <a:prstGeom prst="rect">
              <a:avLst/>
            </a:prstGeom>
            <a:noFill/>
          </p:spPr>
          <p:txBody>
            <a:bodyPr wrap="none" lIns="0" tIns="0" rIns="0" bIns="0" rtlCol="0">
              <a:spAutoFit/>
            </a:bodyPr>
            <a:lstStyle/>
            <a:p>
              <a:r>
                <a:rPr lang="en-US" altLang="zh-CN" sz="2000" b="1" dirty="0">
                  <a:solidFill>
                    <a:schemeClr val="accent5">
                      <a:lumMod val="75000"/>
                    </a:schemeClr>
                  </a:solidFill>
                  <a:latin typeface="Times New Roman" panose="02020603050405020304" pitchFamily="18" charset="0"/>
                  <a:cs typeface="Times New Roman" panose="02020603050405020304" pitchFamily="18" charset="0"/>
                </a:rPr>
                <a:t>ST</a:t>
              </a:r>
              <a:endParaRPr lang="zh-CN" altLang="en-US" sz="2000" b="1" dirty="0">
                <a:solidFill>
                  <a:schemeClr val="accent5">
                    <a:lumMod val="75000"/>
                  </a:schemeClr>
                </a:solidFill>
                <a:latin typeface="Times New Roman" panose="02020603050405020304" pitchFamily="18" charset="0"/>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3CE8D42F-8B28-0F9A-A9A0-0E1D730E7DB5}"/>
                </a:ext>
              </a:extLst>
            </p:cNvPr>
            <p:cNvCxnSpPr/>
            <p:nvPr/>
          </p:nvCxnSpPr>
          <p:spPr>
            <a:xfrm>
              <a:off x="8503622" y="720297"/>
              <a:ext cx="122115" cy="197540"/>
            </a:xfrm>
            <a:prstGeom prst="straightConnector1">
              <a:avLst/>
            </a:prstGeom>
            <a:ln w="2857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grpSp>
      <p:graphicFrame>
        <p:nvGraphicFramePr>
          <p:cNvPr id="16" name="表格 15">
            <a:extLst>
              <a:ext uri="{FF2B5EF4-FFF2-40B4-BE49-F238E27FC236}">
                <a16:creationId xmlns:a16="http://schemas.microsoft.com/office/drawing/2014/main" id="{0C68C970-D345-B77B-27A9-39519AF520CE}"/>
              </a:ext>
            </a:extLst>
          </p:cNvPr>
          <p:cNvGraphicFramePr>
            <a:graphicFrameLocks noGrp="1"/>
          </p:cNvGraphicFramePr>
          <p:nvPr>
            <p:extLst>
              <p:ext uri="{D42A27DB-BD31-4B8C-83A1-F6EECF244321}">
                <p14:modId xmlns:p14="http://schemas.microsoft.com/office/powerpoint/2010/main" val="1490313960"/>
              </p:ext>
            </p:extLst>
          </p:nvPr>
        </p:nvGraphicFramePr>
        <p:xfrm>
          <a:off x="3557657" y="5340665"/>
          <a:ext cx="6027736" cy="765554"/>
        </p:xfrm>
        <a:graphic>
          <a:graphicData uri="http://schemas.openxmlformats.org/drawingml/2006/table">
            <a:tbl>
              <a:tblPr firstRow="1" bandRow="1">
                <a:tableStyleId>{5940675A-B579-460E-94D1-54222C63F5DA}</a:tableStyleId>
              </a:tblPr>
              <a:tblGrid>
                <a:gridCol w="463672">
                  <a:extLst>
                    <a:ext uri="{9D8B030D-6E8A-4147-A177-3AD203B41FA5}">
                      <a16:colId xmlns:a16="http://schemas.microsoft.com/office/drawing/2014/main" val="3229322468"/>
                    </a:ext>
                  </a:extLst>
                </a:gridCol>
                <a:gridCol w="463672">
                  <a:extLst>
                    <a:ext uri="{9D8B030D-6E8A-4147-A177-3AD203B41FA5}">
                      <a16:colId xmlns:a16="http://schemas.microsoft.com/office/drawing/2014/main" val="2039735159"/>
                    </a:ext>
                  </a:extLst>
                </a:gridCol>
                <a:gridCol w="463672">
                  <a:extLst>
                    <a:ext uri="{9D8B030D-6E8A-4147-A177-3AD203B41FA5}">
                      <a16:colId xmlns:a16="http://schemas.microsoft.com/office/drawing/2014/main" val="3142570499"/>
                    </a:ext>
                  </a:extLst>
                </a:gridCol>
                <a:gridCol w="463672">
                  <a:extLst>
                    <a:ext uri="{9D8B030D-6E8A-4147-A177-3AD203B41FA5}">
                      <a16:colId xmlns:a16="http://schemas.microsoft.com/office/drawing/2014/main" val="900427799"/>
                    </a:ext>
                  </a:extLst>
                </a:gridCol>
                <a:gridCol w="463672">
                  <a:extLst>
                    <a:ext uri="{9D8B030D-6E8A-4147-A177-3AD203B41FA5}">
                      <a16:colId xmlns:a16="http://schemas.microsoft.com/office/drawing/2014/main" val="3227684872"/>
                    </a:ext>
                  </a:extLst>
                </a:gridCol>
                <a:gridCol w="463672">
                  <a:extLst>
                    <a:ext uri="{9D8B030D-6E8A-4147-A177-3AD203B41FA5}">
                      <a16:colId xmlns:a16="http://schemas.microsoft.com/office/drawing/2014/main" val="2745051138"/>
                    </a:ext>
                  </a:extLst>
                </a:gridCol>
                <a:gridCol w="463672">
                  <a:extLst>
                    <a:ext uri="{9D8B030D-6E8A-4147-A177-3AD203B41FA5}">
                      <a16:colId xmlns:a16="http://schemas.microsoft.com/office/drawing/2014/main" val="30350386"/>
                    </a:ext>
                  </a:extLst>
                </a:gridCol>
                <a:gridCol w="463672">
                  <a:extLst>
                    <a:ext uri="{9D8B030D-6E8A-4147-A177-3AD203B41FA5}">
                      <a16:colId xmlns:a16="http://schemas.microsoft.com/office/drawing/2014/main" val="2689568384"/>
                    </a:ext>
                  </a:extLst>
                </a:gridCol>
                <a:gridCol w="463672">
                  <a:extLst>
                    <a:ext uri="{9D8B030D-6E8A-4147-A177-3AD203B41FA5}">
                      <a16:colId xmlns:a16="http://schemas.microsoft.com/office/drawing/2014/main" val="2355161934"/>
                    </a:ext>
                  </a:extLst>
                </a:gridCol>
                <a:gridCol w="463672">
                  <a:extLst>
                    <a:ext uri="{9D8B030D-6E8A-4147-A177-3AD203B41FA5}">
                      <a16:colId xmlns:a16="http://schemas.microsoft.com/office/drawing/2014/main" val="3899131688"/>
                    </a:ext>
                  </a:extLst>
                </a:gridCol>
                <a:gridCol w="463672">
                  <a:extLst>
                    <a:ext uri="{9D8B030D-6E8A-4147-A177-3AD203B41FA5}">
                      <a16:colId xmlns:a16="http://schemas.microsoft.com/office/drawing/2014/main" val="4037733530"/>
                    </a:ext>
                  </a:extLst>
                </a:gridCol>
                <a:gridCol w="463672">
                  <a:extLst>
                    <a:ext uri="{9D8B030D-6E8A-4147-A177-3AD203B41FA5}">
                      <a16:colId xmlns:a16="http://schemas.microsoft.com/office/drawing/2014/main" val="2702132144"/>
                    </a:ext>
                  </a:extLst>
                </a:gridCol>
                <a:gridCol w="463672">
                  <a:extLst>
                    <a:ext uri="{9D8B030D-6E8A-4147-A177-3AD203B41FA5}">
                      <a16:colId xmlns:a16="http://schemas.microsoft.com/office/drawing/2014/main" val="1125129383"/>
                    </a:ext>
                  </a:extLst>
                </a:gridCol>
              </a:tblGrid>
              <a:tr h="382777">
                <a:tc>
                  <a:txBody>
                    <a:bodyPr/>
                    <a:lstStyle/>
                    <a:p>
                      <a:pPr algn="ctr"/>
                      <a:r>
                        <a:rPr lang="en-US" altLang="zh-CN" dirty="0"/>
                        <a:t>0</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1</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2</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3</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4</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5</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6</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7</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8</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9</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10</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11</a:t>
                      </a: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marL="36000" marR="36000" marT="0" marB="0" anchor="b"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5965485"/>
                  </a:ext>
                </a:extLst>
              </a:tr>
              <a:tr h="382777">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68513763"/>
                  </a:ext>
                </a:extLst>
              </a:tr>
            </a:tbl>
          </a:graphicData>
        </a:graphic>
      </p:graphicFrame>
      <p:grpSp>
        <p:nvGrpSpPr>
          <p:cNvPr id="34" name="组合 33">
            <a:extLst>
              <a:ext uri="{FF2B5EF4-FFF2-40B4-BE49-F238E27FC236}">
                <a16:creationId xmlns:a16="http://schemas.microsoft.com/office/drawing/2014/main" id="{976FC019-BE96-4C42-DBFB-E61CA3F9CC44}"/>
              </a:ext>
            </a:extLst>
          </p:cNvPr>
          <p:cNvGrpSpPr/>
          <p:nvPr/>
        </p:nvGrpSpPr>
        <p:grpSpPr>
          <a:xfrm>
            <a:off x="2074992" y="5414514"/>
            <a:ext cx="7036684" cy="1019864"/>
            <a:chOff x="3947335" y="4777700"/>
            <a:chExt cx="7036684" cy="1019864"/>
          </a:xfrm>
        </p:grpSpPr>
        <p:grpSp>
          <p:nvGrpSpPr>
            <p:cNvPr id="7" name="组合 6">
              <a:extLst>
                <a:ext uri="{FF2B5EF4-FFF2-40B4-BE49-F238E27FC236}">
                  <a16:creationId xmlns:a16="http://schemas.microsoft.com/office/drawing/2014/main" id="{E6581EF2-AD2A-4450-7A44-3B2F52978A96}"/>
                </a:ext>
              </a:extLst>
            </p:cNvPr>
            <p:cNvGrpSpPr/>
            <p:nvPr/>
          </p:nvGrpSpPr>
          <p:grpSpPr>
            <a:xfrm>
              <a:off x="3947335" y="5096261"/>
              <a:ext cx="1150976" cy="692665"/>
              <a:chOff x="4888317" y="4963781"/>
              <a:chExt cx="1150976" cy="692665"/>
            </a:xfrm>
          </p:grpSpPr>
          <p:grpSp>
            <p:nvGrpSpPr>
              <p:cNvPr id="8" name="组合 7">
                <a:extLst>
                  <a:ext uri="{FF2B5EF4-FFF2-40B4-BE49-F238E27FC236}">
                    <a16:creationId xmlns:a16="http://schemas.microsoft.com/office/drawing/2014/main" id="{7BF88AAF-98E9-9F2A-C454-252B9377E46F}"/>
                  </a:ext>
                </a:extLst>
              </p:cNvPr>
              <p:cNvGrpSpPr/>
              <p:nvPr/>
            </p:nvGrpSpPr>
            <p:grpSpPr>
              <a:xfrm>
                <a:off x="5598042" y="5007935"/>
                <a:ext cx="441251" cy="622890"/>
                <a:chOff x="5598042" y="5007935"/>
                <a:chExt cx="441251" cy="622890"/>
              </a:xfrm>
            </p:grpSpPr>
            <p:sp>
              <p:nvSpPr>
                <p:cNvPr id="11" name="矩形 10">
                  <a:extLst>
                    <a:ext uri="{FF2B5EF4-FFF2-40B4-BE49-F238E27FC236}">
                      <a16:creationId xmlns:a16="http://schemas.microsoft.com/office/drawing/2014/main" id="{B8D0E8C6-E97D-4D3D-EFBD-21E46396C69E}"/>
                    </a:ext>
                  </a:extLst>
                </p:cNvPr>
                <p:cNvSpPr/>
                <p:nvPr/>
              </p:nvSpPr>
              <p:spPr>
                <a:xfrm>
                  <a:off x="5598042" y="5007935"/>
                  <a:ext cx="441251" cy="31366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405E2739-346E-3616-CED5-8518654E5CBA}"/>
                    </a:ext>
                  </a:extLst>
                </p:cNvPr>
                <p:cNvSpPr/>
                <p:nvPr/>
              </p:nvSpPr>
              <p:spPr>
                <a:xfrm>
                  <a:off x="5598042" y="5317165"/>
                  <a:ext cx="441251" cy="31366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a:extLst>
                  <a:ext uri="{FF2B5EF4-FFF2-40B4-BE49-F238E27FC236}">
                    <a16:creationId xmlns:a16="http://schemas.microsoft.com/office/drawing/2014/main" id="{CD6D28F9-EEE6-C700-AD0C-457800ECED90}"/>
                  </a:ext>
                </a:extLst>
              </p:cNvPr>
              <p:cNvSpPr txBox="1"/>
              <p:nvPr/>
            </p:nvSpPr>
            <p:spPr>
              <a:xfrm>
                <a:off x="4888317" y="4963781"/>
                <a:ext cx="736099" cy="369332"/>
              </a:xfrm>
              <a:prstGeom prst="rect">
                <a:avLst/>
              </a:prstGeom>
              <a:noFill/>
            </p:spPr>
            <p:txBody>
              <a:bodyPr wrap="none" rtlCol="0">
                <a:spAutoFit/>
              </a:bodyPr>
              <a:lstStyle/>
              <a:p>
                <a:r>
                  <a:rPr lang="en-US" altLang="zh-CN" b="1" dirty="0" err="1">
                    <a:latin typeface="Courier New" panose="02070309020205020404" pitchFamily="49" charset="0"/>
                    <a:cs typeface="Courier New" panose="02070309020205020404" pitchFamily="49" charset="0"/>
                  </a:rPr>
                  <a:t>elem</a:t>
                </a:r>
                <a:endParaRPr lang="zh-CN" altLang="en-US" b="1" dirty="0">
                  <a:latin typeface="Courier New" panose="02070309020205020404" pitchFamily="49" charset="0"/>
                  <a:cs typeface="Courier New" panose="02070309020205020404" pitchFamily="49" charset="0"/>
                </a:endParaRPr>
              </a:p>
            </p:txBody>
          </p:sp>
          <p:sp>
            <p:nvSpPr>
              <p:cNvPr id="10" name="文本框 9">
                <a:extLst>
                  <a:ext uri="{FF2B5EF4-FFF2-40B4-BE49-F238E27FC236}">
                    <a16:creationId xmlns:a16="http://schemas.microsoft.com/office/drawing/2014/main" id="{B196FB35-11EC-5B03-D716-95064DB2D4B8}"/>
                  </a:ext>
                </a:extLst>
              </p:cNvPr>
              <p:cNvSpPr txBox="1"/>
              <p:nvPr/>
            </p:nvSpPr>
            <p:spPr>
              <a:xfrm>
                <a:off x="5026175" y="5287114"/>
                <a:ext cx="598241" cy="369332"/>
              </a:xfrm>
              <a:prstGeom prst="rect">
                <a:avLst/>
              </a:prstGeom>
              <a:noFill/>
            </p:spPr>
            <p:txBody>
              <a:bodyPr wrap="none" rtlCol="0">
                <a:spAutoFit/>
              </a:bodyPr>
              <a:lstStyle/>
              <a:p>
                <a:pPr algn="r"/>
                <a:r>
                  <a:rPr lang="en-US" altLang="zh-CN" b="1" dirty="0" err="1">
                    <a:latin typeface="Courier New" panose="02070309020205020404" pitchFamily="49" charset="0"/>
                    <a:cs typeface="Courier New" panose="02070309020205020404" pitchFamily="49" charset="0"/>
                  </a:rPr>
                  <a:t>len</a:t>
                </a:r>
                <a:endParaRPr lang="zh-CN" altLang="en-US" b="1" dirty="0">
                  <a:latin typeface="Courier New" panose="02070309020205020404" pitchFamily="49" charset="0"/>
                  <a:cs typeface="Courier New" panose="02070309020205020404" pitchFamily="49" charset="0"/>
                </a:endParaRPr>
              </a:p>
            </p:txBody>
          </p:sp>
        </p:grpSp>
        <p:cxnSp>
          <p:nvCxnSpPr>
            <p:cNvPr id="17" name="直接箭头连接符 16">
              <a:extLst>
                <a:ext uri="{FF2B5EF4-FFF2-40B4-BE49-F238E27FC236}">
                  <a16:creationId xmlns:a16="http://schemas.microsoft.com/office/drawing/2014/main" id="{7108CED1-A256-70C5-44DC-F4DCACC53A87}"/>
                </a:ext>
              </a:extLst>
            </p:cNvPr>
            <p:cNvCxnSpPr/>
            <p:nvPr/>
          </p:nvCxnSpPr>
          <p:spPr>
            <a:xfrm>
              <a:off x="4860235" y="5290797"/>
              <a:ext cx="569769" cy="0"/>
            </a:xfrm>
            <a:prstGeom prst="straightConnector1">
              <a:avLst/>
            </a:prstGeom>
            <a:ln>
              <a:headEnd type="oval"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2C405129-B2D1-14BB-CA0C-94EA02FB9D89}"/>
                </a:ext>
              </a:extLst>
            </p:cNvPr>
            <p:cNvSpPr txBox="1"/>
            <p:nvPr/>
          </p:nvSpPr>
          <p:spPr>
            <a:xfrm>
              <a:off x="5911036" y="5117271"/>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05</a:t>
              </a:r>
              <a:endParaRPr lang="zh-CN" altLang="en-US" sz="2400" b="1" dirty="0">
                <a:latin typeface="Courier New" panose="02070309020205020404" pitchFamily="49" charset="0"/>
                <a:cs typeface="Courier New" panose="02070309020205020404" pitchFamily="49" charset="0"/>
              </a:endParaRPr>
            </a:p>
          </p:txBody>
        </p:sp>
        <p:sp>
          <p:nvSpPr>
            <p:cNvPr id="19" name="文本框 18">
              <a:extLst>
                <a:ext uri="{FF2B5EF4-FFF2-40B4-BE49-F238E27FC236}">
                  <a16:creationId xmlns:a16="http://schemas.microsoft.com/office/drawing/2014/main" id="{2AE4EED1-CC07-369D-7F23-D96CB6982503}"/>
                </a:ext>
              </a:extLst>
            </p:cNvPr>
            <p:cNvSpPr txBox="1"/>
            <p:nvPr/>
          </p:nvSpPr>
          <p:spPr>
            <a:xfrm>
              <a:off x="6376912" y="5117271"/>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13</a:t>
              </a:r>
              <a:endParaRPr lang="zh-CN" altLang="en-US" sz="2400" b="1" dirty="0">
                <a:latin typeface="Courier New" panose="02070309020205020404" pitchFamily="49" charset="0"/>
                <a:cs typeface="Courier New" panose="02070309020205020404" pitchFamily="49" charset="0"/>
              </a:endParaRPr>
            </a:p>
          </p:txBody>
        </p:sp>
        <p:sp>
          <p:nvSpPr>
            <p:cNvPr id="20" name="文本框 19">
              <a:extLst>
                <a:ext uri="{FF2B5EF4-FFF2-40B4-BE49-F238E27FC236}">
                  <a16:creationId xmlns:a16="http://schemas.microsoft.com/office/drawing/2014/main" id="{9B993949-8C70-E65D-4FFB-4140CCEB8365}"/>
                </a:ext>
              </a:extLst>
            </p:cNvPr>
            <p:cNvSpPr txBox="1"/>
            <p:nvPr/>
          </p:nvSpPr>
          <p:spPr>
            <a:xfrm>
              <a:off x="6834272" y="5113716"/>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19</a:t>
              </a:r>
              <a:endParaRPr lang="zh-CN" altLang="en-US" sz="2400" b="1" dirty="0">
                <a:latin typeface="Courier New" panose="02070309020205020404" pitchFamily="49" charset="0"/>
                <a:cs typeface="Courier New" panose="02070309020205020404" pitchFamily="49" charset="0"/>
              </a:endParaRPr>
            </a:p>
          </p:txBody>
        </p:sp>
        <p:sp>
          <p:nvSpPr>
            <p:cNvPr id="21" name="文本框 20">
              <a:extLst>
                <a:ext uri="{FF2B5EF4-FFF2-40B4-BE49-F238E27FC236}">
                  <a16:creationId xmlns:a16="http://schemas.microsoft.com/office/drawing/2014/main" id="{77EC654E-FD73-5206-6E25-30239C446C85}"/>
                </a:ext>
              </a:extLst>
            </p:cNvPr>
            <p:cNvSpPr txBox="1"/>
            <p:nvPr/>
          </p:nvSpPr>
          <p:spPr>
            <a:xfrm>
              <a:off x="7294705" y="5118033"/>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21</a:t>
              </a:r>
              <a:endParaRPr lang="zh-CN" altLang="en-US" sz="2400" b="1" dirty="0">
                <a:latin typeface="Courier New" panose="02070309020205020404" pitchFamily="49" charset="0"/>
                <a:cs typeface="Courier New" panose="02070309020205020404" pitchFamily="49" charset="0"/>
              </a:endParaRPr>
            </a:p>
          </p:txBody>
        </p:sp>
        <p:sp>
          <p:nvSpPr>
            <p:cNvPr id="22" name="文本框 21">
              <a:extLst>
                <a:ext uri="{FF2B5EF4-FFF2-40B4-BE49-F238E27FC236}">
                  <a16:creationId xmlns:a16="http://schemas.microsoft.com/office/drawing/2014/main" id="{B0EC123F-B41A-B988-EE7A-BDF5306C5113}"/>
                </a:ext>
              </a:extLst>
            </p:cNvPr>
            <p:cNvSpPr txBox="1"/>
            <p:nvPr/>
          </p:nvSpPr>
          <p:spPr>
            <a:xfrm>
              <a:off x="7760365" y="5123197"/>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37</a:t>
              </a:r>
              <a:endParaRPr lang="zh-CN" altLang="en-US" sz="2400" b="1" dirty="0">
                <a:latin typeface="Courier New" panose="02070309020205020404" pitchFamily="49" charset="0"/>
                <a:cs typeface="Courier New" panose="02070309020205020404" pitchFamily="49" charset="0"/>
              </a:endParaRPr>
            </a:p>
          </p:txBody>
        </p:sp>
        <p:grpSp>
          <p:nvGrpSpPr>
            <p:cNvPr id="24" name="组合 23">
              <a:extLst>
                <a:ext uri="{FF2B5EF4-FFF2-40B4-BE49-F238E27FC236}">
                  <a16:creationId xmlns:a16="http://schemas.microsoft.com/office/drawing/2014/main" id="{A1CE8B7B-59C8-F6C8-2C4E-F579CF663154}"/>
                </a:ext>
              </a:extLst>
            </p:cNvPr>
            <p:cNvGrpSpPr/>
            <p:nvPr/>
          </p:nvGrpSpPr>
          <p:grpSpPr>
            <a:xfrm>
              <a:off x="4253708" y="4777700"/>
              <a:ext cx="403449" cy="362715"/>
              <a:chOff x="8340989" y="543313"/>
              <a:chExt cx="365443" cy="289060"/>
            </a:xfrm>
          </p:grpSpPr>
          <p:sp>
            <p:nvSpPr>
              <p:cNvPr id="25" name="文本框 24">
                <a:extLst>
                  <a:ext uri="{FF2B5EF4-FFF2-40B4-BE49-F238E27FC236}">
                    <a16:creationId xmlns:a16="http://schemas.microsoft.com/office/drawing/2014/main" id="{4E52FD3D-51E1-649A-78C3-163204404E40}"/>
                  </a:ext>
                </a:extLst>
              </p:cNvPr>
              <p:cNvSpPr txBox="1"/>
              <p:nvPr/>
            </p:nvSpPr>
            <p:spPr>
              <a:xfrm>
                <a:off x="8340989" y="543313"/>
                <a:ext cx="155364" cy="245278"/>
              </a:xfrm>
              <a:prstGeom prst="rect">
                <a:avLst/>
              </a:prstGeom>
              <a:noFill/>
            </p:spPr>
            <p:txBody>
              <a:bodyPr wrap="none" lIns="0" tIns="0" rIns="0" bIns="0"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T</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26" name="直接箭头连接符 25">
                <a:extLst>
                  <a:ext uri="{FF2B5EF4-FFF2-40B4-BE49-F238E27FC236}">
                    <a16:creationId xmlns:a16="http://schemas.microsoft.com/office/drawing/2014/main" id="{0172E6ED-0DFB-116F-E346-CD7E7DB75146}"/>
                  </a:ext>
                </a:extLst>
              </p:cNvPr>
              <p:cNvCxnSpPr>
                <a:cxnSpLocks/>
              </p:cNvCxnSpPr>
              <p:nvPr/>
            </p:nvCxnSpPr>
            <p:spPr>
              <a:xfrm>
                <a:off x="8503622" y="720297"/>
                <a:ext cx="202810" cy="112076"/>
              </a:xfrm>
              <a:prstGeom prst="straightConnector1">
                <a:avLst/>
              </a:prstGeom>
              <a:ln w="28575">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7" name="文本框 26">
              <a:extLst>
                <a:ext uri="{FF2B5EF4-FFF2-40B4-BE49-F238E27FC236}">
                  <a16:creationId xmlns:a16="http://schemas.microsoft.com/office/drawing/2014/main" id="{DD623E5A-3EB1-CEE0-3C9E-87AB8DB64199}"/>
                </a:ext>
              </a:extLst>
            </p:cNvPr>
            <p:cNvSpPr txBox="1"/>
            <p:nvPr/>
          </p:nvSpPr>
          <p:spPr>
            <a:xfrm>
              <a:off x="8228259" y="5122435"/>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56</a:t>
              </a:r>
              <a:endParaRPr lang="zh-CN" altLang="en-US" sz="2400" b="1" dirty="0">
                <a:latin typeface="Courier New" panose="02070309020205020404" pitchFamily="49" charset="0"/>
                <a:cs typeface="Courier New" panose="02070309020205020404" pitchFamily="49" charset="0"/>
              </a:endParaRPr>
            </a:p>
          </p:txBody>
        </p:sp>
        <p:sp>
          <p:nvSpPr>
            <p:cNvPr id="28" name="文本框 27">
              <a:extLst>
                <a:ext uri="{FF2B5EF4-FFF2-40B4-BE49-F238E27FC236}">
                  <a16:creationId xmlns:a16="http://schemas.microsoft.com/office/drawing/2014/main" id="{0F88AC72-4410-AC07-6677-3AD6CF7994A1}"/>
                </a:ext>
              </a:extLst>
            </p:cNvPr>
            <p:cNvSpPr txBox="1"/>
            <p:nvPr/>
          </p:nvSpPr>
          <p:spPr>
            <a:xfrm>
              <a:off x="8694135" y="5122435"/>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64</a:t>
              </a:r>
              <a:endParaRPr lang="zh-CN" altLang="en-US" sz="2400" b="1" dirty="0">
                <a:latin typeface="Courier New" panose="02070309020205020404" pitchFamily="49" charset="0"/>
                <a:cs typeface="Courier New" panose="02070309020205020404" pitchFamily="49" charset="0"/>
              </a:endParaRPr>
            </a:p>
          </p:txBody>
        </p:sp>
        <p:sp>
          <p:nvSpPr>
            <p:cNvPr id="29" name="文本框 28">
              <a:extLst>
                <a:ext uri="{FF2B5EF4-FFF2-40B4-BE49-F238E27FC236}">
                  <a16:creationId xmlns:a16="http://schemas.microsoft.com/office/drawing/2014/main" id="{F46897A5-5EDD-A4BF-FE56-5DD57A5C68D9}"/>
                </a:ext>
              </a:extLst>
            </p:cNvPr>
            <p:cNvSpPr txBox="1"/>
            <p:nvPr/>
          </p:nvSpPr>
          <p:spPr>
            <a:xfrm>
              <a:off x="9151495" y="5118880"/>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75</a:t>
              </a:r>
              <a:endParaRPr lang="zh-CN" altLang="en-US" sz="2400" b="1" dirty="0">
                <a:latin typeface="Courier New" panose="02070309020205020404" pitchFamily="49" charset="0"/>
                <a:cs typeface="Courier New" panose="02070309020205020404" pitchFamily="49" charset="0"/>
              </a:endParaRPr>
            </a:p>
          </p:txBody>
        </p:sp>
        <p:sp>
          <p:nvSpPr>
            <p:cNvPr id="30" name="文本框 29">
              <a:extLst>
                <a:ext uri="{FF2B5EF4-FFF2-40B4-BE49-F238E27FC236}">
                  <a16:creationId xmlns:a16="http://schemas.microsoft.com/office/drawing/2014/main" id="{E8A3A46B-A960-E59B-3183-4F5302EFB1FB}"/>
                </a:ext>
              </a:extLst>
            </p:cNvPr>
            <p:cNvSpPr txBox="1"/>
            <p:nvPr/>
          </p:nvSpPr>
          <p:spPr>
            <a:xfrm>
              <a:off x="9611928" y="5123197"/>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80</a:t>
              </a:r>
              <a:endParaRPr lang="zh-CN" altLang="en-US" sz="2400" b="1" dirty="0">
                <a:latin typeface="Courier New" panose="02070309020205020404" pitchFamily="49" charset="0"/>
                <a:cs typeface="Courier New" panose="02070309020205020404" pitchFamily="49" charset="0"/>
              </a:endParaRPr>
            </a:p>
          </p:txBody>
        </p:sp>
        <p:sp>
          <p:nvSpPr>
            <p:cNvPr id="31" name="文本框 30">
              <a:extLst>
                <a:ext uri="{FF2B5EF4-FFF2-40B4-BE49-F238E27FC236}">
                  <a16:creationId xmlns:a16="http://schemas.microsoft.com/office/drawing/2014/main" id="{ED4FD6C5-2E92-F704-BF42-8E36B59973BA}"/>
                </a:ext>
              </a:extLst>
            </p:cNvPr>
            <p:cNvSpPr txBox="1"/>
            <p:nvPr/>
          </p:nvSpPr>
          <p:spPr>
            <a:xfrm>
              <a:off x="10077588" y="5122918"/>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88</a:t>
              </a:r>
              <a:endParaRPr lang="zh-CN" altLang="en-US" sz="2400" b="1" dirty="0">
                <a:latin typeface="Courier New" panose="02070309020205020404" pitchFamily="49" charset="0"/>
                <a:cs typeface="Courier New" panose="02070309020205020404" pitchFamily="49" charset="0"/>
              </a:endParaRPr>
            </a:p>
          </p:txBody>
        </p:sp>
        <p:sp>
          <p:nvSpPr>
            <p:cNvPr id="32" name="文本框 31">
              <a:extLst>
                <a:ext uri="{FF2B5EF4-FFF2-40B4-BE49-F238E27FC236}">
                  <a16:creationId xmlns:a16="http://schemas.microsoft.com/office/drawing/2014/main" id="{D6CAD458-E76C-F6EE-4A53-983701113DB7}"/>
                </a:ext>
              </a:extLst>
            </p:cNvPr>
            <p:cNvSpPr txBox="1"/>
            <p:nvPr/>
          </p:nvSpPr>
          <p:spPr>
            <a:xfrm>
              <a:off x="10542625" y="5118033"/>
              <a:ext cx="441394" cy="369332"/>
            </a:xfrm>
            <a:prstGeom prst="rect">
              <a:avLst/>
            </a:prstGeom>
            <a:noFill/>
          </p:spPr>
          <p:txBody>
            <a:bodyPr wrap="none" lIns="36000" tIns="0" rIns="36000" bIns="0" rtlCol="0">
              <a:spAutoFit/>
            </a:bodyPr>
            <a:lstStyle/>
            <a:p>
              <a:r>
                <a:rPr lang="en-US" altLang="zh-CN" sz="2400" b="1" dirty="0">
                  <a:latin typeface="Courier New" panose="02070309020205020404" pitchFamily="49" charset="0"/>
                  <a:cs typeface="Courier New" panose="02070309020205020404" pitchFamily="49" charset="0"/>
                </a:rPr>
                <a:t>92</a:t>
              </a:r>
              <a:endParaRPr lang="zh-CN" altLang="en-US" sz="2400" b="1" dirty="0">
                <a:latin typeface="Courier New" panose="02070309020205020404" pitchFamily="49" charset="0"/>
                <a:cs typeface="Courier New" panose="02070309020205020404" pitchFamily="49" charset="0"/>
              </a:endParaRPr>
            </a:p>
          </p:txBody>
        </p:sp>
        <p:sp>
          <p:nvSpPr>
            <p:cNvPr id="33" name="文本框 30">
              <a:extLst>
                <a:ext uri="{FF2B5EF4-FFF2-40B4-BE49-F238E27FC236}">
                  <a16:creationId xmlns:a16="http://schemas.microsoft.com/office/drawing/2014/main" id="{ED4FD6C5-2E92-F704-BF42-8E36B59973BA}"/>
                </a:ext>
              </a:extLst>
            </p:cNvPr>
            <p:cNvSpPr txBox="1"/>
            <p:nvPr/>
          </p:nvSpPr>
          <p:spPr>
            <a:xfrm>
              <a:off x="4675786" y="5459010"/>
              <a:ext cx="412540" cy="33855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latin typeface="Courier New" panose="02070309020205020404" pitchFamily="49" charset="0"/>
                  <a:cs typeface="Courier New" panose="02070309020205020404" pitchFamily="49" charset="0"/>
                </a:rPr>
                <a:t>11</a:t>
              </a:r>
              <a:endParaRPr lang="zh-CN" altLang="en-US" sz="2200" b="1" dirty="0">
                <a:solidFill>
                  <a:srgbClr val="C00000"/>
                </a:solidFill>
                <a:latin typeface="Courier New" panose="02070309020205020404" pitchFamily="49" charset="0"/>
                <a:cs typeface="Courier New" panose="02070309020205020404" pitchFamily="49" charset="0"/>
              </a:endParaRPr>
            </a:p>
          </p:txBody>
        </p:sp>
      </p:grpSp>
      <p:sp>
        <p:nvSpPr>
          <p:cNvPr id="35" name="文本框 34">
            <a:extLst>
              <a:ext uri="{FF2B5EF4-FFF2-40B4-BE49-F238E27FC236}">
                <a16:creationId xmlns:a16="http://schemas.microsoft.com/office/drawing/2014/main" id="{5855E161-FF83-D038-ED33-433DBF1FFC82}"/>
              </a:ext>
            </a:extLst>
          </p:cNvPr>
          <p:cNvSpPr txBox="1"/>
          <p:nvPr/>
        </p:nvSpPr>
        <p:spPr>
          <a:xfrm>
            <a:off x="570256" y="4156690"/>
            <a:ext cx="4964656" cy="815608"/>
          </a:xfrm>
          <a:prstGeom prst="rect">
            <a:avLst/>
          </a:prstGeom>
          <a:noFill/>
        </p:spPr>
        <p:txBody>
          <a:bodyPr wrap="square" rtlCol="0">
            <a:spAutoFit/>
          </a:bodyPr>
          <a:lstStyle/>
          <a:p>
            <a:pPr>
              <a:lnSpc>
                <a:spcPct val="120000"/>
              </a:lnSpc>
            </a:pPr>
            <a:r>
              <a:rPr lang="zh-CN" altLang="en-US" sz="2000" b="1" dirty="0">
                <a:solidFill>
                  <a:srgbClr val="C00000"/>
                </a:solidFill>
                <a:effectLst>
                  <a:outerShdw blurRad="38100" dist="38100" dir="2700000" algn="tl">
                    <a:srgbClr val="000000">
                      <a:alpha val="43137"/>
                    </a:srgbClr>
                  </a:outerShdw>
                </a:effectLst>
              </a:rPr>
              <a:t>在有序表 </a:t>
            </a:r>
            <a:r>
              <a:rPr lang="en-US" altLang="zh-CN" sz="2000" b="1" dirty="0">
                <a:solidFill>
                  <a:srgbClr val="C00000"/>
                </a:solidFill>
                <a:effectLst>
                  <a:outerShdw blurRad="38100" dist="38100" dir="2700000" algn="tl">
                    <a:srgbClr val="000000">
                      <a:alpha val="43137"/>
                    </a:srgbClr>
                  </a:outerShdw>
                </a:effectLst>
              </a:rPr>
              <a:t>T </a:t>
            </a:r>
            <a:r>
              <a:rPr lang="zh-CN" altLang="en-US" sz="2000" b="1" dirty="0">
                <a:solidFill>
                  <a:srgbClr val="C00000"/>
                </a:solidFill>
                <a:effectLst>
                  <a:outerShdw blurRad="38100" dist="38100" dir="2700000" algn="tl">
                    <a:srgbClr val="000000">
                      <a:alpha val="43137"/>
                    </a:srgbClr>
                  </a:outerShdw>
                </a:effectLst>
              </a:rPr>
              <a:t>查找 </a:t>
            </a:r>
            <a:r>
              <a:rPr lang="en-US" altLang="zh-CN" sz="2000" b="1" dirty="0">
                <a:solidFill>
                  <a:srgbClr val="C00000"/>
                </a:solidFill>
                <a:effectLst>
                  <a:outerShdw blurRad="38100" dist="38100" dir="2700000" algn="tl">
                    <a:srgbClr val="000000">
                      <a:alpha val="43137"/>
                    </a:srgbClr>
                  </a:outerShdw>
                </a:effectLst>
              </a:rPr>
              <a:t>21</a:t>
            </a:r>
          </a:p>
          <a:p>
            <a:pPr>
              <a:lnSpc>
                <a:spcPct val="120000"/>
              </a:lnSpc>
            </a:pPr>
            <a:r>
              <a:rPr lang="en-US" altLang="zh-CN" sz="2000" b="1" dirty="0">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loc = </a:t>
            </a:r>
            <a:r>
              <a:rPr lang="en-US" altLang="zh-CN" sz="2000" dirty="0" err="1">
                <a:latin typeface="Courier New" panose="02070309020205020404" pitchFamily="49" charset="0"/>
                <a:cs typeface="Courier New" panose="02070309020205020404" pitchFamily="49" charset="0"/>
              </a:rPr>
              <a:t>Search_Bin</a:t>
            </a:r>
            <a:r>
              <a:rPr lang="en-US" altLang="zh-CN" sz="2000" dirty="0">
                <a:latin typeface="Courier New" panose="02070309020205020404" pitchFamily="49" charset="0"/>
                <a:cs typeface="Courier New" panose="02070309020205020404" pitchFamily="49" charset="0"/>
              </a:rPr>
              <a:t>(T, 21);</a:t>
            </a:r>
            <a:endParaRPr lang="zh-CN" altLang="en-US" sz="2000" dirty="0">
              <a:latin typeface="Courier New" panose="02070309020205020404" pitchFamily="49" charset="0"/>
              <a:cs typeface="Courier New" panose="02070309020205020404" pitchFamily="49" charset="0"/>
            </a:endParaRPr>
          </a:p>
        </p:txBody>
      </p:sp>
      <p:sp>
        <p:nvSpPr>
          <p:cNvPr id="36" name="文本框 35">
            <a:extLst>
              <a:ext uri="{FF2B5EF4-FFF2-40B4-BE49-F238E27FC236}">
                <a16:creationId xmlns:a16="http://schemas.microsoft.com/office/drawing/2014/main" id="{7FE459DC-0560-53F7-7C4C-4A993D1A5B2F}"/>
              </a:ext>
            </a:extLst>
          </p:cNvPr>
          <p:cNvSpPr txBox="1"/>
          <p:nvPr/>
        </p:nvSpPr>
        <p:spPr>
          <a:xfrm>
            <a:off x="6329416" y="5196939"/>
            <a:ext cx="577570" cy="307777"/>
          </a:xfrm>
          <a:prstGeom prst="rect">
            <a:avLst/>
          </a:prstGeom>
          <a:noFill/>
        </p:spPr>
        <p:txBody>
          <a:bodyPr wrap="square" lIns="36000" tIns="0" rIns="36000" bIns="0" rtlCol="0">
            <a:spAutoFit/>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mid</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37" name="文本框 36">
            <a:extLst>
              <a:ext uri="{FF2B5EF4-FFF2-40B4-BE49-F238E27FC236}">
                <a16:creationId xmlns:a16="http://schemas.microsoft.com/office/drawing/2014/main" id="{255894D5-89FC-FFB6-3FC6-9E6E88F19A7D}"/>
              </a:ext>
            </a:extLst>
          </p:cNvPr>
          <p:cNvSpPr txBox="1"/>
          <p:nvPr/>
        </p:nvSpPr>
        <p:spPr>
          <a:xfrm>
            <a:off x="3970605" y="5198114"/>
            <a:ext cx="577570" cy="307777"/>
          </a:xfrm>
          <a:prstGeom prst="rect">
            <a:avLst/>
          </a:prstGeom>
          <a:noFill/>
        </p:spPr>
        <p:txBody>
          <a:bodyPr wrap="square" lIns="36000" tIns="0" rIns="36000" bIns="0" rtlCol="0">
            <a:spAutoFit/>
          </a:bodyPr>
          <a:lstStyle/>
          <a:p>
            <a:pPr algn="ctr"/>
            <a:r>
              <a:rPr lang="en-US" altLang="zh-CN" sz="2000" b="1" dirty="0">
                <a:solidFill>
                  <a:srgbClr val="00B050"/>
                </a:solidFill>
                <a:latin typeface="Courier New" panose="02070309020205020404" pitchFamily="49" charset="0"/>
                <a:cs typeface="Courier New" panose="02070309020205020404" pitchFamily="49" charset="0"/>
              </a:rPr>
              <a:t>low</a:t>
            </a:r>
            <a:endParaRPr lang="zh-CN" altLang="en-US" sz="2000" b="1" dirty="0">
              <a:solidFill>
                <a:srgbClr val="00B050"/>
              </a:solidFill>
              <a:latin typeface="Courier New" panose="02070309020205020404" pitchFamily="49" charset="0"/>
              <a:cs typeface="Courier New" panose="02070309020205020404" pitchFamily="49" charset="0"/>
            </a:endParaRPr>
          </a:p>
        </p:txBody>
      </p:sp>
      <p:sp>
        <p:nvSpPr>
          <p:cNvPr id="38" name="文本框 37">
            <a:extLst>
              <a:ext uri="{FF2B5EF4-FFF2-40B4-BE49-F238E27FC236}">
                <a16:creationId xmlns:a16="http://schemas.microsoft.com/office/drawing/2014/main" id="{C4A19139-E4D3-2D47-1D8F-551A5B2D408C}"/>
              </a:ext>
            </a:extLst>
          </p:cNvPr>
          <p:cNvSpPr txBox="1"/>
          <p:nvPr/>
        </p:nvSpPr>
        <p:spPr>
          <a:xfrm>
            <a:off x="8534491" y="5196939"/>
            <a:ext cx="712975" cy="307777"/>
          </a:xfrm>
          <a:prstGeom prst="rect">
            <a:avLst/>
          </a:prstGeom>
          <a:noFill/>
        </p:spPr>
        <p:txBody>
          <a:bodyPr wrap="square" lIns="36000" tIns="0" rIns="36000" bIns="0" rtlCol="0">
            <a:spAutoFit/>
          </a:bodyPr>
          <a:lstStyle/>
          <a:p>
            <a:pPr algn="ctr"/>
            <a:r>
              <a:rPr lang="en-US" altLang="zh-CN" sz="2000" b="1" dirty="0">
                <a:solidFill>
                  <a:srgbClr val="3B11EF"/>
                </a:solidFill>
                <a:latin typeface="Courier New" panose="02070309020205020404" pitchFamily="49" charset="0"/>
                <a:cs typeface="Courier New" panose="02070309020205020404" pitchFamily="49" charset="0"/>
              </a:rPr>
              <a:t>high</a:t>
            </a:r>
            <a:endParaRPr lang="zh-CN" altLang="en-US" sz="2000" b="1" dirty="0">
              <a:solidFill>
                <a:srgbClr val="3B11EF"/>
              </a:solidFill>
              <a:latin typeface="Courier New" panose="02070309020205020404" pitchFamily="49" charset="0"/>
              <a:cs typeface="Courier New" panose="02070309020205020404" pitchFamily="49" charset="0"/>
            </a:endParaRPr>
          </a:p>
        </p:txBody>
      </p:sp>
      <p:cxnSp>
        <p:nvCxnSpPr>
          <p:cNvPr id="39" name="直接连接符 38">
            <a:extLst>
              <a:ext uri="{FF2B5EF4-FFF2-40B4-BE49-F238E27FC236}">
                <a16:creationId xmlns:a16="http://schemas.microsoft.com/office/drawing/2014/main" id="{C42F2373-C978-C071-7AB5-F9F295AFE5B6}"/>
              </a:ext>
            </a:extLst>
          </p:cNvPr>
          <p:cNvCxnSpPr>
            <a:cxnSpLocks/>
          </p:cNvCxnSpPr>
          <p:nvPr/>
        </p:nvCxnSpPr>
        <p:spPr>
          <a:xfrm>
            <a:off x="1069050" y="1980567"/>
            <a:ext cx="388199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1" name="直接连接符 40">
            <a:extLst>
              <a:ext uri="{FF2B5EF4-FFF2-40B4-BE49-F238E27FC236}">
                <a16:creationId xmlns:a16="http://schemas.microsoft.com/office/drawing/2014/main" id="{A0CB617E-75AC-379C-226E-47C4EB20EFB0}"/>
              </a:ext>
            </a:extLst>
          </p:cNvPr>
          <p:cNvCxnSpPr>
            <a:cxnSpLocks/>
          </p:cNvCxnSpPr>
          <p:nvPr/>
        </p:nvCxnSpPr>
        <p:spPr>
          <a:xfrm>
            <a:off x="1491476" y="2530295"/>
            <a:ext cx="377721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BF8B3D43-664D-6A3C-4027-C2983445CF02}"/>
              </a:ext>
            </a:extLst>
          </p:cNvPr>
          <p:cNvCxnSpPr>
            <a:cxnSpLocks/>
          </p:cNvCxnSpPr>
          <p:nvPr/>
        </p:nvCxnSpPr>
        <p:spPr>
          <a:xfrm>
            <a:off x="1534886" y="2829652"/>
            <a:ext cx="381544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文本框 44">
            <a:extLst>
              <a:ext uri="{FF2B5EF4-FFF2-40B4-BE49-F238E27FC236}">
                <a16:creationId xmlns:a16="http://schemas.microsoft.com/office/drawing/2014/main" id="{DE257F9E-A46D-F154-03A7-29E764DB2B97}"/>
              </a:ext>
            </a:extLst>
          </p:cNvPr>
          <p:cNvSpPr txBox="1"/>
          <p:nvPr/>
        </p:nvSpPr>
        <p:spPr>
          <a:xfrm>
            <a:off x="3771900" y="4567765"/>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T</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46" name="文本框 45">
            <a:extLst>
              <a:ext uri="{FF2B5EF4-FFF2-40B4-BE49-F238E27FC236}">
                <a16:creationId xmlns:a16="http://schemas.microsoft.com/office/drawing/2014/main" id="{863A67AF-AFB4-2CAF-9A60-AF788FFB81F3}"/>
              </a:ext>
            </a:extLst>
          </p:cNvPr>
          <p:cNvSpPr txBox="1"/>
          <p:nvPr/>
        </p:nvSpPr>
        <p:spPr>
          <a:xfrm>
            <a:off x="4226732" y="4569751"/>
            <a:ext cx="492443"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21</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47" name="文本框 46">
            <a:extLst>
              <a:ext uri="{FF2B5EF4-FFF2-40B4-BE49-F238E27FC236}">
                <a16:creationId xmlns:a16="http://schemas.microsoft.com/office/drawing/2014/main" id="{9DE6C548-93EE-2932-3428-F4012E547DDB}"/>
              </a:ext>
            </a:extLst>
          </p:cNvPr>
          <p:cNvSpPr txBox="1"/>
          <p:nvPr/>
        </p:nvSpPr>
        <p:spPr>
          <a:xfrm>
            <a:off x="3299991" y="6154358"/>
            <a:ext cx="800219"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Key=</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48" name="文本框 47">
            <a:extLst>
              <a:ext uri="{FF2B5EF4-FFF2-40B4-BE49-F238E27FC236}">
                <a16:creationId xmlns:a16="http://schemas.microsoft.com/office/drawing/2014/main" id="{8BAE2E3D-2E5A-DF7A-ACFE-402745DB7937}"/>
              </a:ext>
            </a:extLst>
          </p:cNvPr>
          <p:cNvSpPr txBox="1"/>
          <p:nvPr/>
        </p:nvSpPr>
        <p:spPr>
          <a:xfrm>
            <a:off x="4226731" y="4574269"/>
            <a:ext cx="553357" cy="461665"/>
          </a:xfrm>
          <a:prstGeom prst="rect">
            <a:avLst/>
          </a:prstGeom>
          <a:noFill/>
        </p:spPr>
        <p:txBody>
          <a:bodyPr wrap="none" rtlCol="0">
            <a:spAutoFit/>
          </a:bodyPr>
          <a:lstStyle/>
          <a:p>
            <a:r>
              <a:rPr lang="en-US" altLang="zh-CN" sz="2400" b="1"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21</a:t>
            </a:r>
            <a:endParaRPr lang="zh-CN" altLang="en-US" sz="2400" b="1"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49" name="直接连接符 48">
            <a:extLst>
              <a:ext uri="{FF2B5EF4-FFF2-40B4-BE49-F238E27FC236}">
                <a16:creationId xmlns:a16="http://schemas.microsoft.com/office/drawing/2014/main" id="{BB309213-65F4-6847-19B7-22F3843F234C}"/>
              </a:ext>
            </a:extLst>
          </p:cNvPr>
          <p:cNvCxnSpPr>
            <a:cxnSpLocks/>
          </p:cNvCxnSpPr>
          <p:nvPr/>
        </p:nvCxnSpPr>
        <p:spPr>
          <a:xfrm>
            <a:off x="2147037" y="3085466"/>
            <a:ext cx="378567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2" name="直接连接符 51">
            <a:extLst>
              <a:ext uri="{FF2B5EF4-FFF2-40B4-BE49-F238E27FC236}">
                <a16:creationId xmlns:a16="http://schemas.microsoft.com/office/drawing/2014/main" id="{45D23CC2-5503-0FD5-8EC4-0AFA682B126D}"/>
              </a:ext>
            </a:extLst>
          </p:cNvPr>
          <p:cNvCxnSpPr>
            <a:cxnSpLocks/>
          </p:cNvCxnSpPr>
          <p:nvPr/>
        </p:nvCxnSpPr>
        <p:spPr>
          <a:xfrm>
            <a:off x="6120020" y="3085466"/>
            <a:ext cx="180477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54" name="任意多边形: 形状 53">
            <a:extLst>
              <a:ext uri="{FF2B5EF4-FFF2-40B4-BE49-F238E27FC236}">
                <a16:creationId xmlns:a16="http://schemas.microsoft.com/office/drawing/2014/main" id="{A401628F-889E-341E-9527-5FD058604A21}"/>
              </a:ext>
            </a:extLst>
          </p:cNvPr>
          <p:cNvSpPr/>
          <p:nvPr/>
        </p:nvSpPr>
        <p:spPr>
          <a:xfrm>
            <a:off x="887187" y="2226129"/>
            <a:ext cx="185057" cy="1289957"/>
          </a:xfrm>
          <a:custGeom>
            <a:avLst/>
            <a:gdLst>
              <a:gd name="connsiteX0" fmla="*/ 157850 w 163293"/>
              <a:gd name="connsiteY0" fmla="*/ 1289957 h 1289957"/>
              <a:gd name="connsiteX1" fmla="*/ 7 w 163293"/>
              <a:gd name="connsiteY1" fmla="*/ 615042 h 1289957"/>
              <a:gd name="connsiteX2" fmla="*/ 163293 w 163293"/>
              <a:gd name="connsiteY2" fmla="*/ 0 h 1289957"/>
            </a:gdLst>
            <a:ahLst/>
            <a:cxnLst>
              <a:cxn ang="0">
                <a:pos x="connsiteX0" y="connsiteY0"/>
              </a:cxn>
              <a:cxn ang="0">
                <a:pos x="connsiteX1" y="connsiteY1"/>
              </a:cxn>
              <a:cxn ang="0">
                <a:pos x="connsiteX2" y="connsiteY2"/>
              </a:cxn>
            </a:cxnLst>
            <a:rect l="l" t="t" r="r" b="b"/>
            <a:pathLst>
              <a:path w="163293" h="1289957">
                <a:moveTo>
                  <a:pt x="157850" y="1289957"/>
                </a:moveTo>
                <a:cubicBezTo>
                  <a:pt x="78475" y="1059996"/>
                  <a:pt x="-900" y="830035"/>
                  <a:pt x="7" y="615042"/>
                </a:cubicBezTo>
                <a:cubicBezTo>
                  <a:pt x="914" y="400049"/>
                  <a:pt x="82103" y="200024"/>
                  <a:pt x="163293" y="0"/>
                </a:cubicBezTo>
              </a:path>
            </a:pathLst>
          </a:custGeom>
          <a:noFill/>
          <a:ln>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a:extLst>
              <a:ext uri="{FF2B5EF4-FFF2-40B4-BE49-F238E27FC236}">
                <a16:creationId xmlns:a16="http://schemas.microsoft.com/office/drawing/2014/main" id="{09E83219-512C-971B-1001-86827C8E65AC}"/>
              </a:ext>
            </a:extLst>
          </p:cNvPr>
          <p:cNvCxnSpPr>
            <a:cxnSpLocks/>
          </p:cNvCxnSpPr>
          <p:nvPr/>
        </p:nvCxnSpPr>
        <p:spPr>
          <a:xfrm>
            <a:off x="2165826" y="3330395"/>
            <a:ext cx="1934384"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7" name="直接连接符 56">
            <a:extLst>
              <a:ext uri="{FF2B5EF4-FFF2-40B4-BE49-F238E27FC236}">
                <a16:creationId xmlns:a16="http://schemas.microsoft.com/office/drawing/2014/main" id="{E8F897A9-4F0F-B97C-0E20-8462A3F2596B}"/>
              </a:ext>
            </a:extLst>
          </p:cNvPr>
          <p:cNvCxnSpPr>
            <a:cxnSpLocks/>
          </p:cNvCxnSpPr>
          <p:nvPr/>
        </p:nvCxnSpPr>
        <p:spPr>
          <a:xfrm>
            <a:off x="5543077" y="2812689"/>
            <a:ext cx="164693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59" name="文本框 58">
            <a:extLst>
              <a:ext uri="{FF2B5EF4-FFF2-40B4-BE49-F238E27FC236}">
                <a16:creationId xmlns:a16="http://schemas.microsoft.com/office/drawing/2014/main" id="{88B99498-0DA2-0C1F-B2FC-C08D478EA515}"/>
              </a:ext>
            </a:extLst>
          </p:cNvPr>
          <p:cNvSpPr txBox="1"/>
          <p:nvPr/>
        </p:nvSpPr>
        <p:spPr>
          <a:xfrm>
            <a:off x="5521953" y="5432445"/>
            <a:ext cx="247343" cy="338554"/>
          </a:xfrm>
          <a:prstGeom prst="rect">
            <a:avLst/>
          </a:prstGeom>
          <a:noFill/>
        </p:spPr>
        <p:txBody>
          <a:bodyPr wrap="square" lIns="0" tIns="0" rIns="0" bIns="0" rtlCol="0" anchor="ctr" anchorCtr="1">
            <a:spAutoFit/>
          </a:bodyPr>
          <a:lstStyle/>
          <a:p>
            <a:r>
              <a:rPr lang="en-US" altLang="zh-CN" sz="2200" b="1" dirty="0">
                <a:solidFill>
                  <a:srgbClr val="FF0000"/>
                </a:solidFill>
                <a:latin typeface="Courier New" panose="02070309020205020404" pitchFamily="49" charset="0"/>
                <a:cs typeface="Courier New" panose="02070309020205020404" pitchFamily="49" charset="0"/>
              </a:rPr>
              <a:t>4</a:t>
            </a:r>
            <a:endParaRPr lang="zh-CN" altLang="en-US" sz="2200" b="1"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229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1000"/>
                                        <p:tgtEl>
                                          <p:spTgt spid="35"/>
                                        </p:tgtEl>
                                      </p:cBhvr>
                                    </p:animEffect>
                                  </p:childTnLst>
                                </p:cTn>
                              </p:par>
                              <p:par>
                                <p:cTn id="8" presetID="22" presetClass="entr" presetSubtype="8" fill="hold" nodeType="withEffect">
                                  <p:stCondLst>
                                    <p:cond delay="5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1000"/>
                                        <p:tgtEl>
                                          <p:spTgt spid="16"/>
                                        </p:tgtEl>
                                      </p:cBhvr>
                                    </p:animEffect>
                                  </p:childTnLst>
                                </p:cTn>
                              </p:par>
                              <p:par>
                                <p:cTn id="11" presetID="22" presetClass="entr" presetSubtype="8" fill="hold" nodeType="withEffect">
                                  <p:stCondLst>
                                    <p:cond delay="500"/>
                                  </p:stCondLst>
                                  <p:childTnLst>
                                    <p:set>
                                      <p:cBhvr>
                                        <p:cTn id="12" dur="1" fill="hold">
                                          <p:stCondLst>
                                            <p:cond delay="0"/>
                                          </p:stCondLst>
                                        </p:cTn>
                                        <p:tgtEl>
                                          <p:spTgt spid="34"/>
                                        </p:tgtEl>
                                        <p:attrNameLst>
                                          <p:attrName>style.visibility</p:attrName>
                                        </p:attrNameLst>
                                      </p:cBhvr>
                                      <p:to>
                                        <p:strVal val="visible"/>
                                      </p:to>
                                    </p:set>
                                    <p:animEffect transition="in" filter="wipe(left)">
                                      <p:cBhvr>
                                        <p:cTn id="13" dur="10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childTnLst>
                                </p:cTn>
                              </p:par>
                            </p:childTnLst>
                          </p:cTn>
                        </p:par>
                        <p:par>
                          <p:cTn id="18" fill="hold">
                            <p:stCondLst>
                              <p:cond delay="0"/>
                            </p:stCondLst>
                            <p:childTnLst>
                              <p:par>
                                <p:cTn id="19" presetID="64" presetClass="path" presetSubtype="0" accel="50000" decel="50000" fill="hold" grpId="1" nodeType="afterEffect">
                                  <p:stCondLst>
                                    <p:cond delay="0"/>
                                  </p:stCondLst>
                                  <p:childTnLst>
                                    <p:animMotion origin="layout" path="M 2.91667E-6 1.11111E-6 L 0.00247 -0.5375 " pathEditMode="relative" rAng="0" ptsTypes="AA">
                                      <p:cBhvr>
                                        <p:cTn id="20" dur="2000" fill="hold"/>
                                        <p:tgtEl>
                                          <p:spTgt spid="45"/>
                                        </p:tgtEl>
                                        <p:attrNameLst>
                                          <p:attrName>ppt_x</p:attrName>
                                          <p:attrName>ppt_y</p:attrName>
                                        </p:attrNameLst>
                                      </p:cBhvr>
                                      <p:rCtr x="117" y="-26875"/>
                                    </p:animMotion>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1000"/>
                                        <p:tgtEl>
                                          <p:spTgt spid="13"/>
                                        </p:tgtEl>
                                      </p:cBhvr>
                                    </p:animEffect>
                                  </p:childTnLst>
                                </p:cTn>
                              </p:par>
                            </p:childTnLst>
                          </p:cTn>
                        </p:par>
                        <p:par>
                          <p:cTn id="25" fill="hold">
                            <p:stCondLst>
                              <p:cond delay="3000"/>
                            </p:stCondLst>
                            <p:childTnLst>
                              <p:par>
                                <p:cTn id="26" presetID="1" presetClass="entr" presetSubtype="0" fill="hold" grpId="0" nodeType="afterEffect">
                                  <p:stCondLst>
                                    <p:cond delay="0"/>
                                  </p:stCondLst>
                                  <p:childTnLst>
                                    <p:set>
                                      <p:cBhvr>
                                        <p:cTn id="27" dur="1" fill="hold">
                                          <p:stCondLst>
                                            <p:cond delay="0"/>
                                          </p:stCondLst>
                                        </p:cTn>
                                        <p:tgtEl>
                                          <p:spTgt spid="46"/>
                                        </p:tgtEl>
                                        <p:attrNameLst>
                                          <p:attrName>style.visibility</p:attrName>
                                        </p:attrNameLst>
                                      </p:cBhvr>
                                      <p:to>
                                        <p:strVal val="visible"/>
                                      </p:to>
                                    </p:set>
                                  </p:childTnLst>
                                </p:cTn>
                              </p:par>
                            </p:childTnLst>
                          </p:cTn>
                        </p:par>
                        <p:par>
                          <p:cTn id="28" fill="hold">
                            <p:stCondLst>
                              <p:cond delay="3000"/>
                            </p:stCondLst>
                            <p:childTnLst>
                              <p:par>
                                <p:cTn id="29" presetID="1" presetClass="entr" presetSubtype="0" fill="hold" grpId="0" nodeType="after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par>
                          <p:cTn id="31" fill="hold">
                            <p:stCondLst>
                              <p:cond delay="3000"/>
                            </p:stCondLst>
                            <p:childTnLst>
                              <p:par>
                                <p:cTn id="32" presetID="64" presetClass="path" presetSubtype="0" accel="50000" decel="50000" fill="hold" grpId="1" nodeType="afterEffect">
                                  <p:stCondLst>
                                    <p:cond delay="0"/>
                                  </p:stCondLst>
                                  <p:childTnLst>
                                    <p:animMotion origin="layout" path="M 2.91667E-6 -1.85185E-6 L 0.09961 -0.52662 " pathEditMode="relative" rAng="0" ptsTypes="AA">
                                      <p:cBhvr>
                                        <p:cTn id="33" dur="2000" fill="hold"/>
                                        <p:tgtEl>
                                          <p:spTgt spid="46"/>
                                        </p:tgtEl>
                                        <p:attrNameLst>
                                          <p:attrName>ppt_x</p:attrName>
                                          <p:attrName>ppt_y</p:attrName>
                                        </p:attrNameLst>
                                      </p:cBhvr>
                                      <p:rCtr x="4974" y="-26343"/>
                                    </p:animMotion>
                                  </p:childTnLst>
                                </p:cTn>
                              </p:par>
                              <p:par>
                                <p:cTn id="34" presetID="42" presetClass="path" presetSubtype="0" accel="50000" decel="50000" fill="hold" grpId="1" nodeType="withEffect">
                                  <p:stCondLst>
                                    <p:cond delay="0"/>
                                  </p:stCondLst>
                                  <p:childTnLst>
                                    <p:animMotion origin="layout" path="M -1.04167E-6 -2.96296E-6 L -0.01771 0.22639 " pathEditMode="relative" rAng="0" ptsTypes="AA">
                                      <p:cBhvr>
                                        <p:cTn id="35" dur="2000" fill="hold"/>
                                        <p:tgtEl>
                                          <p:spTgt spid="48"/>
                                        </p:tgtEl>
                                        <p:attrNameLst>
                                          <p:attrName>ppt_x</p:attrName>
                                          <p:attrName>ppt_y</p:attrName>
                                        </p:attrNameLst>
                                      </p:cBhvr>
                                      <p:rCtr x="-885" y="11319"/>
                                    </p:animMotion>
                                  </p:childTnLst>
                                </p:cTn>
                              </p:par>
                              <p:par>
                                <p:cTn id="36" presetID="22" presetClass="entr" presetSubtype="8" fill="hold" grpId="0" nodeType="withEffect">
                                  <p:stCondLst>
                                    <p:cond delay="1000"/>
                                  </p:stCondLst>
                                  <p:childTnLst>
                                    <p:set>
                                      <p:cBhvr>
                                        <p:cTn id="37" dur="1" fill="hold">
                                          <p:stCondLst>
                                            <p:cond delay="0"/>
                                          </p:stCondLst>
                                        </p:cTn>
                                        <p:tgtEl>
                                          <p:spTgt spid="47"/>
                                        </p:tgtEl>
                                        <p:attrNameLst>
                                          <p:attrName>style.visibility</p:attrName>
                                        </p:attrNameLst>
                                      </p:cBhvr>
                                      <p:to>
                                        <p:strVal val="visible"/>
                                      </p:to>
                                    </p:set>
                                    <p:animEffect transition="in" filter="wipe(left)">
                                      <p:cBhvr>
                                        <p:cTn id="38" dur="1000"/>
                                        <p:tgtEl>
                                          <p:spTgt spid="47"/>
                                        </p:tgtEl>
                                      </p:cBhvr>
                                    </p:animEffect>
                                  </p:childTnLst>
                                </p:cTn>
                              </p:par>
                            </p:childTnLst>
                          </p:cTn>
                        </p:par>
                        <p:par>
                          <p:cTn id="39" fill="hold">
                            <p:stCondLst>
                              <p:cond delay="5000"/>
                            </p:stCondLst>
                            <p:childTnLst>
                              <p:par>
                                <p:cTn id="40" presetID="22" presetClass="entr" presetSubtype="8" fill="hold" nodeType="after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left)">
                                      <p:cBhvr>
                                        <p:cTn id="42" dur="10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1000"/>
                                        <p:tgtEl>
                                          <p:spTgt spid="37"/>
                                        </p:tgtEl>
                                      </p:cBhvr>
                                    </p:animEffect>
                                    <p:anim calcmode="lin" valueType="num">
                                      <p:cBhvr>
                                        <p:cTn id="48" dur="1000" fill="hold"/>
                                        <p:tgtEl>
                                          <p:spTgt spid="37"/>
                                        </p:tgtEl>
                                        <p:attrNameLst>
                                          <p:attrName>ppt_x</p:attrName>
                                        </p:attrNameLst>
                                      </p:cBhvr>
                                      <p:tavLst>
                                        <p:tav tm="0">
                                          <p:val>
                                            <p:strVal val="#ppt_x"/>
                                          </p:val>
                                        </p:tav>
                                        <p:tav tm="100000">
                                          <p:val>
                                            <p:strVal val="#ppt_x"/>
                                          </p:val>
                                        </p:tav>
                                      </p:tavLst>
                                    </p:anim>
                                    <p:anim calcmode="lin" valueType="num">
                                      <p:cBhvr>
                                        <p:cTn id="49" dur="1000" fill="hold"/>
                                        <p:tgtEl>
                                          <p:spTgt spid="37"/>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7" presetClass="entr" presetSubtype="0" fill="hold" grpId="0" nodeType="after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1000"/>
                                        <p:tgtEl>
                                          <p:spTgt spid="38"/>
                                        </p:tgtEl>
                                      </p:cBhvr>
                                    </p:animEffect>
                                    <p:anim calcmode="lin" valueType="num">
                                      <p:cBhvr>
                                        <p:cTn id="54" dur="1000" fill="hold"/>
                                        <p:tgtEl>
                                          <p:spTgt spid="38"/>
                                        </p:tgtEl>
                                        <p:attrNameLst>
                                          <p:attrName>ppt_x</p:attrName>
                                        </p:attrNameLst>
                                      </p:cBhvr>
                                      <p:tavLst>
                                        <p:tav tm="0">
                                          <p:val>
                                            <p:strVal val="#ppt_x"/>
                                          </p:val>
                                        </p:tav>
                                        <p:tav tm="100000">
                                          <p:val>
                                            <p:strVal val="#ppt_x"/>
                                          </p:val>
                                        </p:tav>
                                      </p:tavLst>
                                    </p:anim>
                                    <p:anim calcmode="lin" valueType="num">
                                      <p:cBhvr>
                                        <p:cTn id="55" dur="1000" fill="hold"/>
                                        <p:tgtEl>
                                          <p:spTgt spid="38"/>
                                        </p:tgtEl>
                                        <p:attrNameLst>
                                          <p:attrName>ppt_y</p:attrName>
                                        </p:attrNameLst>
                                      </p:cBhvr>
                                      <p:tavLst>
                                        <p:tav tm="0">
                                          <p:val>
                                            <p:strVal val="#ppt_y-.1"/>
                                          </p:val>
                                        </p:tav>
                                        <p:tav tm="100000">
                                          <p:val>
                                            <p:strVal val="#ppt_y"/>
                                          </p:val>
                                        </p:tav>
                                      </p:tavLst>
                                    </p:anim>
                                  </p:childTnLst>
                                </p:cTn>
                              </p:par>
                            </p:childTnLst>
                          </p:cTn>
                        </p:par>
                        <p:par>
                          <p:cTn id="56" fill="hold">
                            <p:stCondLst>
                              <p:cond delay="2000"/>
                            </p:stCondLst>
                            <p:childTnLst>
                              <p:par>
                                <p:cTn id="57" presetID="22" presetClass="exit" presetSubtype="1" fill="hold" nodeType="afterEffect">
                                  <p:stCondLst>
                                    <p:cond delay="0"/>
                                  </p:stCondLst>
                                  <p:childTnLst>
                                    <p:animEffect transition="out" filter="wipe(up)">
                                      <p:cBhvr>
                                        <p:cTn id="58" dur="500"/>
                                        <p:tgtEl>
                                          <p:spTgt spid="39"/>
                                        </p:tgtEl>
                                      </p:cBhvr>
                                    </p:animEffect>
                                    <p:set>
                                      <p:cBhvr>
                                        <p:cTn id="59" dur="1" fill="hold">
                                          <p:stCondLst>
                                            <p:cond delay="499"/>
                                          </p:stCondLst>
                                        </p:cTn>
                                        <p:tgtEl>
                                          <p:spTgt spid="39"/>
                                        </p:tgtEl>
                                        <p:attrNameLst>
                                          <p:attrName>style.visibility</p:attrName>
                                        </p:attrNameLst>
                                      </p:cBhvr>
                                      <p:to>
                                        <p:strVal val="hidden"/>
                                      </p:to>
                                    </p:set>
                                  </p:childTnLst>
                                </p:cTn>
                              </p:par>
                            </p:childTnLst>
                          </p:cTn>
                        </p:par>
                        <p:par>
                          <p:cTn id="60" fill="hold">
                            <p:stCondLst>
                              <p:cond delay="2500"/>
                            </p:stCondLst>
                            <p:childTnLst>
                              <p:par>
                                <p:cTn id="61" presetID="22" presetClass="entr" presetSubtype="8" fill="hold" nodeType="after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left)">
                                      <p:cBhvr>
                                        <p:cTn id="63" dur="1000"/>
                                        <p:tgtEl>
                                          <p:spTgt spid="41"/>
                                        </p:tgtEl>
                                      </p:cBhvr>
                                    </p:animEffect>
                                  </p:childTnLst>
                                </p:cTn>
                              </p:par>
                            </p:childTnLst>
                          </p:cTn>
                        </p:par>
                      </p:childTnLst>
                    </p:cTn>
                  </p:par>
                  <p:par>
                    <p:cTn id="64" fill="hold">
                      <p:stCondLst>
                        <p:cond delay="indefinite"/>
                      </p:stCondLst>
                      <p:childTnLst>
                        <p:par>
                          <p:cTn id="65" fill="hold">
                            <p:stCondLst>
                              <p:cond delay="0"/>
                            </p:stCondLst>
                            <p:childTnLst>
                              <p:par>
                                <p:cTn id="66" presetID="47" presetClass="entr" presetSubtype="0" fill="hold" grpId="0" nodeType="click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1000"/>
                                        <p:tgtEl>
                                          <p:spTgt spid="36"/>
                                        </p:tgtEl>
                                      </p:cBhvr>
                                    </p:animEffect>
                                    <p:anim calcmode="lin" valueType="num">
                                      <p:cBhvr>
                                        <p:cTn id="69" dur="1000" fill="hold"/>
                                        <p:tgtEl>
                                          <p:spTgt spid="36"/>
                                        </p:tgtEl>
                                        <p:attrNameLst>
                                          <p:attrName>ppt_x</p:attrName>
                                        </p:attrNameLst>
                                      </p:cBhvr>
                                      <p:tavLst>
                                        <p:tav tm="0">
                                          <p:val>
                                            <p:strVal val="#ppt_x"/>
                                          </p:val>
                                        </p:tav>
                                        <p:tav tm="100000">
                                          <p:val>
                                            <p:strVal val="#ppt_x"/>
                                          </p:val>
                                        </p:tav>
                                      </p:tavLst>
                                    </p:anim>
                                    <p:anim calcmode="lin" valueType="num">
                                      <p:cBhvr>
                                        <p:cTn id="70" dur="1000" fill="hold"/>
                                        <p:tgtEl>
                                          <p:spTgt spid="36"/>
                                        </p:tgtEl>
                                        <p:attrNameLst>
                                          <p:attrName>ppt_y</p:attrName>
                                        </p:attrNameLst>
                                      </p:cBhvr>
                                      <p:tavLst>
                                        <p:tav tm="0">
                                          <p:val>
                                            <p:strVal val="#ppt_y-.1"/>
                                          </p:val>
                                        </p:tav>
                                        <p:tav tm="100000">
                                          <p:val>
                                            <p:strVal val="#ppt_y"/>
                                          </p:val>
                                        </p:tav>
                                      </p:tavLst>
                                    </p:anim>
                                  </p:childTnLst>
                                </p:cTn>
                              </p:par>
                            </p:childTnLst>
                          </p:cTn>
                        </p:par>
                        <p:par>
                          <p:cTn id="71" fill="hold">
                            <p:stCondLst>
                              <p:cond delay="1000"/>
                            </p:stCondLst>
                            <p:childTnLst>
                              <p:par>
                                <p:cTn id="72" presetID="22" presetClass="exit" presetSubtype="1" fill="hold" nodeType="afterEffect">
                                  <p:stCondLst>
                                    <p:cond delay="0"/>
                                  </p:stCondLst>
                                  <p:childTnLst>
                                    <p:animEffect transition="out" filter="wipe(up)">
                                      <p:cBhvr>
                                        <p:cTn id="73" dur="500"/>
                                        <p:tgtEl>
                                          <p:spTgt spid="41"/>
                                        </p:tgtEl>
                                      </p:cBhvr>
                                    </p:animEffect>
                                    <p:set>
                                      <p:cBhvr>
                                        <p:cTn id="74" dur="1" fill="hold">
                                          <p:stCondLst>
                                            <p:cond delay="499"/>
                                          </p:stCondLst>
                                        </p:cTn>
                                        <p:tgtEl>
                                          <p:spTgt spid="41"/>
                                        </p:tgtEl>
                                        <p:attrNameLst>
                                          <p:attrName>style.visibility</p:attrName>
                                        </p:attrNameLst>
                                      </p:cBhvr>
                                      <p:to>
                                        <p:strVal val="hidden"/>
                                      </p:to>
                                    </p:set>
                                  </p:childTnLst>
                                </p:cTn>
                              </p:par>
                            </p:childTnLst>
                          </p:cTn>
                        </p:par>
                        <p:par>
                          <p:cTn id="75" fill="hold">
                            <p:stCondLst>
                              <p:cond delay="1500"/>
                            </p:stCondLst>
                            <p:childTnLst>
                              <p:par>
                                <p:cTn id="76" presetID="22" presetClass="entr" presetSubtype="8" fill="hold" nodeType="after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wipe(left)">
                                      <p:cBhvr>
                                        <p:cTn id="78" dur="1000"/>
                                        <p:tgtEl>
                                          <p:spTgt spid="43"/>
                                        </p:tgtEl>
                                      </p:cBhvr>
                                    </p:animEffect>
                                  </p:childTnLst>
                                </p:cTn>
                              </p:par>
                            </p:childTnLst>
                          </p:cTn>
                        </p:par>
                      </p:childTnLst>
                    </p:cTn>
                  </p:par>
                  <p:par>
                    <p:cTn id="79" fill="hold">
                      <p:stCondLst>
                        <p:cond delay="indefinite"/>
                      </p:stCondLst>
                      <p:childTnLst>
                        <p:par>
                          <p:cTn id="80" fill="hold">
                            <p:stCondLst>
                              <p:cond delay="0"/>
                            </p:stCondLst>
                            <p:childTnLst>
                              <p:par>
                                <p:cTn id="81" presetID="63" presetClass="path" presetSubtype="0" accel="50000" decel="50000" fill="hold" grpId="2" nodeType="clickEffect">
                                  <p:stCondLst>
                                    <p:cond delay="0"/>
                                  </p:stCondLst>
                                  <p:childTnLst>
                                    <p:animMotion origin="layout" path="M -0.01771 0.22639 L 0.17031 0.22616 " pathEditMode="relative" rAng="0" ptsTypes="AA">
                                      <p:cBhvr>
                                        <p:cTn id="82" dur="2000" fill="hold"/>
                                        <p:tgtEl>
                                          <p:spTgt spid="48"/>
                                        </p:tgtEl>
                                        <p:attrNameLst>
                                          <p:attrName>ppt_x</p:attrName>
                                          <p:attrName>ppt_y</p:attrName>
                                        </p:attrNameLst>
                                      </p:cBhvr>
                                      <p:rCtr x="9401" y="-23"/>
                                    </p:animMotion>
                                  </p:childTnLst>
                                </p:cTn>
                              </p:par>
                            </p:childTnLst>
                          </p:cTn>
                        </p:par>
                        <p:par>
                          <p:cTn id="83" fill="hold">
                            <p:stCondLst>
                              <p:cond delay="2000"/>
                            </p:stCondLst>
                            <p:childTnLst>
                              <p:par>
                                <p:cTn id="84" presetID="32" presetClass="emph" presetSubtype="0" fill="hold" nodeType="afterEffect">
                                  <p:stCondLst>
                                    <p:cond delay="0"/>
                                  </p:stCondLst>
                                  <p:childTnLst>
                                    <p:animRot by="120000">
                                      <p:cBhvr>
                                        <p:cTn id="85" dur="100" fill="hold">
                                          <p:stCondLst>
                                            <p:cond delay="0"/>
                                          </p:stCondLst>
                                        </p:cTn>
                                        <p:tgtEl>
                                          <p:spTgt spid="43"/>
                                        </p:tgtEl>
                                        <p:attrNameLst>
                                          <p:attrName>r</p:attrName>
                                        </p:attrNameLst>
                                      </p:cBhvr>
                                    </p:animRot>
                                    <p:animRot by="-240000">
                                      <p:cBhvr>
                                        <p:cTn id="86" dur="200" fill="hold">
                                          <p:stCondLst>
                                            <p:cond delay="200"/>
                                          </p:stCondLst>
                                        </p:cTn>
                                        <p:tgtEl>
                                          <p:spTgt spid="43"/>
                                        </p:tgtEl>
                                        <p:attrNameLst>
                                          <p:attrName>r</p:attrName>
                                        </p:attrNameLst>
                                      </p:cBhvr>
                                    </p:animRot>
                                    <p:animRot by="240000">
                                      <p:cBhvr>
                                        <p:cTn id="87" dur="200" fill="hold">
                                          <p:stCondLst>
                                            <p:cond delay="400"/>
                                          </p:stCondLst>
                                        </p:cTn>
                                        <p:tgtEl>
                                          <p:spTgt spid="43"/>
                                        </p:tgtEl>
                                        <p:attrNameLst>
                                          <p:attrName>r</p:attrName>
                                        </p:attrNameLst>
                                      </p:cBhvr>
                                    </p:animRot>
                                    <p:animRot by="-240000">
                                      <p:cBhvr>
                                        <p:cTn id="88" dur="200" fill="hold">
                                          <p:stCondLst>
                                            <p:cond delay="600"/>
                                          </p:stCondLst>
                                        </p:cTn>
                                        <p:tgtEl>
                                          <p:spTgt spid="43"/>
                                        </p:tgtEl>
                                        <p:attrNameLst>
                                          <p:attrName>r</p:attrName>
                                        </p:attrNameLst>
                                      </p:cBhvr>
                                    </p:animRot>
                                    <p:animRot by="120000">
                                      <p:cBhvr>
                                        <p:cTn id="89" dur="200" fill="hold">
                                          <p:stCondLst>
                                            <p:cond delay="800"/>
                                          </p:stCondLst>
                                        </p:cTn>
                                        <p:tgtEl>
                                          <p:spTgt spid="43"/>
                                        </p:tgtEl>
                                        <p:attrNameLst>
                                          <p:attrName>r</p:attrName>
                                        </p:attrNameLst>
                                      </p:cBhvr>
                                    </p:animRot>
                                  </p:childTnLst>
                                </p:cTn>
                              </p:par>
                            </p:childTnLst>
                          </p:cTn>
                        </p:par>
                        <p:par>
                          <p:cTn id="90" fill="hold">
                            <p:stCondLst>
                              <p:cond delay="3000"/>
                            </p:stCondLst>
                            <p:childTnLst>
                              <p:par>
                                <p:cTn id="91" presetID="22" presetClass="exit" presetSubtype="1" fill="hold" nodeType="afterEffect">
                                  <p:stCondLst>
                                    <p:cond delay="0"/>
                                  </p:stCondLst>
                                  <p:childTnLst>
                                    <p:animEffect transition="out" filter="wipe(up)">
                                      <p:cBhvr>
                                        <p:cTn id="92" dur="500"/>
                                        <p:tgtEl>
                                          <p:spTgt spid="43"/>
                                        </p:tgtEl>
                                      </p:cBhvr>
                                    </p:animEffect>
                                    <p:set>
                                      <p:cBhvr>
                                        <p:cTn id="93" dur="1" fill="hold">
                                          <p:stCondLst>
                                            <p:cond delay="499"/>
                                          </p:stCondLst>
                                        </p:cTn>
                                        <p:tgtEl>
                                          <p:spTgt spid="43"/>
                                        </p:tgtEl>
                                        <p:attrNameLst>
                                          <p:attrName>style.visibility</p:attrName>
                                        </p:attrNameLst>
                                      </p:cBhvr>
                                      <p:to>
                                        <p:strVal val="hidden"/>
                                      </p:to>
                                    </p:set>
                                  </p:childTnLst>
                                </p:cTn>
                              </p:par>
                            </p:childTnLst>
                          </p:cTn>
                        </p:par>
                        <p:par>
                          <p:cTn id="94" fill="hold">
                            <p:stCondLst>
                              <p:cond delay="3500"/>
                            </p:stCondLst>
                            <p:childTnLst>
                              <p:par>
                                <p:cTn id="95" presetID="22" presetClass="entr" presetSubtype="8" fill="hold" nodeType="after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wipe(left)">
                                      <p:cBhvr>
                                        <p:cTn id="97" dur="1000"/>
                                        <p:tgtEl>
                                          <p:spTgt spid="49"/>
                                        </p:tgtEl>
                                      </p:cBhvr>
                                    </p:animEffect>
                                  </p:childTnLst>
                                </p:cTn>
                              </p:par>
                            </p:childTnLst>
                          </p:cTn>
                        </p:par>
                      </p:childTnLst>
                    </p:cTn>
                  </p:par>
                  <p:par>
                    <p:cTn id="98" fill="hold">
                      <p:stCondLst>
                        <p:cond delay="indefinite"/>
                      </p:stCondLst>
                      <p:childTnLst>
                        <p:par>
                          <p:cTn id="99" fill="hold">
                            <p:stCondLst>
                              <p:cond delay="0"/>
                            </p:stCondLst>
                            <p:childTnLst>
                              <p:par>
                                <p:cTn id="100" presetID="26" presetClass="emph" presetSubtype="0" fill="hold" nodeType="clickEffect">
                                  <p:stCondLst>
                                    <p:cond delay="0"/>
                                  </p:stCondLst>
                                  <p:childTnLst>
                                    <p:animEffect transition="out" filter="fade">
                                      <p:cBhvr>
                                        <p:cTn id="101" dur="1000" tmFilter="0, 0; .2, .5; .8, .5; 1, 0"/>
                                        <p:tgtEl>
                                          <p:spTgt spid="49"/>
                                        </p:tgtEl>
                                      </p:cBhvr>
                                    </p:animEffect>
                                    <p:animScale>
                                      <p:cBhvr>
                                        <p:cTn id="102" dur="500" autoRev="1" fill="hold"/>
                                        <p:tgtEl>
                                          <p:spTgt spid="49"/>
                                        </p:tgtEl>
                                      </p:cBhvr>
                                      <p:by x="105000" y="105000"/>
                                    </p:animScale>
                                  </p:childTnLst>
                                </p:cTn>
                              </p:par>
                            </p:childTnLst>
                          </p:cTn>
                        </p:par>
                        <p:par>
                          <p:cTn id="103" fill="hold">
                            <p:stCondLst>
                              <p:cond delay="1000"/>
                            </p:stCondLst>
                            <p:childTnLst>
                              <p:par>
                                <p:cTn id="104" presetID="22" presetClass="exit" presetSubtype="8" fill="hold" nodeType="afterEffect">
                                  <p:stCondLst>
                                    <p:cond delay="0"/>
                                  </p:stCondLst>
                                  <p:childTnLst>
                                    <p:animEffect transition="out" filter="wipe(left)">
                                      <p:cBhvr>
                                        <p:cTn id="105" dur="500"/>
                                        <p:tgtEl>
                                          <p:spTgt spid="49"/>
                                        </p:tgtEl>
                                      </p:cBhvr>
                                    </p:animEffect>
                                    <p:set>
                                      <p:cBhvr>
                                        <p:cTn id="106" dur="1" fill="hold">
                                          <p:stCondLst>
                                            <p:cond delay="499"/>
                                          </p:stCondLst>
                                        </p:cTn>
                                        <p:tgtEl>
                                          <p:spTgt spid="49"/>
                                        </p:tgtEl>
                                        <p:attrNameLst>
                                          <p:attrName>style.visibility</p:attrName>
                                        </p:attrNameLst>
                                      </p:cBhvr>
                                      <p:to>
                                        <p:strVal val="hidden"/>
                                      </p:to>
                                    </p:set>
                                  </p:childTnLst>
                                </p:cTn>
                              </p:par>
                            </p:childTnLst>
                          </p:cTn>
                        </p:par>
                        <p:par>
                          <p:cTn id="107" fill="hold">
                            <p:stCondLst>
                              <p:cond delay="1500"/>
                            </p:stCondLst>
                            <p:childTnLst>
                              <p:par>
                                <p:cTn id="108" presetID="22" presetClass="entr" presetSubtype="8" fill="hold" nodeType="after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wipe(left)">
                                      <p:cBhvr>
                                        <p:cTn id="110" dur="1000"/>
                                        <p:tgtEl>
                                          <p:spTgt spid="52"/>
                                        </p:tgtEl>
                                      </p:cBhvr>
                                    </p:animEffect>
                                  </p:childTnLst>
                                </p:cTn>
                              </p:par>
                            </p:childTnLst>
                          </p:cTn>
                        </p:par>
                      </p:childTnLst>
                    </p:cTn>
                  </p:par>
                  <p:par>
                    <p:cTn id="111" fill="hold">
                      <p:stCondLst>
                        <p:cond delay="indefinite"/>
                      </p:stCondLst>
                      <p:childTnLst>
                        <p:par>
                          <p:cTn id="112" fill="hold">
                            <p:stCondLst>
                              <p:cond delay="0"/>
                            </p:stCondLst>
                            <p:childTnLst>
                              <p:par>
                                <p:cTn id="113" presetID="35" presetClass="path" presetSubtype="0" accel="50000" decel="50000" fill="hold" grpId="1" nodeType="clickEffect">
                                  <p:stCondLst>
                                    <p:cond delay="0"/>
                                  </p:stCondLst>
                                  <p:childTnLst>
                                    <p:animMotion origin="layout" path="M 3.33333E-6 -4.07407E-6 L -0.23269 -0.00162 " pathEditMode="relative" rAng="0" ptsTypes="AA">
                                      <p:cBhvr>
                                        <p:cTn id="114" dur="2000" fill="hold"/>
                                        <p:tgtEl>
                                          <p:spTgt spid="38"/>
                                        </p:tgtEl>
                                        <p:attrNameLst>
                                          <p:attrName>ppt_x</p:attrName>
                                          <p:attrName>ppt_y</p:attrName>
                                        </p:attrNameLst>
                                      </p:cBhvr>
                                      <p:rCtr x="-11641" y="-93"/>
                                    </p:animMotion>
                                  </p:childTnLst>
                                </p:cTn>
                              </p:par>
                            </p:childTnLst>
                          </p:cTn>
                        </p:par>
                        <p:par>
                          <p:cTn id="115" fill="hold">
                            <p:stCondLst>
                              <p:cond delay="2000"/>
                            </p:stCondLst>
                            <p:childTnLst>
                              <p:par>
                                <p:cTn id="116" presetID="22" presetClass="exit" presetSubtype="1" fill="hold" nodeType="afterEffect">
                                  <p:stCondLst>
                                    <p:cond delay="0"/>
                                  </p:stCondLst>
                                  <p:childTnLst>
                                    <p:animEffect transition="out" filter="wipe(up)">
                                      <p:cBhvr>
                                        <p:cTn id="117" dur="500"/>
                                        <p:tgtEl>
                                          <p:spTgt spid="52"/>
                                        </p:tgtEl>
                                      </p:cBhvr>
                                    </p:animEffect>
                                    <p:set>
                                      <p:cBhvr>
                                        <p:cTn id="118" dur="1" fill="hold">
                                          <p:stCondLst>
                                            <p:cond delay="499"/>
                                          </p:stCondLst>
                                        </p:cTn>
                                        <p:tgtEl>
                                          <p:spTgt spid="52"/>
                                        </p:tgtEl>
                                        <p:attrNameLst>
                                          <p:attrName>style.visibility</p:attrName>
                                        </p:attrNameLst>
                                      </p:cBhvr>
                                      <p:to>
                                        <p:strVal val="hidden"/>
                                      </p:to>
                                    </p:set>
                                  </p:childTnLst>
                                </p:cTn>
                              </p:par>
                            </p:childTnLst>
                          </p:cTn>
                        </p:par>
                        <p:par>
                          <p:cTn id="119" fill="hold">
                            <p:stCondLst>
                              <p:cond delay="2500"/>
                            </p:stCondLst>
                            <p:childTnLst>
                              <p:par>
                                <p:cTn id="120" presetID="22" presetClass="entr" presetSubtype="4" fill="hold" grpId="0" nodeType="after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wipe(down)">
                                      <p:cBhvr>
                                        <p:cTn id="122" dur="1000"/>
                                        <p:tgtEl>
                                          <p:spTgt spid="54"/>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xit" presetSubtype="4" fill="hold" grpId="1" nodeType="clickEffect">
                                  <p:stCondLst>
                                    <p:cond delay="0"/>
                                  </p:stCondLst>
                                  <p:childTnLst>
                                    <p:animEffect transition="out" filter="wipe(down)">
                                      <p:cBhvr>
                                        <p:cTn id="126" dur="500"/>
                                        <p:tgtEl>
                                          <p:spTgt spid="54"/>
                                        </p:tgtEl>
                                      </p:cBhvr>
                                    </p:animEffect>
                                    <p:set>
                                      <p:cBhvr>
                                        <p:cTn id="127" dur="1" fill="hold">
                                          <p:stCondLst>
                                            <p:cond delay="499"/>
                                          </p:stCondLst>
                                        </p:cTn>
                                        <p:tgtEl>
                                          <p:spTgt spid="54"/>
                                        </p:tgtEl>
                                        <p:attrNameLst>
                                          <p:attrName>style.visibility</p:attrName>
                                        </p:attrNameLst>
                                      </p:cBhvr>
                                      <p:to>
                                        <p:strVal val="hidden"/>
                                      </p:to>
                                    </p:set>
                                  </p:childTnLst>
                                </p:cTn>
                              </p:par>
                            </p:childTnLst>
                          </p:cTn>
                        </p:par>
                        <p:par>
                          <p:cTn id="128" fill="hold">
                            <p:stCondLst>
                              <p:cond delay="500"/>
                            </p:stCondLst>
                            <p:childTnLst>
                              <p:par>
                                <p:cTn id="129" presetID="22" presetClass="entr" presetSubtype="8" fill="hold" nodeType="afterEffect">
                                  <p:stCondLst>
                                    <p:cond delay="0"/>
                                  </p:stCondLst>
                                  <p:childTnLst>
                                    <p:set>
                                      <p:cBhvr>
                                        <p:cTn id="130" dur="1" fill="hold">
                                          <p:stCondLst>
                                            <p:cond delay="0"/>
                                          </p:stCondLst>
                                        </p:cTn>
                                        <p:tgtEl>
                                          <p:spTgt spid="41"/>
                                        </p:tgtEl>
                                        <p:attrNameLst>
                                          <p:attrName>style.visibility</p:attrName>
                                        </p:attrNameLst>
                                      </p:cBhvr>
                                      <p:to>
                                        <p:strVal val="visible"/>
                                      </p:to>
                                    </p:set>
                                    <p:animEffect transition="in" filter="wipe(left)">
                                      <p:cBhvr>
                                        <p:cTn id="131" dur="1000"/>
                                        <p:tgtEl>
                                          <p:spTgt spid="41"/>
                                        </p:tgtEl>
                                      </p:cBhvr>
                                    </p:animEffect>
                                  </p:childTnLst>
                                </p:cTn>
                              </p:par>
                            </p:childTnLst>
                          </p:cTn>
                        </p:par>
                      </p:childTnLst>
                    </p:cTn>
                  </p:par>
                  <p:par>
                    <p:cTn id="132" fill="hold">
                      <p:stCondLst>
                        <p:cond delay="indefinite"/>
                      </p:stCondLst>
                      <p:childTnLst>
                        <p:par>
                          <p:cTn id="133" fill="hold">
                            <p:stCondLst>
                              <p:cond delay="0"/>
                            </p:stCondLst>
                            <p:childTnLst>
                              <p:par>
                                <p:cTn id="134" presetID="35" presetClass="path" presetSubtype="0" accel="50000" decel="50000" fill="hold" grpId="1" nodeType="clickEffect">
                                  <p:stCondLst>
                                    <p:cond delay="0"/>
                                  </p:stCondLst>
                                  <p:childTnLst>
                                    <p:animMotion origin="layout" path="M 1.45833E-6 -4.07407E-6 L -0.11966 -0.00162 " pathEditMode="relative" rAng="0" ptsTypes="AA">
                                      <p:cBhvr>
                                        <p:cTn id="135" dur="2000" fill="hold"/>
                                        <p:tgtEl>
                                          <p:spTgt spid="36"/>
                                        </p:tgtEl>
                                        <p:attrNameLst>
                                          <p:attrName>ppt_x</p:attrName>
                                          <p:attrName>ppt_y</p:attrName>
                                        </p:attrNameLst>
                                      </p:cBhvr>
                                      <p:rCtr x="-5990" y="-93"/>
                                    </p:animMotion>
                                  </p:childTnLst>
                                </p:cTn>
                              </p:par>
                            </p:childTnLst>
                          </p:cTn>
                        </p:par>
                        <p:par>
                          <p:cTn id="136" fill="hold">
                            <p:stCondLst>
                              <p:cond delay="2000"/>
                            </p:stCondLst>
                            <p:childTnLst>
                              <p:par>
                                <p:cTn id="137" presetID="22" presetClass="exit" presetSubtype="1" fill="hold" nodeType="afterEffect">
                                  <p:stCondLst>
                                    <p:cond delay="0"/>
                                  </p:stCondLst>
                                  <p:childTnLst>
                                    <p:animEffect transition="out" filter="wipe(up)">
                                      <p:cBhvr>
                                        <p:cTn id="138" dur="500"/>
                                        <p:tgtEl>
                                          <p:spTgt spid="41"/>
                                        </p:tgtEl>
                                      </p:cBhvr>
                                    </p:animEffect>
                                    <p:set>
                                      <p:cBhvr>
                                        <p:cTn id="139" dur="1" fill="hold">
                                          <p:stCondLst>
                                            <p:cond delay="499"/>
                                          </p:stCondLst>
                                        </p:cTn>
                                        <p:tgtEl>
                                          <p:spTgt spid="41"/>
                                        </p:tgtEl>
                                        <p:attrNameLst>
                                          <p:attrName>style.visibility</p:attrName>
                                        </p:attrNameLst>
                                      </p:cBhvr>
                                      <p:to>
                                        <p:strVal val="hidden"/>
                                      </p:to>
                                    </p:set>
                                  </p:childTnLst>
                                </p:cTn>
                              </p:par>
                            </p:childTnLst>
                          </p:cTn>
                        </p:par>
                        <p:par>
                          <p:cTn id="140" fill="hold">
                            <p:stCondLst>
                              <p:cond delay="2500"/>
                            </p:stCondLst>
                            <p:childTnLst>
                              <p:par>
                                <p:cTn id="141" presetID="22" presetClass="entr" presetSubtype="8" fill="hold" nodeType="afterEffect">
                                  <p:stCondLst>
                                    <p:cond delay="0"/>
                                  </p:stCondLst>
                                  <p:childTnLst>
                                    <p:set>
                                      <p:cBhvr>
                                        <p:cTn id="142" dur="1" fill="hold">
                                          <p:stCondLst>
                                            <p:cond delay="0"/>
                                          </p:stCondLst>
                                        </p:cTn>
                                        <p:tgtEl>
                                          <p:spTgt spid="43"/>
                                        </p:tgtEl>
                                        <p:attrNameLst>
                                          <p:attrName>style.visibility</p:attrName>
                                        </p:attrNameLst>
                                      </p:cBhvr>
                                      <p:to>
                                        <p:strVal val="visible"/>
                                      </p:to>
                                    </p:set>
                                    <p:animEffect transition="in" filter="wipe(left)">
                                      <p:cBhvr>
                                        <p:cTn id="143" dur="1000"/>
                                        <p:tgtEl>
                                          <p:spTgt spid="43"/>
                                        </p:tgtEl>
                                      </p:cBhvr>
                                    </p:animEffect>
                                  </p:childTnLst>
                                </p:cTn>
                              </p:par>
                            </p:childTnLst>
                          </p:cTn>
                        </p:par>
                      </p:childTnLst>
                    </p:cTn>
                  </p:par>
                  <p:par>
                    <p:cTn id="144" fill="hold">
                      <p:stCondLst>
                        <p:cond delay="indefinite"/>
                      </p:stCondLst>
                      <p:childTnLst>
                        <p:par>
                          <p:cTn id="145" fill="hold">
                            <p:stCondLst>
                              <p:cond delay="0"/>
                            </p:stCondLst>
                            <p:childTnLst>
                              <p:par>
                                <p:cTn id="146" presetID="35" presetClass="path" presetSubtype="0" accel="50000" decel="50000" fill="hold" grpId="3" nodeType="clickEffect">
                                  <p:stCondLst>
                                    <p:cond delay="0"/>
                                  </p:stCondLst>
                                  <p:childTnLst>
                                    <p:animMotion origin="layout" path="M 0.17031 0.22616 L 0.05742 0.22639 " pathEditMode="relative" rAng="0" ptsTypes="AA">
                                      <p:cBhvr>
                                        <p:cTn id="147" dur="2000" fill="hold"/>
                                        <p:tgtEl>
                                          <p:spTgt spid="48"/>
                                        </p:tgtEl>
                                        <p:attrNameLst>
                                          <p:attrName>ppt_x</p:attrName>
                                          <p:attrName>ppt_y</p:attrName>
                                        </p:attrNameLst>
                                      </p:cBhvr>
                                      <p:rCtr x="-5651" y="0"/>
                                    </p:animMotion>
                                  </p:childTnLst>
                                </p:cTn>
                              </p:par>
                            </p:childTnLst>
                          </p:cTn>
                        </p:par>
                        <p:par>
                          <p:cTn id="148" fill="hold">
                            <p:stCondLst>
                              <p:cond delay="2000"/>
                            </p:stCondLst>
                            <p:childTnLst>
                              <p:par>
                                <p:cTn id="149" presetID="32" presetClass="emph" presetSubtype="0" fill="hold" nodeType="afterEffect">
                                  <p:stCondLst>
                                    <p:cond delay="0"/>
                                  </p:stCondLst>
                                  <p:childTnLst>
                                    <p:animRot by="120000">
                                      <p:cBhvr>
                                        <p:cTn id="150" dur="100" fill="hold">
                                          <p:stCondLst>
                                            <p:cond delay="0"/>
                                          </p:stCondLst>
                                        </p:cTn>
                                        <p:tgtEl>
                                          <p:spTgt spid="43"/>
                                        </p:tgtEl>
                                        <p:attrNameLst>
                                          <p:attrName>r</p:attrName>
                                        </p:attrNameLst>
                                      </p:cBhvr>
                                    </p:animRot>
                                    <p:animRot by="-240000">
                                      <p:cBhvr>
                                        <p:cTn id="151" dur="200" fill="hold">
                                          <p:stCondLst>
                                            <p:cond delay="200"/>
                                          </p:stCondLst>
                                        </p:cTn>
                                        <p:tgtEl>
                                          <p:spTgt spid="43"/>
                                        </p:tgtEl>
                                        <p:attrNameLst>
                                          <p:attrName>r</p:attrName>
                                        </p:attrNameLst>
                                      </p:cBhvr>
                                    </p:animRot>
                                    <p:animRot by="240000">
                                      <p:cBhvr>
                                        <p:cTn id="152" dur="200" fill="hold">
                                          <p:stCondLst>
                                            <p:cond delay="400"/>
                                          </p:stCondLst>
                                        </p:cTn>
                                        <p:tgtEl>
                                          <p:spTgt spid="43"/>
                                        </p:tgtEl>
                                        <p:attrNameLst>
                                          <p:attrName>r</p:attrName>
                                        </p:attrNameLst>
                                      </p:cBhvr>
                                    </p:animRot>
                                    <p:animRot by="-240000">
                                      <p:cBhvr>
                                        <p:cTn id="153" dur="200" fill="hold">
                                          <p:stCondLst>
                                            <p:cond delay="600"/>
                                          </p:stCondLst>
                                        </p:cTn>
                                        <p:tgtEl>
                                          <p:spTgt spid="43"/>
                                        </p:tgtEl>
                                        <p:attrNameLst>
                                          <p:attrName>r</p:attrName>
                                        </p:attrNameLst>
                                      </p:cBhvr>
                                    </p:animRot>
                                    <p:animRot by="120000">
                                      <p:cBhvr>
                                        <p:cTn id="154" dur="200" fill="hold">
                                          <p:stCondLst>
                                            <p:cond delay="800"/>
                                          </p:stCondLst>
                                        </p:cTn>
                                        <p:tgtEl>
                                          <p:spTgt spid="43"/>
                                        </p:tgtEl>
                                        <p:attrNameLst>
                                          <p:attrName>r</p:attrName>
                                        </p:attrNameLst>
                                      </p:cBhvr>
                                    </p:animRot>
                                  </p:childTnLst>
                                </p:cTn>
                              </p:par>
                            </p:childTnLst>
                          </p:cTn>
                        </p:par>
                        <p:par>
                          <p:cTn id="155" fill="hold">
                            <p:stCondLst>
                              <p:cond delay="3000"/>
                            </p:stCondLst>
                            <p:childTnLst>
                              <p:par>
                                <p:cTn id="156" presetID="22" presetClass="exit" presetSubtype="1" fill="hold" nodeType="afterEffect">
                                  <p:stCondLst>
                                    <p:cond delay="0"/>
                                  </p:stCondLst>
                                  <p:childTnLst>
                                    <p:animEffect transition="out" filter="wipe(up)">
                                      <p:cBhvr>
                                        <p:cTn id="157" dur="500"/>
                                        <p:tgtEl>
                                          <p:spTgt spid="43"/>
                                        </p:tgtEl>
                                      </p:cBhvr>
                                    </p:animEffect>
                                    <p:set>
                                      <p:cBhvr>
                                        <p:cTn id="158" dur="1" fill="hold">
                                          <p:stCondLst>
                                            <p:cond delay="499"/>
                                          </p:stCondLst>
                                        </p:cTn>
                                        <p:tgtEl>
                                          <p:spTgt spid="43"/>
                                        </p:tgtEl>
                                        <p:attrNameLst>
                                          <p:attrName>style.visibility</p:attrName>
                                        </p:attrNameLst>
                                      </p:cBhvr>
                                      <p:to>
                                        <p:strVal val="hidden"/>
                                      </p:to>
                                    </p:set>
                                  </p:childTnLst>
                                </p:cTn>
                              </p:par>
                            </p:childTnLst>
                          </p:cTn>
                        </p:par>
                        <p:par>
                          <p:cTn id="159" fill="hold">
                            <p:stCondLst>
                              <p:cond delay="3500"/>
                            </p:stCondLst>
                            <p:childTnLst>
                              <p:par>
                                <p:cTn id="160" presetID="22" presetClass="entr" presetSubtype="8" fill="hold" nodeType="afterEffect">
                                  <p:stCondLst>
                                    <p:cond delay="0"/>
                                  </p:stCondLst>
                                  <p:childTnLst>
                                    <p:set>
                                      <p:cBhvr>
                                        <p:cTn id="161" dur="1" fill="hold">
                                          <p:stCondLst>
                                            <p:cond delay="0"/>
                                          </p:stCondLst>
                                        </p:cTn>
                                        <p:tgtEl>
                                          <p:spTgt spid="49"/>
                                        </p:tgtEl>
                                        <p:attrNameLst>
                                          <p:attrName>style.visibility</p:attrName>
                                        </p:attrNameLst>
                                      </p:cBhvr>
                                      <p:to>
                                        <p:strVal val="visible"/>
                                      </p:to>
                                    </p:set>
                                    <p:animEffect transition="in" filter="wipe(left)">
                                      <p:cBhvr>
                                        <p:cTn id="162" dur="1000"/>
                                        <p:tgtEl>
                                          <p:spTgt spid="49"/>
                                        </p:tgtEl>
                                      </p:cBhvr>
                                    </p:animEffect>
                                  </p:childTnLst>
                                </p:cTn>
                              </p:par>
                            </p:childTnLst>
                          </p:cTn>
                        </p:par>
                      </p:childTnLst>
                    </p:cTn>
                  </p:par>
                  <p:par>
                    <p:cTn id="163" fill="hold">
                      <p:stCondLst>
                        <p:cond delay="indefinite"/>
                      </p:stCondLst>
                      <p:childTnLst>
                        <p:par>
                          <p:cTn id="164" fill="hold">
                            <p:stCondLst>
                              <p:cond delay="0"/>
                            </p:stCondLst>
                            <p:childTnLst>
                              <p:par>
                                <p:cTn id="165" presetID="32" presetClass="emph" presetSubtype="0" fill="hold" nodeType="clickEffect">
                                  <p:stCondLst>
                                    <p:cond delay="0"/>
                                  </p:stCondLst>
                                  <p:childTnLst>
                                    <p:animRot by="120000">
                                      <p:cBhvr>
                                        <p:cTn id="166" dur="100" fill="hold">
                                          <p:stCondLst>
                                            <p:cond delay="0"/>
                                          </p:stCondLst>
                                        </p:cTn>
                                        <p:tgtEl>
                                          <p:spTgt spid="49"/>
                                        </p:tgtEl>
                                        <p:attrNameLst>
                                          <p:attrName>r</p:attrName>
                                        </p:attrNameLst>
                                      </p:cBhvr>
                                    </p:animRot>
                                    <p:animRot by="-240000">
                                      <p:cBhvr>
                                        <p:cTn id="167" dur="200" fill="hold">
                                          <p:stCondLst>
                                            <p:cond delay="200"/>
                                          </p:stCondLst>
                                        </p:cTn>
                                        <p:tgtEl>
                                          <p:spTgt spid="49"/>
                                        </p:tgtEl>
                                        <p:attrNameLst>
                                          <p:attrName>r</p:attrName>
                                        </p:attrNameLst>
                                      </p:cBhvr>
                                    </p:animRot>
                                    <p:animRot by="240000">
                                      <p:cBhvr>
                                        <p:cTn id="168" dur="200" fill="hold">
                                          <p:stCondLst>
                                            <p:cond delay="400"/>
                                          </p:stCondLst>
                                        </p:cTn>
                                        <p:tgtEl>
                                          <p:spTgt spid="49"/>
                                        </p:tgtEl>
                                        <p:attrNameLst>
                                          <p:attrName>r</p:attrName>
                                        </p:attrNameLst>
                                      </p:cBhvr>
                                    </p:animRot>
                                    <p:animRot by="-240000">
                                      <p:cBhvr>
                                        <p:cTn id="169" dur="200" fill="hold">
                                          <p:stCondLst>
                                            <p:cond delay="600"/>
                                          </p:stCondLst>
                                        </p:cTn>
                                        <p:tgtEl>
                                          <p:spTgt spid="49"/>
                                        </p:tgtEl>
                                        <p:attrNameLst>
                                          <p:attrName>r</p:attrName>
                                        </p:attrNameLst>
                                      </p:cBhvr>
                                    </p:animRot>
                                    <p:animRot by="120000">
                                      <p:cBhvr>
                                        <p:cTn id="170" dur="200" fill="hold">
                                          <p:stCondLst>
                                            <p:cond delay="800"/>
                                          </p:stCondLst>
                                        </p:cTn>
                                        <p:tgtEl>
                                          <p:spTgt spid="49"/>
                                        </p:tgtEl>
                                        <p:attrNameLst>
                                          <p:attrName>r</p:attrName>
                                        </p:attrNameLst>
                                      </p:cBhvr>
                                    </p:animRot>
                                  </p:childTnLst>
                                </p:cTn>
                              </p:par>
                            </p:childTnLst>
                          </p:cTn>
                        </p:par>
                        <p:par>
                          <p:cTn id="171" fill="hold">
                            <p:stCondLst>
                              <p:cond delay="1000"/>
                            </p:stCondLst>
                            <p:childTnLst>
                              <p:par>
                                <p:cTn id="172" presetID="22" presetClass="exit" presetSubtype="1" fill="hold" nodeType="afterEffect">
                                  <p:stCondLst>
                                    <p:cond delay="0"/>
                                  </p:stCondLst>
                                  <p:childTnLst>
                                    <p:animEffect transition="out" filter="wipe(up)">
                                      <p:cBhvr>
                                        <p:cTn id="173" dur="500"/>
                                        <p:tgtEl>
                                          <p:spTgt spid="49"/>
                                        </p:tgtEl>
                                      </p:cBhvr>
                                    </p:animEffect>
                                    <p:set>
                                      <p:cBhvr>
                                        <p:cTn id="174" dur="1" fill="hold">
                                          <p:stCondLst>
                                            <p:cond delay="499"/>
                                          </p:stCondLst>
                                        </p:cTn>
                                        <p:tgtEl>
                                          <p:spTgt spid="49"/>
                                        </p:tgtEl>
                                        <p:attrNameLst>
                                          <p:attrName>style.visibility</p:attrName>
                                        </p:attrNameLst>
                                      </p:cBhvr>
                                      <p:to>
                                        <p:strVal val="hidden"/>
                                      </p:to>
                                    </p:set>
                                  </p:childTnLst>
                                </p:cTn>
                              </p:par>
                            </p:childTnLst>
                          </p:cTn>
                        </p:par>
                        <p:par>
                          <p:cTn id="175" fill="hold">
                            <p:stCondLst>
                              <p:cond delay="1500"/>
                            </p:stCondLst>
                            <p:childTnLst>
                              <p:par>
                                <p:cTn id="176" presetID="22" presetClass="entr" presetSubtype="8" fill="hold" nodeType="afterEffect">
                                  <p:stCondLst>
                                    <p:cond delay="0"/>
                                  </p:stCondLst>
                                  <p:childTnLst>
                                    <p:set>
                                      <p:cBhvr>
                                        <p:cTn id="177" dur="1" fill="hold">
                                          <p:stCondLst>
                                            <p:cond delay="0"/>
                                          </p:stCondLst>
                                        </p:cTn>
                                        <p:tgtEl>
                                          <p:spTgt spid="55"/>
                                        </p:tgtEl>
                                        <p:attrNameLst>
                                          <p:attrName>style.visibility</p:attrName>
                                        </p:attrNameLst>
                                      </p:cBhvr>
                                      <p:to>
                                        <p:strVal val="visible"/>
                                      </p:to>
                                    </p:set>
                                    <p:animEffect transition="in" filter="wipe(left)">
                                      <p:cBhvr>
                                        <p:cTn id="178" dur="1000"/>
                                        <p:tgtEl>
                                          <p:spTgt spid="55"/>
                                        </p:tgtEl>
                                      </p:cBhvr>
                                    </p:animEffect>
                                  </p:childTnLst>
                                </p:cTn>
                              </p:par>
                            </p:childTnLst>
                          </p:cTn>
                        </p:par>
                      </p:childTnLst>
                    </p:cTn>
                  </p:par>
                  <p:par>
                    <p:cTn id="179" fill="hold">
                      <p:stCondLst>
                        <p:cond delay="indefinite"/>
                      </p:stCondLst>
                      <p:childTnLst>
                        <p:par>
                          <p:cTn id="180" fill="hold">
                            <p:stCondLst>
                              <p:cond delay="0"/>
                            </p:stCondLst>
                            <p:childTnLst>
                              <p:par>
                                <p:cTn id="181" presetID="63" presetClass="path" presetSubtype="0" accel="50000" decel="50000" fill="hold" grpId="1" nodeType="clickEffect">
                                  <p:stCondLst>
                                    <p:cond delay="0"/>
                                  </p:stCondLst>
                                  <p:childTnLst>
                                    <p:animMotion origin="layout" path="M 1.04167E-6 -4.07407E-6 L 0.11224 -0.00023 " pathEditMode="relative" rAng="0" ptsTypes="AA">
                                      <p:cBhvr>
                                        <p:cTn id="182" dur="2000" fill="hold"/>
                                        <p:tgtEl>
                                          <p:spTgt spid="37"/>
                                        </p:tgtEl>
                                        <p:attrNameLst>
                                          <p:attrName>ppt_x</p:attrName>
                                          <p:attrName>ppt_y</p:attrName>
                                        </p:attrNameLst>
                                      </p:cBhvr>
                                      <p:rCtr x="5612" y="-23"/>
                                    </p:animMotion>
                                  </p:childTnLst>
                                </p:cTn>
                              </p:par>
                            </p:childTnLst>
                          </p:cTn>
                        </p:par>
                        <p:par>
                          <p:cTn id="183" fill="hold">
                            <p:stCondLst>
                              <p:cond delay="2000"/>
                            </p:stCondLst>
                            <p:childTnLst>
                              <p:par>
                                <p:cTn id="184" presetID="22" presetClass="exit" presetSubtype="1" fill="hold" nodeType="afterEffect">
                                  <p:stCondLst>
                                    <p:cond delay="0"/>
                                  </p:stCondLst>
                                  <p:childTnLst>
                                    <p:animEffect transition="out" filter="wipe(up)">
                                      <p:cBhvr>
                                        <p:cTn id="185" dur="500"/>
                                        <p:tgtEl>
                                          <p:spTgt spid="55"/>
                                        </p:tgtEl>
                                      </p:cBhvr>
                                    </p:animEffect>
                                    <p:set>
                                      <p:cBhvr>
                                        <p:cTn id="186" dur="1" fill="hold">
                                          <p:stCondLst>
                                            <p:cond delay="499"/>
                                          </p:stCondLst>
                                        </p:cTn>
                                        <p:tgtEl>
                                          <p:spTgt spid="55"/>
                                        </p:tgtEl>
                                        <p:attrNameLst>
                                          <p:attrName>style.visibility</p:attrName>
                                        </p:attrNameLst>
                                      </p:cBhvr>
                                      <p:to>
                                        <p:strVal val="hidden"/>
                                      </p:to>
                                    </p:set>
                                  </p:childTnLst>
                                </p:cTn>
                              </p:par>
                            </p:childTnLst>
                          </p:cTn>
                        </p:par>
                        <p:par>
                          <p:cTn id="187" fill="hold">
                            <p:stCondLst>
                              <p:cond delay="2500"/>
                            </p:stCondLst>
                            <p:childTnLst>
                              <p:par>
                                <p:cTn id="188" presetID="22" presetClass="entr" presetSubtype="4" fill="hold" grpId="2" nodeType="afterEffect">
                                  <p:stCondLst>
                                    <p:cond delay="0"/>
                                  </p:stCondLst>
                                  <p:childTnLst>
                                    <p:set>
                                      <p:cBhvr>
                                        <p:cTn id="189" dur="1" fill="hold">
                                          <p:stCondLst>
                                            <p:cond delay="0"/>
                                          </p:stCondLst>
                                        </p:cTn>
                                        <p:tgtEl>
                                          <p:spTgt spid="54"/>
                                        </p:tgtEl>
                                        <p:attrNameLst>
                                          <p:attrName>style.visibility</p:attrName>
                                        </p:attrNameLst>
                                      </p:cBhvr>
                                      <p:to>
                                        <p:strVal val="visible"/>
                                      </p:to>
                                    </p:set>
                                    <p:animEffect transition="in" filter="wipe(down)">
                                      <p:cBhvr>
                                        <p:cTn id="190" dur="1000"/>
                                        <p:tgtEl>
                                          <p:spTgt spid="54"/>
                                        </p:tgtEl>
                                      </p:cBhvr>
                                    </p:animEffect>
                                  </p:childTnLst>
                                </p:cTn>
                              </p:par>
                            </p:childTnLst>
                          </p:cTn>
                        </p:par>
                      </p:childTnLst>
                    </p:cTn>
                  </p:par>
                  <p:par>
                    <p:cTn id="191" fill="hold">
                      <p:stCondLst>
                        <p:cond delay="indefinite"/>
                      </p:stCondLst>
                      <p:childTnLst>
                        <p:par>
                          <p:cTn id="192" fill="hold">
                            <p:stCondLst>
                              <p:cond delay="0"/>
                            </p:stCondLst>
                            <p:childTnLst>
                              <p:par>
                                <p:cTn id="193" presetID="22" presetClass="exit" presetSubtype="4" fill="hold" grpId="3" nodeType="clickEffect">
                                  <p:stCondLst>
                                    <p:cond delay="0"/>
                                  </p:stCondLst>
                                  <p:childTnLst>
                                    <p:animEffect transition="out" filter="wipe(down)">
                                      <p:cBhvr>
                                        <p:cTn id="194" dur="500"/>
                                        <p:tgtEl>
                                          <p:spTgt spid="54"/>
                                        </p:tgtEl>
                                      </p:cBhvr>
                                    </p:animEffect>
                                    <p:set>
                                      <p:cBhvr>
                                        <p:cTn id="195" dur="1" fill="hold">
                                          <p:stCondLst>
                                            <p:cond delay="499"/>
                                          </p:stCondLst>
                                        </p:cTn>
                                        <p:tgtEl>
                                          <p:spTgt spid="54"/>
                                        </p:tgtEl>
                                        <p:attrNameLst>
                                          <p:attrName>style.visibility</p:attrName>
                                        </p:attrNameLst>
                                      </p:cBhvr>
                                      <p:to>
                                        <p:strVal val="hidden"/>
                                      </p:to>
                                    </p:set>
                                  </p:childTnLst>
                                </p:cTn>
                              </p:par>
                            </p:childTnLst>
                          </p:cTn>
                        </p:par>
                        <p:par>
                          <p:cTn id="196" fill="hold">
                            <p:stCondLst>
                              <p:cond delay="500"/>
                            </p:stCondLst>
                            <p:childTnLst>
                              <p:par>
                                <p:cTn id="197" presetID="22" presetClass="entr" presetSubtype="8" fill="hold" nodeType="afterEffect">
                                  <p:stCondLst>
                                    <p:cond delay="0"/>
                                  </p:stCondLst>
                                  <p:childTnLst>
                                    <p:set>
                                      <p:cBhvr>
                                        <p:cTn id="198" dur="1" fill="hold">
                                          <p:stCondLst>
                                            <p:cond delay="0"/>
                                          </p:stCondLst>
                                        </p:cTn>
                                        <p:tgtEl>
                                          <p:spTgt spid="41"/>
                                        </p:tgtEl>
                                        <p:attrNameLst>
                                          <p:attrName>style.visibility</p:attrName>
                                        </p:attrNameLst>
                                      </p:cBhvr>
                                      <p:to>
                                        <p:strVal val="visible"/>
                                      </p:to>
                                    </p:set>
                                    <p:animEffect transition="in" filter="wipe(left)">
                                      <p:cBhvr>
                                        <p:cTn id="199" dur="1000"/>
                                        <p:tgtEl>
                                          <p:spTgt spid="41"/>
                                        </p:tgtEl>
                                      </p:cBhvr>
                                    </p:animEffect>
                                  </p:childTnLst>
                                </p:cTn>
                              </p:par>
                            </p:childTnLst>
                          </p:cTn>
                        </p:par>
                      </p:childTnLst>
                    </p:cTn>
                  </p:par>
                  <p:par>
                    <p:cTn id="200" fill="hold">
                      <p:stCondLst>
                        <p:cond delay="indefinite"/>
                      </p:stCondLst>
                      <p:childTnLst>
                        <p:par>
                          <p:cTn id="201" fill="hold">
                            <p:stCondLst>
                              <p:cond delay="0"/>
                            </p:stCondLst>
                            <p:childTnLst>
                              <p:par>
                                <p:cTn id="202" presetID="63" presetClass="path" presetSubtype="0" accel="50000" decel="50000" fill="hold" grpId="2" nodeType="clickEffect">
                                  <p:stCondLst>
                                    <p:cond delay="0"/>
                                  </p:stCondLst>
                                  <p:childTnLst>
                                    <p:animMotion origin="layout" path="M -0.11966 -0.00162 L -0.07852 0.02801 " pathEditMode="relative" rAng="0" ptsTypes="AA">
                                      <p:cBhvr>
                                        <p:cTn id="203" dur="2000" fill="hold"/>
                                        <p:tgtEl>
                                          <p:spTgt spid="36"/>
                                        </p:tgtEl>
                                        <p:attrNameLst>
                                          <p:attrName>ppt_x</p:attrName>
                                          <p:attrName>ppt_y</p:attrName>
                                        </p:attrNameLst>
                                      </p:cBhvr>
                                      <p:rCtr x="2057" y="1481"/>
                                    </p:animMotion>
                                  </p:childTnLst>
                                </p:cTn>
                              </p:par>
                            </p:childTnLst>
                          </p:cTn>
                        </p:par>
                        <p:par>
                          <p:cTn id="204" fill="hold">
                            <p:stCondLst>
                              <p:cond delay="2000"/>
                            </p:stCondLst>
                            <p:childTnLst>
                              <p:par>
                                <p:cTn id="205" presetID="22" presetClass="exit" presetSubtype="1" fill="hold" nodeType="afterEffect">
                                  <p:stCondLst>
                                    <p:cond delay="0"/>
                                  </p:stCondLst>
                                  <p:childTnLst>
                                    <p:animEffect transition="out" filter="wipe(up)">
                                      <p:cBhvr>
                                        <p:cTn id="206" dur="500"/>
                                        <p:tgtEl>
                                          <p:spTgt spid="41"/>
                                        </p:tgtEl>
                                      </p:cBhvr>
                                    </p:animEffect>
                                    <p:set>
                                      <p:cBhvr>
                                        <p:cTn id="207" dur="1" fill="hold">
                                          <p:stCondLst>
                                            <p:cond delay="499"/>
                                          </p:stCondLst>
                                        </p:cTn>
                                        <p:tgtEl>
                                          <p:spTgt spid="41"/>
                                        </p:tgtEl>
                                        <p:attrNameLst>
                                          <p:attrName>style.visibility</p:attrName>
                                        </p:attrNameLst>
                                      </p:cBhvr>
                                      <p:to>
                                        <p:strVal val="hidden"/>
                                      </p:to>
                                    </p:set>
                                  </p:childTnLst>
                                </p:cTn>
                              </p:par>
                            </p:childTnLst>
                          </p:cTn>
                        </p:par>
                      </p:childTnLst>
                    </p:cTn>
                  </p:par>
                  <p:par>
                    <p:cTn id="208" fill="hold">
                      <p:stCondLst>
                        <p:cond delay="indefinite"/>
                      </p:stCondLst>
                      <p:childTnLst>
                        <p:par>
                          <p:cTn id="209" fill="hold">
                            <p:stCondLst>
                              <p:cond delay="0"/>
                            </p:stCondLst>
                            <p:childTnLst>
                              <p:par>
                                <p:cTn id="210" presetID="22" presetClass="entr" presetSubtype="8" fill="hold" nodeType="clickEffect">
                                  <p:stCondLst>
                                    <p:cond delay="0"/>
                                  </p:stCondLst>
                                  <p:childTnLst>
                                    <p:set>
                                      <p:cBhvr>
                                        <p:cTn id="211" dur="1" fill="hold">
                                          <p:stCondLst>
                                            <p:cond delay="0"/>
                                          </p:stCondLst>
                                        </p:cTn>
                                        <p:tgtEl>
                                          <p:spTgt spid="43"/>
                                        </p:tgtEl>
                                        <p:attrNameLst>
                                          <p:attrName>style.visibility</p:attrName>
                                        </p:attrNameLst>
                                      </p:cBhvr>
                                      <p:to>
                                        <p:strVal val="visible"/>
                                      </p:to>
                                    </p:set>
                                    <p:animEffect transition="in" filter="wipe(left)">
                                      <p:cBhvr>
                                        <p:cTn id="212" dur="1000"/>
                                        <p:tgtEl>
                                          <p:spTgt spid="43"/>
                                        </p:tgtEl>
                                      </p:cBhvr>
                                    </p:animEffect>
                                  </p:childTnLst>
                                </p:cTn>
                              </p:par>
                            </p:childTnLst>
                          </p:cTn>
                        </p:par>
                      </p:childTnLst>
                    </p:cTn>
                  </p:par>
                  <p:par>
                    <p:cTn id="213" fill="hold">
                      <p:stCondLst>
                        <p:cond delay="indefinite"/>
                      </p:stCondLst>
                      <p:childTnLst>
                        <p:par>
                          <p:cTn id="214" fill="hold">
                            <p:stCondLst>
                              <p:cond delay="0"/>
                            </p:stCondLst>
                            <p:childTnLst>
                              <p:par>
                                <p:cTn id="215" presetID="63" presetClass="path" presetSubtype="0" accel="50000" decel="50000" fill="hold" grpId="4" nodeType="clickEffect">
                                  <p:stCondLst>
                                    <p:cond delay="0"/>
                                  </p:stCondLst>
                                  <p:childTnLst>
                                    <p:animMotion origin="layout" path="M 0.05742 0.22639 L 0.09362 0.22639 " pathEditMode="relative" rAng="0" ptsTypes="AA">
                                      <p:cBhvr>
                                        <p:cTn id="216" dur="2000" fill="hold"/>
                                        <p:tgtEl>
                                          <p:spTgt spid="48"/>
                                        </p:tgtEl>
                                        <p:attrNameLst>
                                          <p:attrName>ppt_x</p:attrName>
                                          <p:attrName>ppt_y</p:attrName>
                                        </p:attrNameLst>
                                      </p:cBhvr>
                                      <p:rCtr x="1810" y="0"/>
                                    </p:animMotion>
                                  </p:childTnLst>
                                </p:cTn>
                              </p:par>
                            </p:childTnLst>
                          </p:cTn>
                        </p:par>
                        <p:par>
                          <p:cTn id="217" fill="hold">
                            <p:stCondLst>
                              <p:cond delay="2000"/>
                            </p:stCondLst>
                            <p:childTnLst>
                              <p:par>
                                <p:cTn id="218" presetID="26" presetClass="emph" presetSubtype="0" fill="hold" nodeType="afterEffect">
                                  <p:stCondLst>
                                    <p:cond delay="0"/>
                                  </p:stCondLst>
                                  <p:childTnLst>
                                    <p:animEffect transition="out" filter="fade">
                                      <p:cBhvr>
                                        <p:cTn id="219" dur="1000" tmFilter="0, 0; .2, .5; .8, .5; 1, 0"/>
                                        <p:tgtEl>
                                          <p:spTgt spid="43"/>
                                        </p:tgtEl>
                                      </p:cBhvr>
                                    </p:animEffect>
                                    <p:animScale>
                                      <p:cBhvr>
                                        <p:cTn id="220" dur="500" autoRev="1" fill="hold"/>
                                        <p:tgtEl>
                                          <p:spTgt spid="43"/>
                                        </p:tgtEl>
                                      </p:cBhvr>
                                      <p:by x="105000" y="105000"/>
                                    </p:animScale>
                                  </p:childTnLst>
                                </p:cTn>
                              </p:par>
                            </p:childTnLst>
                          </p:cTn>
                        </p:par>
                        <p:par>
                          <p:cTn id="221" fill="hold">
                            <p:stCondLst>
                              <p:cond delay="3000"/>
                            </p:stCondLst>
                            <p:childTnLst>
                              <p:par>
                                <p:cTn id="222" presetID="22" presetClass="exit" presetSubtype="8" fill="hold" nodeType="afterEffect">
                                  <p:stCondLst>
                                    <p:cond delay="0"/>
                                  </p:stCondLst>
                                  <p:childTnLst>
                                    <p:animEffect transition="out" filter="wipe(left)">
                                      <p:cBhvr>
                                        <p:cTn id="223" dur="500"/>
                                        <p:tgtEl>
                                          <p:spTgt spid="43"/>
                                        </p:tgtEl>
                                      </p:cBhvr>
                                    </p:animEffect>
                                    <p:set>
                                      <p:cBhvr>
                                        <p:cTn id="224" dur="1" fill="hold">
                                          <p:stCondLst>
                                            <p:cond delay="499"/>
                                          </p:stCondLst>
                                        </p:cTn>
                                        <p:tgtEl>
                                          <p:spTgt spid="43"/>
                                        </p:tgtEl>
                                        <p:attrNameLst>
                                          <p:attrName>style.visibility</p:attrName>
                                        </p:attrNameLst>
                                      </p:cBhvr>
                                      <p:to>
                                        <p:strVal val="hidden"/>
                                      </p:to>
                                    </p:set>
                                  </p:childTnLst>
                                </p:cTn>
                              </p:par>
                            </p:childTnLst>
                          </p:cTn>
                        </p:par>
                        <p:par>
                          <p:cTn id="225" fill="hold">
                            <p:stCondLst>
                              <p:cond delay="3500"/>
                            </p:stCondLst>
                            <p:childTnLst>
                              <p:par>
                                <p:cTn id="226" presetID="22" presetClass="entr" presetSubtype="8" fill="hold" nodeType="afterEffect">
                                  <p:stCondLst>
                                    <p:cond delay="0"/>
                                  </p:stCondLst>
                                  <p:childTnLst>
                                    <p:set>
                                      <p:cBhvr>
                                        <p:cTn id="227" dur="1" fill="hold">
                                          <p:stCondLst>
                                            <p:cond delay="0"/>
                                          </p:stCondLst>
                                        </p:cTn>
                                        <p:tgtEl>
                                          <p:spTgt spid="57"/>
                                        </p:tgtEl>
                                        <p:attrNameLst>
                                          <p:attrName>style.visibility</p:attrName>
                                        </p:attrNameLst>
                                      </p:cBhvr>
                                      <p:to>
                                        <p:strVal val="visible"/>
                                      </p:to>
                                    </p:set>
                                    <p:animEffect transition="in" filter="wipe(left)">
                                      <p:cBhvr>
                                        <p:cTn id="228" dur="1000"/>
                                        <p:tgtEl>
                                          <p:spTgt spid="57"/>
                                        </p:tgtEl>
                                      </p:cBhvr>
                                    </p:animEffect>
                                  </p:childTnLst>
                                </p:cTn>
                              </p:par>
                            </p:childTnLst>
                          </p:cTn>
                        </p:par>
                      </p:childTnLst>
                    </p:cTn>
                  </p:par>
                  <p:par>
                    <p:cTn id="229" fill="hold">
                      <p:stCondLst>
                        <p:cond delay="indefinite"/>
                      </p:stCondLst>
                      <p:childTnLst>
                        <p:par>
                          <p:cTn id="230" fill="hold">
                            <p:stCondLst>
                              <p:cond delay="0"/>
                            </p:stCondLst>
                            <p:childTnLst>
                              <p:par>
                                <p:cTn id="231" presetID="22" presetClass="exit" presetSubtype="1" fill="hold" nodeType="clickEffect">
                                  <p:stCondLst>
                                    <p:cond delay="0"/>
                                  </p:stCondLst>
                                  <p:childTnLst>
                                    <p:animEffect transition="out" filter="wipe(up)">
                                      <p:cBhvr>
                                        <p:cTn id="232" dur="500"/>
                                        <p:tgtEl>
                                          <p:spTgt spid="57"/>
                                        </p:tgtEl>
                                      </p:cBhvr>
                                    </p:animEffect>
                                    <p:set>
                                      <p:cBhvr>
                                        <p:cTn id="233" dur="1" fill="hold">
                                          <p:stCondLst>
                                            <p:cond delay="499"/>
                                          </p:stCondLst>
                                        </p:cTn>
                                        <p:tgtEl>
                                          <p:spTgt spid="57"/>
                                        </p:tgtEl>
                                        <p:attrNameLst>
                                          <p:attrName>style.visibility</p:attrName>
                                        </p:attrNameLst>
                                      </p:cBhvr>
                                      <p:to>
                                        <p:strVal val="hidden"/>
                                      </p:to>
                                    </p:set>
                                  </p:childTnLst>
                                </p:cTn>
                              </p:par>
                            </p:childTnLst>
                          </p:cTn>
                        </p:par>
                        <p:par>
                          <p:cTn id="234" fill="hold">
                            <p:stCondLst>
                              <p:cond delay="500"/>
                            </p:stCondLst>
                            <p:childTnLst>
                              <p:par>
                                <p:cTn id="235" presetID="1" presetClass="entr" presetSubtype="0" fill="hold" grpId="0" nodeType="afterEffect">
                                  <p:stCondLst>
                                    <p:cond delay="0"/>
                                  </p:stCondLst>
                                  <p:childTnLst>
                                    <p:set>
                                      <p:cBhvr>
                                        <p:cTn id="236" dur="1" fill="hold">
                                          <p:stCondLst>
                                            <p:cond delay="0"/>
                                          </p:stCondLst>
                                        </p:cTn>
                                        <p:tgtEl>
                                          <p:spTgt spid="59"/>
                                        </p:tgtEl>
                                        <p:attrNameLst>
                                          <p:attrName>style.visibility</p:attrName>
                                        </p:attrNameLst>
                                      </p:cBhvr>
                                      <p:to>
                                        <p:strVal val="visible"/>
                                      </p:to>
                                    </p:set>
                                  </p:childTnLst>
                                </p:cTn>
                              </p:par>
                            </p:childTnLst>
                          </p:cTn>
                        </p:par>
                        <p:par>
                          <p:cTn id="237" fill="hold">
                            <p:stCondLst>
                              <p:cond delay="500"/>
                            </p:stCondLst>
                            <p:childTnLst>
                              <p:par>
                                <p:cTn id="238" presetID="35" presetClass="path" presetSubtype="0" accel="50000" decel="50000" fill="hold" grpId="1" nodeType="afterEffect">
                                  <p:stCondLst>
                                    <p:cond delay="0"/>
                                  </p:stCondLst>
                                  <p:childTnLst>
                                    <p:animMotion origin="layout" path="M -8.33333E-7 3.33333E-6 L -0.34062 -0.08357 " pathEditMode="relative" rAng="0" ptsTypes="AA">
                                      <p:cBhvr>
                                        <p:cTn id="239" dur="2000" fill="hold"/>
                                        <p:tgtEl>
                                          <p:spTgt spid="59"/>
                                        </p:tgtEl>
                                        <p:attrNameLst>
                                          <p:attrName>ppt_x</p:attrName>
                                          <p:attrName>ppt_y</p:attrName>
                                        </p:attrNameLst>
                                      </p:cBhvr>
                                      <p:rCtr x="-17031" y="-419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6" grpId="1"/>
      <p:bldP spid="36" grpId="2"/>
      <p:bldP spid="37" grpId="0"/>
      <p:bldP spid="37" grpId="1"/>
      <p:bldP spid="38" grpId="0"/>
      <p:bldP spid="38" grpId="1"/>
      <p:bldP spid="45" grpId="0"/>
      <p:bldP spid="45" grpId="1"/>
      <p:bldP spid="46" grpId="0"/>
      <p:bldP spid="46" grpId="1"/>
      <p:bldP spid="47" grpId="0"/>
      <p:bldP spid="48" grpId="0"/>
      <p:bldP spid="48" grpId="1"/>
      <p:bldP spid="48" grpId="2"/>
      <p:bldP spid="48" grpId="3"/>
      <p:bldP spid="48" grpId="4"/>
      <p:bldP spid="54" grpId="0" animBg="1"/>
      <p:bldP spid="54" grpId="1" animBg="1"/>
      <p:bldP spid="54" grpId="2" animBg="1"/>
      <p:bldP spid="54" grpId="3" animBg="1"/>
      <p:bldP spid="59" grpId="0"/>
      <p:bldP spid="59"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9E95338-4406-6CE2-09E4-7F02D4F621A1}"/>
              </a:ext>
            </a:extLst>
          </p:cNvPr>
          <p:cNvSpPr>
            <a:spLocks noGrp="1"/>
          </p:cNvSpPr>
          <p:nvPr>
            <p:ph type="sldNum" sz="quarter" idx="12"/>
          </p:nvPr>
        </p:nvSpPr>
        <p:spPr/>
        <p:txBody>
          <a:bodyPr/>
          <a:lstStyle/>
          <a:p>
            <a:fld id="{D7C0FE0B-717B-41AE-9FA2-CA4BF851D1C3}" type="slidenum">
              <a:rPr lang="zh-CN" altLang="en-US" smtClean="0"/>
              <a:t>7</a:t>
            </a:fld>
            <a:endParaRPr lang="zh-CN" altLang="en-US"/>
          </a:p>
        </p:txBody>
      </p:sp>
      <p:sp>
        <p:nvSpPr>
          <p:cNvPr id="3" name="文本框 3">
            <a:extLst>
              <a:ext uri="{FF2B5EF4-FFF2-40B4-BE49-F238E27FC236}">
                <a16:creationId xmlns:a16="http://schemas.microsoft.com/office/drawing/2014/main" id="{5CC010D0-858C-AF82-5670-F1F65146115E}"/>
              </a:ext>
            </a:extLst>
          </p:cNvPr>
          <p:cNvSpPr txBox="1"/>
          <p:nvPr/>
        </p:nvSpPr>
        <p:spPr>
          <a:xfrm>
            <a:off x="1263841" y="261003"/>
            <a:ext cx="2991970"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rgbClr val="3B11EF"/>
                </a:solidFill>
                <a:effectLst>
                  <a:outerShdw blurRad="38100" dist="38100" dir="2700000" algn="tl">
                    <a:srgbClr val="000000">
                      <a:alpha val="43137"/>
                    </a:srgbClr>
                  </a:outerShdw>
                </a:effectLst>
                <a:latin typeface="E"/>
              </a:rPr>
              <a:t>折半</a:t>
            </a:r>
            <a:r>
              <a:rPr lang="zh-CN" altLang="en-US" sz="2400" b="1" i="0" u="none" strike="noStrike" dirty="0">
                <a:solidFill>
                  <a:srgbClr val="3B11EF"/>
                </a:solidFill>
                <a:effectLst>
                  <a:outerShdw blurRad="38100" dist="38100" dir="2700000" algn="tl">
                    <a:srgbClr val="000000">
                      <a:alpha val="43137"/>
                    </a:srgbClr>
                  </a:outerShdw>
                </a:effectLst>
                <a:latin typeface="FZHTK"/>
              </a:rPr>
              <a:t>查找的性能分析</a:t>
            </a:r>
          </a:p>
        </p:txBody>
      </p:sp>
      <p:grpSp>
        <p:nvGrpSpPr>
          <p:cNvPr id="13" name="组合 12">
            <a:extLst>
              <a:ext uri="{FF2B5EF4-FFF2-40B4-BE49-F238E27FC236}">
                <a16:creationId xmlns:a16="http://schemas.microsoft.com/office/drawing/2014/main" id="{5B5BDDD0-E2C1-CACF-1B72-598801E3C19E}"/>
              </a:ext>
            </a:extLst>
          </p:cNvPr>
          <p:cNvGrpSpPr/>
          <p:nvPr/>
        </p:nvGrpSpPr>
        <p:grpSpPr>
          <a:xfrm>
            <a:off x="6400800" y="722668"/>
            <a:ext cx="5392190" cy="2602168"/>
            <a:chOff x="216131" y="2859975"/>
            <a:chExt cx="5392190" cy="2602168"/>
          </a:xfrm>
        </p:grpSpPr>
        <p:pic>
          <p:nvPicPr>
            <p:cNvPr id="5" name="图片 4">
              <a:extLst>
                <a:ext uri="{FF2B5EF4-FFF2-40B4-BE49-F238E27FC236}">
                  <a16:creationId xmlns:a16="http://schemas.microsoft.com/office/drawing/2014/main" id="{C529874C-9871-DC73-4903-4843578D0E08}"/>
                </a:ext>
              </a:extLst>
            </p:cNvPr>
            <p:cNvPicPr>
              <a:picLocks noChangeAspect="1"/>
            </p:cNvPicPr>
            <p:nvPr/>
          </p:nvPicPr>
          <p:blipFill>
            <a:blip r:embed="rId2"/>
            <a:stretch>
              <a:fillRect/>
            </a:stretch>
          </p:blipFill>
          <p:spPr>
            <a:xfrm>
              <a:off x="1068182" y="2859975"/>
              <a:ext cx="3708862" cy="2232836"/>
            </a:xfrm>
            <a:prstGeom prst="rect">
              <a:avLst/>
            </a:prstGeom>
          </p:spPr>
        </p:pic>
        <p:sp>
          <p:nvSpPr>
            <p:cNvPr id="7" name="文本框 6">
              <a:extLst>
                <a:ext uri="{FF2B5EF4-FFF2-40B4-BE49-F238E27FC236}">
                  <a16:creationId xmlns:a16="http://schemas.microsoft.com/office/drawing/2014/main" id="{E7004F0F-7E21-E21B-048A-9BD3535F20F6}"/>
                </a:ext>
              </a:extLst>
            </p:cNvPr>
            <p:cNvSpPr txBox="1"/>
            <p:nvPr/>
          </p:nvSpPr>
          <p:spPr>
            <a:xfrm>
              <a:off x="216131" y="5092811"/>
              <a:ext cx="5392190" cy="369332"/>
            </a:xfrm>
            <a:prstGeom prst="rect">
              <a:avLst/>
            </a:prstGeom>
            <a:noFill/>
          </p:spPr>
          <p:txBody>
            <a:bodyPr wrap="square">
              <a:spAutoFit/>
            </a:bodyPr>
            <a:lstStyle/>
            <a:p>
              <a:r>
                <a:rPr lang="zh-CN" altLang="en-US" dirty="0">
                  <a:solidFill>
                    <a:srgbClr val="041ABC"/>
                  </a:solidFill>
                  <a:effectLst>
                    <a:outerShdw blurRad="38100" dist="38100" dir="2700000" algn="tl">
                      <a:srgbClr val="000000">
                        <a:alpha val="43137"/>
                      </a:srgbClr>
                    </a:outerShdw>
                  </a:effectLst>
                  <a:latin typeface="+mj-ea"/>
                  <a:ea typeface="+mj-ea"/>
                </a:rPr>
                <a:t>图9.2  </a:t>
              </a:r>
              <a:r>
                <a:rPr lang="zh-CN" altLang="en-US" dirty="0">
                  <a:solidFill>
                    <a:srgbClr val="041ABC"/>
                  </a:solidFill>
                  <a:effectLst>
                    <a:outerShdw blurRad="38100" dist="38100" dir="2700000" algn="tl">
                      <a:srgbClr val="000000">
                        <a:alpha val="43137"/>
                      </a:srgbClr>
                    </a:outerShdw>
                  </a:effectLst>
                </a:rPr>
                <a:t>描述折半查找过程的判定树及查找21的过程</a:t>
              </a:r>
            </a:p>
          </p:txBody>
        </p:sp>
      </p:grpSp>
      <p:grpSp>
        <p:nvGrpSpPr>
          <p:cNvPr id="12" name="组合 11">
            <a:extLst>
              <a:ext uri="{FF2B5EF4-FFF2-40B4-BE49-F238E27FC236}">
                <a16:creationId xmlns:a16="http://schemas.microsoft.com/office/drawing/2014/main" id="{F5F940ED-1B33-F921-845E-CFC25EE8830E}"/>
              </a:ext>
            </a:extLst>
          </p:cNvPr>
          <p:cNvGrpSpPr/>
          <p:nvPr/>
        </p:nvGrpSpPr>
        <p:grpSpPr>
          <a:xfrm>
            <a:off x="6665423" y="3509612"/>
            <a:ext cx="5009803" cy="2999458"/>
            <a:chOff x="6572596" y="2618102"/>
            <a:chExt cx="5009803" cy="2999458"/>
          </a:xfrm>
        </p:grpSpPr>
        <p:pic>
          <p:nvPicPr>
            <p:cNvPr id="9" name="图片 8">
              <a:extLst>
                <a:ext uri="{FF2B5EF4-FFF2-40B4-BE49-F238E27FC236}">
                  <a16:creationId xmlns:a16="http://schemas.microsoft.com/office/drawing/2014/main" id="{103460A1-21F2-CAB4-965F-73CF6A74FDFE}"/>
                </a:ext>
              </a:extLst>
            </p:cNvPr>
            <p:cNvPicPr>
              <a:picLocks noChangeAspect="1"/>
            </p:cNvPicPr>
            <p:nvPr/>
          </p:nvPicPr>
          <p:blipFill>
            <a:blip r:embed="rId3"/>
            <a:stretch>
              <a:fillRect/>
            </a:stretch>
          </p:blipFill>
          <p:spPr>
            <a:xfrm>
              <a:off x="6572596" y="2618102"/>
              <a:ext cx="5009803" cy="2630000"/>
            </a:xfrm>
            <a:prstGeom prst="rect">
              <a:avLst/>
            </a:prstGeom>
          </p:spPr>
        </p:pic>
        <p:sp>
          <p:nvSpPr>
            <p:cNvPr id="11" name="文本框 10">
              <a:extLst>
                <a:ext uri="{FF2B5EF4-FFF2-40B4-BE49-F238E27FC236}">
                  <a16:creationId xmlns:a16="http://schemas.microsoft.com/office/drawing/2014/main" id="{A21F6F2D-EDE9-2808-95A6-26A0C8EE7227}"/>
                </a:ext>
              </a:extLst>
            </p:cNvPr>
            <p:cNvSpPr txBox="1"/>
            <p:nvPr/>
          </p:nvSpPr>
          <p:spPr>
            <a:xfrm>
              <a:off x="6572596" y="5248228"/>
              <a:ext cx="4926676" cy="369332"/>
            </a:xfrm>
            <a:prstGeom prst="rect">
              <a:avLst/>
            </a:prstGeom>
            <a:noFill/>
          </p:spPr>
          <p:txBody>
            <a:bodyPr wrap="square">
              <a:spAutoFit/>
            </a:bodyPr>
            <a:lstStyle/>
            <a:p>
              <a:pPr algn="l"/>
              <a:r>
                <a:rPr lang="zh-CN" altLang="en-US" sz="1800" b="0" i="0" u="none" strike="noStrike" dirty="0">
                  <a:solidFill>
                    <a:srgbClr val="041ABC"/>
                  </a:solidFill>
                  <a:effectLst>
                    <a:outerShdw blurRad="38100" dist="38100" dir="2700000" algn="tl">
                      <a:srgbClr val="000000">
                        <a:alpha val="43137"/>
                      </a:srgbClr>
                    </a:outerShdw>
                  </a:effectLst>
                  <a:latin typeface="FZHTK"/>
                </a:rPr>
                <a:t>图</a:t>
              </a:r>
              <a:r>
                <a:rPr lang="en-US" altLang="zh-CN" sz="1800" b="0" i="0" u="none" strike="noStrike" dirty="0">
                  <a:solidFill>
                    <a:srgbClr val="041ABC"/>
                  </a:solidFill>
                  <a:effectLst>
                    <a:outerShdw blurRad="38100" dist="38100" dir="2700000" algn="tl">
                      <a:srgbClr val="000000">
                        <a:alpha val="43137"/>
                      </a:srgbClr>
                    </a:outerShdw>
                  </a:effectLst>
                  <a:latin typeface="E"/>
                </a:rPr>
                <a:t>9.3   </a:t>
              </a:r>
              <a:r>
                <a:rPr lang="zh-CN" altLang="en-US" sz="1800" b="0" i="0" u="none" strike="noStrike" dirty="0">
                  <a:solidFill>
                    <a:srgbClr val="041ABC"/>
                  </a:solidFill>
                  <a:effectLst>
                    <a:outerShdw blurRad="38100" dist="38100" dir="2700000" algn="tl">
                      <a:srgbClr val="000000">
                        <a:alpha val="43137"/>
                      </a:srgbClr>
                    </a:outerShdw>
                  </a:effectLst>
                  <a:latin typeface="FZHTK"/>
                </a:rPr>
                <a:t>加上外部节点的判定树和查找</a:t>
              </a:r>
              <a:r>
                <a:rPr lang="en-US" altLang="zh-CN" sz="1800" b="0" i="0" u="none" strike="noStrike" dirty="0">
                  <a:solidFill>
                    <a:srgbClr val="041ABC"/>
                  </a:solidFill>
                  <a:effectLst>
                    <a:outerShdw blurRad="38100" dist="38100" dir="2700000" algn="tl">
                      <a:srgbClr val="000000">
                        <a:alpha val="43137"/>
                      </a:srgbClr>
                    </a:outerShdw>
                  </a:effectLst>
                  <a:latin typeface="E"/>
                </a:rPr>
                <a:t>85</a:t>
              </a:r>
              <a:r>
                <a:rPr lang="zh-CN" altLang="en-US" sz="1800" b="0" i="0" u="none" strike="noStrike" dirty="0">
                  <a:solidFill>
                    <a:srgbClr val="041ABC"/>
                  </a:solidFill>
                  <a:effectLst>
                    <a:outerShdw blurRad="38100" dist="38100" dir="2700000" algn="tl">
                      <a:srgbClr val="000000">
                        <a:alpha val="43137"/>
                      </a:srgbClr>
                    </a:outerShdw>
                  </a:effectLst>
                  <a:latin typeface="FZHTK"/>
                </a:rPr>
                <a:t>的过程 </a:t>
              </a:r>
            </a:p>
          </p:txBody>
        </p:sp>
      </p:grpSp>
      <p:sp>
        <p:nvSpPr>
          <p:cNvPr id="15" name="文本框 14">
            <a:extLst>
              <a:ext uri="{FF2B5EF4-FFF2-40B4-BE49-F238E27FC236}">
                <a16:creationId xmlns:a16="http://schemas.microsoft.com/office/drawing/2014/main" id="{6A738480-8DF5-EC7E-12AD-E8A7A63C0E40}"/>
              </a:ext>
            </a:extLst>
          </p:cNvPr>
          <p:cNvSpPr txBox="1"/>
          <p:nvPr/>
        </p:nvSpPr>
        <p:spPr>
          <a:xfrm>
            <a:off x="437804" y="849673"/>
            <a:ext cx="5658196" cy="1395254"/>
          </a:xfrm>
          <a:prstGeom prst="rect">
            <a:avLst/>
          </a:prstGeom>
          <a:noFill/>
        </p:spPr>
        <p:txBody>
          <a:bodyPr wrap="square">
            <a:spAutoFit/>
          </a:bodyPr>
          <a:lstStyle/>
          <a:p>
            <a:pPr algn="just">
              <a:lnSpc>
                <a:spcPct val="120000"/>
              </a:lnSpc>
            </a:pPr>
            <a:r>
              <a:rPr lang="zh-CN" altLang="en-US" sz="1800" b="0" i="0" u="none" strike="noStrike" dirty="0">
                <a:solidFill>
                  <a:srgbClr val="000000"/>
                </a:solidFill>
                <a:latin typeface="FZSSK"/>
              </a:rPr>
              <a:t>查找</a:t>
            </a:r>
            <a:r>
              <a:rPr lang="en-US" altLang="zh-CN" sz="1800" b="0" i="0" u="none" strike="noStrike" dirty="0">
                <a:solidFill>
                  <a:srgbClr val="000000"/>
                </a:solidFill>
                <a:latin typeface="FZSSK"/>
              </a:rPr>
              <a:t>21</a:t>
            </a:r>
            <a:r>
              <a:rPr lang="zh-CN" altLang="en-US" sz="1800" b="0" i="0" u="none" strike="noStrike" dirty="0">
                <a:solidFill>
                  <a:srgbClr val="000000"/>
                </a:solidFill>
                <a:latin typeface="FZSSK"/>
              </a:rPr>
              <a:t>的过程可用图</a:t>
            </a:r>
            <a:r>
              <a:rPr lang="en-US" altLang="zh-CN" sz="1800" b="0" i="0" u="none" strike="noStrike" dirty="0">
                <a:solidFill>
                  <a:srgbClr val="000000"/>
                </a:solidFill>
                <a:latin typeface="E"/>
              </a:rPr>
              <a:t>9.2</a:t>
            </a:r>
            <a:r>
              <a:rPr lang="zh-CN" altLang="en-US" sz="1800" b="0" i="0" u="none" strike="noStrike" dirty="0">
                <a:solidFill>
                  <a:srgbClr val="000000"/>
                </a:solidFill>
                <a:latin typeface="FZSSK"/>
              </a:rPr>
              <a:t>所示的二叉树来描述</a:t>
            </a:r>
            <a:r>
              <a:rPr lang="zh-CN" altLang="en-US" sz="1800" b="0" i="0" u="none" strike="noStrike" dirty="0">
                <a:solidFill>
                  <a:srgbClr val="000000"/>
                </a:solidFill>
                <a:latin typeface="E"/>
              </a:rPr>
              <a:t>。</a:t>
            </a:r>
            <a:r>
              <a:rPr lang="zh-CN" altLang="en-US" sz="1800" b="0" i="0" u="none" strike="noStrike" dirty="0">
                <a:solidFill>
                  <a:srgbClr val="000000"/>
                </a:solidFill>
                <a:latin typeface="FZSSK"/>
              </a:rPr>
              <a:t>树中每个节点表示表中一个记录</a:t>
            </a:r>
            <a:r>
              <a:rPr lang="zh-CN" altLang="en-US" dirty="0">
                <a:solidFill>
                  <a:srgbClr val="000000"/>
                </a:solidFill>
                <a:latin typeface="E"/>
              </a:rPr>
              <a:t>，</a:t>
            </a:r>
            <a:r>
              <a:rPr lang="zh-CN" altLang="en-US" sz="1800" b="0" i="0" u="none" strike="noStrike" dirty="0">
                <a:solidFill>
                  <a:srgbClr val="000000"/>
                </a:solidFill>
                <a:latin typeface="FZSSK"/>
              </a:rPr>
              <a:t>节点中的值为该记录在表中的位置，节点上方是表中该位置的元素值</a:t>
            </a:r>
            <a:r>
              <a:rPr lang="zh-CN" altLang="en-US" sz="1800" b="0" i="0" u="none" strike="noStrike" dirty="0">
                <a:solidFill>
                  <a:srgbClr val="000000"/>
                </a:solidFill>
                <a:latin typeface="E"/>
              </a:rPr>
              <a:t>。</a:t>
            </a:r>
            <a:r>
              <a:rPr lang="zh-CN" altLang="en-US" sz="1800" b="0" i="0" u="none" strike="noStrike" dirty="0">
                <a:solidFill>
                  <a:srgbClr val="000000"/>
                </a:solidFill>
                <a:latin typeface="FZSSK"/>
              </a:rPr>
              <a:t>通常称这个描述查找 过程的二叉树为</a:t>
            </a:r>
            <a:r>
              <a:rPr lang="zh-CN" altLang="en-US" sz="1800" b="0" i="0" u="none" strike="noStrike" dirty="0">
                <a:solidFill>
                  <a:srgbClr val="C00000"/>
                </a:solidFill>
                <a:latin typeface="+mj-ea"/>
                <a:ea typeface="+mj-ea"/>
              </a:rPr>
              <a:t>判定树</a:t>
            </a:r>
            <a:r>
              <a:rPr lang="zh-CN" altLang="en-US" sz="1800" b="0" i="0" u="none" strike="noStrike" dirty="0">
                <a:latin typeface="FZHTK"/>
              </a:rPr>
              <a:t>。</a:t>
            </a:r>
          </a:p>
        </p:txBody>
      </p:sp>
      <p:sp>
        <p:nvSpPr>
          <p:cNvPr id="17" name="文本框 16">
            <a:extLst>
              <a:ext uri="{FF2B5EF4-FFF2-40B4-BE49-F238E27FC236}">
                <a16:creationId xmlns:a16="http://schemas.microsoft.com/office/drawing/2014/main" id="{A936E405-3E93-22F9-8B19-385CC112FAFE}"/>
              </a:ext>
            </a:extLst>
          </p:cNvPr>
          <p:cNvSpPr txBox="1"/>
          <p:nvPr/>
        </p:nvSpPr>
        <p:spPr>
          <a:xfrm>
            <a:off x="428802" y="2257877"/>
            <a:ext cx="5658196" cy="1395254"/>
          </a:xfrm>
          <a:prstGeom prst="rect">
            <a:avLst/>
          </a:prstGeom>
          <a:noFill/>
        </p:spPr>
        <p:txBody>
          <a:bodyPr wrap="square">
            <a:spAutoFit/>
          </a:bodyPr>
          <a:lstStyle>
            <a:defPPr>
              <a:defRPr lang="zh-CN"/>
            </a:defPPr>
            <a:lvl1pPr algn="just">
              <a:lnSpc>
                <a:spcPct val="120000"/>
              </a:lnSpc>
              <a:defRPr b="0" i="0" u="none" strike="noStrike">
                <a:solidFill>
                  <a:srgbClr val="000000"/>
                </a:solidFill>
                <a:latin typeface="FZSSK"/>
              </a:defRPr>
            </a:lvl1pPr>
          </a:lstStyle>
          <a:p>
            <a:r>
              <a:rPr lang="zh-CN" altLang="en-US" dirty="0"/>
              <a:t>折半查找法在查找成功时进行比较的关键字个数最多不超过树的深度</a:t>
            </a:r>
            <a:r>
              <a:rPr lang="en-US" altLang="zh-CN" dirty="0"/>
              <a:t>,</a:t>
            </a:r>
            <a:r>
              <a:rPr lang="zh-CN" altLang="en-US" dirty="0"/>
              <a:t>而具有</a:t>
            </a:r>
            <a:r>
              <a:rPr lang="en-US" altLang="zh-CN" dirty="0"/>
              <a:t>n</a:t>
            </a:r>
            <a:r>
              <a:rPr lang="zh-CN" altLang="en-US" dirty="0"/>
              <a:t>个节点的判定树的深度为</a:t>
            </a:r>
            <a:r>
              <a:rPr lang="en-US" altLang="zh-CN" dirty="0">
                <a:sym typeface="Symbol" panose="05050102010706020507" pitchFamily="18" charset="2"/>
              </a:rPr>
              <a:t></a:t>
            </a:r>
            <a:r>
              <a:rPr lang="en-US" altLang="zh-CN" dirty="0" err="1"/>
              <a:t>log</a:t>
            </a:r>
            <a:r>
              <a:rPr lang="en-US" altLang="zh-CN" baseline="-25000" dirty="0" err="1"/>
              <a:t>2</a:t>
            </a:r>
            <a:r>
              <a:rPr lang="en-US" altLang="zh-CN" dirty="0" err="1"/>
              <a:t>n</a:t>
            </a:r>
            <a:r>
              <a:rPr lang="en-US" altLang="zh-CN" dirty="0">
                <a:sym typeface="Symbol" panose="05050102010706020507" pitchFamily="18" charset="2"/>
              </a:rPr>
              <a:t></a:t>
            </a:r>
            <a:r>
              <a:rPr lang="en-US" altLang="zh-CN" dirty="0"/>
              <a:t>+1</a:t>
            </a:r>
            <a:r>
              <a:rPr lang="zh-CN" altLang="en-US" dirty="0"/>
              <a:t>，所以，折半查找法在查找成功时和给定值进行比较的关键字个数至多为</a:t>
            </a:r>
            <a:r>
              <a:rPr lang="en-US" altLang="zh-CN" dirty="0">
                <a:sym typeface="Symbol" panose="05050102010706020507" pitchFamily="18" charset="2"/>
              </a:rPr>
              <a:t></a:t>
            </a:r>
            <a:r>
              <a:rPr lang="en-US" altLang="zh-CN" dirty="0" err="1"/>
              <a:t>log</a:t>
            </a:r>
            <a:r>
              <a:rPr lang="en-US" altLang="zh-CN" baseline="-25000" dirty="0" err="1"/>
              <a:t>2</a:t>
            </a:r>
            <a:r>
              <a:rPr lang="en-US" altLang="zh-CN" dirty="0" err="1"/>
              <a:t>n</a:t>
            </a:r>
            <a:r>
              <a:rPr lang="en-US" altLang="zh-CN" dirty="0">
                <a:sym typeface="Symbol" panose="05050102010706020507" pitchFamily="18" charset="2"/>
              </a:rPr>
              <a:t></a:t>
            </a:r>
            <a:r>
              <a:rPr lang="en-US" altLang="zh-CN" dirty="0"/>
              <a:t>+1 </a:t>
            </a:r>
            <a:r>
              <a:rPr lang="zh-CN" altLang="en-US" dirty="0"/>
              <a:t>。</a:t>
            </a:r>
          </a:p>
        </p:txBody>
      </p:sp>
      <p:sp>
        <p:nvSpPr>
          <p:cNvPr id="19" name="文本框 18">
            <a:extLst>
              <a:ext uri="{FF2B5EF4-FFF2-40B4-BE49-F238E27FC236}">
                <a16:creationId xmlns:a16="http://schemas.microsoft.com/office/drawing/2014/main" id="{0D5C955A-0BF9-4BB1-F40B-D7906BACAC04}"/>
              </a:ext>
            </a:extLst>
          </p:cNvPr>
          <p:cNvSpPr txBox="1"/>
          <p:nvPr/>
        </p:nvSpPr>
        <p:spPr>
          <a:xfrm>
            <a:off x="428802" y="3666081"/>
            <a:ext cx="5658196" cy="3057247"/>
          </a:xfrm>
          <a:prstGeom prst="rect">
            <a:avLst/>
          </a:prstGeom>
          <a:noFill/>
        </p:spPr>
        <p:txBody>
          <a:bodyPr wrap="square">
            <a:spAutoFit/>
          </a:bodyPr>
          <a:lstStyle/>
          <a:p>
            <a:pPr algn="just">
              <a:lnSpc>
                <a:spcPct val="120000"/>
              </a:lnSpc>
            </a:pPr>
            <a:r>
              <a:rPr lang="zh-CN" altLang="en-US" sz="1800" b="0" i="0" u="none" strike="noStrike" dirty="0">
                <a:solidFill>
                  <a:srgbClr val="000000"/>
                </a:solidFill>
                <a:latin typeface="FZSSK"/>
              </a:rPr>
              <a:t>在图</a:t>
            </a:r>
            <a:r>
              <a:rPr lang="en-US" altLang="zh-CN" sz="1800" b="0" i="0" u="none" strike="noStrike" dirty="0">
                <a:solidFill>
                  <a:srgbClr val="000000"/>
                </a:solidFill>
                <a:latin typeface="E"/>
              </a:rPr>
              <a:t>9.2</a:t>
            </a:r>
            <a:r>
              <a:rPr lang="zh-CN" altLang="en-US" sz="1800" b="0" i="0" u="none" strike="noStrike" dirty="0">
                <a:solidFill>
                  <a:srgbClr val="000000"/>
                </a:solidFill>
                <a:latin typeface="FZSSK"/>
              </a:rPr>
              <a:t>所示判定树中所有节点的空指针域 上加一个指 向 一 个方形节点的指针</a:t>
            </a:r>
            <a:r>
              <a:rPr lang="zh-CN" altLang="en-US" dirty="0">
                <a:solidFill>
                  <a:srgbClr val="000000"/>
                </a:solidFill>
                <a:latin typeface="E"/>
              </a:rPr>
              <a:t>，</a:t>
            </a:r>
            <a:r>
              <a:rPr lang="zh-CN" altLang="en-US" sz="1800" b="0" i="0" u="none" strike="noStrike" dirty="0">
                <a:solidFill>
                  <a:srgbClr val="000000"/>
                </a:solidFill>
                <a:latin typeface="FZSSK"/>
              </a:rPr>
              <a:t>如图 </a:t>
            </a:r>
            <a:r>
              <a:rPr lang="en-US" altLang="zh-CN" sz="1800" b="0" i="0" u="none" strike="noStrike" dirty="0">
                <a:solidFill>
                  <a:srgbClr val="000000"/>
                </a:solidFill>
                <a:latin typeface="E"/>
              </a:rPr>
              <a:t>9.3</a:t>
            </a:r>
            <a:r>
              <a:rPr lang="zh-CN" altLang="en-US" sz="1800" b="0" i="0" u="none" strike="noStrike" dirty="0">
                <a:solidFill>
                  <a:srgbClr val="000000"/>
                </a:solidFill>
                <a:latin typeface="FZSSK"/>
              </a:rPr>
              <a:t>所示</a:t>
            </a:r>
            <a:r>
              <a:rPr lang="zh-CN" altLang="en-US" sz="1800" b="0" i="0" u="none" strike="noStrike" dirty="0">
                <a:solidFill>
                  <a:srgbClr val="000000"/>
                </a:solidFill>
                <a:latin typeface="E"/>
              </a:rPr>
              <a:t>。</a:t>
            </a:r>
            <a:r>
              <a:rPr lang="zh-CN" altLang="en-US" sz="1800" b="0" i="0" u="none" strike="noStrike" dirty="0">
                <a:solidFill>
                  <a:srgbClr val="000000"/>
                </a:solidFill>
                <a:latin typeface="FZSSK"/>
              </a:rPr>
              <a:t>并且</a:t>
            </a:r>
            <a:r>
              <a:rPr lang="zh-CN" altLang="en-US" dirty="0">
                <a:solidFill>
                  <a:srgbClr val="000000"/>
                </a:solidFill>
                <a:latin typeface="E"/>
              </a:rPr>
              <a:t>，</a:t>
            </a:r>
            <a:r>
              <a:rPr lang="zh-CN" altLang="en-US" sz="1800" b="0" i="0" u="none" strike="noStrike" dirty="0">
                <a:solidFill>
                  <a:srgbClr val="000000"/>
                </a:solidFill>
                <a:latin typeface="FZSSK"/>
              </a:rPr>
              <a:t>称这些方形节点为判定树的</a:t>
            </a:r>
            <a:r>
              <a:rPr lang="zh-CN" altLang="en-US" sz="1800" b="0" i="0" u="none" strike="noStrike" dirty="0">
                <a:solidFill>
                  <a:srgbClr val="C00000"/>
                </a:solidFill>
                <a:latin typeface="+mj-ea"/>
                <a:ea typeface="+mj-ea"/>
              </a:rPr>
              <a:t>外部节点 </a:t>
            </a:r>
            <a:r>
              <a:rPr lang="en-US" altLang="zh-CN" sz="1800" b="0" i="0" u="none" strike="noStrike" dirty="0">
                <a:solidFill>
                  <a:srgbClr val="000000"/>
                </a:solidFill>
                <a:latin typeface="E"/>
              </a:rPr>
              <a:t>(</a:t>
            </a:r>
            <a:r>
              <a:rPr lang="zh-CN" altLang="en-US" sz="1800" b="0" i="0" u="none" strike="noStrike" dirty="0">
                <a:solidFill>
                  <a:srgbClr val="000000"/>
                </a:solidFill>
                <a:latin typeface="FZSSK"/>
              </a:rPr>
              <a:t>与之相对</a:t>
            </a:r>
            <a:r>
              <a:rPr lang="zh-CN" altLang="en-US" dirty="0">
                <a:solidFill>
                  <a:srgbClr val="000000"/>
                </a:solidFill>
                <a:latin typeface="E"/>
              </a:rPr>
              <a:t>，</a:t>
            </a:r>
            <a:r>
              <a:rPr lang="zh-CN" altLang="en-US" sz="1800" b="0" i="0" u="none" strike="noStrike" dirty="0">
                <a:solidFill>
                  <a:srgbClr val="000000"/>
                </a:solidFill>
                <a:latin typeface="FZSSK"/>
              </a:rPr>
              <a:t>称那些圆形节点为内部节点</a:t>
            </a:r>
            <a:r>
              <a:rPr lang="en-US" altLang="zh-CN" sz="1800" b="0" i="0" u="none" strike="noStrike" dirty="0">
                <a:solidFill>
                  <a:srgbClr val="000000"/>
                </a:solidFill>
                <a:latin typeface="E"/>
              </a:rPr>
              <a:t>)</a:t>
            </a:r>
            <a:r>
              <a:rPr lang="zh-CN" altLang="en-US" sz="1800" b="0" i="0" u="none" strike="noStrike" dirty="0">
                <a:solidFill>
                  <a:srgbClr val="000000"/>
                </a:solidFill>
                <a:latin typeface="E"/>
              </a:rPr>
              <a:t>，</a:t>
            </a:r>
            <a:r>
              <a:rPr lang="zh-CN" altLang="en-US" sz="1800" b="0" i="0" u="none" strike="noStrike" dirty="0">
                <a:solidFill>
                  <a:srgbClr val="000000"/>
                </a:solidFill>
                <a:latin typeface="FZSSK"/>
              </a:rPr>
              <a:t>那么折半查找时查找不成功的过程就是走了一条从根节点到外部节点的路径</a:t>
            </a:r>
            <a:r>
              <a:rPr lang="zh-CN" altLang="en-US" dirty="0">
                <a:solidFill>
                  <a:srgbClr val="000000"/>
                </a:solidFill>
                <a:latin typeface="E"/>
              </a:rPr>
              <a:t>，</a:t>
            </a:r>
            <a:r>
              <a:rPr lang="zh-CN" altLang="en-US" sz="1800" b="0" i="0" u="none" strike="noStrike" dirty="0">
                <a:solidFill>
                  <a:srgbClr val="000000"/>
                </a:solidFill>
                <a:latin typeface="FZSSK"/>
              </a:rPr>
              <a:t>和给定值进行比较的关键字个数等于该路径上内部节点个数</a:t>
            </a:r>
            <a:r>
              <a:rPr lang="zh-CN" altLang="en-US" dirty="0">
                <a:solidFill>
                  <a:srgbClr val="000000"/>
                </a:solidFill>
                <a:latin typeface="E"/>
              </a:rPr>
              <a:t>，</a:t>
            </a:r>
            <a:r>
              <a:rPr lang="zh-CN" altLang="en-US" sz="1800" b="0" i="0" u="none" strike="noStrike" dirty="0">
                <a:solidFill>
                  <a:srgbClr val="000000"/>
                </a:solidFill>
                <a:latin typeface="FZSSK"/>
              </a:rPr>
              <a:t>例如</a:t>
            </a:r>
            <a:r>
              <a:rPr lang="zh-CN" altLang="en-US" dirty="0">
                <a:solidFill>
                  <a:srgbClr val="000000"/>
                </a:solidFill>
                <a:latin typeface="E"/>
              </a:rPr>
              <a:t>，</a:t>
            </a:r>
            <a:r>
              <a:rPr lang="zh-CN" altLang="en-US" sz="1800" b="0" i="0" u="none" strike="noStrike" dirty="0">
                <a:solidFill>
                  <a:srgbClr val="000000"/>
                </a:solidFill>
                <a:latin typeface="FZSSK"/>
              </a:rPr>
              <a:t>查找</a:t>
            </a:r>
            <a:r>
              <a:rPr lang="en-US" altLang="zh-CN" dirty="0">
                <a:solidFill>
                  <a:srgbClr val="C00000"/>
                </a:solidFill>
                <a:latin typeface="+mj-ea"/>
                <a:ea typeface="+mj-ea"/>
              </a:rPr>
              <a:t>85</a:t>
            </a:r>
            <a:r>
              <a:rPr lang="zh-CN" altLang="en-US" sz="1800" b="0" i="0" u="none" strike="noStrike" dirty="0">
                <a:solidFill>
                  <a:srgbClr val="000000"/>
                </a:solidFill>
                <a:latin typeface="FZSSK"/>
              </a:rPr>
              <a:t>的过程即为走了一条从根到节点</a:t>
            </a:r>
            <a:r>
              <a:rPr lang="en-US" altLang="zh-CN" sz="1800" b="0" i="0" u="none" strike="noStrike" dirty="0">
                <a:solidFill>
                  <a:srgbClr val="000000"/>
                </a:solidFill>
                <a:latin typeface="E"/>
              </a:rPr>
              <a:t>9-10</a:t>
            </a:r>
            <a:r>
              <a:rPr lang="zh-CN" altLang="en-US" sz="1800" b="0" i="0" u="none" strike="noStrike" dirty="0">
                <a:solidFill>
                  <a:srgbClr val="000000"/>
                </a:solidFill>
                <a:latin typeface="FZSSK"/>
              </a:rPr>
              <a:t>的路径</a:t>
            </a:r>
            <a:r>
              <a:rPr lang="zh-CN" altLang="en-US" sz="1800" b="0" i="0" u="none" strike="noStrike" dirty="0">
                <a:solidFill>
                  <a:srgbClr val="000000"/>
                </a:solidFill>
                <a:latin typeface="E"/>
              </a:rPr>
              <a:t>。</a:t>
            </a:r>
            <a:r>
              <a:rPr lang="zh-CN" altLang="en-US" sz="1800" b="0" i="0" u="none" strike="noStrike" dirty="0">
                <a:solidFill>
                  <a:srgbClr val="000000"/>
                </a:solidFill>
                <a:latin typeface="FZSSK"/>
              </a:rPr>
              <a:t>因此</a:t>
            </a:r>
            <a:r>
              <a:rPr lang="zh-CN" altLang="en-US" dirty="0">
                <a:solidFill>
                  <a:srgbClr val="000000"/>
                </a:solidFill>
                <a:latin typeface="E"/>
              </a:rPr>
              <a:t>，</a:t>
            </a:r>
            <a:r>
              <a:rPr lang="zh-CN" altLang="en-US" sz="1800" b="0" i="0" u="none" strike="noStrike" dirty="0">
                <a:solidFill>
                  <a:srgbClr val="000000"/>
                </a:solidFill>
                <a:latin typeface="FZSSK"/>
              </a:rPr>
              <a:t>折半查找在查找不成功时和给定值进行比较的关键字个数最多也不超过</a:t>
            </a:r>
            <a:r>
              <a:rPr lang="en-US" altLang="zh-CN" sz="1800" b="0" i="0" u="none" strike="noStrike" dirty="0" err="1">
                <a:solidFill>
                  <a:srgbClr val="000000"/>
                </a:solidFill>
                <a:latin typeface="Symbol" panose="05050102010706020507" pitchFamily="18" charset="2"/>
              </a:rPr>
              <a:t>ë</a:t>
            </a:r>
            <a:r>
              <a:rPr lang="en-US" altLang="zh-CN" sz="1800" b="0" i="0" u="none" strike="noStrike" dirty="0" err="1">
                <a:solidFill>
                  <a:srgbClr val="000000"/>
                </a:solidFill>
                <a:latin typeface="E"/>
              </a:rPr>
              <a:t>log</a:t>
            </a:r>
            <a:r>
              <a:rPr lang="en-US" altLang="zh-CN" sz="1600" b="0" i="0" u="none" strike="noStrike" baseline="-25000" dirty="0" err="1">
                <a:solidFill>
                  <a:srgbClr val="000000"/>
                </a:solidFill>
                <a:latin typeface="E"/>
              </a:rPr>
              <a:t>2</a:t>
            </a:r>
            <a:r>
              <a:rPr lang="en-US" altLang="zh-CN" sz="1800" b="0" i="0" u="none" strike="noStrike" dirty="0" err="1">
                <a:solidFill>
                  <a:srgbClr val="000000"/>
                </a:solidFill>
                <a:latin typeface="E"/>
              </a:rPr>
              <a:t>n</a:t>
            </a:r>
            <a:r>
              <a:rPr lang="en-US" altLang="zh-CN" sz="1800" b="0" i="0" u="none" strike="noStrike" dirty="0" err="1">
                <a:solidFill>
                  <a:srgbClr val="000000"/>
                </a:solidFill>
                <a:latin typeface="Symbol" panose="05050102010706020507" pitchFamily="18" charset="2"/>
              </a:rPr>
              <a:t>û</a:t>
            </a:r>
            <a:r>
              <a:rPr lang="en-US" altLang="zh-CN" sz="1800" b="0" i="0" u="none" strike="noStrike" dirty="0" err="1">
                <a:solidFill>
                  <a:srgbClr val="000000"/>
                </a:solidFill>
                <a:latin typeface="E"/>
              </a:rPr>
              <a:t>+1</a:t>
            </a:r>
            <a:r>
              <a:rPr lang="zh-CN" altLang="en-US" sz="1800" b="0" i="0" u="none" strike="noStrike" dirty="0">
                <a:solidFill>
                  <a:srgbClr val="000000"/>
                </a:solidFill>
                <a:latin typeface="E"/>
              </a:rPr>
              <a:t>。</a:t>
            </a:r>
          </a:p>
        </p:txBody>
      </p:sp>
    </p:spTree>
    <p:extLst>
      <p:ext uri="{BB962C8B-B14F-4D97-AF65-F5344CB8AC3E}">
        <p14:creationId xmlns:p14="http://schemas.microsoft.com/office/powerpoint/2010/main" val="320296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矩形 113">
            <a:extLst>
              <a:ext uri="{FF2B5EF4-FFF2-40B4-BE49-F238E27FC236}">
                <a16:creationId xmlns:a16="http://schemas.microsoft.com/office/drawing/2014/main" id="{F9C1FEED-F93F-AE65-EFED-8916C47CDBB0}"/>
              </a:ext>
            </a:extLst>
          </p:cNvPr>
          <p:cNvSpPr/>
          <p:nvPr/>
        </p:nvSpPr>
        <p:spPr>
          <a:xfrm>
            <a:off x="709916" y="3734914"/>
            <a:ext cx="3796029" cy="349702"/>
          </a:xfrm>
          <a:prstGeom prst="rect">
            <a:avLst/>
          </a:prstGeom>
          <a:solidFill>
            <a:schemeClr val="bg2"/>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文本框 180">
            <a:extLst>
              <a:ext uri="{FF2B5EF4-FFF2-40B4-BE49-F238E27FC236}">
                <a16:creationId xmlns:a16="http://schemas.microsoft.com/office/drawing/2014/main" id="{EAE0D2A9-843B-40EF-992E-6DD462B3D48F}"/>
              </a:ext>
            </a:extLst>
          </p:cNvPr>
          <p:cNvSpPr txBox="1"/>
          <p:nvPr/>
        </p:nvSpPr>
        <p:spPr>
          <a:xfrm>
            <a:off x="5098335" y="1696163"/>
            <a:ext cx="6688657" cy="3785652"/>
          </a:xfrm>
          <a:prstGeom prst="rect">
            <a:avLst/>
          </a:prstGeom>
          <a:solidFill>
            <a:schemeClr val="bg2"/>
          </a:solidFill>
          <a:ln w="12700">
            <a:solidFill>
              <a:schemeClr val="accent2">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zh-CN" altLang="en-US" sz="1600" b="1" dirty="0">
                <a:latin typeface="Courier New" panose="02070309020205020404" pitchFamily="49" charset="0"/>
                <a:cs typeface="Courier New" panose="02070309020205020404" pitchFamily="49" charset="0"/>
              </a:rPr>
              <a:t>  BiTree  SOSTree;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次优查找树采用二叉链表</a:t>
            </a:r>
          </a:p>
          <a:p>
            <a:r>
              <a:rPr lang="zh-CN" altLang="en-US" sz="1600" b="1" dirty="0">
                <a:latin typeface="Courier New" panose="02070309020205020404" pitchFamily="49" charset="0"/>
                <a:cs typeface="Courier New" panose="02070309020205020404" pitchFamily="49" charset="0"/>
              </a:rPr>
              <a:t>SOSTree CreateSOSTree(SSTable ST)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9.4</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。由有序表</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S</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T构造次优查找树T。ST的元素含权值</a:t>
            </a:r>
          </a:p>
          <a:p>
            <a:r>
              <a:rPr lang="zh-CN" altLang="en-US" sz="1600" b="1" dirty="0">
                <a:latin typeface="Courier New" panose="02070309020205020404" pitchFamily="49" charset="0"/>
                <a:cs typeface="Courier New" panose="02070309020205020404" pitchFamily="49" charset="0"/>
              </a:rPr>
              <a:t>  SOSTree </a:t>
            </a:r>
            <a:r>
              <a:rPr lang="en-US" altLang="zh-CN" sz="1600" b="1" dirty="0">
                <a:latin typeface="Courier New" panose="02070309020205020404" pitchFamily="49" charset="0"/>
                <a:cs typeface="Courier New" panose="02070309020205020404" pitchFamily="49" charset="0"/>
              </a:rPr>
              <a:t>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sw</a:t>
            </a:r>
            <a:r>
              <a:rPr lang="en-US" altLang="zh-CN" sz="1600" b="1" dirty="0">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(ST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len == 0) T = NULL;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构造空树</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 </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sw</a:t>
            </a:r>
            <a:r>
              <a:rPr lang="en-US" altLang="zh-CN" sz="1600" b="1" dirty="0">
                <a:latin typeface="Courier New" panose="02070309020205020404" pitchFamily="49" charset="0"/>
                <a:cs typeface="Courier New" panose="02070309020205020404" pitchFamily="49" charset="0"/>
              </a:rPr>
              <a:t>= (float*)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sz="1600" b="1" dirty="0">
                <a:latin typeface="Courier New" panose="02070309020205020404" pitchFamily="49" charset="0"/>
                <a:cs typeface="Courier New" panose="02070309020205020404" pitchFamily="49" charset="0"/>
              </a:rPr>
              <a:t>(ST-&gt;</a:t>
            </a:r>
            <a:r>
              <a:rPr lang="en-US" altLang="zh-CN" sz="1600" b="1" dirty="0" err="1">
                <a:latin typeface="Courier New" panose="02070309020205020404" pitchFamily="49" charset="0"/>
                <a:cs typeface="Courier New" panose="02070309020205020404" pitchFamily="49" charset="0"/>
              </a:rPr>
              <a:t>len</a:t>
            </a:r>
            <a:r>
              <a:rPr lang="en-US" altLang="zh-CN" sz="1600" b="1" dirty="0">
                <a:latin typeface="Courier New" panose="02070309020205020404" pitchFamily="49" charset="0"/>
                <a:cs typeface="Courier New" panose="02070309020205020404" pitchFamily="49" charset="0"/>
              </a:rPr>
              <a:t>*</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600" b="1" dirty="0">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exit(</a:t>
            </a:r>
            <a:r>
              <a:rPr lang="en-US" altLang="zh-CN" sz="1600" b="1" dirty="0" err="1">
                <a:latin typeface="Courier New" panose="02070309020205020404" pitchFamily="49" charset="0"/>
                <a:cs typeface="Courier New" panose="02070309020205020404" pitchFamily="49" charset="0"/>
              </a:rPr>
              <a:t>OVERRFLOW</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sw[0]=0;</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j=1; j&lt;=ST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len; j++)    </a:t>
            </a:r>
          </a:p>
          <a:p>
            <a:r>
              <a:rPr lang="zh-CN" altLang="en-US" sz="1600" b="1" dirty="0">
                <a:latin typeface="Courier New" panose="02070309020205020404" pitchFamily="49" charset="0"/>
                <a:cs typeface="Courier New" panose="02070309020205020404" pitchFamily="49" charset="0"/>
              </a:rPr>
              <a:t>      sw[j] = sw[j-1] + ST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elem[j].weight;</a:t>
            </a:r>
          </a:p>
          <a:p>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T = </a:t>
            </a:r>
            <a:r>
              <a:rPr lang="zh-CN" altLang="en-US" sz="1600" b="1" dirty="0">
                <a:latin typeface="Courier New" panose="02070309020205020404" pitchFamily="49" charset="0"/>
                <a:cs typeface="Courier New" panose="02070309020205020404" pitchFamily="49" charset="0"/>
              </a:rPr>
              <a:t>SecondOptimal(ST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elem, sw, 1, ST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len);</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 调用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9.3</a:t>
            </a:r>
            <a:endPar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T</a:t>
            </a:r>
            <a:r>
              <a:rPr lang="zh-CN" altLang="en-US" sz="1600" b="1" dirty="0">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CreateSOSTree</a:t>
            </a:r>
          </a:p>
        </p:txBody>
      </p:sp>
      <p:sp>
        <p:nvSpPr>
          <p:cNvPr id="16" name="文本框 15">
            <a:extLst>
              <a:ext uri="{FF2B5EF4-FFF2-40B4-BE49-F238E27FC236}">
                <a16:creationId xmlns:a16="http://schemas.microsoft.com/office/drawing/2014/main" id="{8CBCB08D-0347-4C14-8D11-32A377C67C08}"/>
              </a:ext>
            </a:extLst>
          </p:cNvPr>
          <p:cNvSpPr txBox="1"/>
          <p:nvPr/>
        </p:nvSpPr>
        <p:spPr>
          <a:xfrm>
            <a:off x="1092182"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1C760595-4F22-41E3-BD10-65BD98756922}"/>
              </a:ext>
            </a:extLst>
          </p:cNvPr>
          <p:cNvSpPr txBox="1"/>
          <p:nvPr/>
        </p:nvSpPr>
        <p:spPr>
          <a:xfrm>
            <a:off x="1471489"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8ADCFE02-5540-45B1-94B7-93B35BBFEAB4}"/>
              </a:ext>
            </a:extLst>
          </p:cNvPr>
          <p:cNvSpPr txBox="1"/>
          <p:nvPr/>
        </p:nvSpPr>
        <p:spPr>
          <a:xfrm>
            <a:off x="1850796"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D2E8FD9A-ED3D-4984-9E12-2D5CDFB81C0E}"/>
              </a:ext>
            </a:extLst>
          </p:cNvPr>
          <p:cNvSpPr txBox="1"/>
          <p:nvPr/>
        </p:nvSpPr>
        <p:spPr>
          <a:xfrm>
            <a:off x="2230103"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9</a:t>
            </a:r>
            <a:endParaRPr lang="zh-CN" altLang="en-US" b="1"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C0103A30-2B71-442D-96AF-535B57CE3ABE}"/>
              </a:ext>
            </a:extLst>
          </p:cNvPr>
          <p:cNvSpPr txBox="1"/>
          <p:nvPr/>
        </p:nvSpPr>
        <p:spPr>
          <a:xfrm>
            <a:off x="2609410"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12</a:t>
            </a:r>
            <a:endParaRPr lang="zh-CN" altLang="en-US" b="1"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687E2D0D-B0A2-4CD0-B3D1-FD3B804A86F3}"/>
              </a:ext>
            </a:extLst>
          </p:cNvPr>
          <p:cNvSpPr txBox="1"/>
          <p:nvPr/>
        </p:nvSpPr>
        <p:spPr>
          <a:xfrm>
            <a:off x="2988717"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16</a:t>
            </a:r>
            <a:endParaRPr lang="zh-CN" altLang="en-US" b="1"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77B9B955-EF30-4193-811F-65649D99C90B}"/>
              </a:ext>
            </a:extLst>
          </p:cNvPr>
          <p:cNvSpPr txBox="1"/>
          <p:nvPr/>
        </p:nvSpPr>
        <p:spPr>
          <a:xfrm>
            <a:off x="3368024"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20</a:t>
            </a:r>
            <a:endParaRPr lang="zh-CN" altLang="en-US" b="1"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095C1165-3DBA-4658-ABCA-5BB747259E0A}"/>
              </a:ext>
            </a:extLst>
          </p:cNvPr>
          <p:cNvSpPr txBox="1"/>
          <p:nvPr/>
        </p:nvSpPr>
        <p:spPr>
          <a:xfrm>
            <a:off x="3747331"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23</a:t>
            </a:r>
            <a:endParaRPr lang="zh-CN" altLang="en-US" b="1"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E59E28F4-FC7D-4051-B418-5044EE4F5495}"/>
              </a:ext>
            </a:extLst>
          </p:cNvPr>
          <p:cNvSpPr txBox="1"/>
          <p:nvPr/>
        </p:nvSpPr>
        <p:spPr>
          <a:xfrm>
            <a:off x="4126638" y="3734914"/>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28</a:t>
            </a:r>
            <a:endParaRPr lang="zh-CN" altLang="en-US" b="1"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654EC50E-00AA-4F27-BB91-2426CDC509F7}"/>
              </a:ext>
            </a:extLst>
          </p:cNvPr>
          <p:cNvSpPr txBox="1"/>
          <p:nvPr/>
        </p:nvSpPr>
        <p:spPr>
          <a:xfrm>
            <a:off x="173627" y="3734914"/>
            <a:ext cx="475057" cy="349702"/>
          </a:xfrm>
          <a:prstGeom prst="rect">
            <a:avLst/>
          </a:prstGeom>
          <a:noFill/>
        </p:spPr>
        <p:txBody>
          <a:bodyPr wrap="none" lIns="36000" tIns="36000" rIns="36000" bIns="36000" rtlCol="0">
            <a:spAutoFit/>
          </a:bodyPr>
          <a:lstStyle/>
          <a:p>
            <a:pPr algn="ct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SW</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1AFACD8C-69C2-415B-A17A-7D61A3BD7968}"/>
              </a:ext>
            </a:extLst>
          </p:cNvPr>
          <p:cNvSpPr txBox="1"/>
          <p:nvPr/>
        </p:nvSpPr>
        <p:spPr>
          <a:xfrm>
            <a:off x="709917" y="3734914"/>
            <a:ext cx="379307" cy="349702"/>
          </a:xfrm>
          <a:prstGeom prst="rect">
            <a:avLst/>
          </a:prstGeom>
          <a:solidFill>
            <a:schemeClr val="bg2"/>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p:txBody>
      </p:sp>
      <p:sp>
        <p:nvSpPr>
          <p:cNvPr id="183" name="矩形: 圆角 182">
            <a:extLst>
              <a:ext uri="{FF2B5EF4-FFF2-40B4-BE49-F238E27FC236}">
                <a16:creationId xmlns:a16="http://schemas.microsoft.com/office/drawing/2014/main" id="{B3D177FD-D0C4-4977-A035-E2B45142ECBE}"/>
              </a:ext>
            </a:extLst>
          </p:cNvPr>
          <p:cNvSpPr/>
          <p:nvPr/>
        </p:nvSpPr>
        <p:spPr>
          <a:xfrm>
            <a:off x="4862743" y="234810"/>
            <a:ext cx="2652423" cy="423923"/>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构造次优查找树</a:t>
            </a:r>
          </a:p>
        </p:txBody>
      </p:sp>
      <p:cxnSp>
        <p:nvCxnSpPr>
          <p:cNvPr id="3" name="直接连接符 2">
            <a:extLst>
              <a:ext uri="{FF2B5EF4-FFF2-40B4-BE49-F238E27FC236}">
                <a16:creationId xmlns:a16="http://schemas.microsoft.com/office/drawing/2014/main" id="{E570B7C0-7CB8-4B05-A98F-30B1AEBD8CCF}"/>
              </a:ext>
            </a:extLst>
          </p:cNvPr>
          <p:cNvCxnSpPr>
            <a:cxnSpLocks/>
          </p:cNvCxnSpPr>
          <p:nvPr/>
        </p:nvCxnSpPr>
        <p:spPr>
          <a:xfrm>
            <a:off x="5405691" y="2964293"/>
            <a:ext cx="212305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EAE57FC2-DA63-4D8E-B0FF-40A772824FDD}"/>
              </a:ext>
            </a:extLst>
          </p:cNvPr>
          <p:cNvCxnSpPr>
            <a:cxnSpLocks/>
          </p:cNvCxnSpPr>
          <p:nvPr/>
        </p:nvCxnSpPr>
        <p:spPr>
          <a:xfrm>
            <a:off x="5589453" y="3429000"/>
            <a:ext cx="608968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4F4A2691-4B0A-49B3-BA84-2B03D83DCBAE}"/>
              </a:ext>
            </a:extLst>
          </p:cNvPr>
          <p:cNvSpPr/>
          <p:nvPr/>
        </p:nvSpPr>
        <p:spPr>
          <a:xfrm>
            <a:off x="8785183" y="1987882"/>
            <a:ext cx="435128" cy="239632"/>
          </a:xfrm>
          <a:prstGeom prst="ellipse">
            <a:avLst/>
          </a:prstGeom>
          <a:noFill/>
          <a:ln w="28575">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连接符 160">
            <a:extLst>
              <a:ext uri="{FF2B5EF4-FFF2-40B4-BE49-F238E27FC236}">
                <a16:creationId xmlns:a16="http://schemas.microsoft.com/office/drawing/2014/main" id="{B7DED8FF-1D43-405E-8469-FEF9E8594387}"/>
              </a:ext>
            </a:extLst>
          </p:cNvPr>
          <p:cNvCxnSpPr>
            <a:cxnSpLocks/>
          </p:cNvCxnSpPr>
          <p:nvPr/>
        </p:nvCxnSpPr>
        <p:spPr>
          <a:xfrm>
            <a:off x="5661245" y="3906859"/>
            <a:ext cx="100785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70" name="矩形: 圆角 69">
            <a:extLst>
              <a:ext uri="{FF2B5EF4-FFF2-40B4-BE49-F238E27FC236}">
                <a16:creationId xmlns:a16="http://schemas.microsoft.com/office/drawing/2014/main" id="{EB992CEE-0362-495C-A607-3A7A493CAD79}"/>
              </a:ext>
            </a:extLst>
          </p:cNvPr>
          <p:cNvSpPr/>
          <p:nvPr/>
        </p:nvSpPr>
        <p:spPr>
          <a:xfrm>
            <a:off x="5661245" y="3909765"/>
            <a:ext cx="4981114" cy="509905"/>
          </a:xfrm>
          <a:prstGeom prst="roundRect">
            <a:avLst/>
          </a:prstGeom>
          <a:noFill/>
          <a:ln w="28575">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2" name="组合 61">
            <a:extLst>
              <a:ext uri="{FF2B5EF4-FFF2-40B4-BE49-F238E27FC236}">
                <a16:creationId xmlns:a16="http://schemas.microsoft.com/office/drawing/2014/main" id="{044A2194-0626-4261-8399-D156414C8EB9}"/>
              </a:ext>
            </a:extLst>
          </p:cNvPr>
          <p:cNvGrpSpPr/>
          <p:nvPr/>
        </p:nvGrpSpPr>
        <p:grpSpPr>
          <a:xfrm>
            <a:off x="212233" y="2458400"/>
            <a:ext cx="4295719" cy="1189336"/>
            <a:chOff x="6895837" y="189913"/>
            <a:chExt cx="4295719" cy="1189336"/>
          </a:xfrm>
        </p:grpSpPr>
        <p:sp>
          <p:nvSpPr>
            <p:cNvPr id="27" name="文本框 26">
              <a:extLst>
                <a:ext uri="{FF2B5EF4-FFF2-40B4-BE49-F238E27FC236}">
                  <a16:creationId xmlns:a16="http://schemas.microsoft.com/office/drawing/2014/main" id="{FD7EAAC7-E0E0-4719-91AC-F5A7F4797E05}"/>
                </a:ext>
              </a:extLst>
            </p:cNvPr>
            <p:cNvSpPr txBox="1"/>
            <p:nvPr/>
          </p:nvSpPr>
          <p:spPr>
            <a:xfrm>
              <a:off x="7775786"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A829E697-1CE4-4804-BD15-7672952A70AD}"/>
                </a:ext>
              </a:extLst>
            </p:cNvPr>
            <p:cNvSpPr txBox="1"/>
            <p:nvPr/>
          </p:nvSpPr>
          <p:spPr>
            <a:xfrm>
              <a:off x="8155093"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96153A80-7586-4948-B1E2-88EB5C4C5429}"/>
                </a:ext>
              </a:extLst>
            </p:cNvPr>
            <p:cNvSpPr txBox="1"/>
            <p:nvPr/>
          </p:nvSpPr>
          <p:spPr>
            <a:xfrm>
              <a:off x="8534400"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25E34C6C-C1E0-4C2B-A211-1835E8B16307}"/>
                </a:ext>
              </a:extLst>
            </p:cNvPr>
            <p:cNvSpPr txBox="1"/>
            <p:nvPr/>
          </p:nvSpPr>
          <p:spPr>
            <a:xfrm>
              <a:off x="8913707"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AB52C919-0120-4C09-A072-06007E0AFB95}"/>
                </a:ext>
              </a:extLst>
            </p:cNvPr>
            <p:cNvSpPr txBox="1"/>
            <p:nvPr/>
          </p:nvSpPr>
          <p:spPr>
            <a:xfrm>
              <a:off x="9293014"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753D73D6-AA19-4592-9716-49ED9E45FEDC}"/>
                </a:ext>
              </a:extLst>
            </p:cNvPr>
            <p:cNvSpPr txBox="1"/>
            <p:nvPr/>
          </p:nvSpPr>
          <p:spPr>
            <a:xfrm>
              <a:off x="9672321"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13E4D8BC-7E4A-497C-96FE-2484183FA3CE}"/>
                </a:ext>
              </a:extLst>
            </p:cNvPr>
            <p:cNvSpPr txBox="1"/>
            <p:nvPr/>
          </p:nvSpPr>
          <p:spPr>
            <a:xfrm>
              <a:off x="10051628"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95C4C4BE-4250-4105-8545-F65DB8E87263}"/>
                </a:ext>
              </a:extLst>
            </p:cNvPr>
            <p:cNvSpPr txBox="1"/>
            <p:nvPr/>
          </p:nvSpPr>
          <p:spPr>
            <a:xfrm>
              <a:off x="10430935"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24FF68F2-7733-43E9-80D8-BFDA0783A2D4}"/>
                </a:ext>
              </a:extLst>
            </p:cNvPr>
            <p:cNvSpPr txBox="1"/>
            <p:nvPr/>
          </p:nvSpPr>
          <p:spPr>
            <a:xfrm>
              <a:off x="10810242"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32F59EA7-DFDB-4BE8-A2B0-C898F06642B7}"/>
                </a:ext>
              </a:extLst>
            </p:cNvPr>
            <p:cNvSpPr txBox="1"/>
            <p:nvPr/>
          </p:nvSpPr>
          <p:spPr>
            <a:xfrm>
              <a:off x="6934229" y="1029547"/>
              <a:ext cx="346817" cy="349702"/>
            </a:xfrm>
            <a:prstGeom prst="rect">
              <a:avLst/>
            </a:prstGeom>
            <a:noFill/>
          </p:spPr>
          <p:txBody>
            <a:bodyPr wrap="none" lIns="36000" tIns="36000" rIns="36000" bIns="36000" rtlCol="0">
              <a:spAutoFit/>
            </a:bodyPr>
            <a:lstStyle/>
            <a:p>
              <a:pPr algn="ct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W</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13928DF6-22D8-47B9-8A23-106895AE9CCD}"/>
                </a:ext>
              </a:extLst>
            </p:cNvPr>
            <p:cNvSpPr txBox="1"/>
            <p:nvPr/>
          </p:nvSpPr>
          <p:spPr>
            <a:xfrm>
              <a:off x="7393521" y="1029547"/>
              <a:ext cx="379307" cy="349702"/>
            </a:xfrm>
            <a:prstGeom prst="rect">
              <a:avLst/>
            </a:prstGeom>
            <a:solidFill>
              <a:schemeClr val="bg2"/>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505A8401-A3D1-4000-B64C-73A3492B8171}"/>
                </a:ext>
              </a:extLst>
            </p:cNvPr>
            <p:cNvSpPr txBox="1"/>
            <p:nvPr/>
          </p:nvSpPr>
          <p:spPr>
            <a:xfrm>
              <a:off x="7775786"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A</a:t>
              </a:r>
              <a:endParaRPr lang="zh-CN" altLang="en-US" b="1"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DBC222D4-2B86-4870-8899-560776F39C84}"/>
                </a:ext>
              </a:extLst>
            </p:cNvPr>
            <p:cNvSpPr txBox="1"/>
            <p:nvPr/>
          </p:nvSpPr>
          <p:spPr>
            <a:xfrm>
              <a:off x="8155093"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B</a:t>
              </a:r>
              <a:endParaRPr lang="zh-CN" altLang="en-US" b="1"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D97EDD4B-55B7-4DDB-8C94-645302EA962C}"/>
                </a:ext>
              </a:extLst>
            </p:cNvPr>
            <p:cNvSpPr txBox="1"/>
            <p:nvPr/>
          </p:nvSpPr>
          <p:spPr>
            <a:xfrm>
              <a:off x="8534400"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C</a:t>
              </a:r>
              <a:endParaRPr lang="zh-CN" altLang="en-US"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A3E807AD-AD4A-4E55-8001-38A36724EB69}"/>
                </a:ext>
              </a:extLst>
            </p:cNvPr>
            <p:cNvSpPr txBox="1"/>
            <p:nvPr/>
          </p:nvSpPr>
          <p:spPr>
            <a:xfrm>
              <a:off x="8913707"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D</a:t>
              </a:r>
              <a:endParaRPr lang="zh-CN" altLang="en-US" b="1"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F6845A97-D437-4DAE-A99E-376DE7E9AFF2}"/>
                </a:ext>
              </a:extLst>
            </p:cNvPr>
            <p:cNvSpPr txBox="1"/>
            <p:nvPr/>
          </p:nvSpPr>
          <p:spPr>
            <a:xfrm>
              <a:off x="9293014"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E</a:t>
              </a:r>
              <a:endParaRPr lang="zh-CN" altLang="en-US" b="1"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90C6ACE5-5536-4D3D-BE8E-6CBBBE27382D}"/>
                </a:ext>
              </a:extLst>
            </p:cNvPr>
            <p:cNvSpPr txBox="1"/>
            <p:nvPr/>
          </p:nvSpPr>
          <p:spPr>
            <a:xfrm>
              <a:off x="9672321"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F</a:t>
              </a:r>
              <a:endParaRPr lang="zh-CN" altLang="en-US" b="1"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8FC8B88B-2B98-4D39-867E-90F3A5C7D80F}"/>
                </a:ext>
              </a:extLst>
            </p:cNvPr>
            <p:cNvSpPr txBox="1"/>
            <p:nvPr/>
          </p:nvSpPr>
          <p:spPr>
            <a:xfrm>
              <a:off x="10051628"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G</a:t>
              </a:r>
              <a:endParaRPr lang="zh-CN" altLang="en-US"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B8EF68C2-2C82-4802-8421-D1E4D9969BBF}"/>
                </a:ext>
              </a:extLst>
            </p:cNvPr>
            <p:cNvSpPr txBox="1"/>
            <p:nvPr/>
          </p:nvSpPr>
          <p:spPr>
            <a:xfrm>
              <a:off x="10430935"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H</a:t>
              </a:r>
              <a:endParaRPr lang="zh-CN" altLang="en-US" b="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DB404852-836C-4E71-BB22-BA2882DE77E3}"/>
                </a:ext>
              </a:extLst>
            </p:cNvPr>
            <p:cNvSpPr txBox="1"/>
            <p:nvPr/>
          </p:nvSpPr>
          <p:spPr>
            <a:xfrm>
              <a:off x="10810242"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I</a:t>
              </a:r>
              <a:endParaRPr lang="zh-CN" altLang="en-US" b="1"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29E4B757-9E7C-43F2-A702-142C9CA77E52}"/>
                </a:ext>
              </a:extLst>
            </p:cNvPr>
            <p:cNvSpPr txBox="1"/>
            <p:nvPr/>
          </p:nvSpPr>
          <p:spPr>
            <a:xfrm>
              <a:off x="6895837" y="592667"/>
              <a:ext cx="462233" cy="349702"/>
            </a:xfrm>
            <a:prstGeom prst="rect">
              <a:avLst/>
            </a:prstGeom>
            <a:noFill/>
          </p:spPr>
          <p:txBody>
            <a:bodyPr wrap="none" lIns="36000" tIns="36000" rIns="36000" bIns="36000" rtlCol="0">
              <a:spAutoFit/>
            </a:bodyPr>
            <a:lstStyle/>
            <a:p>
              <a:pPr algn="ct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key</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sp>
          <p:nvSpPr>
            <p:cNvPr id="49" name="文本框 48">
              <a:extLst>
                <a:ext uri="{FF2B5EF4-FFF2-40B4-BE49-F238E27FC236}">
                  <a16:creationId xmlns:a16="http://schemas.microsoft.com/office/drawing/2014/main" id="{561E93D0-6C2C-4B74-B018-52185124F686}"/>
                </a:ext>
              </a:extLst>
            </p:cNvPr>
            <p:cNvSpPr txBox="1"/>
            <p:nvPr/>
          </p:nvSpPr>
          <p:spPr>
            <a:xfrm>
              <a:off x="7777793"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1</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0A59EE13-9457-41BE-86E9-8EBD7C830658}"/>
                </a:ext>
              </a:extLst>
            </p:cNvPr>
            <p:cNvSpPr txBox="1"/>
            <p:nvPr/>
          </p:nvSpPr>
          <p:spPr>
            <a:xfrm>
              <a:off x="8157100"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2</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4B3B43EC-D4DD-46A4-AFB2-1654C281179E}"/>
                </a:ext>
              </a:extLst>
            </p:cNvPr>
            <p:cNvSpPr txBox="1"/>
            <p:nvPr/>
          </p:nvSpPr>
          <p:spPr>
            <a:xfrm>
              <a:off x="8536407"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3</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A27476D7-9D17-44D7-B9B5-E130AB91BE89}"/>
                </a:ext>
              </a:extLst>
            </p:cNvPr>
            <p:cNvSpPr txBox="1"/>
            <p:nvPr/>
          </p:nvSpPr>
          <p:spPr>
            <a:xfrm>
              <a:off x="8915714"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4</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887275A3-3BFA-4A6E-9ECF-604A19B2387E}"/>
                </a:ext>
              </a:extLst>
            </p:cNvPr>
            <p:cNvSpPr txBox="1"/>
            <p:nvPr/>
          </p:nvSpPr>
          <p:spPr>
            <a:xfrm>
              <a:off x="9295021"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5</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4" name="文本框 53">
              <a:extLst>
                <a:ext uri="{FF2B5EF4-FFF2-40B4-BE49-F238E27FC236}">
                  <a16:creationId xmlns:a16="http://schemas.microsoft.com/office/drawing/2014/main" id="{B69CA433-1B09-4A8E-AEB3-6F290A2F4392}"/>
                </a:ext>
              </a:extLst>
            </p:cNvPr>
            <p:cNvSpPr txBox="1"/>
            <p:nvPr/>
          </p:nvSpPr>
          <p:spPr>
            <a:xfrm>
              <a:off x="9674328"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6</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5" name="文本框 54">
              <a:extLst>
                <a:ext uri="{FF2B5EF4-FFF2-40B4-BE49-F238E27FC236}">
                  <a16:creationId xmlns:a16="http://schemas.microsoft.com/office/drawing/2014/main" id="{A50D91ED-6DE3-4D28-BAE2-CA909D7006EB}"/>
                </a:ext>
              </a:extLst>
            </p:cNvPr>
            <p:cNvSpPr txBox="1"/>
            <p:nvPr/>
          </p:nvSpPr>
          <p:spPr>
            <a:xfrm>
              <a:off x="10053635"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7</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6" name="文本框 55">
              <a:extLst>
                <a:ext uri="{FF2B5EF4-FFF2-40B4-BE49-F238E27FC236}">
                  <a16:creationId xmlns:a16="http://schemas.microsoft.com/office/drawing/2014/main" id="{E4543477-6F39-49E8-BEE5-607E99C1F3C7}"/>
                </a:ext>
              </a:extLst>
            </p:cNvPr>
            <p:cNvSpPr txBox="1"/>
            <p:nvPr/>
          </p:nvSpPr>
          <p:spPr>
            <a:xfrm>
              <a:off x="10432942"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8</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7" name="文本框 56">
              <a:extLst>
                <a:ext uri="{FF2B5EF4-FFF2-40B4-BE49-F238E27FC236}">
                  <a16:creationId xmlns:a16="http://schemas.microsoft.com/office/drawing/2014/main" id="{59ED6927-1622-4239-832F-5A3AB3730BEA}"/>
                </a:ext>
              </a:extLst>
            </p:cNvPr>
            <p:cNvSpPr txBox="1"/>
            <p:nvPr/>
          </p:nvSpPr>
          <p:spPr>
            <a:xfrm>
              <a:off x="10812249"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9</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8" name="文本框 57">
              <a:extLst>
                <a:ext uri="{FF2B5EF4-FFF2-40B4-BE49-F238E27FC236}">
                  <a16:creationId xmlns:a16="http://schemas.microsoft.com/office/drawing/2014/main" id="{40A787D8-72AC-497E-9765-46CD097ECDDD}"/>
                </a:ext>
              </a:extLst>
            </p:cNvPr>
            <p:cNvSpPr txBox="1"/>
            <p:nvPr/>
          </p:nvSpPr>
          <p:spPr>
            <a:xfrm>
              <a:off x="6997923" y="189913"/>
              <a:ext cx="211995" cy="349702"/>
            </a:xfrm>
            <a:prstGeom prst="rect">
              <a:avLst/>
            </a:prstGeom>
            <a:noFill/>
            <a:ln>
              <a:noFill/>
            </a:ln>
          </p:spPr>
          <p:txBody>
            <a:bodyPr wrap="square" lIns="36000" tIns="36000" rIns="36000" bIns="36000" rtlCol="0">
              <a:spAutoFit/>
            </a:bodyPr>
            <a:lstStyle/>
            <a:p>
              <a:pPr algn="ctr"/>
              <a:r>
                <a:rPr lang="en-US" altLang="zh-CN" b="1"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Symbol" panose="05050102010706020507" pitchFamily="18" charset="2"/>
                </a:rPr>
                <a:t>j</a:t>
              </a:r>
              <a:endParaRPr lang="zh-CN" altLang="en-US" b="1" baseline="-25000"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59" name="文本框 58">
              <a:extLst>
                <a:ext uri="{FF2B5EF4-FFF2-40B4-BE49-F238E27FC236}">
                  <a16:creationId xmlns:a16="http://schemas.microsoft.com/office/drawing/2014/main" id="{9FAC0AA5-260E-436B-B5C2-690245B8467B}"/>
                </a:ext>
              </a:extLst>
            </p:cNvPr>
            <p:cNvSpPr txBox="1"/>
            <p:nvPr/>
          </p:nvSpPr>
          <p:spPr>
            <a:xfrm>
              <a:off x="7395528"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61" name="文本框 60">
              <a:extLst>
                <a:ext uri="{FF2B5EF4-FFF2-40B4-BE49-F238E27FC236}">
                  <a16:creationId xmlns:a16="http://schemas.microsoft.com/office/drawing/2014/main" id="{BF22DD5D-EB9F-49F2-B568-564435DF38E9}"/>
                </a:ext>
              </a:extLst>
            </p:cNvPr>
            <p:cNvSpPr txBox="1"/>
            <p:nvPr/>
          </p:nvSpPr>
          <p:spPr>
            <a:xfrm>
              <a:off x="7393520" y="592667"/>
              <a:ext cx="379307" cy="349702"/>
            </a:xfrm>
            <a:prstGeom prst="rect">
              <a:avLst/>
            </a:prstGeom>
            <a:solidFill>
              <a:schemeClr val="bg2"/>
            </a:solidFill>
            <a:ln w="12700">
              <a:solidFill>
                <a:schemeClr val="tx1"/>
              </a:solidFill>
            </a:ln>
          </p:spPr>
          <p:txBody>
            <a:bodyPr wrap="square" lIns="36000" tIns="36000" rIns="36000" bIns="3600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cxnSp>
        <p:nvCxnSpPr>
          <p:cNvPr id="130" name="直接连接符 129">
            <a:extLst>
              <a:ext uri="{FF2B5EF4-FFF2-40B4-BE49-F238E27FC236}">
                <a16:creationId xmlns:a16="http://schemas.microsoft.com/office/drawing/2014/main" id="{ADB416EF-293D-4ABD-B374-23F0DF57A34A}"/>
              </a:ext>
            </a:extLst>
          </p:cNvPr>
          <p:cNvCxnSpPr>
            <a:cxnSpLocks/>
          </p:cNvCxnSpPr>
          <p:nvPr/>
        </p:nvCxnSpPr>
        <p:spPr>
          <a:xfrm flipH="1">
            <a:off x="2077589" y="1143496"/>
            <a:ext cx="708425" cy="2749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9CFE5E24-F561-444C-8E29-F55AE8C8916E}"/>
              </a:ext>
            </a:extLst>
          </p:cNvPr>
          <p:cNvCxnSpPr>
            <a:cxnSpLocks/>
          </p:cNvCxnSpPr>
          <p:nvPr/>
        </p:nvCxnSpPr>
        <p:spPr>
          <a:xfrm flipH="1">
            <a:off x="1707540" y="1411367"/>
            <a:ext cx="369128" cy="40137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768BEF8A-9FE6-4F00-B12E-9A0E7BA7F85F}"/>
              </a:ext>
            </a:extLst>
          </p:cNvPr>
          <p:cNvCxnSpPr>
            <a:cxnSpLocks/>
          </p:cNvCxnSpPr>
          <p:nvPr/>
        </p:nvCxnSpPr>
        <p:spPr>
          <a:xfrm flipH="1">
            <a:off x="1508689" y="1796016"/>
            <a:ext cx="197930" cy="3226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A3F82A81-D900-48F5-BF28-EB10166F95C2}"/>
              </a:ext>
            </a:extLst>
          </p:cNvPr>
          <p:cNvCxnSpPr>
            <a:cxnSpLocks/>
          </p:cNvCxnSpPr>
          <p:nvPr/>
        </p:nvCxnSpPr>
        <p:spPr>
          <a:xfrm>
            <a:off x="1682923" y="1779887"/>
            <a:ext cx="324023" cy="44192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9FD58574-6F95-4852-AFBF-FBF87B311A75}"/>
              </a:ext>
            </a:extLst>
          </p:cNvPr>
          <p:cNvCxnSpPr>
            <a:cxnSpLocks/>
          </p:cNvCxnSpPr>
          <p:nvPr/>
        </p:nvCxnSpPr>
        <p:spPr>
          <a:xfrm>
            <a:off x="2075916" y="1404518"/>
            <a:ext cx="392946" cy="4082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9A83CDE6-6882-47CA-981F-F97EB9DE7F82}"/>
              </a:ext>
            </a:extLst>
          </p:cNvPr>
          <p:cNvCxnSpPr>
            <a:cxnSpLocks/>
          </p:cNvCxnSpPr>
          <p:nvPr/>
        </p:nvCxnSpPr>
        <p:spPr>
          <a:xfrm>
            <a:off x="2795691" y="1132854"/>
            <a:ext cx="718102" cy="2734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468B9A69-B4DD-4463-A386-541323C4F708}"/>
              </a:ext>
            </a:extLst>
          </p:cNvPr>
          <p:cNvCxnSpPr>
            <a:cxnSpLocks/>
          </p:cNvCxnSpPr>
          <p:nvPr/>
        </p:nvCxnSpPr>
        <p:spPr>
          <a:xfrm flipH="1">
            <a:off x="3109399" y="1418111"/>
            <a:ext cx="369128" cy="40137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D7156CCD-4C41-4494-A787-17EA7275CC61}"/>
              </a:ext>
            </a:extLst>
          </p:cNvPr>
          <p:cNvCxnSpPr>
            <a:cxnSpLocks/>
          </p:cNvCxnSpPr>
          <p:nvPr/>
        </p:nvCxnSpPr>
        <p:spPr>
          <a:xfrm>
            <a:off x="3477775" y="1411262"/>
            <a:ext cx="392946" cy="40822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93D7CA7B-3CE4-4936-AB54-CA4877BF84E7}"/>
              </a:ext>
            </a:extLst>
          </p:cNvPr>
          <p:cNvSpPr/>
          <p:nvPr/>
        </p:nvSpPr>
        <p:spPr>
          <a:xfrm>
            <a:off x="2644323" y="956856"/>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F</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2" name="椭圆 181">
            <a:extLst>
              <a:ext uri="{FF2B5EF4-FFF2-40B4-BE49-F238E27FC236}">
                <a16:creationId xmlns:a16="http://schemas.microsoft.com/office/drawing/2014/main" id="{A963BD3C-3EF1-4F40-8EDC-B358E54CCD74}"/>
              </a:ext>
            </a:extLst>
          </p:cNvPr>
          <p:cNvSpPr/>
          <p:nvPr/>
        </p:nvSpPr>
        <p:spPr>
          <a:xfrm>
            <a:off x="1942828" y="1258463"/>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D</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4" name="椭圆 183">
            <a:extLst>
              <a:ext uri="{FF2B5EF4-FFF2-40B4-BE49-F238E27FC236}">
                <a16:creationId xmlns:a16="http://schemas.microsoft.com/office/drawing/2014/main" id="{ABC5DF49-8119-4C0C-A2AB-56C17C5947AC}"/>
              </a:ext>
            </a:extLst>
          </p:cNvPr>
          <p:cNvSpPr/>
          <p:nvPr/>
        </p:nvSpPr>
        <p:spPr>
          <a:xfrm>
            <a:off x="1560055" y="1644176"/>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B</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6" name="椭圆 185">
            <a:extLst>
              <a:ext uri="{FF2B5EF4-FFF2-40B4-BE49-F238E27FC236}">
                <a16:creationId xmlns:a16="http://schemas.microsoft.com/office/drawing/2014/main" id="{96F1020C-20BD-4038-A8B0-D45B1155C390}"/>
              </a:ext>
            </a:extLst>
          </p:cNvPr>
          <p:cNvSpPr/>
          <p:nvPr/>
        </p:nvSpPr>
        <p:spPr>
          <a:xfrm>
            <a:off x="1267036" y="2085159"/>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A</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9" name="椭圆 188">
            <a:extLst>
              <a:ext uri="{FF2B5EF4-FFF2-40B4-BE49-F238E27FC236}">
                <a16:creationId xmlns:a16="http://schemas.microsoft.com/office/drawing/2014/main" id="{4D811D5A-0D4C-4E3C-A089-DD6964607E0B}"/>
              </a:ext>
            </a:extLst>
          </p:cNvPr>
          <p:cNvSpPr/>
          <p:nvPr/>
        </p:nvSpPr>
        <p:spPr>
          <a:xfrm>
            <a:off x="1844946" y="2080610"/>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C</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3" name="椭圆 192">
            <a:extLst>
              <a:ext uri="{FF2B5EF4-FFF2-40B4-BE49-F238E27FC236}">
                <a16:creationId xmlns:a16="http://schemas.microsoft.com/office/drawing/2014/main" id="{8DFB3A60-AF49-4986-A035-1629B3084803}"/>
              </a:ext>
            </a:extLst>
          </p:cNvPr>
          <p:cNvSpPr/>
          <p:nvPr/>
        </p:nvSpPr>
        <p:spPr>
          <a:xfrm>
            <a:off x="2289758" y="1644176"/>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E</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4" name="椭圆 193">
            <a:extLst>
              <a:ext uri="{FF2B5EF4-FFF2-40B4-BE49-F238E27FC236}">
                <a16:creationId xmlns:a16="http://schemas.microsoft.com/office/drawing/2014/main" id="{C1388309-3691-4C1B-9D58-3EFB917432A9}"/>
              </a:ext>
            </a:extLst>
          </p:cNvPr>
          <p:cNvSpPr/>
          <p:nvPr/>
        </p:nvSpPr>
        <p:spPr>
          <a:xfrm>
            <a:off x="3323823" y="1258463"/>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H</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5" name="椭圆 194">
            <a:extLst>
              <a:ext uri="{FF2B5EF4-FFF2-40B4-BE49-F238E27FC236}">
                <a16:creationId xmlns:a16="http://schemas.microsoft.com/office/drawing/2014/main" id="{EC486E1C-966F-4C3D-8188-56D373FBEEA5}"/>
              </a:ext>
            </a:extLst>
          </p:cNvPr>
          <p:cNvSpPr/>
          <p:nvPr/>
        </p:nvSpPr>
        <p:spPr>
          <a:xfrm>
            <a:off x="2963050" y="1642129"/>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G</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6" name="椭圆 195">
            <a:extLst>
              <a:ext uri="{FF2B5EF4-FFF2-40B4-BE49-F238E27FC236}">
                <a16:creationId xmlns:a16="http://schemas.microsoft.com/office/drawing/2014/main" id="{9CBB2310-EE26-4B18-88F3-797C0E544F59}"/>
              </a:ext>
            </a:extLst>
          </p:cNvPr>
          <p:cNvSpPr/>
          <p:nvPr/>
        </p:nvSpPr>
        <p:spPr>
          <a:xfrm>
            <a:off x="3678222" y="1642129"/>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I</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grpSp>
        <p:nvGrpSpPr>
          <p:cNvPr id="218" name="组合 217">
            <a:extLst>
              <a:ext uri="{FF2B5EF4-FFF2-40B4-BE49-F238E27FC236}">
                <a16:creationId xmlns:a16="http://schemas.microsoft.com/office/drawing/2014/main" id="{A1C9DD12-0E29-4E11-AE44-7C979CAF30F3}"/>
              </a:ext>
            </a:extLst>
          </p:cNvPr>
          <p:cNvGrpSpPr/>
          <p:nvPr/>
        </p:nvGrpSpPr>
        <p:grpSpPr>
          <a:xfrm>
            <a:off x="2267889" y="757690"/>
            <a:ext cx="417706" cy="380480"/>
            <a:chOff x="1609013" y="1667934"/>
            <a:chExt cx="417706" cy="380480"/>
          </a:xfrm>
        </p:grpSpPr>
        <p:sp>
          <p:nvSpPr>
            <p:cNvPr id="219" name="文本框 218">
              <a:extLst>
                <a:ext uri="{FF2B5EF4-FFF2-40B4-BE49-F238E27FC236}">
                  <a16:creationId xmlns:a16="http://schemas.microsoft.com/office/drawing/2014/main" id="{E4299181-8180-4D8E-BCDE-461D75CAFEAE}"/>
                </a:ext>
              </a:extLst>
            </p:cNvPr>
            <p:cNvSpPr txBox="1"/>
            <p:nvPr/>
          </p:nvSpPr>
          <p:spPr>
            <a:xfrm>
              <a:off x="1609013" y="1667934"/>
              <a:ext cx="211995" cy="380480"/>
            </a:xfrm>
            <a:prstGeom prst="rect">
              <a:avLst/>
            </a:prstGeom>
            <a:noFill/>
            <a:ln>
              <a:noFill/>
            </a:ln>
          </p:spPr>
          <p:txBody>
            <a:bodyPr wrap="square" lIns="36000" tIns="36000" rIns="36000" bIns="36000" rtlCol="0">
              <a:spAutoFit/>
            </a:bodyPr>
            <a:lstStyle/>
            <a:p>
              <a:pPr algn="ct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220" name="直接箭头连接符 219">
              <a:extLst>
                <a:ext uri="{FF2B5EF4-FFF2-40B4-BE49-F238E27FC236}">
                  <a16:creationId xmlns:a16="http://schemas.microsoft.com/office/drawing/2014/main" id="{1CF6F9C2-E166-46BA-B366-918E93A7A042}"/>
                </a:ext>
              </a:extLst>
            </p:cNvPr>
            <p:cNvCxnSpPr>
              <a:cxnSpLocks/>
            </p:cNvCxnSpPr>
            <p:nvPr/>
          </p:nvCxnSpPr>
          <p:spPr>
            <a:xfrm>
              <a:off x="1800911" y="1848117"/>
              <a:ext cx="225808" cy="62322"/>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126" name="文本框 125">
            <a:extLst>
              <a:ext uri="{FF2B5EF4-FFF2-40B4-BE49-F238E27FC236}">
                <a16:creationId xmlns:a16="http://schemas.microsoft.com/office/drawing/2014/main" id="{D0570A1C-D4B4-4936-990C-6156597451BE}"/>
              </a:ext>
            </a:extLst>
          </p:cNvPr>
          <p:cNvSpPr txBox="1"/>
          <p:nvPr/>
        </p:nvSpPr>
        <p:spPr>
          <a:xfrm>
            <a:off x="4051602" y="937873"/>
            <a:ext cx="5145961" cy="400110"/>
          </a:xfrm>
          <a:prstGeom prst="rect">
            <a:avLst/>
          </a:prstGeom>
          <a:noFill/>
        </p:spPr>
        <p:txBody>
          <a:bodyPr wrap="none" rtlCol="0">
            <a:spAutoFit/>
          </a:bodyPr>
          <a:lstStyle/>
          <a:p>
            <a:r>
              <a:rPr lang="zh-CN" altLang="en-US" sz="2000" b="1" dirty="0"/>
              <a:t>图</a:t>
            </a:r>
            <a:r>
              <a:rPr lang="en-US" altLang="zh-CN" sz="2000" b="1" dirty="0"/>
              <a:t>9.4  </a:t>
            </a:r>
            <a:r>
              <a:rPr lang="zh-CN" altLang="en-US" sz="2000" b="1" dirty="0">
                <a:solidFill>
                  <a:srgbClr val="C00000"/>
                </a:solidFill>
              </a:rPr>
              <a:t>算法</a:t>
            </a:r>
            <a:r>
              <a:rPr lang="en-US" altLang="zh-CN" sz="2000" b="1" dirty="0">
                <a:solidFill>
                  <a:srgbClr val="C00000"/>
                </a:solidFill>
              </a:rPr>
              <a:t>9.4</a:t>
            </a:r>
            <a:r>
              <a:rPr lang="zh-CN" altLang="en-US" sz="2000" b="1" dirty="0">
                <a:solidFill>
                  <a:srgbClr val="C00000"/>
                </a:solidFill>
              </a:rPr>
              <a:t>和</a:t>
            </a:r>
            <a:r>
              <a:rPr lang="en-US" altLang="zh-CN" sz="2000" b="1" dirty="0">
                <a:solidFill>
                  <a:srgbClr val="C00000"/>
                </a:solidFill>
              </a:rPr>
              <a:t>9.3</a:t>
            </a:r>
            <a:r>
              <a:rPr lang="zh-CN" altLang="en-US" sz="2000" b="1" dirty="0"/>
              <a:t>构造</a:t>
            </a:r>
            <a:r>
              <a:rPr lang="zh-CN" altLang="en-US" sz="2000" b="1" u="sng" dirty="0">
                <a:solidFill>
                  <a:srgbClr val="0647CA"/>
                </a:solidFill>
                <a:effectLst>
                  <a:outerShdw blurRad="38100" dist="38100" dir="2700000" algn="tl">
                    <a:srgbClr val="000000">
                      <a:alpha val="43137"/>
                    </a:srgbClr>
                  </a:outerShdw>
                </a:effectLst>
              </a:rPr>
              <a:t>次优二叉查找树</a:t>
            </a:r>
            <a:r>
              <a:rPr lang="zh-CN" altLang="en-US" sz="2000" b="1" dirty="0"/>
              <a:t>示例</a:t>
            </a:r>
          </a:p>
        </p:txBody>
      </p:sp>
      <p:cxnSp>
        <p:nvCxnSpPr>
          <p:cNvPr id="129" name="直接连接符 128">
            <a:extLst>
              <a:ext uri="{FF2B5EF4-FFF2-40B4-BE49-F238E27FC236}">
                <a16:creationId xmlns:a16="http://schemas.microsoft.com/office/drawing/2014/main" id="{BE08C8DF-B53A-E62A-D276-B202F519D9DC}"/>
              </a:ext>
            </a:extLst>
          </p:cNvPr>
          <p:cNvCxnSpPr>
            <a:cxnSpLocks/>
          </p:cNvCxnSpPr>
          <p:nvPr/>
        </p:nvCxnSpPr>
        <p:spPr>
          <a:xfrm>
            <a:off x="5661245" y="4634023"/>
            <a:ext cx="5513574"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文本框 3">
            <a:extLst>
              <a:ext uri="{FF2B5EF4-FFF2-40B4-BE49-F238E27FC236}">
                <a16:creationId xmlns:a16="http://schemas.microsoft.com/office/drawing/2014/main" id="{5CC010D0-858C-AF82-5670-F1F65146115E}"/>
              </a:ext>
            </a:extLst>
          </p:cNvPr>
          <p:cNvSpPr txBox="1"/>
          <p:nvPr/>
        </p:nvSpPr>
        <p:spPr>
          <a:xfrm>
            <a:off x="1363593" y="234810"/>
            <a:ext cx="3230574"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2400" b="1" i="0" u="none" strike="noStrike" dirty="0">
                <a:solidFill>
                  <a:srgbClr val="3B11EF"/>
                </a:solidFill>
                <a:effectLst>
                  <a:outerShdw blurRad="38100" dist="38100" dir="2700000" algn="tl">
                    <a:srgbClr val="000000">
                      <a:alpha val="43137"/>
                    </a:srgbClr>
                  </a:outerShdw>
                </a:effectLst>
                <a:latin typeface="E"/>
              </a:rPr>
              <a:t>9.1.3   </a:t>
            </a:r>
            <a:r>
              <a:rPr lang="zh-CN" altLang="en-US" sz="2400" b="1" i="0" u="none" strike="noStrike" dirty="0">
                <a:solidFill>
                  <a:srgbClr val="3B11EF"/>
                </a:solidFill>
                <a:effectLst>
                  <a:outerShdw blurRad="38100" dist="38100" dir="2700000" algn="tl">
                    <a:srgbClr val="000000">
                      <a:alpha val="43137"/>
                    </a:srgbClr>
                  </a:outerShdw>
                </a:effectLst>
                <a:latin typeface="FZHTK"/>
              </a:rPr>
              <a:t>静态树表的查找</a:t>
            </a:r>
          </a:p>
        </p:txBody>
      </p:sp>
    </p:spTree>
    <p:extLst>
      <p:ext uri="{BB962C8B-B14F-4D97-AF65-F5344CB8AC3E}">
        <p14:creationId xmlns:p14="http://schemas.microsoft.com/office/powerpoint/2010/main" val="106798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1000"/>
                                        <p:tgtEl>
                                          <p:spTgt spid="183"/>
                                        </p:tgtEl>
                                      </p:cBhvr>
                                    </p:animEffect>
                                    <p:anim calcmode="lin" valueType="num">
                                      <p:cBhvr>
                                        <p:cTn id="8" dur="1000" fill="hold"/>
                                        <p:tgtEl>
                                          <p:spTgt spid="183"/>
                                        </p:tgtEl>
                                        <p:attrNameLst>
                                          <p:attrName>ppt_x</p:attrName>
                                        </p:attrNameLst>
                                      </p:cBhvr>
                                      <p:tavLst>
                                        <p:tav tm="0">
                                          <p:val>
                                            <p:strVal val="#ppt_x"/>
                                          </p:val>
                                        </p:tav>
                                        <p:tav tm="100000">
                                          <p:val>
                                            <p:strVal val="#ppt_x"/>
                                          </p:val>
                                        </p:tav>
                                      </p:tavLst>
                                    </p:anim>
                                    <p:anim calcmode="lin" valueType="num">
                                      <p:cBhvr>
                                        <p:cTn id="9" dur="1000" fill="hold"/>
                                        <p:tgtEl>
                                          <p:spTgt spid="18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26"/>
                                        </p:tgtEl>
                                        <p:attrNameLst>
                                          <p:attrName>style.visibility</p:attrName>
                                        </p:attrNameLst>
                                      </p:cBhvr>
                                      <p:to>
                                        <p:strVal val="visible"/>
                                      </p:to>
                                    </p:set>
                                    <p:animEffect transition="in" filter="wipe(left)">
                                      <p:cBhvr>
                                        <p:cTn id="14" dur="1000"/>
                                        <p:tgtEl>
                                          <p:spTgt spid="126"/>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181"/>
                                        </p:tgtEl>
                                        <p:attrNameLst>
                                          <p:attrName>style.visibility</p:attrName>
                                        </p:attrNameLst>
                                      </p:cBhvr>
                                      <p:to>
                                        <p:strVal val="visible"/>
                                      </p:to>
                                    </p:set>
                                    <p:anim calcmode="lin" valueType="num">
                                      <p:cBhvr>
                                        <p:cTn id="19" dur="1000" fill="hold"/>
                                        <p:tgtEl>
                                          <p:spTgt spid="181"/>
                                        </p:tgtEl>
                                        <p:attrNameLst>
                                          <p:attrName>ppt_w</p:attrName>
                                        </p:attrNameLst>
                                      </p:cBhvr>
                                      <p:tavLst>
                                        <p:tav tm="0">
                                          <p:val>
                                            <p:fltVal val="0"/>
                                          </p:val>
                                        </p:tav>
                                        <p:tav tm="100000">
                                          <p:val>
                                            <p:strVal val="#ppt_w"/>
                                          </p:val>
                                        </p:tav>
                                      </p:tavLst>
                                    </p:anim>
                                    <p:anim calcmode="lin" valueType="num">
                                      <p:cBhvr>
                                        <p:cTn id="20" dur="1000" fill="hold"/>
                                        <p:tgtEl>
                                          <p:spTgt spid="181"/>
                                        </p:tgtEl>
                                        <p:attrNameLst>
                                          <p:attrName>ppt_h</p:attrName>
                                        </p:attrNameLst>
                                      </p:cBhvr>
                                      <p:tavLst>
                                        <p:tav tm="0">
                                          <p:val>
                                            <p:fltVal val="0"/>
                                          </p:val>
                                        </p:tav>
                                        <p:tav tm="100000">
                                          <p:val>
                                            <p:strVal val="#ppt_h"/>
                                          </p:val>
                                        </p:tav>
                                      </p:tavLst>
                                    </p:anim>
                                    <p:anim calcmode="lin" valueType="num">
                                      <p:cBhvr>
                                        <p:cTn id="21" dur="1000" fill="hold"/>
                                        <p:tgtEl>
                                          <p:spTgt spid="181"/>
                                        </p:tgtEl>
                                        <p:attrNameLst>
                                          <p:attrName>style.rotation</p:attrName>
                                        </p:attrNameLst>
                                      </p:cBhvr>
                                      <p:tavLst>
                                        <p:tav tm="0">
                                          <p:val>
                                            <p:fltVal val="90"/>
                                          </p:val>
                                        </p:tav>
                                        <p:tav tm="100000">
                                          <p:val>
                                            <p:fltVal val="0"/>
                                          </p:val>
                                        </p:tav>
                                      </p:tavLst>
                                    </p:anim>
                                    <p:animEffect transition="in" filter="fade">
                                      <p:cBhvr>
                                        <p:cTn id="22" dur="1000"/>
                                        <p:tgtEl>
                                          <p:spTgt spid="181"/>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heel(1)">
                                      <p:cBhvr>
                                        <p:cTn id="27" dur="20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1000"/>
                                        <p:tgtEl>
                                          <p:spTgt spid="62"/>
                                        </p:tgtEl>
                                      </p:cBhvr>
                                    </p:animEffect>
                                    <p:anim calcmode="lin" valueType="num">
                                      <p:cBhvr>
                                        <p:cTn id="33" dur="1000" fill="hold"/>
                                        <p:tgtEl>
                                          <p:spTgt spid="62"/>
                                        </p:tgtEl>
                                        <p:attrNameLst>
                                          <p:attrName>ppt_x</p:attrName>
                                        </p:attrNameLst>
                                      </p:cBhvr>
                                      <p:tavLst>
                                        <p:tav tm="0">
                                          <p:val>
                                            <p:strVal val="#ppt_x"/>
                                          </p:val>
                                        </p:tav>
                                        <p:tav tm="100000">
                                          <p:val>
                                            <p:strVal val="#ppt_x"/>
                                          </p:val>
                                        </p:tav>
                                      </p:tavLst>
                                    </p:anim>
                                    <p:anim calcmode="lin" valueType="num">
                                      <p:cBhvr>
                                        <p:cTn id="34" dur="1000" fill="hold"/>
                                        <p:tgtEl>
                                          <p:spTgt spid="62"/>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10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xit" presetSubtype="1" fill="hold" nodeType="clickEffect">
                                  <p:stCondLst>
                                    <p:cond delay="0"/>
                                  </p:stCondLst>
                                  <p:childTnLst>
                                    <p:animEffect transition="out" filter="wipe(up)">
                                      <p:cBhvr>
                                        <p:cTn id="42" dur="500"/>
                                        <p:tgtEl>
                                          <p:spTgt spid="3"/>
                                        </p:tgtEl>
                                      </p:cBhvr>
                                    </p:animEffect>
                                    <p:set>
                                      <p:cBhvr>
                                        <p:cTn id="43" dur="1" fill="hold">
                                          <p:stCondLst>
                                            <p:cond delay="499"/>
                                          </p:stCondLst>
                                        </p:cTn>
                                        <p:tgtEl>
                                          <p:spTgt spid="3"/>
                                        </p:tgtEl>
                                        <p:attrNameLst>
                                          <p:attrName>style.visibility</p:attrName>
                                        </p:attrNameLst>
                                      </p:cBhvr>
                                      <p:to>
                                        <p:strVal val="hidden"/>
                                      </p:to>
                                    </p:set>
                                  </p:childTnLst>
                                </p:cTn>
                              </p:par>
                              <p:par>
                                <p:cTn id="44" presetID="22" presetClass="entr" presetSubtype="8" fill="hold" nodeType="withEffect">
                                  <p:stCondLst>
                                    <p:cond delay="0"/>
                                  </p:stCondLst>
                                  <p:childTnLst>
                                    <p:set>
                                      <p:cBhvr>
                                        <p:cTn id="45" dur="1" fill="hold">
                                          <p:stCondLst>
                                            <p:cond delay="0"/>
                                          </p:stCondLst>
                                        </p:cTn>
                                        <p:tgtEl>
                                          <p:spTgt spid="156"/>
                                        </p:tgtEl>
                                        <p:attrNameLst>
                                          <p:attrName>style.visibility</p:attrName>
                                        </p:attrNameLst>
                                      </p:cBhvr>
                                      <p:to>
                                        <p:strVal val="visible"/>
                                      </p:to>
                                    </p:set>
                                    <p:animEffect transition="in" filter="wipe(left)">
                                      <p:cBhvr>
                                        <p:cTn id="46" dur="1000"/>
                                        <p:tgtEl>
                                          <p:spTgt spid="15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1000"/>
                                        <p:tgtEl>
                                          <p:spTgt spid="25"/>
                                        </p:tgtEl>
                                      </p:cBhvr>
                                    </p:animEffect>
                                  </p:childTnLst>
                                </p:cTn>
                              </p:par>
                              <p:par>
                                <p:cTn id="52" presetID="42" presetClass="entr" presetSubtype="0" fill="hold" grpId="0" nodeType="withEffect">
                                  <p:stCondLst>
                                    <p:cond delay="0"/>
                                  </p:stCondLst>
                                  <p:childTnLst>
                                    <p:set>
                                      <p:cBhvr>
                                        <p:cTn id="53" dur="1" fill="hold">
                                          <p:stCondLst>
                                            <p:cond delay="0"/>
                                          </p:stCondLst>
                                        </p:cTn>
                                        <p:tgtEl>
                                          <p:spTgt spid="114"/>
                                        </p:tgtEl>
                                        <p:attrNameLst>
                                          <p:attrName>style.visibility</p:attrName>
                                        </p:attrNameLst>
                                      </p:cBhvr>
                                      <p:to>
                                        <p:strVal val="visible"/>
                                      </p:to>
                                    </p:set>
                                    <p:animEffect transition="in" filter="fade">
                                      <p:cBhvr>
                                        <p:cTn id="54" dur="1000"/>
                                        <p:tgtEl>
                                          <p:spTgt spid="114"/>
                                        </p:tgtEl>
                                      </p:cBhvr>
                                    </p:animEffect>
                                    <p:anim calcmode="lin" valueType="num">
                                      <p:cBhvr>
                                        <p:cTn id="55" dur="1000" fill="hold"/>
                                        <p:tgtEl>
                                          <p:spTgt spid="114"/>
                                        </p:tgtEl>
                                        <p:attrNameLst>
                                          <p:attrName>ppt_x</p:attrName>
                                        </p:attrNameLst>
                                      </p:cBhvr>
                                      <p:tavLst>
                                        <p:tav tm="0">
                                          <p:val>
                                            <p:strVal val="#ppt_x"/>
                                          </p:val>
                                        </p:tav>
                                        <p:tav tm="100000">
                                          <p:val>
                                            <p:strVal val="#ppt_x"/>
                                          </p:val>
                                        </p:tav>
                                      </p:tavLst>
                                    </p:anim>
                                    <p:anim calcmode="lin" valueType="num">
                                      <p:cBhvr>
                                        <p:cTn id="56" dur="1000" fill="hold"/>
                                        <p:tgtEl>
                                          <p:spTgt spid="114"/>
                                        </p:tgtEl>
                                        <p:attrNameLst>
                                          <p:attrName>ppt_y</p:attrName>
                                        </p:attrNameLst>
                                      </p:cBhvr>
                                      <p:tavLst>
                                        <p:tav tm="0">
                                          <p:val>
                                            <p:strVal val="#ppt_y+.1"/>
                                          </p:val>
                                        </p:tav>
                                        <p:tav tm="100000">
                                          <p:val>
                                            <p:strVal val="#ppt_y"/>
                                          </p:val>
                                        </p:tav>
                                      </p:tavLst>
                                    </p:anim>
                                  </p:childTnLst>
                                </p:cTn>
                              </p:par>
                            </p:childTnLst>
                          </p:cTn>
                        </p:par>
                        <p:par>
                          <p:cTn id="57" fill="hold">
                            <p:stCondLst>
                              <p:cond delay="1000"/>
                            </p:stCondLst>
                            <p:childTnLst>
                              <p:par>
                                <p:cTn id="58" presetID="22" presetClass="exit" presetSubtype="1" fill="hold" nodeType="afterEffect">
                                  <p:stCondLst>
                                    <p:cond delay="0"/>
                                  </p:stCondLst>
                                  <p:childTnLst>
                                    <p:animEffect transition="out" filter="wipe(up)">
                                      <p:cBhvr>
                                        <p:cTn id="59" dur="500"/>
                                        <p:tgtEl>
                                          <p:spTgt spid="156"/>
                                        </p:tgtEl>
                                      </p:cBhvr>
                                    </p:animEffect>
                                    <p:set>
                                      <p:cBhvr>
                                        <p:cTn id="60" dur="1" fill="hold">
                                          <p:stCondLst>
                                            <p:cond delay="499"/>
                                          </p:stCondLst>
                                        </p:cTn>
                                        <p:tgtEl>
                                          <p:spTgt spid="156"/>
                                        </p:tgtEl>
                                        <p:attrNameLst>
                                          <p:attrName>style.visibility</p:attrName>
                                        </p:attrNameLst>
                                      </p:cBhvr>
                                      <p:to>
                                        <p:strVal val="hidden"/>
                                      </p:to>
                                    </p:se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161"/>
                                        </p:tgtEl>
                                        <p:attrNameLst>
                                          <p:attrName>style.visibility</p:attrName>
                                        </p:attrNameLst>
                                      </p:cBhvr>
                                      <p:to>
                                        <p:strVal val="visible"/>
                                      </p:to>
                                    </p:set>
                                    <p:animEffect transition="in" filter="wipe(left)">
                                      <p:cBhvr>
                                        <p:cTn id="64" dur="1000"/>
                                        <p:tgtEl>
                                          <p:spTgt spid="161"/>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p:cTn id="69" dur="1000" fill="hold"/>
                                        <p:tgtEl>
                                          <p:spTgt spid="26"/>
                                        </p:tgtEl>
                                        <p:attrNameLst>
                                          <p:attrName>ppt_w</p:attrName>
                                        </p:attrNameLst>
                                      </p:cBhvr>
                                      <p:tavLst>
                                        <p:tav tm="0">
                                          <p:val>
                                            <p:fltVal val="0"/>
                                          </p:val>
                                        </p:tav>
                                        <p:tav tm="100000">
                                          <p:val>
                                            <p:strVal val="#ppt_w"/>
                                          </p:val>
                                        </p:tav>
                                      </p:tavLst>
                                    </p:anim>
                                    <p:anim calcmode="lin" valueType="num">
                                      <p:cBhvr>
                                        <p:cTn id="70" dur="1000" fill="hold"/>
                                        <p:tgtEl>
                                          <p:spTgt spid="26"/>
                                        </p:tgtEl>
                                        <p:attrNameLst>
                                          <p:attrName>ppt_h</p:attrName>
                                        </p:attrNameLst>
                                      </p:cBhvr>
                                      <p:tavLst>
                                        <p:tav tm="0">
                                          <p:val>
                                            <p:fltVal val="0"/>
                                          </p:val>
                                        </p:tav>
                                        <p:tav tm="100000">
                                          <p:val>
                                            <p:strVal val="#ppt_h"/>
                                          </p:val>
                                        </p:tav>
                                      </p:tavLst>
                                    </p:anim>
                                    <p:anim calcmode="lin" valueType="num">
                                      <p:cBhvr>
                                        <p:cTn id="71" dur="1000" fill="hold"/>
                                        <p:tgtEl>
                                          <p:spTgt spid="26"/>
                                        </p:tgtEl>
                                        <p:attrNameLst>
                                          <p:attrName>style.rotation</p:attrName>
                                        </p:attrNameLst>
                                      </p:cBhvr>
                                      <p:tavLst>
                                        <p:tav tm="0">
                                          <p:val>
                                            <p:fltVal val="90"/>
                                          </p:val>
                                        </p:tav>
                                        <p:tav tm="100000">
                                          <p:val>
                                            <p:fltVal val="0"/>
                                          </p:val>
                                        </p:tav>
                                      </p:tavLst>
                                    </p:anim>
                                    <p:animEffect transition="in" filter="fade">
                                      <p:cBhvr>
                                        <p:cTn id="72" dur="1000"/>
                                        <p:tgtEl>
                                          <p:spTgt spid="26"/>
                                        </p:tgtEl>
                                      </p:cBhvr>
                                    </p:animEffect>
                                  </p:childTnLst>
                                </p:cTn>
                              </p:par>
                            </p:childTnLst>
                          </p:cTn>
                        </p:par>
                        <p:par>
                          <p:cTn id="73" fill="hold">
                            <p:stCondLst>
                              <p:cond delay="1000"/>
                            </p:stCondLst>
                            <p:childTnLst>
                              <p:par>
                                <p:cTn id="74" presetID="22" presetClass="exit" presetSubtype="1" fill="hold" nodeType="afterEffect">
                                  <p:stCondLst>
                                    <p:cond delay="0"/>
                                  </p:stCondLst>
                                  <p:childTnLst>
                                    <p:animEffect transition="out" filter="wipe(up)">
                                      <p:cBhvr>
                                        <p:cTn id="75" dur="500"/>
                                        <p:tgtEl>
                                          <p:spTgt spid="161"/>
                                        </p:tgtEl>
                                      </p:cBhvr>
                                    </p:animEffect>
                                    <p:set>
                                      <p:cBhvr>
                                        <p:cTn id="76" dur="1" fill="hold">
                                          <p:stCondLst>
                                            <p:cond delay="499"/>
                                          </p:stCondLst>
                                        </p:cTn>
                                        <p:tgtEl>
                                          <p:spTgt spid="161"/>
                                        </p:tgtEl>
                                        <p:attrNameLst>
                                          <p:attrName>style.visibility</p:attrName>
                                        </p:attrNameLst>
                                      </p:cBhvr>
                                      <p:to>
                                        <p:strVal val="hidden"/>
                                      </p:to>
                                    </p:set>
                                  </p:childTnLst>
                                </p:cTn>
                              </p:par>
                            </p:childTnLst>
                          </p:cTn>
                        </p:par>
                        <p:par>
                          <p:cTn id="77" fill="hold">
                            <p:stCondLst>
                              <p:cond delay="1500"/>
                            </p:stCondLst>
                            <p:childTnLst>
                              <p:par>
                                <p:cTn id="78" presetID="22" presetClass="entr" presetSubtype="1" fill="hold" grpId="0" nodeType="afterEffect">
                                  <p:stCondLst>
                                    <p:cond delay="0"/>
                                  </p:stCondLst>
                                  <p:childTnLst>
                                    <p:set>
                                      <p:cBhvr>
                                        <p:cTn id="79" dur="1" fill="hold">
                                          <p:stCondLst>
                                            <p:cond delay="0"/>
                                          </p:stCondLst>
                                        </p:cTn>
                                        <p:tgtEl>
                                          <p:spTgt spid="70"/>
                                        </p:tgtEl>
                                        <p:attrNameLst>
                                          <p:attrName>style.visibility</p:attrName>
                                        </p:attrNameLst>
                                      </p:cBhvr>
                                      <p:to>
                                        <p:strVal val="visible"/>
                                      </p:to>
                                    </p:set>
                                    <p:animEffect transition="in" filter="wipe(up)">
                                      <p:cBhvr>
                                        <p:cTn id="80" dur="1000"/>
                                        <p:tgtEl>
                                          <p:spTgt spid="70"/>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16"/>
                                        </p:tgtEl>
                                        <p:attrNameLst>
                                          <p:attrName>style.visibility</p:attrName>
                                        </p:attrNameLst>
                                      </p:cBhvr>
                                      <p:to>
                                        <p:strVal val="visible"/>
                                      </p:to>
                                    </p:set>
                                    <p:anim calcmode="lin" valueType="num">
                                      <p:cBhvr>
                                        <p:cTn id="85" dur="1000" fill="hold"/>
                                        <p:tgtEl>
                                          <p:spTgt spid="16"/>
                                        </p:tgtEl>
                                        <p:attrNameLst>
                                          <p:attrName>ppt_w</p:attrName>
                                        </p:attrNameLst>
                                      </p:cBhvr>
                                      <p:tavLst>
                                        <p:tav tm="0">
                                          <p:val>
                                            <p:fltVal val="0"/>
                                          </p:val>
                                        </p:tav>
                                        <p:tav tm="100000">
                                          <p:val>
                                            <p:strVal val="#ppt_w"/>
                                          </p:val>
                                        </p:tav>
                                      </p:tavLst>
                                    </p:anim>
                                    <p:anim calcmode="lin" valueType="num">
                                      <p:cBhvr>
                                        <p:cTn id="86" dur="1000" fill="hold"/>
                                        <p:tgtEl>
                                          <p:spTgt spid="16"/>
                                        </p:tgtEl>
                                        <p:attrNameLst>
                                          <p:attrName>ppt_h</p:attrName>
                                        </p:attrNameLst>
                                      </p:cBhvr>
                                      <p:tavLst>
                                        <p:tav tm="0">
                                          <p:val>
                                            <p:fltVal val="0"/>
                                          </p:val>
                                        </p:tav>
                                        <p:tav tm="100000">
                                          <p:val>
                                            <p:strVal val="#ppt_h"/>
                                          </p:val>
                                        </p:tav>
                                      </p:tavLst>
                                    </p:anim>
                                    <p:anim calcmode="lin" valueType="num">
                                      <p:cBhvr>
                                        <p:cTn id="87" dur="1000" fill="hold"/>
                                        <p:tgtEl>
                                          <p:spTgt spid="16"/>
                                        </p:tgtEl>
                                        <p:attrNameLst>
                                          <p:attrName>style.rotation</p:attrName>
                                        </p:attrNameLst>
                                      </p:cBhvr>
                                      <p:tavLst>
                                        <p:tav tm="0">
                                          <p:val>
                                            <p:fltVal val="90"/>
                                          </p:val>
                                        </p:tav>
                                        <p:tav tm="100000">
                                          <p:val>
                                            <p:fltVal val="0"/>
                                          </p:val>
                                        </p:tav>
                                      </p:tavLst>
                                    </p:anim>
                                    <p:animEffect transition="in" filter="fade">
                                      <p:cBhvr>
                                        <p:cTn id="88" dur="1000"/>
                                        <p:tgtEl>
                                          <p:spTgt spid="16"/>
                                        </p:tgtEl>
                                      </p:cBhvr>
                                    </p:animEffect>
                                  </p:childTnLst>
                                </p:cTn>
                              </p:par>
                            </p:childTnLst>
                          </p:cTn>
                        </p:par>
                        <p:par>
                          <p:cTn id="89" fill="hold">
                            <p:stCondLst>
                              <p:cond delay="1000"/>
                            </p:stCondLst>
                            <p:childTnLst>
                              <p:par>
                                <p:cTn id="90" presetID="31" presetClass="entr" presetSubtype="0" fill="hold" grpId="0" nodeType="afterEffect">
                                  <p:stCondLst>
                                    <p:cond delay="0"/>
                                  </p:stCondLst>
                                  <p:childTnLst>
                                    <p:set>
                                      <p:cBhvr>
                                        <p:cTn id="91" dur="1" fill="hold">
                                          <p:stCondLst>
                                            <p:cond delay="0"/>
                                          </p:stCondLst>
                                        </p:cTn>
                                        <p:tgtEl>
                                          <p:spTgt spid="17"/>
                                        </p:tgtEl>
                                        <p:attrNameLst>
                                          <p:attrName>style.visibility</p:attrName>
                                        </p:attrNameLst>
                                      </p:cBhvr>
                                      <p:to>
                                        <p:strVal val="visible"/>
                                      </p:to>
                                    </p:set>
                                    <p:anim calcmode="lin" valueType="num">
                                      <p:cBhvr>
                                        <p:cTn id="92" dur="1000" fill="hold"/>
                                        <p:tgtEl>
                                          <p:spTgt spid="17"/>
                                        </p:tgtEl>
                                        <p:attrNameLst>
                                          <p:attrName>ppt_w</p:attrName>
                                        </p:attrNameLst>
                                      </p:cBhvr>
                                      <p:tavLst>
                                        <p:tav tm="0">
                                          <p:val>
                                            <p:fltVal val="0"/>
                                          </p:val>
                                        </p:tav>
                                        <p:tav tm="100000">
                                          <p:val>
                                            <p:strVal val="#ppt_w"/>
                                          </p:val>
                                        </p:tav>
                                      </p:tavLst>
                                    </p:anim>
                                    <p:anim calcmode="lin" valueType="num">
                                      <p:cBhvr>
                                        <p:cTn id="93" dur="1000" fill="hold"/>
                                        <p:tgtEl>
                                          <p:spTgt spid="17"/>
                                        </p:tgtEl>
                                        <p:attrNameLst>
                                          <p:attrName>ppt_h</p:attrName>
                                        </p:attrNameLst>
                                      </p:cBhvr>
                                      <p:tavLst>
                                        <p:tav tm="0">
                                          <p:val>
                                            <p:fltVal val="0"/>
                                          </p:val>
                                        </p:tav>
                                        <p:tav tm="100000">
                                          <p:val>
                                            <p:strVal val="#ppt_h"/>
                                          </p:val>
                                        </p:tav>
                                      </p:tavLst>
                                    </p:anim>
                                    <p:anim calcmode="lin" valueType="num">
                                      <p:cBhvr>
                                        <p:cTn id="94" dur="1000" fill="hold"/>
                                        <p:tgtEl>
                                          <p:spTgt spid="17"/>
                                        </p:tgtEl>
                                        <p:attrNameLst>
                                          <p:attrName>style.rotation</p:attrName>
                                        </p:attrNameLst>
                                      </p:cBhvr>
                                      <p:tavLst>
                                        <p:tav tm="0">
                                          <p:val>
                                            <p:fltVal val="90"/>
                                          </p:val>
                                        </p:tav>
                                        <p:tav tm="100000">
                                          <p:val>
                                            <p:fltVal val="0"/>
                                          </p:val>
                                        </p:tav>
                                      </p:tavLst>
                                    </p:anim>
                                    <p:animEffect transition="in" filter="fade">
                                      <p:cBhvr>
                                        <p:cTn id="95" dur="1000"/>
                                        <p:tgtEl>
                                          <p:spTgt spid="17"/>
                                        </p:tgtEl>
                                      </p:cBhvr>
                                    </p:animEffect>
                                  </p:childTnLst>
                                </p:cTn>
                              </p:par>
                            </p:childTnLst>
                          </p:cTn>
                        </p:par>
                        <p:par>
                          <p:cTn id="96" fill="hold">
                            <p:stCondLst>
                              <p:cond delay="2000"/>
                            </p:stCondLst>
                            <p:childTnLst>
                              <p:par>
                                <p:cTn id="97" presetID="31" presetClass="entr" presetSubtype="0" fill="hold" grpId="0" nodeType="afterEffect">
                                  <p:stCondLst>
                                    <p:cond delay="0"/>
                                  </p:stCondLst>
                                  <p:childTnLst>
                                    <p:set>
                                      <p:cBhvr>
                                        <p:cTn id="98" dur="1" fill="hold">
                                          <p:stCondLst>
                                            <p:cond delay="0"/>
                                          </p:stCondLst>
                                        </p:cTn>
                                        <p:tgtEl>
                                          <p:spTgt spid="18"/>
                                        </p:tgtEl>
                                        <p:attrNameLst>
                                          <p:attrName>style.visibility</p:attrName>
                                        </p:attrNameLst>
                                      </p:cBhvr>
                                      <p:to>
                                        <p:strVal val="visible"/>
                                      </p:to>
                                    </p:set>
                                    <p:anim calcmode="lin" valueType="num">
                                      <p:cBhvr>
                                        <p:cTn id="99" dur="1000" fill="hold"/>
                                        <p:tgtEl>
                                          <p:spTgt spid="18"/>
                                        </p:tgtEl>
                                        <p:attrNameLst>
                                          <p:attrName>ppt_w</p:attrName>
                                        </p:attrNameLst>
                                      </p:cBhvr>
                                      <p:tavLst>
                                        <p:tav tm="0">
                                          <p:val>
                                            <p:fltVal val="0"/>
                                          </p:val>
                                        </p:tav>
                                        <p:tav tm="100000">
                                          <p:val>
                                            <p:strVal val="#ppt_w"/>
                                          </p:val>
                                        </p:tav>
                                      </p:tavLst>
                                    </p:anim>
                                    <p:anim calcmode="lin" valueType="num">
                                      <p:cBhvr>
                                        <p:cTn id="100" dur="1000" fill="hold"/>
                                        <p:tgtEl>
                                          <p:spTgt spid="18"/>
                                        </p:tgtEl>
                                        <p:attrNameLst>
                                          <p:attrName>ppt_h</p:attrName>
                                        </p:attrNameLst>
                                      </p:cBhvr>
                                      <p:tavLst>
                                        <p:tav tm="0">
                                          <p:val>
                                            <p:fltVal val="0"/>
                                          </p:val>
                                        </p:tav>
                                        <p:tav tm="100000">
                                          <p:val>
                                            <p:strVal val="#ppt_h"/>
                                          </p:val>
                                        </p:tav>
                                      </p:tavLst>
                                    </p:anim>
                                    <p:anim calcmode="lin" valueType="num">
                                      <p:cBhvr>
                                        <p:cTn id="101" dur="1000" fill="hold"/>
                                        <p:tgtEl>
                                          <p:spTgt spid="18"/>
                                        </p:tgtEl>
                                        <p:attrNameLst>
                                          <p:attrName>style.rotation</p:attrName>
                                        </p:attrNameLst>
                                      </p:cBhvr>
                                      <p:tavLst>
                                        <p:tav tm="0">
                                          <p:val>
                                            <p:fltVal val="90"/>
                                          </p:val>
                                        </p:tav>
                                        <p:tav tm="100000">
                                          <p:val>
                                            <p:fltVal val="0"/>
                                          </p:val>
                                        </p:tav>
                                      </p:tavLst>
                                    </p:anim>
                                    <p:animEffect transition="in" filter="fade">
                                      <p:cBhvr>
                                        <p:cTn id="102" dur="1000"/>
                                        <p:tgtEl>
                                          <p:spTgt spid="18"/>
                                        </p:tgtEl>
                                      </p:cBhvr>
                                    </p:animEffect>
                                  </p:childTnLst>
                                </p:cTn>
                              </p:par>
                            </p:childTnLst>
                          </p:cTn>
                        </p:par>
                        <p:par>
                          <p:cTn id="103" fill="hold">
                            <p:stCondLst>
                              <p:cond delay="3000"/>
                            </p:stCondLst>
                            <p:childTnLst>
                              <p:par>
                                <p:cTn id="104" presetID="31" presetClass="entr" presetSubtype="0" fill="hold" grpId="0" nodeType="afterEffect">
                                  <p:stCondLst>
                                    <p:cond delay="0"/>
                                  </p:stCondLst>
                                  <p:childTnLst>
                                    <p:set>
                                      <p:cBhvr>
                                        <p:cTn id="105" dur="1" fill="hold">
                                          <p:stCondLst>
                                            <p:cond delay="0"/>
                                          </p:stCondLst>
                                        </p:cTn>
                                        <p:tgtEl>
                                          <p:spTgt spid="19"/>
                                        </p:tgtEl>
                                        <p:attrNameLst>
                                          <p:attrName>style.visibility</p:attrName>
                                        </p:attrNameLst>
                                      </p:cBhvr>
                                      <p:to>
                                        <p:strVal val="visible"/>
                                      </p:to>
                                    </p:set>
                                    <p:anim calcmode="lin" valueType="num">
                                      <p:cBhvr>
                                        <p:cTn id="106" dur="1000" fill="hold"/>
                                        <p:tgtEl>
                                          <p:spTgt spid="19"/>
                                        </p:tgtEl>
                                        <p:attrNameLst>
                                          <p:attrName>ppt_w</p:attrName>
                                        </p:attrNameLst>
                                      </p:cBhvr>
                                      <p:tavLst>
                                        <p:tav tm="0">
                                          <p:val>
                                            <p:fltVal val="0"/>
                                          </p:val>
                                        </p:tav>
                                        <p:tav tm="100000">
                                          <p:val>
                                            <p:strVal val="#ppt_w"/>
                                          </p:val>
                                        </p:tav>
                                      </p:tavLst>
                                    </p:anim>
                                    <p:anim calcmode="lin" valueType="num">
                                      <p:cBhvr>
                                        <p:cTn id="107" dur="1000" fill="hold"/>
                                        <p:tgtEl>
                                          <p:spTgt spid="19"/>
                                        </p:tgtEl>
                                        <p:attrNameLst>
                                          <p:attrName>ppt_h</p:attrName>
                                        </p:attrNameLst>
                                      </p:cBhvr>
                                      <p:tavLst>
                                        <p:tav tm="0">
                                          <p:val>
                                            <p:fltVal val="0"/>
                                          </p:val>
                                        </p:tav>
                                        <p:tav tm="100000">
                                          <p:val>
                                            <p:strVal val="#ppt_h"/>
                                          </p:val>
                                        </p:tav>
                                      </p:tavLst>
                                    </p:anim>
                                    <p:anim calcmode="lin" valueType="num">
                                      <p:cBhvr>
                                        <p:cTn id="108" dur="1000" fill="hold"/>
                                        <p:tgtEl>
                                          <p:spTgt spid="19"/>
                                        </p:tgtEl>
                                        <p:attrNameLst>
                                          <p:attrName>style.rotation</p:attrName>
                                        </p:attrNameLst>
                                      </p:cBhvr>
                                      <p:tavLst>
                                        <p:tav tm="0">
                                          <p:val>
                                            <p:fltVal val="90"/>
                                          </p:val>
                                        </p:tav>
                                        <p:tav tm="100000">
                                          <p:val>
                                            <p:fltVal val="0"/>
                                          </p:val>
                                        </p:tav>
                                      </p:tavLst>
                                    </p:anim>
                                    <p:animEffect transition="in" filter="fade">
                                      <p:cBhvr>
                                        <p:cTn id="109" dur="1000"/>
                                        <p:tgtEl>
                                          <p:spTgt spid="19"/>
                                        </p:tgtEl>
                                      </p:cBhvr>
                                    </p:animEffect>
                                  </p:childTnLst>
                                </p:cTn>
                              </p:par>
                            </p:childTnLst>
                          </p:cTn>
                        </p:par>
                        <p:par>
                          <p:cTn id="110" fill="hold">
                            <p:stCondLst>
                              <p:cond delay="4000"/>
                            </p:stCondLst>
                            <p:childTnLst>
                              <p:par>
                                <p:cTn id="111" presetID="31" presetClass="entr" presetSubtype="0" fill="hold" grpId="0" nodeType="afterEffect">
                                  <p:stCondLst>
                                    <p:cond delay="0"/>
                                  </p:stCondLst>
                                  <p:childTnLst>
                                    <p:set>
                                      <p:cBhvr>
                                        <p:cTn id="112" dur="1" fill="hold">
                                          <p:stCondLst>
                                            <p:cond delay="0"/>
                                          </p:stCondLst>
                                        </p:cTn>
                                        <p:tgtEl>
                                          <p:spTgt spid="20"/>
                                        </p:tgtEl>
                                        <p:attrNameLst>
                                          <p:attrName>style.visibility</p:attrName>
                                        </p:attrNameLst>
                                      </p:cBhvr>
                                      <p:to>
                                        <p:strVal val="visible"/>
                                      </p:to>
                                    </p:set>
                                    <p:anim calcmode="lin" valueType="num">
                                      <p:cBhvr>
                                        <p:cTn id="113" dur="1000" fill="hold"/>
                                        <p:tgtEl>
                                          <p:spTgt spid="20"/>
                                        </p:tgtEl>
                                        <p:attrNameLst>
                                          <p:attrName>ppt_w</p:attrName>
                                        </p:attrNameLst>
                                      </p:cBhvr>
                                      <p:tavLst>
                                        <p:tav tm="0">
                                          <p:val>
                                            <p:fltVal val="0"/>
                                          </p:val>
                                        </p:tav>
                                        <p:tav tm="100000">
                                          <p:val>
                                            <p:strVal val="#ppt_w"/>
                                          </p:val>
                                        </p:tav>
                                      </p:tavLst>
                                    </p:anim>
                                    <p:anim calcmode="lin" valueType="num">
                                      <p:cBhvr>
                                        <p:cTn id="114" dur="1000" fill="hold"/>
                                        <p:tgtEl>
                                          <p:spTgt spid="20"/>
                                        </p:tgtEl>
                                        <p:attrNameLst>
                                          <p:attrName>ppt_h</p:attrName>
                                        </p:attrNameLst>
                                      </p:cBhvr>
                                      <p:tavLst>
                                        <p:tav tm="0">
                                          <p:val>
                                            <p:fltVal val="0"/>
                                          </p:val>
                                        </p:tav>
                                        <p:tav tm="100000">
                                          <p:val>
                                            <p:strVal val="#ppt_h"/>
                                          </p:val>
                                        </p:tav>
                                      </p:tavLst>
                                    </p:anim>
                                    <p:anim calcmode="lin" valueType="num">
                                      <p:cBhvr>
                                        <p:cTn id="115" dur="1000" fill="hold"/>
                                        <p:tgtEl>
                                          <p:spTgt spid="20"/>
                                        </p:tgtEl>
                                        <p:attrNameLst>
                                          <p:attrName>style.rotation</p:attrName>
                                        </p:attrNameLst>
                                      </p:cBhvr>
                                      <p:tavLst>
                                        <p:tav tm="0">
                                          <p:val>
                                            <p:fltVal val="90"/>
                                          </p:val>
                                        </p:tav>
                                        <p:tav tm="100000">
                                          <p:val>
                                            <p:fltVal val="0"/>
                                          </p:val>
                                        </p:tav>
                                      </p:tavLst>
                                    </p:anim>
                                    <p:animEffect transition="in" filter="fade">
                                      <p:cBhvr>
                                        <p:cTn id="116" dur="1000"/>
                                        <p:tgtEl>
                                          <p:spTgt spid="20"/>
                                        </p:tgtEl>
                                      </p:cBhvr>
                                    </p:animEffect>
                                  </p:childTnLst>
                                </p:cTn>
                              </p:par>
                            </p:childTnLst>
                          </p:cTn>
                        </p:par>
                        <p:par>
                          <p:cTn id="117" fill="hold">
                            <p:stCondLst>
                              <p:cond delay="5000"/>
                            </p:stCondLst>
                            <p:childTnLst>
                              <p:par>
                                <p:cTn id="118" presetID="31" presetClass="entr" presetSubtype="0" fill="hold" grpId="0" nodeType="afterEffect">
                                  <p:stCondLst>
                                    <p:cond delay="0"/>
                                  </p:stCondLst>
                                  <p:childTnLst>
                                    <p:set>
                                      <p:cBhvr>
                                        <p:cTn id="119" dur="1" fill="hold">
                                          <p:stCondLst>
                                            <p:cond delay="0"/>
                                          </p:stCondLst>
                                        </p:cTn>
                                        <p:tgtEl>
                                          <p:spTgt spid="21"/>
                                        </p:tgtEl>
                                        <p:attrNameLst>
                                          <p:attrName>style.visibility</p:attrName>
                                        </p:attrNameLst>
                                      </p:cBhvr>
                                      <p:to>
                                        <p:strVal val="visible"/>
                                      </p:to>
                                    </p:set>
                                    <p:anim calcmode="lin" valueType="num">
                                      <p:cBhvr>
                                        <p:cTn id="120" dur="1000" fill="hold"/>
                                        <p:tgtEl>
                                          <p:spTgt spid="21"/>
                                        </p:tgtEl>
                                        <p:attrNameLst>
                                          <p:attrName>ppt_w</p:attrName>
                                        </p:attrNameLst>
                                      </p:cBhvr>
                                      <p:tavLst>
                                        <p:tav tm="0">
                                          <p:val>
                                            <p:fltVal val="0"/>
                                          </p:val>
                                        </p:tav>
                                        <p:tav tm="100000">
                                          <p:val>
                                            <p:strVal val="#ppt_w"/>
                                          </p:val>
                                        </p:tav>
                                      </p:tavLst>
                                    </p:anim>
                                    <p:anim calcmode="lin" valueType="num">
                                      <p:cBhvr>
                                        <p:cTn id="121" dur="1000" fill="hold"/>
                                        <p:tgtEl>
                                          <p:spTgt spid="21"/>
                                        </p:tgtEl>
                                        <p:attrNameLst>
                                          <p:attrName>ppt_h</p:attrName>
                                        </p:attrNameLst>
                                      </p:cBhvr>
                                      <p:tavLst>
                                        <p:tav tm="0">
                                          <p:val>
                                            <p:fltVal val="0"/>
                                          </p:val>
                                        </p:tav>
                                        <p:tav tm="100000">
                                          <p:val>
                                            <p:strVal val="#ppt_h"/>
                                          </p:val>
                                        </p:tav>
                                      </p:tavLst>
                                    </p:anim>
                                    <p:anim calcmode="lin" valueType="num">
                                      <p:cBhvr>
                                        <p:cTn id="122" dur="1000" fill="hold"/>
                                        <p:tgtEl>
                                          <p:spTgt spid="21"/>
                                        </p:tgtEl>
                                        <p:attrNameLst>
                                          <p:attrName>style.rotation</p:attrName>
                                        </p:attrNameLst>
                                      </p:cBhvr>
                                      <p:tavLst>
                                        <p:tav tm="0">
                                          <p:val>
                                            <p:fltVal val="90"/>
                                          </p:val>
                                        </p:tav>
                                        <p:tav tm="100000">
                                          <p:val>
                                            <p:fltVal val="0"/>
                                          </p:val>
                                        </p:tav>
                                      </p:tavLst>
                                    </p:anim>
                                    <p:animEffect transition="in" filter="fade">
                                      <p:cBhvr>
                                        <p:cTn id="123" dur="1000"/>
                                        <p:tgtEl>
                                          <p:spTgt spid="21"/>
                                        </p:tgtEl>
                                      </p:cBhvr>
                                    </p:animEffect>
                                  </p:childTnLst>
                                </p:cTn>
                              </p:par>
                            </p:childTnLst>
                          </p:cTn>
                        </p:par>
                        <p:par>
                          <p:cTn id="124" fill="hold">
                            <p:stCondLst>
                              <p:cond delay="6000"/>
                            </p:stCondLst>
                            <p:childTnLst>
                              <p:par>
                                <p:cTn id="125" presetID="31" presetClass="entr" presetSubtype="0" fill="hold" grpId="0" nodeType="afterEffect">
                                  <p:stCondLst>
                                    <p:cond delay="0"/>
                                  </p:stCondLst>
                                  <p:childTnLst>
                                    <p:set>
                                      <p:cBhvr>
                                        <p:cTn id="126" dur="1" fill="hold">
                                          <p:stCondLst>
                                            <p:cond delay="0"/>
                                          </p:stCondLst>
                                        </p:cTn>
                                        <p:tgtEl>
                                          <p:spTgt spid="22"/>
                                        </p:tgtEl>
                                        <p:attrNameLst>
                                          <p:attrName>style.visibility</p:attrName>
                                        </p:attrNameLst>
                                      </p:cBhvr>
                                      <p:to>
                                        <p:strVal val="visible"/>
                                      </p:to>
                                    </p:set>
                                    <p:anim calcmode="lin" valueType="num">
                                      <p:cBhvr>
                                        <p:cTn id="127" dur="1000" fill="hold"/>
                                        <p:tgtEl>
                                          <p:spTgt spid="22"/>
                                        </p:tgtEl>
                                        <p:attrNameLst>
                                          <p:attrName>ppt_w</p:attrName>
                                        </p:attrNameLst>
                                      </p:cBhvr>
                                      <p:tavLst>
                                        <p:tav tm="0">
                                          <p:val>
                                            <p:fltVal val="0"/>
                                          </p:val>
                                        </p:tav>
                                        <p:tav tm="100000">
                                          <p:val>
                                            <p:strVal val="#ppt_w"/>
                                          </p:val>
                                        </p:tav>
                                      </p:tavLst>
                                    </p:anim>
                                    <p:anim calcmode="lin" valueType="num">
                                      <p:cBhvr>
                                        <p:cTn id="128" dur="1000" fill="hold"/>
                                        <p:tgtEl>
                                          <p:spTgt spid="22"/>
                                        </p:tgtEl>
                                        <p:attrNameLst>
                                          <p:attrName>ppt_h</p:attrName>
                                        </p:attrNameLst>
                                      </p:cBhvr>
                                      <p:tavLst>
                                        <p:tav tm="0">
                                          <p:val>
                                            <p:fltVal val="0"/>
                                          </p:val>
                                        </p:tav>
                                        <p:tav tm="100000">
                                          <p:val>
                                            <p:strVal val="#ppt_h"/>
                                          </p:val>
                                        </p:tav>
                                      </p:tavLst>
                                    </p:anim>
                                    <p:anim calcmode="lin" valueType="num">
                                      <p:cBhvr>
                                        <p:cTn id="129" dur="1000" fill="hold"/>
                                        <p:tgtEl>
                                          <p:spTgt spid="22"/>
                                        </p:tgtEl>
                                        <p:attrNameLst>
                                          <p:attrName>style.rotation</p:attrName>
                                        </p:attrNameLst>
                                      </p:cBhvr>
                                      <p:tavLst>
                                        <p:tav tm="0">
                                          <p:val>
                                            <p:fltVal val="90"/>
                                          </p:val>
                                        </p:tav>
                                        <p:tav tm="100000">
                                          <p:val>
                                            <p:fltVal val="0"/>
                                          </p:val>
                                        </p:tav>
                                      </p:tavLst>
                                    </p:anim>
                                    <p:animEffect transition="in" filter="fade">
                                      <p:cBhvr>
                                        <p:cTn id="130" dur="1000"/>
                                        <p:tgtEl>
                                          <p:spTgt spid="22"/>
                                        </p:tgtEl>
                                      </p:cBhvr>
                                    </p:animEffect>
                                  </p:childTnLst>
                                </p:cTn>
                              </p:par>
                            </p:childTnLst>
                          </p:cTn>
                        </p:par>
                        <p:par>
                          <p:cTn id="131" fill="hold">
                            <p:stCondLst>
                              <p:cond delay="7000"/>
                            </p:stCondLst>
                            <p:childTnLst>
                              <p:par>
                                <p:cTn id="132" presetID="31" presetClass="entr" presetSubtype="0" fill="hold" grpId="0" nodeType="afterEffect">
                                  <p:stCondLst>
                                    <p:cond delay="0"/>
                                  </p:stCondLst>
                                  <p:childTnLst>
                                    <p:set>
                                      <p:cBhvr>
                                        <p:cTn id="133" dur="1" fill="hold">
                                          <p:stCondLst>
                                            <p:cond delay="0"/>
                                          </p:stCondLst>
                                        </p:cTn>
                                        <p:tgtEl>
                                          <p:spTgt spid="23"/>
                                        </p:tgtEl>
                                        <p:attrNameLst>
                                          <p:attrName>style.visibility</p:attrName>
                                        </p:attrNameLst>
                                      </p:cBhvr>
                                      <p:to>
                                        <p:strVal val="visible"/>
                                      </p:to>
                                    </p:set>
                                    <p:anim calcmode="lin" valueType="num">
                                      <p:cBhvr>
                                        <p:cTn id="134" dur="1000" fill="hold"/>
                                        <p:tgtEl>
                                          <p:spTgt spid="23"/>
                                        </p:tgtEl>
                                        <p:attrNameLst>
                                          <p:attrName>ppt_w</p:attrName>
                                        </p:attrNameLst>
                                      </p:cBhvr>
                                      <p:tavLst>
                                        <p:tav tm="0">
                                          <p:val>
                                            <p:fltVal val="0"/>
                                          </p:val>
                                        </p:tav>
                                        <p:tav tm="100000">
                                          <p:val>
                                            <p:strVal val="#ppt_w"/>
                                          </p:val>
                                        </p:tav>
                                      </p:tavLst>
                                    </p:anim>
                                    <p:anim calcmode="lin" valueType="num">
                                      <p:cBhvr>
                                        <p:cTn id="135" dur="1000" fill="hold"/>
                                        <p:tgtEl>
                                          <p:spTgt spid="23"/>
                                        </p:tgtEl>
                                        <p:attrNameLst>
                                          <p:attrName>ppt_h</p:attrName>
                                        </p:attrNameLst>
                                      </p:cBhvr>
                                      <p:tavLst>
                                        <p:tav tm="0">
                                          <p:val>
                                            <p:fltVal val="0"/>
                                          </p:val>
                                        </p:tav>
                                        <p:tav tm="100000">
                                          <p:val>
                                            <p:strVal val="#ppt_h"/>
                                          </p:val>
                                        </p:tav>
                                      </p:tavLst>
                                    </p:anim>
                                    <p:anim calcmode="lin" valueType="num">
                                      <p:cBhvr>
                                        <p:cTn id="136" dur="1000" fill="hold"/>
                                        <p:tgtEl>
                                          <p:spTgt spid="23"/>
                                        </p:tgtEl>
                                        <p:attrNameLst>
                                          <p:attrName>style.rotation</p:attrName>
                                        </p:attrNameLst>
                                      </p:cBhvr>
                                      <p:tavLst>
                                        <p:tav tm="0">
                                          <p:val>
                                            <p:fltVal val="90"/>
                                          </p:val>
                                        </p:tav>
                                        <p:tav tm="100000">
                                          <p:val>
                                            <p:fltVal val="0"/>
                                          </p:val>
                                        </p:tav>
                                      </p:tavLst>
                                    </p:anim>
                                    <p:animEffect transition="in" filter="fade">
                                      <p:cBhvr>
                                        <p:cTn id="137" dur="1000"/>
                                        <p:tgtEl>
                                          <p:spTgt spid="23"/>
                                        </p:tgtEl>
                                      </p:cBhvr>
                                    </p:animEffect>
                                  </p:childTnLst>
                                </p:cTn>
                              </p:par>
                            </p:childTnLst>
                          </p:cTn>
                        </p:par>
                        <p:par>
                          <p:cTn id="138" fill="hold">
                            <p:stCondLst>
                              <p:cond delay="8000"/>
                            </p:stCondLst>
                            <p:childTnLst>
                              <p:par>
                                <p:cTn id="139" presetID="31" presetClass="entr" presetSubtype="0" fill="hold" grpId="0" nodeType="afterEffect">
                                  <p:stCondLst>
                                    <p:cond delay="0"/>
                                  </p:stCondLst>
                                  <p:childTnLst>
                                    <p:set>
                                      <p:cBhvr>
                                        <p:cTn id="140" dur="1" fill="hold">
                                          <p:stCondLst>
                                            <p:cond delay="0"/>
                                          </p:stCondLst>
                                        </p:cTn>
                                        <p:tgtEl>
                                          <p:spTgt spid="24"/>
                                        </p:tgtEl>
                                        <p:attrNameLst>
                                          <p:attrName>style.visibility</p:attrName>
                                        </p:attrNameLst>
                                      </p:cBhvr>
                                      <p:to>
                                        <p:strVal val="visible"/>
                                      </p:to>
                                    </p:set>
                                    <p:anim calcmode="lin" valueType="num">
                                      <p:cBhvr>
                                        <p:cTn id="141" dur="1000" fill="hold"/>
                                        <p:tgtEl>
                                          <p:spTgt spid="24"/>
                                        </p:tgtEl>
                                        <p:attrNameLst>
                                          <p:attrName>ppt_w</p:attrName>
                                        </p:attrNameLst>
                                      </p:cBhvr>
                                      <p:tavLst>
                                        <p:tav tm="0">
                                          <p:val>
                                            <p:fltVal val="0"/>
                                          </p:val>
                                        </p:tav>
                                        <p:tav tm="100000">
                                          <p:val>
                                            <p:strVal val="#ppt_w"/>
                                          </p:val>
                                        </p:tav>
                                      </p:tavLst>
                                    </p:anim>
                                    <p:anim calcmode="lin" valueType="num">
                                      <p:cBhvr>
                                        <p:cTn id="142" dur="1000" fill="hold"/>
                                        <p:tgtEl>
                                          <p:spTgt spid="24"/>
                                        </p:tgtEl>
                                        <p:attrNameLst>
                                          <p:attrName>ppt_h</p:attrName>
                                        </p:attrNameLst>
                                      </p:cBhvr>
                                      <p:tavLst>
                                        <p:tav tm="0">
                                          <p:val>
                                            <p:fltVal val="0"/>
                                          </p:val>
                                        </p:tav>
                                        <p:tav tm="100000">
                                          <p:val>
                                            <p:strVal val="#ppt_h"/>
                                          </p:val>
                                        </p:tav>
                                      </p:tavLst>
                                    </p:anim>
                                    <p:anim calcmode="lin" valueType="num">
                                      <p:cBhvr>
                                        <p:cTn id="143" dur="1000" fill="hold"/>
                                        <p:tgtEl>
                                          <p:spTgt spid="24"/>
                                        </p:tgtEl>
                                        <p:attrNameLst>
                                          <p:attrName>style.rotation</p:attrName>
                                        </p:attrNameLst>
                                      </p:cBhvr>
                                      <p:tavLst>
                                        <p:tav tm="0">
                                          <p:val>
                                            <p:fltVal val="90"/>
                                          </p:val>
                                        </p:tav>
                                        <p:tav tm="100000">
                                          <p:val>
                                            <p:fltVal val="0"/>
                                          </p:val>
                                        </p:tav>
                                      </p:tavLst>
                                    </p:anim>
                                    <p:animEffect transition="in" filter="fade">
                                      <p:cBhvr>
                                        <p:cTn id="144" dur="1000"/>
                                        <p:tgtEl>
                                          <p:spTgt spid="24"/>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xit" presetSubtype="1" fill="hold" grpId="1" nodeType="clickEffect">
                                  <p:stCondLst>
                                    <p:cond delay="0"/>
                                  </p:stCondLst>
                                  <p:childTnLst>
                                    <p:animEffect transition="out" filter="wipe(up)">
                                      <p:cBhvr>
                                        <p:cTn id="148" dur="500"/>
                                        <p:tgtEl>
                                          <p:spTgt spid="70"/>
                                        </p:tgtEl>
                                      </p:cBhvr>
                                    </p:animEffect>
                                    <p:set>
                                      <p:cBhvr>
                                        <p:cTn id="149" dur="1" fill="hold">
                                          <p:stCondLst>
                                            <p:cond delay="499"/>
                                          </p:stCondLst>
                                        </p:cTn>
                                        <p:tgtEl>
                                          <p:spTgt spid="70"/>
                                        </p:tgtEl>
                                        <p:attrNameLst>
                                          <p:attrName>style.visibility</p:attrName>
                                        </p:attrNameLst>
                                      </p:cBhvr>
                                      <p:to>
                                        <p:strVal val="hidden"/>
                                      </p:to>
                                    </p:set>
                                  </p:childTnLst>
                                </p:cTn>
                              </p:par>
                              <p:par>
                                <p:cTn id="150" presetID="22" presetClass="entr" presetSubtype="8" fill="hold" nodeType="withEffect">
                                  <p:stCondLst>
                                    <p:cond delay="0"/>
                                  </p:stCondLst>
                                  <p:childTnLst>
                                    <p:set>
                                      <p:cBhvr>
                                        <p:cTn id="151" dur="1" fill="hold">
                                          <p:stCondLst>
                                            <p:cond delay="0"/>
                                          </p:stCondLst>
                                        </p:cTn>
                                        <p:tgtEl>
                                          <p:spTgt spid="129"/>
                                        </p:tgtEl>
                                        <p:attrNameLst>
                                          <p:attrName>style.visibility</p:attrName>
                                        </p:attrNameLst>
                                      </p:cBhvr>
                                      <p:to>
                                        <p:strVal val="visible"/>
                                      </p:to>
                                    </p:set>
                                    <p:animEffect transition="in" filter="wipe(left)">
                                      <p:cBhvr>
                                        <p:cTn id="152"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81"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animBg="1"/>
      <p:bldP spid="183" grpId="0" animBg="1"/>
      <p:bldP spid="60" grpId="0" animBg="1"/>
      <p:bldP spid="70" grpId="0" animBg="1"/>
      <p:bldP spid="70" grpId="1" animBg="1"/>
      <p:bldP spid="1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文本框 180">
            <a:extLst>
              <a:ext uri="{FF2B5EF4-FFF2-40B4-BE49-F238E27FC236}">
                <a16:creationId xmlns:a16="http://schemas.microsoft.com/office/drawing/2014/main" id="{EAE0D2A9-843B-40EF-992E-6DD462B3D48F}"/>
              </a:ext>
            </a:extLst>
          </p:cNvPr>
          <p:cNvSpPr txBox="1"/>
          <p:nvPr/>
        </p:nvSpPr>
        <p:spPr>
          <a:xfrm>
            <a:off x="5528552" y="1604457"/>
            <a:ext cx="6127016" cy="2554545"/>
          </a:xfrm>
          <a:prstGeom prst="rect">
            <a:avLst/>
          </a:prstGeom>
          <a:solidFill>
            <a:schemeClr val="bg2"/>
          </a:solidFill>
          <a:ln w="12700">
            <a:solidFill>
              <a:schemeClr val="accent2">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zh-CN" altLang="en-US" sz="1600" b="1" dirty="0">
                <a:latin typeface="Courier New" panose="02070309020205020404" pitchFamily="49" charset="0"/>
                <a:cs typeface="Courier New" panose="02070309020205020404" pitchFamily="49" charset="0"/>
              </a:rPr>
              <a:t>  BiTree  SOSTree;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次优查找树采用二叉链表</a:t>
            </a:r>
          </a:p>
          <a:p>
            <a:r>
              <a:rPr lang="zh-CN" altLang="en-US" sz="1600" b="1" dirty="0">
                <a:latin typeface="Courier New" panose="02070309020205020404" pitchFamily="49" charset="0"/>
                <a:cs typeface="Courier New" panose="02070309020205020404" pitchFamily="49" charset="0"/>
              </a:rPr>
              <a:t>Status CreateSOSTree(SOSTree &amp;T, SSTable ST)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9.4</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。由有序表</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S</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T构造次优查找树T。ST的元素含权值</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(ST.length == 0) T = NULL;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构造空树</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FindSW</a:t>
            </a:r>
            <a:r>
              <a:rPr lang="zh-CN" altLang="en-US" sz="1600" b="1" dirty="0">
                <a:latin typeface="Courier New" panose="02070309020205020404" pitchFamily="49" charset="0"/>
                <a:cs typeface="Courier New" panose="02070309020205020404" pitchFamily="49" charset="0"/>
              </a:rPr>
              <a:t>(sw, ST);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求累计权值表sw</a:t>
            </a:r>
          </a:p>
          <a:p>
            <a:r>
              <a:rPr lang="zh-CN" altLang="en-US" sz="1600" b="1" dirty="0">
                <a:latin typeface="Courier New" panose="02070309020205020404" pitchFamily="49" charset="0"/>
                <a:cs typeface="Courier New" panose="02070309020205020404" pitchFamily="49" charset="0"/>
              </a:rPr>
              <a:t>    SecondOptimal(T, ST.elem, sw, 1, ST.length);</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 调用</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9.3</a:t>
            </a:r>
            <a:endPar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600" b="1" dirty="0">
                <a:latin typeface="Courier New" panose="02070309020205020404" pitchFamily="49" charset="0"/>
                <a:cs typeface="Courier New" panose="02070309020205020404" pitchFamily="49" charset="0"/>
              </a:rPr>
              <a:t> OK;</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CreateSOSTree</a:t>
            </a:r>
          </a:p>
        </p:txBody>
      </p:sp>
      <p:sp>
        <p:nvSpPr>
          <p:cNvPr id="4" name="文本框 3">
            <a:extLst>
              <a:ext uri="{FF2B5EF4-FFF2-40B4-BE49-F238E27FC236}">
                <a16:creationId xmlns:a16="http://schemas.microsoft.com/office/drawing/2014/main" id="{752F4B2B-27CF-4BE5-B38B-D5CEE5F2B5AC}"/>
              </a:ext>
            </a:extLst>
          </p:cNvPr>
          <p:cNvSpPr txBox="1"/>
          <p:nvPr/>
        </p:nvSpPr>
        <p:spPr>
          <a:xfrm>
            <a:off x="1069730" y="403658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70C0"/>
                </a:solidFill>
                <a:latin typeface="Times New Roman" panose="02020603050405020304" pitchFamily="18" charset="0"/>
                <a:cs typeface="Times New Roman" panose="02020603050405020304" pitchFamily="18" charset="0"/>
              </a:rPr>
              <a:t>27</a:t>
            </a:r>
            <a:endParaRPr lang="zh-CN" altLang="en-US" b="1" dirty="0">
              <a:solidFill>
                <a:srgbClr val="0070C0"/>
              </a:solidFill>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0DD74A0F-2B71-40A8-B493-E69DED5F920D}"/>
              </a:ext>
            </a:extLst>
          </p:cNvPr>
          <p:cNvSpPr txBox="1"/>
          <p:nvPr/>
        </p:nvSpPr>
        <p:spPr>
          <a:xfrm>
            <a:off x="1449037"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25</a:t>
            </a:r>
            <a:endParaRPr lang="zh-CN" altLang="en-US" dirty="0"/>
          </a:p>
        </p:txBody>
      </p:sp>
      <p:sp>
        <p:nvSpPr>
          <p:cNvPr id="6" name="文本框 5">
            <a:extLst>
              <a:ext uri="{FF2B5EF4-FFF2-40B4-BE49-F238E27FC236}">
                <a16:creationId xmlns:a16="http://schemas.microsoft.com/office/drawing/2014/main" id="{505B3ADA-8F2A-48C5-9704-D53564082204}"/>
              </a:ext>
            </a:extLst>
          </p:cNvPr>
          <p:cNvSpPr txBox="1"/>
          <p:nvPr/>
        </p:nvSpPr>
        <p:spPr>
          <a:xfrm>
            <a:off x="1828344"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22</a:t>
            </a:r>
            <a:endParaRPr lang="zh-CN" altLang="en-US" dirty="0"/>
          </a:p>
        </p:txBody>
      </p:sp>
      <p:sp>
        <p:nvSpPr>
          <p:cNvPr id="7" name="文本框 6">
            <a:extLst>
              <a:ext uri="{FF2B5EF4-FFF2-40B4-BE49-F238E27FC236}">
                <a16:creationId xmlns:a16="http://schemas.microsoft.com/office/drawing/2014/main" id="{CEC5B818-DB48-4644-8FA5-811FF4090CE7}"/>
              </a:ext>
            </a:extLst>
          </p:cNvPr>
          <p:cNvSpPr txBox="1"/>
          <p:nvPr/>
        </p:nvSpPr>
        <p:spPr>
          <a:xfrm>
            <a:off x="2207651"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15</a:t>
            </a:r>
            <a:endParaRPr lang="zh-CN" altLang="en-US" dirty="0"/>
          </a:p>
        </p:txBody>
      </p:sp>
      <p:sp>
        <p:nvSpPr>
          <p:cNvPr id="8" name="文本框 7">
            <a:extLst>
              <a:ext uri="{FF2B5EF4-FFF2-40B4-BE49-F238E27FC236}">
                <a16:creationId xmlns:a16="http://schemas.microsoft.com/office/drawing/2014/main" id="{1D475E93-3172-421A-8B98-C33048529EE0}"/>
              </a:ext>
            </a:extLst>
          </p:cNvPr>
          <p:cNvSpPr txBox="1"/>
          <p:nvPr/>
        </p:nvSpPr>
        <p:spPr>
          <a:xfrm>
            <a:off x="2586958"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7</a:t>
            </a:r>
            <a:endParaRPr lang="zh-CN" altLang="en-US" dirty="0"/>
          </a:p>
        </p:txBody>
      </p:sp>
      <p:sp>
        <p:nvSpPr>
          <p:cNvPr id="9" name="文本框 8">
            <a:extLst>
              <a:ext uri="{FF2B5EF4-FFF2-40B4-BE49-F238E27FC236}">
                <a16:creationId xmlns:a16="http://schemas.microsoft.com/office/drawing/2014/main" id="{513945E4-DAFE-435D-9879-52E2A8E4FEE1}"/>
              </a:ext>
            </a:extLst>
          </p:cNvPr>
          <p:cNvSpPr txBox="1"/>
          <p:nvPr/>
        </p:nvSpPr>
        <p:spPr>
          <a:xfrm>
            <a:off x="2966265"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0</a:t>
            </a:r>
            <a:endParaRPr lang="zh-CN" altLang="en-US" dirty="0"/>
          </a:p>
        </p:txBody>
      </p:sp>
      <p:sp>
        <p:nvSpPr>
          <p:cNvPr id="10" name="文本框 9">
            <a:extLst>
              <a:ext uri="{FF2B5EF4-FFF2-40B4-BE49-F238E27FC236}">
                <a16:creationId xmlns:a16="http://schemas.microsoft.com/office/drawing/2014/main" id="{769EA53C-4973-4ACA-BCA5-C6F0F3FE3D83}"/>
              </a:ext>
            </a:extLst>
          </p:cNvPr>
          <p:cNvSpPr txBox="1"/>
          <p:nvPr/>
        </p:nvSpPr>
        <p:spPr>
          <a:xfrm>
            <a:off x="3345572"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8</a:t>
            </a:r>
            <a:endParaRPr lang="zh-CN" altLang="en-US" dirty="0"/>
          </a:p>
        </p:txBody>
      </p:sp>
      <p:sp>
        <p:nvSpPr>
          <p:cNvPr id="11" name="文本框 10">
            <a:extLst>
              <a:ext uri="{FF2B5EF4-FFF2-40B4-BE49-F238E27FC236}">
                <a16:creationId xmlns:a16="http://schemas.microsoft.com/office/drawing/2014/main" id="{D7566E6C-3C28-4960-953B-5F86612FF763}"/>
              </a:ext>
            </a:extLst>
          </p:cNvPr>
          <p:cNvSpPr txBox="1"/>
          <p:nvPr/>
        </p:nvSpPr>
        <p:spPr>
          <a:xfrm>
            <a:off x="3724879"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15</a:t>
            </a:r>
            <a:endParaRPr lang="zh-CN" altLang="en-US" dirty="0"/>
          </a:p>
        </p:txBody>
      </p:sp>
      <p:sp>
        <p:nvSpPr>
          <p:cNvPr id="12" name="文本框 11">
            <a:extLst>
              <a:ext uri="{FF2B5EF4-FFF2-40B4-BE49-F238E27FC236}">
                <a16:creationId xmlns:a16="http://schemas.microsoft.com/office/drawing/2014/main" id="{116058B5-03BF-4CAB-8905-DB488C3A1011}"/>
              </a:ext>
            </a:extLst>
          </p:cNvPr>
          <p:cNvSpPr txBox="1"/>
          <p:nvPr/>
        </p:nvSpPr>
        <p:spPr>
          <a:xfrm>
            <a:off x="4104186" y="403658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23</a:t>
            </a:r>
            <a:endParaRPr lang="zh-CN" altLang="en-US" dirty="0"/>
          </a:p>
        </p:txBody>
      </p:sp>
      <p:sp>
        <p:nvSpPr>
          <p:cNvPr id="13" name="文本框 12">
            <a:extLst>
              <a:ext uri="{FF2B5EF4-FFF2-40B4-BE49-F238E27FC236}">
                <a16:creationId xmlns:a16="http://schemas.microsoft.com/office/drawing/2014/main" id="{263EA650-E629-43E4-893A-FF15341E71D6}"/>
              </a:ext>
            </a:extLst>
          </p:cNvPr>
          <p:cNvSpPr txBox="1"/>
          <p:nvPr/>
        </p:nvSpPr>
        <p:spPr>
          <a:xfrm>
            <a:off x="163890" y="4036585"/>
            <a:ext cx="398113" cy="349702"/>
          </a:xfrm>
          <a:prstGeom prst="rect">
            <a:avLst/>
          </a:prstGeom>
          <a:noFill/>
        </p:spPr>
        <p:txBody>
          <a:bodyPr wrap="none" lIns="36000" tIns="36000" rIns="36000" bIns="36000" rtlCol="0">
            <a:spAutoFit/>
          </a:bodyPr>
          <a:lstStyle/>
          <a:p>
            <a:pPr algn="ct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8CBCB08D-0347-4C14-8D11-32A377C67C08}"/>
              </a:ext>
            </a:extLst>
          </p:cNvPr>
          <p:cNvSpPr txBox="1"/>
          <p:nvPr/>
        </p:nvSpPr>
        <p:spPr>
          <a:xfrm>
            <a:off x="1066911"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1C760595-4F22-41E3-BD10-65BD98756922}"/>
              </a:ext>
            </a:extLst>
          </p:cNvPr>
          <p:cNvSpPr txBox="1"/>
          <p:nvPr/>
        </p:nvSpPr>
        <p:spPr>
          <a:xfrm>
            <a:off x="1446218"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8ADCFE02-5540-45B1-94B7-93B35BBFEAB4}"/>
              </a:ext>
            </a:extLst>
          </p:cNvPr>
          <p:cNvSpPr txBox="1"/>
          <p:nvPr/>
        </p:nvSpPr>
        <p:spPr>
          <a:xfrm>
            <a:off x="1825525"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D2E8FD9A-ED3D-4984-9E12-2D5CDFB81C0E}"/>
              </a:ext>
            </a:extLst>
          </p:cNvPr>
          <p:cNvSpPr txBox="1"/>
          <p:nvPr/>
        </p:nvSpPr>
        <p:spPr>
          <a:xfrm>
            <a:off x="2204832"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9</a:t>
            </a:r>
            <a:endParaRPr lang="zh-CN" altLang="en-US" b="1"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C0103A30-2B71-442D-96AF-535B57CE3ABE}"/>
              </a:ext>
            </a:extLst>
          </p:cNvPr>
          <p:cNvSpPr txBox="1"/>
          <p:nvPr/>
        </p:nvSpPr>
        <p:spPr>
          <a:xfrm>
            <a:off x="2584139"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12</a:t>
            </a:r>
            <a:endParaRPr lang="zh-CN" altLang="en-US" b="1"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687E2D0D-B0A2-4CD0-B3D1-FD3B804A86F3}"/>
              </a:ext>
            </a:extLst>
          </p:cNvPr>
          <p:cNvSpPr txBox="1"/>
          <p:nvPr/>
        </p:nvSpPr>
        <p:spPr>
          <a:xfrm>
            <a:off x="2963446"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16</a:t>
            </a:r>
            <a:endParaRPr lang="zh-CN" altLang="en-US" b="1"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77B9B955-EF30-4193-811F-65649D99C90B}"/>
              </a:ext>
            </a:extLst>
          </p:cNvPr>
          <p:cNvSpPr txBox="1"/>
          <p:nvPr/>
        </p:nvSpPr>
        <p:spPr>
          <a:xfrm>
            <a:off x="3342753"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20</a:t>
            </a:r>
            <a:endParaRPr lang="zh-CN" altLang="en-US" b="1"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095C1165-3DBA-4658-ABCA-5BB747259E0A}"/>
              </a:ext>
            </a:extLst>
          </p:cNvPr>
          <p:cNvSpPr txBox="1"/>
          <p:nvPr/>
        </p:nvSpPr>
        <p:spPr>
          <a:xfrm>
            <a:off x="3722060"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23</a:t>
            </a:r>
            <a:endParaRPr lang="zh-CN" altLang="en-US" b="1"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E59E28F4-FC7D-4051-B418-5044EE4F5495}"/>
              </a:ext>
            </a:extLst>
          </p:cNvPr>
          <p:cNvSpPr txBox="1"/>
          <p:nvPr/>
        </p:nvSpPr>
        <p:spPr>
          <a:xfrm>
            <a:off x="4101367" y="3668939"/>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28</a:t>
            </a:r>
            <a:endParaRPr lang="zh-CN" altLang="en-US" b="1"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654EC50E-00AA-4F27-BB91-2426CDC509F7}"/>
              </a:ext>
            </a:extLst>
          </p:cNvPr>
          <p:cNvSpPr txBox="1"/>
          <p:nvPr/>
        </p:nvSpPr>
        <p:spPr>
          <a:xfrm>
            <a:off x="148356" y="3668939"/>
            <a:ext cx="475057" cy="349702"/>
          </a:xfrm>
          <a:prstGeom prst="rect">
            <a:avLst/>
          </a:prstGeom>
          <a:noFill/>
        </p:spPr>
        <p:txBody>
          <a:bodyPr wrap="none" lIns="36000" tIns="36000" rIns="36000" bIns="36000" rtlCol="0">
            <a:spAutoFit/>
          </a:bodyPr>
          <a:lstStyle/>
          <a:p>
            <a:pPr algn="ct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SW</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1AFACD8C-69C2-415B-A17A-7D61A3BD7968}"/>
              </a:ext>
            </a:extLst>
          </p:cNvPr>
          <p:cNvSpPr txBox="1"/>
          <p:nvPr/>
        </p:nvSpPr>
        <p:spPr>
          <a:xfrm>
            <a:off x="684646" y="3668939"/>
            <a:ext cx="379307" cy="349702"/>
          </a:xfrm>
          <a:prstGeom prst="rect">
            <a:avLst/>
          </a:prstGeom>
          <a:solidFill>
            <a:schemeClr val="bg2"/>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p:txBody>
      </p:sp>
      <p:grpSp>
        <p:nvGrpSpPr>
          <p:cNvPr id="66" name="组合 65">
            <a:extLst>
              <a:ext uri="{FF2B5EF4-FFF2-40B4-BE49-F238E27FC236}">
                <a16:creationId xmlns:a16="http://schemas.microsoft.com/office/drawing/2014/main" id="{82361A75-8551-4043-915E-800C10FC0E5F}"/>
              </a:ext>
            </a:extLst>
          </p:cNvPr>
          <p:cNvGrpSpPr/>
          <p:nvPr/>
        </p:nvGrpSpPr>
        <p:grpSpPr>
          <a:xfrm>
            <a:off x="817055" y="4383625"/>
            <a:ext cx="333425" cy="330805"/>
            <a:chOff x="7785271" y="2230860"/>
            <a:chExt cx="333425" cy="330805"/>
          </a:xfrm>
        </p:grpSpPr>
        <p:sp>
          <p:nvSpPr>
            <p:cNvPr id="63" name="文本框 62">
              <a:extLst>
                <a:ext uri="{FF2B5EF4-FFF2-40B4-BE49-F238E27FC236}">
                  <a16:creationId xmlns:a16="http://schemas.microsoft.com/office/drawing/2014/main" id="{BC2B363B-E4E1-4D58-9492-6DDCDA1EE691}"/>
                </a:ext>
              </a:extLst>
            </p:cNvPr>
            <p:cNvSpPr txBox="1"/>
            <p:nvPr/>
          </p:nvSpPr>
          <p:spPr>
            <a:xfrm>
              <a:off x="7785271" y="2284666"/>
              <a:ext cx="333425"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low</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65" name="直接箭头连接符 64">
              <a:extLst>
                <a:ext uri="{FF2B5EF4-FFF2-40B4-BE49-F238E27FC236}">
                  <a16:creationId xmlns:a16="http://schemas.microsoft.com/office/drawing/2014/main" id="{2C08BA7A-D50C-43F3-B249-FB4E784A74A2}"/>
                </a:ext>
              </a:extLst>
            </p:cNvPr>
            <p:cNvCxnSpPr/>
            <p:nvPr/>
          </p:nvCxnSpPr>
          <p:spPr>
            <a:xfrm flipV="1">
              <a:off x="8100602" y="2230860"/>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C7BDC686-4DB0-41A8-BCD3-FF7FC7FEE083}"/>
              </a:ext>
            </a:extLst>
          </p:cNvPr>
          <p:cNvGrpSpPr/>
          <p:nvPr/>
        </p:nvGrpSpPr>
        <p:grpSpPr>
          <a:xfrm>
            <a:off x="4192463" y="4323015"/>
            <a:ext cx="436017" cy="382963"/>
            <a:chOff x="7944106" y="2231819"/>
            <a:chExt cx="436017" cy="382963"/>
          </a:xfrm>
        </p:grpSpPr>
        <p:sp>
          <p:nvSpPr>
            <p:cNvPr id="68" name="文本框 67">
              <a:extLst>
                <a:ext uri="{FF2B5EF4-FFF2-40B4-BE49-F238E27FC236}">
                  <a16:creationId xmlns:a16="http://schemas.microsoft.com/office/drawing/2014/main" id="{E53F7501-69F9-4E64-ABD1-7304C0AB5968}"/>
                </a:ext>
              </a:extLst>
            </p:cNvPr>
            <p:cNvSpPr txBox="1"/>
            <p:nvPr/>
          </p:nvSpPr>
          <p:spPr>
            <a:xfrm>
              <a:off x="7944106" y="2337783"/>
              <a:ext cx="436017"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high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69" name="直接箭头连接符 68">
              <a:extLst>
                <a:ext uri="{FF2B5EF4-FFF2-40B4-BE49-F238E27FC236}">
                  <a16:creationId xmlns:a16="http://schemas.microsoft.com/office/drawing/2014/main" id="{497829F7-8DC0-4566-A70B-E4EC027EE0F5}"/>
                </a:ext>
              </a:extLst>
            </p:cNvPr>
            <p:cNvCxnSpPr/>
            <p:nvPr/>
          </p:nvCxnSpPr>
          <p:spPr>
            <a:xfrm flipV="1">
              <a:off x="8036860"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896BE0CD-3213-4FD8-8771-AC82ED17E556}"/>
              </a:ext>
            </a:extLst>
          </p:cNvPr>
          <p:cNvGrpSpPr/>
          <p:nvPr/>
        </p:nvGrpSpPr>
        <p:grpSpPr>
          <a:xfrm>
            <a:off x="1202115" y="4373675"/>
            <a:ext cx="131176" cy="291416"/>
            <a:chOff x="9721289" y="2231824"/>
            <a:chExt cx="131176" cy="291416"/>
          </a:xfrm>
        </p:grpSpPr>
        <p:sp>
          <p:nvSpPr>
            <p:cNvPr id="71" name="文本框 70">
              <a:extLst>
                <a:ext uri="{FF2B5EF4-FFF2-40B4-BE49-F238E27FC236}">
                  <a16:creationId xmlns:a16="http://schemas.microsoft.com/office/drawing/2014/main" id="{17DBD6E5-090B-4A22-B5B9-D99931FB15E5}"/>
                </a:ext>
              </a:extLst>
            </p:cNvPr>
            <p:cNvSpPr txBox="1"/>
            <p:nvPr/>
          </p:nvSpPr>
          <p:spPr>
            <a:xfrm>
              <a:off x="9721289" y="2246241"/>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72" name="直接箭头连接符 71">
              <a:extLst>
                <a:ext uri="{FF2B5EF4-FFF2-40B4-BE49-F238E27FC236}">
                  <a16:creationId xmlns:a16="http://schemas.microsoft.com/office/drawing/2014/main" id="{01E0DCC6-3A4B-4C8F-82FD-F6B59909477A}"/>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76" name="文本框 75">
            <a:extLst>
              <a:ext uri="{FF2B5EF4-FFF2-40B4-BE49-F238E27FC236}">
                <a16:creationId xmlns:a16="http://schemas.microsoft.com/office/drawing/2014/main" id="{97A665C3-235A-4A0A-8F7D-4E04495B7523}"/>
              </a:ext>
            </a:extLst>
          </p:cNvPr>
          <p:cNvSpPr txBox="1"/>
          <p:nvPr/>
        </p:nvSpPr>
        <p:spPr>
          <a:xfrm>
            <a:off x="1069730" y="476179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11</a:t>
            </a:r>
            <a:endParaRPr lang="zh-CN" altLang="en-US" dirty="0"/>
          </a:p>
        </p:txBody>
      </p:sp>
      <p:sp>
        <p:nvSpPr>
          <p:cNvPr id="77" name="文本框 76">
            <a:extLst>
              <a:ext uri="{FF2B5EF4-FFF2-40B4-BE49-F238E27FC236}">
                <a16:creationId xmlns:a16="http://schemas.microsoft.com/office/drawing/2014/main" id="{EE5A74B8-EB04-4535-9EBA-AAEB49BA8055}"/>
              </a:ext>
            </a:extLst>
          </p:cNvPr>
          <p:cNvSpPr txBox="1"/>
          <p:nvPr/>
        </p:nvSpPr>
        <p:spPr>
          <a:xfrm>
            <a:off x="1449037" y="476179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9</a:t>
            </a:r>
            <a:endParaRPr lang="zh-CN" altLang="en-US" dirty="0"/>
          </a:p>
        </p:txBody>
      </p:sp>
      <p:sp>
        <p:nvSpPr>
          <p:cNvPr id="78" name="文本框 77">
            <a:extLst>
              <a:ext uri="{FF2B5EF4-FFF2-40B4-BE49-F238E27FC236}">
                <a16:creationId xmlns:a16="http://schemas.microsoft.com/office/drawing/2014/main" id="{0EA22B8E-E02D-43BE-BF63-EA74463BF6E7}"/>
              </a:ext>
            </a:extLst>
          </p:cNvPr>
          <p:cNvSpPr txBox="1"/>
          <p:nvPr/>
        </p:nvSpPr>
        <p:spPr>
          <a:xfrm>
            <a:off x="1828344" y="476179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6</a:t>
            </a:r>
            <a:endParaRPr lang="zh-CN" altLang="en-US" dirty="0"/>
          </a:p>
        </p:txBody>
      </p:sp>
      <p:sp>
        <p:nvSpPr>
          <p:cNvPr id="79" name="文本框 78">
            <a:extLst>
              <a:ext uri="{FF2B5EF4-FFF2-40B4-BE49-F238E27FC236}">
                <a16:creationId xmlns:a16="http://schemas.microsoft.com/office/drawing/2014/main" id="{D0F392C4-7943-4C3D-87E1-B1B9650F3E39}"/>
              </a:ext>
            </a:extLst>
          </p:cNvPr>
          <p:cNvSpPr txBox="1"/>
          <p:nvPr/>
        </p:nvSpPr>
        <p:spPr>
          <a:xfrm>
            <a:off x="2207651" y="476179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1</a:t>
            </a:r>
            <a:endParaRPr lang="zh-CN" altLang="en-US" dirty="0"/>
          </a:p>
        </p:txBody>
      </p:sp>
      <p:sp>
        <p:nvSpPr>
          <p:cNvPr id="80" name="文本框 79">
            <a:extLst>
              <a:ext uri="{FF2B5EF4-FFF2-40B4-BE49-F238E27FC236}">
                <a16:creationId xmlns:a16="http://schemas.microsoft.com/office/drawing/2014/main" id="{8FC84106-FF4B-4495-9A2D-CD762718D9CB}"/>
              </a:ext>
            </a:extLst>
          </p:cNvPr>
          <p:cNvSpPr txBox="1"/>
          <p:nvPr/>
        </p:nvSpPr>
        <p:spPr>
          <a:xfrm>
            <a:off x="2586958" y="476179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9</a:t>
            </a:r>
            <a:endParaRPr lang="zh-CN" altLang="en-US" dirty="0"/>
          </a:p>
        </p:txBody>
      </p:sp>
      <p:sp>
        <p:nvSpPr>
          <p:cNvPr id="82" name="文本框 81">
            <a:extLst>
              <a:ext uri="{FF2B5EF4-FFF2-40B4-BE49-F238E27FC236}">
                <a16:creationId xmlns:a16="http://schemas.microsoft.com/office/drawing/2014/main" id="{40C4E360-1B46-4C46-9728-3EF5A7609509}"/>
              </a:ext>
            </a:extLst>
          </p:cNvPr>
          <p:cNvSpPr txBox="1"/>
          <p:nvPr/>
        </p:nvSpPr>
        <p:spPr>
          <a:xfrm>
            <a:off x="3345572" y="476179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8</a:t>
            </a:r>
            <a:endParaRPr lang="zh-CN" altLang="en-US" dirty="0"/>
          </a:p>
        </p:txBody>
      </p:sp>
      <p:sp>
        <p:nvSpPr>
          <p:cNvPr id="83" name="文本框 82">
            <a:extLst>
              <a:ext uri="{FF2B5EF4-FFF2-40B4-BE49-F238E27FC236}">
                <a16:creationId xmlns:a16="http://schemas.microsoft.com/office/drawing/2014/main" id="{196AC419-E318-4751-9BE6-29F86C22F1BF}"/>
              </a:ext>
            </a:extLst>
          </p:cNvPr>
          <p:cNvSpPr txBox="1"/>
          <p:nvPr/>
        </p:nvSpPr>
        <p:spPr>
          <a:xfrm>
            <a:off x="3724880" y="4764070"/>
            <a:ext cx="374544" cy="347428"/>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1</a:t>
            </a:r>
            <a:endParaRPr lang="zh-CN" altLang="en-US" dirty="0"/>
          </a:p>
        </p:txBody>
      </p:sp>
      <p:sp>
        <p:nvSpPr>
          <p:cNvPr id="84" name="文本框 83">
            <a:extLst>
              <a:ext uri="{FF2B5EF4-FFF2-40B4-BE49-F238E27FC236}">
                <a16:creationId xmlns:a16="http://schemas.microsoft.com/office/drawing/2014/main" id="{6E1649FD-7EC8-4933-BE2B-2378FDBB7EA7}"/>
              </a:ext>
            </a:extLst>
          </p:cNvPr>
          <p:cNvSpPr txBox="1"/>
          <p:nvPr/>
        </p:nvSpPr>
        <p:spPr>
          <a:xfrm>
            <a:off x="4104186" y="476179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7</a:t>
            </a:r>
            <a:endParaRPr lang="zh-CN" altLang="en-US" dirty="0"/>
          </a:p>
        </p:txBody>
      </p:sp>
      <p:sp>
        <p:nvSpPr>
          <p:cNvPr id="85" name="文本框 84">
            <a:extLst>
              <a:ext uri="{FF2B5EF4-FFF2-40B4-BE49-F238E27FC236}">
                <a16:creationId xmlns:a16="http://schemas.microsoft.com/office/drawing/2014/main" id="{F59ED5A5-6BF1-4003-8FCB-A666AAC6B1CC}"/>
              </a:ext>
            </a:extLst>
          </p:cNvPr>
          <p:cNvSpPr txBox="1"/>
          <p:nvPr/>
        </p:nvSpPr>
        <p:spPr>
          <a:xfrm>
            <a:off x="163890" y="4761796"/>
            <a:ext cx="398113" cy="349702"/>
          </a:xfrm>
          <a:prstGeom prst="rect">
            <a:avLst/>
          </a:prstGeom>
          <a:noFill/>
        </p:spPr>
        <p:txBody>
          <a:bodyPr wrap="none" lIns="36000" tIns="36000" rIns="36000" bIns="36000" rtlCol="0">
            <a:spAutoFit/>
          </a:bodyPr>
          <a:lstStyle/>
          <a:p>
            <a:pPr algn="ct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grpSp>
        <p:nvGrpSpPr>
          <p:cNvPr id="86" name="组合 85">
            <a:extLst>
              <a:ext uri="{FF2B5EF4-FFF2-40B4-BE49-F238E27FC236}">
                <a16:creationId xmlns:a16="http://schemas.microsoft.com/office/drawing/2014/main" id="{0CB9BFA5-E4AF-4B6F-8ADC-F615A570A493}"/>
              </a:ext>
            </a:extLst>
          </p:cNvPr>
          <p:cNvGrpSpPr/>
          <p:nvPr/>
        </p:nvGrpSpPr>
        <p:grpSpPr>
          <a:xfrm>
            <a:off x="1058790" y="5097081"/>
            <a:ext cx="131176" cy="311735"/>
            <a:chOff x="7841046" y="2231819"/>
            <a:chExt cx="131176" cy="311735"/>
          </a:xfrm>
        </p:grpSpPr>
        <p:sp>
          <p:nvSpPr>
            <p:cNvPr id="87" name="文本框 86">
              <a:extLst>
                <a:ext uri="{FF2B5EF4-FFF2-40B4-BE49-F238E27FC236}">
                  <a16:creationId xmlns:a16="http://schemas.microsoft.com/office/drawing/2014/main" id="{E251BF2F-8D17-40C0-9F7B-C8BD4F5128BD}"/>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88" name="直接箭头连接符 87">
              <a:extLst>
                <a:ext uri="{FF2B5EF4-FFF2-40B4-BE49-F238E27FC236}">
                  <a16:creationId xmlns:a16="http://schemas.microsoft.com/office/drawing/2014/main" id="{8A0C8940-6D2C-4059-A670-93B8B8942180}"/>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89" name="组合 88">
            <a:extLst>
              <a:ext uri="{FF2B5EF4-FFF2-40B4-BE49-F238E27FC236}">
                <a16:creationId xmlns:a16="http://schemas.microsoft.com/office/drawing/2014/main" id="{B6D4821F-5389-47AE-9354-DC0F10D13C61}"/>
              </a:ext>
            </a:extLst>
          </p:cNvPr>
          <p:cNvGrpSpPr/>
          <p:nvPr/>
        </p:nvGrpSpPr>
        <p:grpSpPr>
          <a:xfrm>
            <a:off x="2788736" y="5101779"/>
            <a:ext cx="166389" cy="311735"/>
            <a:chOff x="7972222" y="2231819"/>
            <a:chExt cx="166389" cy="311735"/>
          </a:xfrm>
        </p:grpSpPr>
        <p:sp>
          <p:nvSpPr>
            <p:cNvPr id="90" name="文本框 89">
              <a:extLst>
                <a:ext uri="{FF2B5EF4-FFF2-40B4-BE49-F238E27FC236}">
                  <a16:creationId xmlns:a16="http://schemas.microsoft.com/office/drawing/2014/main" id="{D0C61A0E-BB10-4920-AFBE-94F0CABB998A}"/>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91" name="直接箭头连接符 90">
              <a:extLst>
                <a:ext uri="{FF2B5EF4-FFF2-40B4-BE49-F238E27FC236}">
                  <a16:creationId xmlns:a16="http://schemas.microsoft.com/office/drawing/2014/main" id="{1E5DC31E-9AA5-4AD6-9ACF-146E53BE8897}"/>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2" name="组合 91">
            <a:extLst>
              <a:ext uri="{FF2B5EF4-FFF2-40B4-BE49-F238E27FC236}">
                <a16:creationId xmlns:a16="http://schemas.microsoft.com/office/drawing/2014/main" id="{CC3C75B3-3FC9-49E2-BFD7-8ACFAD271F98}"/>
              </a:ext>
            </a:extLst>
          </p:cNvPr>
          <p:cNvGrpSpPr/>
          <p:nvPr/>
        </p:nvGrpSpPr>
        <p:grpSpPr>
          <a:xfrm>
            <a:off x="1221778" y="5110627"/>
            <a:ext cx="131176" cy="291416"/>
            <a:chOff x="9721289" y="2231824"/>
            <a:chExt cx="131176" cy="291416"/>
          </a:xfrm>
        </p:grpSpPr>
        <p:sp>
          <p:nvSpPr>
            <p:cNvPr id="93" name="文本框 92">
              <a:extLst>
                <a:ext uri="{FF2B5EF4-FFF2-40B4-BE49-F238E27FC236}">
                  <a16:creationId xmlns:a16="http://schemas.microsoft.com/office/drawing/2014/main" id="{6FAAC816-071B-4C9C-80C7-424A1A192B64}"/>
                </a:ext>
              </a:extLst>
            </p:cNvPr>
            <p:cNvSpPr txBox="1"/>
            <p:nvPr/>
          </p:nvSpPr>
          <p:spPr>
            <a:xfrm>
              <a:off x="9721289" y="2246241"/>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94" name="直接箭头连接符 93">
              <a:extLst>
                <a:ext uri="{FF2B5EF4-FFF2-40B4-BE49-F238E27FC236}">
                  <a16:creationId xmlns:a16="http://schemas.microsoft.com/office/drawing/2014/main" id="{792E68C5-9318-487C-A490-6C78CF4B2B16}"/>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6" name="组合 95">
            <a:extLst>
              <a:ext uri="{FF2B5EF4-FFF2-40B4-BE49-F238E27FC236}">
                <a16:creationId xmlns:a16="http://schemas.microsoft.com/office/drawing/2014/main" id="{E3027573-5570-4D32-B4C1-8251DA5441A9}"/>
              </a:ext>
            </a:extLst>
          </p:cNvPr>
          <p:cNvGrpSpPr/>
          <p:nvPr/>
        </p:nvGrpSpPr>
        <p:grpSpPr>
          <a:xfrm>
            <a:off x="3342729" y="5111273"/>
            <a:ext cx="131176" cy="311735"/>
            <a:chOff x="7841046" y="2231819"/>
            <a:chExt cx="131176" cy="311735"/>
          </a:xfrm>
        </p:grpSpPr>
        <p:sp>
          <p:nvSpPr>
            <p:cNvPr id="97" name="文本框 96">
              <a:extLst>
                <a:ext uri="{FF2B5EF4-FFF2-40B4-BE49-F238E27FC236}">
                  <a16:creationId xmlns:a16="http://schemas.microsoft.com/office/drawing/2014/main" id="{E422079B-92DB-465D-A099-AEF17B23C9BF}"/>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98" name="直接箭头连接符 97">
              <a:extLst>
                <a:ext uri="{FF2B5EF4-FFF2-40B4-BE49-F238E27FC236}">
                  <a16:creationId xmlns:a16="http://schemas.microsoft.com/office/drawing/2014/main" id="{5EA2677D-EA66-475B-B8B1-F5F9A4D6FB8F}"/>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9" name="组合 98">
            <a:extLst>
              <a:ext uri="{FF2B5EF4-FFF2-40B4-BE49-F238E27FC236}">
                <a16:creationId xmlns:a16="http://schemas.microsoft.com/office/drawing/2014/main" id="{E2F07922-C24C-4478-A232-8CF75731ED5C}"/>
              </a:ext>
            </a:extLst>
          </p:cNvPr>
          <p:cNvGrpSpPr/>
          <p:nvPr/>
        </p:nvGrpSpPr>
        <p:grpSpPr>
          <a:xfrm>
            <a:off x="4293839" y="5104455"/>
            <a:ext cx="166389" cy="311735"/>
            <a:chOff x="7972222" y="2231819"/>
            <a:chExt cx="166389" cy="311735"/>
          </a:xfrm>
        </p:grpSpPr>
        <p:sp>
          <p:nvSpPr>
            <p:cNvPr id="100" name="文本框 99">
              <a:extLst>
                <a:ext uri="{FF2B5EF4-FFF2-40B4-BE49-F238E27FC236}">
                  <a16:creationId xmlns:a16="http://schemas.microsoft.com/office/drawing/2014/main" id="{C1CA8D1A-D68A-425F-9AAF-D631ACCBCA50}"/>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01" name="直接箭头连接符 100">
              <a:extLst>
                <a:ext uri="{FF2B5EF4-FFF2-40B4-BE49-F238E27FC236}">
                  <a16:creationId xmlns:a16="http://schemas.microsoft.com/office/drawing/2014/main" id="{CD086705-8D0D-4C81-9B89-47AC8C654781}"/>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02" name="组合 101">
            <a:extLst>
              <a:ext uri="{FF2B5EF4-FFF2-40B4-BE49-F238E27FC236}">
                <a16:creationId xmlns:a16="http://schemas.microsoft.com/office/drawing/2014/main" id="{D98C5245-223B-4F27-829D-364B5682FB66}"/>
              </a:ext>
            </a:extLst>
          </p:cNvPr>
          <p:cNvGrpSpPr/>
          <p:nvPr/>
        </p:nvGrpSpPr>
        <p:grpSpPr>
          <a:xfrm>
            <a:off x="3515661" y="5111498"/>
            <a:ext cx="131176" cy="260638"/>
            <a:chOff x="9721289" y="2231824"/>
            <a:chExt cx="131176" cy="260638"/>
          </a:xfrm>
        </p:grpSpPr>
        <p:sp>
          <p:nvSpPr>
            <p:cNvPr id="103" name="文本框 102">
              <a:extLst>
                <a:ext uri="{FF2B5EF4-FFF2-40B4-BE49-F238E27FC236}">
                  <a16:creationId xmlns:a16="http://schemas.microsoft.com/office/drawing/2014/main" id="{61CE7E53-9F50-4630-A28E-EF7592BDBB17}"/>
                </a:ext>
              </a:extLst>
            </p:cNvPr>
            <p:cNvSpPr txBox="1"/>
            <p:nvPr/>
          </p:nvSpPr>
          <p:spPr>
            <a:xfrm>
              <a:off x="9721289" y="2246241"/>
              <a:ext cx="57708" cy="246221"/>
            </a:xfrm>
            <a:prstGeom prst="rect">
              <a:avLst/>
            </a:prstGeom>
            <a:noFill/>
          </p:spPr>
          <p:txBody>
            <a:bodyPr wrap="none" lIns="0" tIns="0" rIns="0" bIns="0" rtlCol="0">
              <a:spAutoFit/>
            </a:bodyPr>
            <a:lstStyle/>
            <a:p>
              <a:r>
                <a:rPr lang="en-US" altLang="zh-CN" sz="1600" b="1" i="1" dirty="0">
                  <a:solidFill>
                    <a:srgbClr val="C00000"/>
                  </a:solidFill>
                  <a:latin typeface="Times New Roman" panose="02020603050405020304" pitchFamily="18" charset="0"/>
                  <a:cs typeface="Times New Roman" panose="02020603050405020304" pitchFamily="18" charset="0"/>
                </a:rPr>
                <a:t>i</a:t>
              </a:r>
              <a:endParaRPr lang="zh-CN" altLang="en-US" sz="1600" b="1" i="1" dirty="0">
                <a:solidFill>
                  <a:srgbClr val="C00000"/>
                </a:solidFill>
                <a:latin typeface="Times New Roman" panose="02020603050405020304" pitchFamily="18" charset="0"/>
                <a:cs typeface="Times New Roman" panose="02020603050405020304" pitchFamily="18" charset="0"/>
              </a:endParaRPr>
            </a:p>
          </p:txBody>
        </p:sp>
        <p:cxnSp>
          <p:nvCxnSpPr>
            <p:cNvPr id="104" name="直接箭头连接符 103">
              <a:extLst>
                <a:ext uri="{FF2B5EF4-FFF2-40B4-BE49-F238E27FC236}">
                  <a16:creationId xmlns:a16="http://schemas.microsoft.com/office/drawing/2014/main" id="{7FD524B6-3CE1-4047-B15B-4384B205870E}"/>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07" name="文本框 106">
            <a:extLst>
              <a:ext uri="{FF2B5EF4-FFF2-40B4-BE49-F238E27FC236}">
                <a16:creationId xmlns:a16="http://schemas.microsoft.com/office/drawing/2014/main" id="{82D24432-D9AE-4263-B8ED-75B28EA81DF0}"/>
              </a:ext>
            </a:extLst>
          </p:cNvPr>
          <p:cNvSpPr txBox="1"/>
          <p:nvPr/>
        </p:nvSpPr>
        <p:spPr>
          <a:xfrm>
            <a:off x="1060780" y="5442242"/>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3</a:t>
            </a:r>
            <a:endParaRPr lang="zh-CN" altLang="en-US" dirty="0"/>
          </a:p>
        </p:txBody>
      </p:sp>
      <p:sp>
        <p:nvSpPr>
          <p:cNvPr id="108" name="文本框 107">
            <a:extLst>
              <a:ext uri="{FF2B5EF4-FFF2-40B4-BE49-F238E27FC236}">
                <a16:creationId xmlns:a16="http://schemas.microsoft.com/office/drawing/2014/main" id="{7E154FC5-CB5D-43A3-A0BC-A6D16FC6D767}"/>
              </a:ext>
            </a:extLst>
          </p:cNvPr>
          <p:cNvSpPr txBox="1"/>
          <p:nvPr/>
        </p:nvSpPr>
        <p:spPr>
          <a:xfrm>
            <a:off x="1440087" y="5442242"/>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1</a:t>
            </a:r>
            <a:endParaRPr lang="zh-CN" altLang="en-US" dirty="0"/>
          </a:p>
        </p:txBody>
      </p:sp>
      <p:sp>
        <p:nvSpPr>
          <p:cNvPr id="109" name="文本框 108">
            <a:extLst>
              <a:ext uri="{FF2B5EF4-FFF2-40B4-BE49-F238E27FC236}">
                <a16:creationId xmlns:a16="http://schemas.microsoft.com/office/drawing/2014/main" id="{2F67AF1C-98D3-4267-8608-90FD4E4BB3E1}"/>
              </a:ext>
            </a:extLst>
          </p:cNvPr>
          <p:cNvSpPr txBox="1"/>
          <p:nvPr/>
        </p:nvSpPr>
        <p:spPr>
          <a:xfrm>
            <a:off x="1819394" y="5442242"/>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2</a:t>
            </a:r>
            <a:endParaRPr lang="zh-CN" altLang="en-US" dirty="0"/>
          </a:p>
        </p:txBody>
      </p:sp>
      <p:sp>
        <p:nvSpPr>
          <p:cNvPr id="111" name="文本框 110">
            <a:extLst>
              <a:ext uri="{FF2B5EF4-FFF2-40B4-BE49-F238E27FC236}">
                <a16:creationId xmlns:a16="http://schemas.microsoft.com/office/drawing/2014/main" id="{0E15EFEE-005A-4B99-8529-E6FBA12CA240}"/>
              </a:ext>
            </a:extLst>
          </p:cNvPr>
          <p:cNvSpPr txBox="1"/>
          <p:nvPr/>
        </p:nvSpPr>
        <p:spPr>
          <a:xfrm>
            <a:off x="2578008" y="5442242"/>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0</a:t>
            </a:r>
            <a:endParaRPr lang="zh-CN" altLang="en-US" dirty="0"/>
          </a:p>
        </p:txBody>
      </p:sp>
      <p:sp>
        <p:nvSpPr>
          <p:cNvPr id="113" name="文本框 112">
            <a:extLst>
              <a:ext uri="{FF2B5EF4-FFF2-40B4-BE49-F238E27FC236}">
                <a16:creationId xmlns:a16="http://schemas.microsoft.com/office/drawing/2014/main" id="{7E9D3982-E647-4C7F-9700-9A7504E5C6AF}"/>
              </a:ext>
            </a:extLst>
          </p:cNvPr>
          <p:cNvSpPr txBox="1"/>
          <p:nvPr/>
        </p:nvSpPr>
        <p:spPr>
          <a:xfrm>
            <a:off x="3336622" y="5442242"/>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0</a:t>
            </a:r>
            <a:endParaRPr lang="zh-CN" altLang="en-US" dirty="0"/>
          </a:p>
        </p:txBody>
      </p:sp>
      <p:sp>
        <p:nvSpPr>
          <p:cNvPr id="115" name="文本框 114">
            <a:extLst>
              <a:ext uri="{FF2B5EF4-FFF2-40B4-BE49-F238E27FC236}">
                <a16:creationId xmlns:a16="http://schemas.microsoft.com/office/drawing/2014/main" id="{ECF2EADF-B65A-46E3-B45C-85F7491EBE23}"/>
              </a:ext>
            </a:extLst>
          </p:cNvPr>
          <p:cNvSpPr txBox="1"/>
          <p:nvPr/>
        </p:nvSpPr>
        <p:spPr>
          <a:xfrm>
            <a:off x="4095236" y="5442242"/>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0</a:t>
            </a:r>
            <a:endParaRPr lang="zh-CN" altLang="en-US" dirty="0"/>
          </a:p>
        </p:txBody>
      </p:sp>
      <p:sp>
        <p:nvSpPr>
          <p:cNvPr id="116" name="文本框 115">
            <a:extLst>
              <a:ext uri="{FF2B5EF4-FFF2-40B4-BE49-F238E27FC236}">
                <a16:creationId xmlns:a16="http://schemas.microsoft.com/office/drawing/2014/main" id="{93280427-F0E2-445A-A35A-4AAEFD139506}"/>
              </a:ext>
            </a:extLst>
          </p:cNvPr>
          <p:cNvSpPr txBox="1"/>
          <p:nvPr/>
        </p:nvSpPr>
        <p:spPr>
          <a:xfrm>
            <a:off x="154940" y="5442242"/>
            <a:ext cx="398113" cy="349702"/>
          </a:xfrm>
          <a:prstGeom prst="rect">
            <a:avLst/>
          </a:prstGeom>
          <a:noFill/>
        </p:spPr>
        <p:txBody>
          <a:bodyPr wrap="none" lIns="36000" tIns="36000" rIns="36000" bIns="36000" rtlCol="0">
            <a:spAutoFit/>
          </a:bodyPr>
          <a:lstStyle/>
          <a:p>
            <a:pPr algn="ct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a:latin typeface="Times New Roman" panose="02020603050405020304" pitchFamily="18" charset="0"/>
                <a:cs typeface="Times New Roman" panose="02020603050405020304" pitchFamily="18" charset="0"/>
                <a:sym typeface="Symbol" panose="05050102010706020507" pitchFamily="18" charset="2"/>
              </a:rPr>
              <a:t>P</a:t>
            </a:r>
            <a:r>
              <a:rPr lang="en-US" altLang="zh-CN" b="1" i="1" baseline="-25000">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grpSp>
        <p:nvGrpSpPr>
          <p:cNvPr id="117" name="组合 116">
            <a:extLst>
              <a:ext uri="{FF2B5EF4-FFF2-40B4-BE49-F238E27FC236}">
                <a16:creationId xmlns:a16="http://schemas.microsoft.com/office/drawing/2014/main" id="{59CC73FF-072B-4E5D-8428-8127798019ED}"/>
              </a:ext>
            </a:extLst>
          </p:cNvPr>
          <p:cNvGrpSpPr/>
          <p:nvPr/>
        </p:nvGrpSpPr>
        <p:grpSpPr>
          <a:xfrm>
            <a:off x="1049840" y="5777527"/>
            <a:ext cx="131176" cy="311735"/>
            <a:chOff x="7841046" y="2231819"/>
            <a:chExt cx="131176" cy="311735"/>
          </a:xfrm>
        </p:grpSpPr>
        <p:sp>
          <p:nvSpPr>
            <p:cNvPr id="118" name="文本框 117">
              <a:extLst>
                <a:ext uri="{FF2B5EF4-FFF2-40B4-BE49-F238E27FC236}">
                  <a16:creationId xmlns:a16="http://schemas.microsoft.com/office/drawing/2014/main" id="{15A3A00E-B8C4-4E74-A0FB-9E2FA17CEE97}"/>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19" name="直接箭头连接符 118">
              <a:extLst>
                <a:ext uri="{FF2B5EF4-FFF2-40B4-BE49-F238E27FC236}">
                  <a16:creationId xmlns:a16="http://schemas.microsoft.com/office/drawing/2014/main" id="{58B76357-7030-4D6A-AC35-1F295618FFBD}"/>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20" name="组合 119">
            <a:extLst>
              <a:ext uri="{FF2B5EF4-FFF2-40B4-BE49-F238E27FC236}">
                <a16:creationId xmlns:a16="http://schemas.microsoft.com/office/drawing/2014/main" id="{03C35598-9F11-4163-8252-54B4C9E198EE}"/>
              </a:ext>
            </a:extLst>
          </p:cNvPr>
          <p:cNvGrpSpPr/>
          <p:nvPr/>
        </p:nvGrpSpPr>
        <p:grpSpPr>
          <a:xfrm>
            <a:off x="2008405" y="5791283"/>
            <a:ext cx="166389" cy="311735"/>
            <a:chOff x="7972222" y="2231819"/>
            <a:chExt cx="166389" cy="311735"/>
          </a:xfrm>
        </p:grpSpPr>
        <p:sp>
          <p:nvSpPr>
            <p:cNvPr id="121" name="文本框 120">
              <a:extLst>
                <a:ext uri="{FF2B5EF4-FFF2-40B4-BE49-F238E27FC236}">
                  <a16:creationId xmlns:a16="http://schemas.microsoft.com/office/drawing/2014/main" id="{82C87BD1-A2D4-4443-B1B4-ED580F3AC268}"/>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22" name="直接箭头连接符 121">
              <a:extLst>
                <a:ext uri="{FF2B5EF4-FFF2-40B4-BE49-F238E27FC236}">
                  <a16:creationId xmlns:a16="http://schemas.microsoft.com/office/drawing/2014/main" id="{75D51636-DC7D-4D1F-972E-117BBC5AA254}"/>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23" name="组合 122">
            <a:extLst>
              <a:ext uri="{FF2B5EF4-FFF2-40B4-BE49-F238E27FC236}">
                <a16:creationId xmlns:a16="http://schemas.microsoft.com/office/drawing/2014/main" id="{4752CCA9-DA41-40AF-BED4-599BC97E0502}"/>
              </a:ext>
            </a:extLst>
          </p:cNvPr>
          <p:cNvGrpSpPr/>
          <p:nvPr/>
        </p:nvGrpSpPr>
        <p:grpSpPr>
          <a:xfrm>
            <a:off x="1216347" y="5786347"/>
            <a:ext cx="131176" cy="291416"/>
            <a:chOff x="9721289" y="2231824"/>
            <a:chExt cx="131176" cy="291416"/>
          </a:xfrm>
        </p:grpSpPr>
        <p:sp>
          <p:nvSpPr>
            <p:cNvPr id="124" name="文本框 123">
              <a:extLst>
                <a:ext uri="{FF2B5EF4-FFF2-40B4-BE49-F238E27FC236}">
                  <a16:creationId xmlns:a16="http://schemas.microsoft.com/office/drawing/2014/main" id="{E8AEFFFF-874B-41BB-988F-FBD933E4C35D}"/>
                </a:ext>
              </a:extLst>
            </p:cNvPr>
            <p:cNvSpPr txBox="1"/>
            <p:nvPr/>
          </p:nvSpPr>
          <p:spPr>
            <a:xfrm>
              <a:off x="9721289" y="2246241"/>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25" name="直接箭头连接符 124">
              <a:extLst>
                <a:ext uri="{FF2B5EF4-FFF2-40B4-BE49-F238E27FC236}">
                  <a16:creationId xmlns:a16="http://schemas.microsoft.com/office/drawing/2014/main" id="{C2EDF1C5-F82C-4D2A-9D53-13D04BD7C69E}"/>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3" name="组合 132">
            <a:extLst>
              <a:ext uri="{FF2B5EF4-FFF2-40B4-BE49-F238E27FC236}">
                <a16:creationId xmlns:a16="http://schemas.microsoft.com/office/drawing/2014/main" id="{C292081F-E070-4A49-9520-1B40AB771687}"/>
              </a:ext>
            </a:extLst>
          </p:cNvPr>
          <p:cNvGrpSpPr/>
          <p:nvPr/>
        </p:nvGrpSpPr>
        <p:grpSpPr>
          <a:xfrm>
            <a:off x="3428922" y="5786347"/>
            <a:ext cx="111859" cy="291416"/>
            <a:chOff x="9740606" y="2231824"/>
            <a:chExt cx="111859" cy="291416"/>
          </a:xfrm>
        </p:grpSpPr>
        <p:sp>
          <p:nvSpPr>
            <p:cNvPr id="134" name="文本框 133">
              <a:extLst>
                <a:ext uri="{FF2B5EF4-FFF2-40B4-BE49-F238E27FC236}">
                  <a16:creationId xmlns:a16="http://schemas.microsoft.com/office/drawing/2014/main" id="{F1C4280F-2EA1-4C98-9415-979743249C38}"/>
                </a:ext>
              </a:extLst>
            </p:cNvPr>
            <p:cNvSpPr txBox="1"/>
            <p:nvPr/>
          </p:nvSpPr>
          <p:spPr>
            <a:xfrm>
              <a:off x="9740606" y="2246241"/>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35" name="直接箭头连接符 134">
              <a:extLst>
                <a:ext uri="{FF2B5EF4-FFF2-40B4-BE49-F238E27FC236}">
                  <a16:creationId xmlns:a16="http://schemas.microsoft.com/office/drawing/2014/main" id="{FFEF127B-779B-4760-80BF-58D523580285}"/>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7" name="组合 136">
            <a:extLst>
              <a:ext uri="{FF2B5EF4-FFF2-40B4-BE49-F238E27FC236}">
                <a16:creationId xmlns:a16="http://schemas.microsoft.com/office/drawing/2014/main" id="{2610E620-A89A-4D2C-8955-5CAF26E2B117}"/>
              </a:ext>
            </a:extLst>
          </p:cNvPr>
          <p:cNvGrpSpPr/>
          <p:nvPr/>
        </p:nvGrpSpPr>
        <p:grpSpPr>
          <a:xfrm>
            <a:off x="2646325" y="5786368"/>
            <a:ext cx="118298" cy="291416"/>
            <a:chOff x="9734167" y="2231824"/>
            <a:chExt cx="118298" cy="291416"/>
          </a:xfrm>
        </p:grpSpPr>
        <p:sp>
          <p:nvSpPr>
            <p:cNvPr id="138" name="文本框 137">
              <a:extLst>
                <a:ext uri="{FF2B5EF4-FFF2-40B4-BE49-F238E27FC236}">
                  <a16:creationId xmlns:a16="http://schemas.microsoft.com/office/drawing/2014/main" id="{CE0C7308-39D1-4BB9-BBB1-EA5D5AEF9C43}"/>
                </a:ext>
              </a:extLst>
            </p:cNvPr>
            <p:cNvSpPr txBox="1"/>
            <p:nvPr/>
          </p:nvSpPr>
          <p:spPr>
            <a:xfrm>
              <a:off x="9734167" y="2246241"/>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39" name="直接箭头连接符 138">
              <a:extLst>
                <a:ext uri="{FF2B5EF4-FFF2-40B4-BE49-F238E27FC236}">
                  <a16:creationId xmlns:a16="http://schemas.microsoft.com/office/drawing/2014/main" id="{23199706-BB39-4F3C-8E93-57E4597F9FB3}"/>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46" name="文本框 145">
            <a:extLst>
              <a:ext uri="{FF2B5EF4-FFF2-40B4-BE49-F238E27FC236}">
                <a16:creationId xmlns:a16="http://schemas.microsoft.com/office/drawing/2014/main" id="{F0E69267-64F1-4CCE-83B6-ECBFB3497BCB}"/>
              </a:ext>
            </a:extLst>
          </p:cNvPr>
          <p:cNvSpPr txBox="1"/>
          <p:nvPr/>
        </p:nvSpPr>
        <p:spPr>
          <a:xfrm>
            <a:off x="1059947" y="6104710"/>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0</a:t>
            </a:r>
            <a:endParaRPr lang="zh-CN" altLang="en-US" dirty="0"/>
          </a:p>
        </p:txBody>
      </p:sp>
      <p:sp>
        <p:nvSpPr>
          <p:cNvPr id="148" name="文本框 147">
            <a:extLst>
              <a:ext uri="{FF2B5EF4-FFF2-40B4-BE49-F238E27FC236}">
                <a16:creationId xmlns:a16="http://schemas.microsoft.com/office/drawing/2014/main" id="{647A6015-BCA3-41BC-AA51-BFE7DA148E4C}"/>
              </a:ext>
            </a:extLst>
          </p:cNvPr>
          <p:cNvSpPr txBox="1"/>
          <p:nvPr/>
        </p:nvSpPr>
        <p:spPr>
          <a:xfrm>
            <a:off x="1818561" y="6104710"/>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t>0</a:t>
            </a:r>
            <a:endParaRPr lang="zh-CN" altLang="en-US" dirty="0"/>
          </a:p>
        </p:txBody>
      </p:sp>
      <p:sp>
        <p:nvSpPr>
          <p:cNvPr id="155" name="文本框 154">
            <a:extLst>
              <a:ext uri="{FF2B5EF4-FFF2-40B4-BE49-F238E27FC236}">
                <a16:creationId xmlns:a16="http://schemas.microsoft.com/office/drawing/2014/main" id="{B9888EC4-2FB1-431F-A55B-EFF42325A9CC}"/>
              </a:ext>
            </a:extLst>
          </p:cNvPr>
          <p:cNvSpPr txBox="1"/>
          <p:nvPr/>
        </p:nvSpPr>
        <p:spPr>
          <a:xfrm>
            <a:off x="154107" y="6141922"/>
            <a:ext cx="398113" cy="349702"/>
          </a:xfrm>
          <a:prstGeom prst="rect">
            <a:avLst/>
          </a:prstGeom>
          <a:noFill/>
        </p:spPr>
        <p:txBody>
          <a:bodyPr wrap="none" lIns="36000" tIns="36000" rIns="36000" bIns="36000" rtlCol="0">
            <a:spAutoFit/>
          </a:bodyPr>
          <a:lstStyle/>
          <a:p>
            <a:pPr algn="ctr"/>
            <a:r>
              <a:rPr lang="zh-CN" altLang="en-US"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grpSp>
        <p:nvGrpSpPr>
          <p:cNvPr id="162" name="组合 161">
            <a:extLst>
              <a:ext uri="{FF2B5EF4-FFF2-40B4-BE49-F238E27FC236}">
                <a16:creationId xmlns:a16="http://schemas.microsoft.com/office/drawing/2014/main" id="{B5480B89-14EA-4BAB-82A9-FE7092A861E2}"/>
              </a:ext>
            </a:extLst>
          </p:cNvPr>
          <p:cNvGrpSpPr/>
          <p:nvPr/>
        </p:nvGrpSpPr>
        <p:grpSpPr>
          <a:xfrm>
            <a:off x="1155339" y="6450883"/>
            <a:ext cx="107346" cy="304294"/>
            <a:chOff x="9781167" y="2231824"/>
            <a:chExt cx="71298" cy="304294"/>
          </a:xfrm>
        </p:grpSpPr>
        <p:sp>
          <p:nvSpPr>
            <p:cNvPr id="163" name="文本框 162">
              <a:extLst>
                <a:ext uri="{FF2B5EF4-FFF2-40B4-BE49-F238E27FC236}">
                  <a16:creationId xmlns:a16="http://schemas.microsoft.com/office/drawing/2014/main" id="{DB0B2A3E-055B-4727-94C3-7CAE5154C5F0}"/>
                </a:ext>
              </a:extLst>
            </p:cNvPr>
            <p:cNvSpPr txBox="1"/>
            <p:nvPr/>
          </p:nvSpPr>
          <p:spPr>
            <a:xfrm>
              <a:off x="9781167" y="2259119"/>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64" name="直接箭头连接符 163">
              <a:extLst>
                <a:ext uri="{FF2B5EF4-FFF2-40B4-BE49-F238E27FC236}">
                  <a16:creationId xmlns:a16="http://schemas.microsoft.com/office/drawing/2014/main" id="{11EB5779-FB3C-4B4D-9711-85C1D322920C}"/>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0" name="组合 169">
            <a:extLst>
              <a:ext uri="{FF2B5EF4-FFF2-40B4-BE49-F238E27FC236}">
                <a16:creationId xmlns:a16="http://schemas.microsoft.com/office/drawing/2014/main" id="{3F8D66F9-666F-43F6-83D2-ED1BFF9E8F16}"/>
              </a:ext>
            </a:extLst>
          </p:cNvPr>
          <p:cNvGrpSpPr/>
          <p:nvPr/>
        </p:nvGrpSpPr>
        <p:grpSpPr>
          <a:xfrm>
            <a:off x="1893178" y="6450883"/>
            <a:ext cx="111859" cy="297855"/>
            <a:chOff x="9740606" y="2231824"/>
            <a:chExt cx="111859" cy="297855"/>
          </a:xfrm>
        </p:grpSpPr>
        <p:sp>
          <p:nvSpPr>
            <p:cNvPr id="171" name="文本框 170">
              <a:extLst>
                <a:ext uri="{FF2B5EF4-FFF2-40B4-BE49-F238E27FC236}">
                  <a16:creationId xmlns:a16="http://schemas.microsoft.com/office/drawing/2014/main" id="{B592C87B-28FF-4656-B462-525EC2C927FC}"/>
                </a:ext>
              </a:extLst>
            </p:cNvPr>
            <p:cNvSpPr txBox="1"/>
            <p:nvPr/>
          </p:nvSpPr>
          <p:spPr>
            <a:xfrm>
              <a:off x="9740606" y="2252680"/>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172" name="直接箭头连接符 171">
              <a:extLst>
                <a:ext uri="{FF2B5EF4-FFF2-40B4-BE49-F238E27FC236}">
                  <a16:creationId xmlns:a16="http://schemas.microsoft.com/office/drawing/2014/main" id="{CAD00042-E71B-44E6-BE9E-8FA61DBAC56A}"/>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79" name="文本框 178">
            <a:extLst>
              <a:ext uri="{FF2B5EF4-FFF2-40B4-BE49-F238E27FC236}">
                <a16:creationId xmlns:a16="http://schemas.microsoft.com/office/drawing/2014/main" id="{61C22ED8-0307-4333-8476-281BE2BEB292}"/>
              </a:ext>
            </a:extLst>
          </p:cNvPr>
          <p:cNvSpPr txBox="1"/>
          <p:nvPr/>
        </p:nvSpPr>
        <p:spPr>
          <a:xfrm>
            <a:off x="5527268" y="4386287"/>
            <a:ext cx="4764730" cy="1323439"/>
          </a:xfrm>
          <a:prstGeom prst="rect">
            <a:avLst/>
          </a:prstGeom>
          <a:solidFill>
            <a:schemeClr val="bg2"/>
          </a:solidFill>
          <a:ln w="12700">
            <a:solidFill>
              <a:schemeClr val="accent2">
                <a:lumMod val="5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FindSW(</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600" b="1" dirty="0">
                <a:latin typeface="Courier New" panose="02070309020205020404" pitchFamily="49" charset="0"/>
                <a:cs typeface="Courier New" panose="02070309020205020404" pitchFamily="49" charset="0"/>
              </a:rPr>
              <a:t> sw[], SSTable ST)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sw[0]=0;</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(j=1; j&lt;=ST.length; j++)    </a:t>
            </a:r>
          </a:p>
          <a:p>
            <a:r>
              <a:rPr lang="zh-CN" altLang="en-US" sz="1600" b="1" dirty="0">
                <a:latin typeface="Courier New" panose="02070309020205020404" pitchFamily="49" charset="0"/>
                <a:cs typeface="Courier New" panose="02070309020205020404" pitchFamily="49" charset="0"/>
              </a:rPr>
              <a:t>    sw[j]=sw[j-1]+ST.elem[j].weight;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183" name="矩形: 圆角 182">
            <a:extLst>
              <a:ext uri="{FF2B5EF4-FFF2-40B4-BE49-F238E27FC236}">
                <a16:creationId xmlns:a16="http://schemas.microsoft.com/office/drawing/2014/main" id="{B3D177FD-D0C4-4977-A035-E2B45142ECBE}"/>
              </a:ext>
            </a:extLst>
          </p:cNvPr>
          <p:cNvSpPr/>
          <p:nvPr/>
        </p:nvSpPr>
        <p:spPr>
          <a:xfrm>
            <a:off x="1411491" y="217488"/>
            <a:ext cx="2652423" cy="474255"/>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构造次优查找树</a:t>
            </a:r>
          </a:p>
        </p:txBody>
      </p:sp>
      <p:cxnSp>
        <p:nvCxnSpPr>
          <p:cNvPr id="3" name="直接连接符 2">
            <a:extLst>
              <a:ext uri="{FF2B5EF4-FFF2-40B4-BE49-F238E27FC236}">
                <a16:creationId xmlns:a16="http://schemas.microsoft.com/office/drawing/2014/main" id="{E570B7C0-7CB8-4B05-A98F-30B1AEBD8CCF}"/>
              </a:ext>
            </a:extLst>
          </p:cNvPr>
          <p:cNvCxnSpPr/>
          <p:nvPr/>
        </p:nvCxnSpPr>
        <p:spPr>
          <a:xfrm>
            <a:off x="5871104" y="2646717"/>
            <a:ext cx="351886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EAE57FC2-DA63-4D8E-B0FF-40A772824FDD}"/>
              </a:ext>
            </a:extLst>
          </p:cNvPr>
          <p:cNvCxnSpPr>
            <a:cxnSpLocks/>
          </p:cNvCxnSpPr>
          <p:nvPr/>
        </p:nvCxnSpPr>
        <p:spPr>
          <a:xfrm>
            <a:off x="6108638" y="3120734"/>
            <a:ext cx="184351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B0DE8DC9-E1FF-4257-811E-4FF665E45724}"/>
              </a:ext>
            </a:extLst>
          </p:cNvPr>
          <p:cNvCxnSpPr>
            <a:cxnSpLocks/>
          </p:cNvCxnSpPr>
          <p:nvPr/>
        </p:nvCxnSpPr>
        <p:spPr>
          <a:xfrm>
            <a:off x="6108638" y="3366114"/>
            <a:ext cx="537499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4F4A2691-4B0A-49B3-BA84-2B03D83DCBAE}"/>
              </a:ext>
            </a:extLst>
          </p:cNvPr>
          <p:cNvSpPr/>
          <p:nvPr/>
        </p:nvSpPr>
        <p:spPr>
          <a:xfrm>
            <a:off x="10544003" y="1877359"/>
            <a:ext cx="435128" cy="239632"/>
          </a:xfrm>
          <a:prstGeom prst="ellipse">
            <a:avLst/>
          </a:prstGeom>
          <a:noFill/>
          <a:ln w="28575">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连接符 160">
            <a:extLst>
              <a:ext uri="{FF2B5EF4-FFF2-40B4-BE49-F238E27FC236}">
                <a16:creationId xmlns:a16="http://schemas.microsoft.com/office/drawing/2014/main" id="{B7DED8FF-1D43-405E-8469-FEF9E8594387}"/>
              </a:ext>
            </a:extLst>
          </p:cNvPr>
          <p:cNvCxnSpPr>
            <a:cxnSpLocks/>
          </p:cNvCxnSpPr>
          <p:nvPr/>
        </p:nvCxnSpPr>
        <p:spPr>
          <a:xfrm>
            <a:off x="5866376" y="4916667"/>
            <a:ext cx="100785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70" name="矩形: 圆角 69">
            <a:extLst>
              <a:ext uri="{FF2B5EF4-FFF2-40B4-BE49-F238E27FC236}">
                <a16:creationId xmlns:a16="http://schemas.microsoft.com/office/drawing/2014/main" id="{EB992CEE-0362-495C-A607-3A7A493CAD79}"/>
              </a:ext>
            </a:extLst>
          </p:cNvPr>
          <p:cNvSpPr/>
          <p:nvPr/>
        </p:nvSpPr>
        <p:spPr>
          <a:xfrm>
            <a:off x="5799731" y="4916667"/>
            <a:ext cx="4294216" cy="509905"/>
          </a:xfrm>
          <a:prstGeom prst="roundRect">
            <a:avLst/>
          </a:prstGeom>
          <a:noFill/>
          <a:ln w="28575">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文本框 165">
            <a:extLst>
              <a:ext uri="{FF2B5EF4-FFF2-40B4-BE49-F238E27FC236}">
                <a16:creationId xmlns:a16="http://schemas.microsoft.com/office/drawing/2014/main" id="{EABFA85A-0AA1-4324-8D68-BFC6084B7A58}"/>
              </a:ext>
            </a:extLst>
          </p:cNvPr>
          <p:cNvSpPr txBox="1"/>
          <p:nvPr/>
        </p:nvSpPr>
        <p:spPr>
          <a:xfrm>
            <a:off x="5119591" y="1488096"/>
            <a:ext cx="6535976" cy="4476610"/>
          </a:xfrm>
          <a:prstGeom prst="rect">
            <a:avLst/>
          </a:prstGeom>
          <a:solidFill>
            <a:schemeClr val="bg2"/>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sp>
        <p:nvSpPr>
          <p:cNvPr id="15" name="矩形: 圆角 14">
            <a:extLst>
              <a:ext uri="{FF2B5EF4-FFF2-40B4-BE49-F238E27FC236}">
                <a16:creationId xmlns:a16="http://schemas.microsoft.com/office/drawing/2014/main" id="{8FF6894A-CB6E-4F4A-A36E-98B8E0AFE2E2}"/>
              </a:ext>
            </a:extLst>
          </p:cNvPr>
          <p:cNvSpPr/>
          <p:nvPr/>
        </p:nvSpPr>
        <p:spPr>
          <a:xfrm>
            <a:off x="155229" y="2753033"/>
            <a:ext cx="4379534" cy="865009"/>
          </a:xfrm>
          <a:prstGeom prst="roundRect">
            <a:avLst/>
          </a:prstGeom>
          <a:solidFill>
            <a:schemeClr val="accent6">
              <a:lumMod val="20000"/>
              <a:lumOff val="80000"/>
            </a:schemeClr>
          </a:solid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63">
            <a:extLst>
              <a:ext uri="{FF2B5EF4-FFF2-40B4-BE49-F238E27FC236}">
                <a16:creationId xmlns:a16="http://schemas.microsoft.com/office/drawing/2014/main" id="{EB25A563-EA44-4055-A24B-E159825C10AF}"/>
              </a:ext>
            </a:extLst>
          </p:cNvPr>
          <p:cNvCxnSpPr>
            <a:cxnSpLocks/>
            <a:stCxn id="15" idx="3"/>
            <a:endCxn id="127" idx="3"/>
          </p:cNvCxnSpPr>
          <p:nvPr/>
        </p:nvCxnSpPr>
        <p:spPr>
          <a:xfrm flipV="1">
            <a:off x="4534763" y="1791668"/>
            <a:ext cx="3874753" cy="1393870"/>
          </a:xfrm>
          <a:prstGeom prst="line">
            <a:avLst/>
          </a:prstGeom>
          <a:ln w="19050">
            <a:solidFill>
              <a:srgbClr val="00B050"/>
            </a:solidFill>
            <a:prstDash val="lgDash"/>
          </a:ln>
        </p:spPr>
        <p:style>
          <a:lnRef idx="1">
            <a:schemeClr val="accent1"/>
          </a:lnRef>
          <a:fillRef idx="0">
            <a:schemeClr val="accent1"/>
          </a:fillRef>
          <a:effectRef idx="0">
            <a:schemeClr val="accent1"/>
          </a:effectRef>
          <a:fontRef idx="minor">
            <a:schemeClr val="tx1"/>
          </a:fontRef>
        </p:style>
      </p:cxnSp>
      <p:sp>
        <p:nvSpPr>
          <p:cNvPr id="127" name="椭圆 126">
            <a:extLst>
              <a:ext uri="{FF2B5EF4-FFF2-40B4-BE49-F238E27FC236}">
                <a16:creationId xmlns:a16="http://schemas.microsoft.com/office/drawing/2014/main" id="{2B3DC5CC-CD0C-41DD-8E8E-5F1F460C1F6D}"/>
              </a:ext>
            </a:extLst>
          </p:cNvPr>
          <p:cNvSpPr/>
          <p:nvPr/>
        </p:nvSpPr>
        <p:spPr>
          <a:xfrm>
            <a:off x="8350822" y="1495980"/>
            <a:ext cx="400785" cy="346420"/>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2" name="组合 61">
            <a:extLst>
              <a:ext uri="{FF2B5EF4-FFF2-40B4-BE49-F238E27FC236}">
                <a16:creationId xmlns:a16="http://schemas.microsoft.com/office/drawing/2014/main" id="{044A2194-0626-4261-8399-D156414C8EB9}"/>
              </a:ext>
            </a:extLst>
          </p:cNvPr>
          <p:cNvGrpSpPr/>
          <p:nvPr/>
        </p:nvGrpSpPr>
        <p:grpSpPr>
          <a:xfrm>
            <a:off x="186962" y="2392425"/>
            <a:ext cx="4295719" cy="1189336"/>
            <a:chOff x="6895837" y="189913"/>
            <a:chExt cx="4295719" cy="1189336"/>
          </a:xfrm>
        </p:grpSpPr>
        <p:sp>
          <p:nvSpPr>
            <p:cNvPr id="27" name="文本框 26">
              <a:extLst>
                <a:ext uri="{FF2B5EF4-FFF2-40B4-BE49-F238E27FC236}">
                  <a16:creationId xmlns:a16="http://schemas.microsoft.com/office/drawing/2014/main" id="{FD7EAAC7-E0E0-4719-91AC-F5A7F4797E05}"/>
                </a:ext>
              </a:extLst>
            </p:cNvPr>
            <p:cNvSpPr txBox="1"/>
            <p:nvPr/>
          </p:nvSpPr>
          <p:spPr>
            <a:xfrm>
              <a:off x="7775786"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A829E697-1CE4-4804-BD15-7672952A70AD}"/>
                </a:ext>
              </a:extLst>
            </p:cNvPr>
            <p:cNvSpPr txBox="1"/>
            <p:nvPr/>
          </p:nvSpPr>
          <p:spPr>
            <a:xfrm>
              <a:off x="8155093"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96153A80-7586-4948-B1E2-88EB5C4C5429}"/>
                </a:ext>
              </a:extLst>
            </p:cNvPr>
            <p:cNvSpPr txBox="1"/>
            <p:nvPr/>
          </p:nvSpPr>
          <p:spPr>
            <a:xfrm>
              <a:off x="8534400"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25E34C6C-C1E0-4C2B-A211-1835E8B16307}"/>
                </a:ext>
              </a:extLst>
            </p:cNvPr>
            <p:cNvSpPr txBox="1"/>
            <p:nvPr/>
          </p:nvSpPr>
          <p:spPr>
            <a:xfrm>
              <a:off x="8913707"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AB52C919-0120-4C09-A072-06007E0AFB95}"/>
                </a:ext>
              </a:extLst>
            </p:cNvPr>
            <p:cNvSpPr txBox="1"/>
            <p:nvPr/>
          </p:nvSpPr>
          <p:spPr>
            <a:xfrm>
              <a:off x="9293014"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753D73D6-AA19-4592-9716-49ED9E45FEDC}"/>
                </a:ext>
              </a:extLst>
            </p:cNvPr>
            <p:cNvSpPr txBox="1"/>
            <p:nvPr/>
          </p:nvSpPr>
          <p:spPr>
            <a:xfrm>
              <a:off x="9672321"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13E4D8BC-7E4A-497C-96FE-2484183FA3CE}"/>
                </a:ext>
              </a:extLst>
            </p:cNvPr>
            <p:cNvSpPr txBox="1"/>
            <p:nvPr/>
          </p:nvSpPr>
          <p:spPr>
            <a:xfrm>
              <a:off x="10051628"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95C4C4BE-4250-4105-8545-F65DB8E87263}"/>
                </a:ext>
              </a:extLst>
            </p:cNvPr>
            <p:cNvSpPr txBox="1"/>
            <p:nvPr/>
          </p:nvSpPr>
          <p:spPr>
            <a:xfrm>
              <a:off x="10430935"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24FF68F2-7733-43E9-80D8-BFDA0783A2D4}"/>
                </a:ext>
              </a:extLst>
            </p:cNvPr>
            <p:cNvSpPr txBox="1"/>
            <p:nvPr/>
          </p:nvSpPr>
          <p:spPr>
            <a:xfrm>
              <a:off x="10810242" y="102954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32F59EA7-DFDB-4BE8-A2B0-C898F06642B7}"/>
                </a:ext>
              </a:extLst>
            </p:cNvPr>
            <p:cNvSpPr txBox="1"/>
            <p:nvPr/>
          </p:nvSpPr>
          <p:spPr>
            <a:xfrm>
              <a:off x="6934229" y="1029547"/>
              <a:ext cx="346817" cy="349702"/>
            </a:xfrm>
            <a:prstGeom prst="rect">
              <a:avLst/>
            </a:prstGeom>
            <a:noFill/>
          </p:spPr>
          <p:txBody>
            <a:bodyPr wrap="none" lIns="36000" tIns="36000" rIns="36000" bIns="36000" rtlCol="0">
              <a:spAutoFit/>
            </a:bodyPr>
            <a:lstStyle/>
            <a:p>
              <a:pPr algn="ct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W</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13928DF6-22D8-47B9-8A23-106895AE9CCD}"/>
                </a:ext>
              </a:extLst>
            </p:cNvPr>
            <p:cNvSpPr txBox="1"/>
            <p:nvPr/>
          </p:nvSpPr>
          <p:spPr>
            <a:xfrm>
              <a:off x="7393521" y="1029547"/>
              <a:ext cx="379307" cy="349702"/>
            </a:xfrm>
            <a:prstGeom prst="rect">
              <a:avLst/>
            </a:prstGeom>
            <a:solidFill>
              <a:schemeClr val="bg2"/>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505A8401-A3D1-4000-B64C-73A3492B8171}"/>
                </a:ext>
              </a:extLst>
            </p:cNvPr>
            <p:cNvSpPr txBox="1"/>
            <p:nvPr/>
          </p:nvSpPr>
          <p:spPr>
            <a:xfrm>
              <a:off x="7775786"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A</a:t>
              </a:r>
              <a:endParaRPr lang="zh-CN" altLang="en-US" b="1"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DBC222D4-2B86-4870-8899-560776F39C84}"/>
                </a:ext>
              </a:extLst>
            </p:cNvPr>
            <p:cNvSpPr txBox="1"/>
            <p:nvPr/>
          </p:nvSpPr>
          <p:spPr>
            <a:xfrm>
              <a:off x="8155093"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B</a:t>
              </a:r>
              <a:endParaRPr lang="zh-CN" altLang="en-US" b="1"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D97EDD4B-55B7-4DDB-8C94-645302EA962C}"/>
                </a:ext>
              </a:extLst>
            </p:cNvPr>
            <p:cNvSpPr txBox="1"/>
            <p:nvPr/>
          </p:nvSpPr>
          <p:spPr>
            <a:xfrm>
              <a:off x="8534400"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C</a:t>
              </a:r>
              <a:endParaRPr lang="zh-CN" altLang="en-US"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A3E807AD-AD4A-4E55-8001-38A36724EB69}"/>
                </a:ext>
              </a:extLst>
            </p:cNvPr>
            <p:cNvSpPr txBox="1"/>
            <p:nvPr/>
          </p:nvSpPr>
          <p:spPr>
            <a:xfrm>
              <a:off x="8913707"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D</a:t>
              </a:r>
              <a:endParaRPr lang="zh-CN" altLang="en-US" b="1"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F6845A97-D437-4DAE-A99E-376DE7E9AFF2}"/>
                </a:ext>
              </a:extLst>
            </p:cNvPr>
            <p:cNvSpPr txBox="1"/>
            <p:nvPr/>
          </p:nvSpPr>
          <p:spPr>
            <a:xfrm>
              <a:off x="9293014"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E</a:t>
              </a:r>
              <a:endParaRPr lang="zh-CN" altLang="en-US" b="1"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90C6ACE5-5536-4D3D-BE8E-6CBBBE27382D}"/>
                </a:ext>
              </a:extLst>
            </p:cNvPr>
            <p:cNvSpPr txBox="1"/>
            <p:nvPr/>
          </p:nvSpPr>
          <p:spPr>
            <a:xfrm>
              <a:off x="9672321"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F</a:t>
              </a:r>
              <a:endParaRPr lang="zh-CN" altLang="en-US" b="1"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8FC8B88B-2B98-4D39-867E-90F3A5C7D80F}"/>
                </a:ext>
              </a:extLst>
            </p:cNvPr>
            <p:cNvSpPr txBox="1"/>
            <p:nvPr/>
          </p:nvSpPr>
          <p:spPr>
            <a:xfrm>
              <a:off x="10051628"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G</a:t>
              </a:r>
              <a:endParaRPr lang="zh-CN" altLang="en-US"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B8EF68C2-2C82-4802-8421-D1E4D9969BBF}"/>
                </a:ext>
              </a:extLst>
            </p:cNvPr>
            <p:cNvSpPr txBox="1"/>
            <p:nvPr/>
          </p:nvSpPr>
          <p:spPr>
            <a:xfrm>
              <a:off x="10430935"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H</a:t>
              </a:r>
              <a:endParaRPr lang="zh-CN" altLang="en-US" b="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DB404852-836C-4E71-BB22-BA2882DE77E3}"/>
                </a:ext>
              </a:extLst>
            </p:cNvPr>
            <p:cNvSpPr txBox="1"/>
            <p:nvPr/>
          </p:nvSpPr>
          <p:spPr>
            <a:xfrm>
              <a:off x="10810242" y="592667"/>
              <a:ext cx="379307" cy="349702"/>
            </a:xfrm>
            <a:prstGeom prst="rect">
              <a:avLst/>
            </a:prstGeom>
            <a:solidFill>
              <a:schemeClr val="accent5">
                <a:lumMod val="20000"/>
                <a:lumOff val="80000"/>
              </a:schemeClr>
            </a:solidFill>
            <a:ln w="12700">
              <a:solidFill>
                <a:schemeClr val="tx1"/>
              </a:solidFill>
            </a:ln>
          </p:spPr>
          <p:txBody>
            <a:bodyPr wrap="square" lIns="36000" tIns="36000" rIns="36000" bIns="36000" rtlCol="0">
              <a:spAutoFit/>
            </a:bodyPr>
            <a:lstStyle/>
            <a:p>
              <a:pPr algn="ctr"/>
              <a:r>
                <a:rPr lang="en-US" altLang="zh-CN" b="1" dirty="0">
                  <a:latin typeface="Times New Roman" panose="02020603050405020304" pitchFamily="18" charset="0"/>
                  <a:cs typeface="Times New Roman" panose="02020603050405020304" pitchFamily="18" charset="0"/>
                </a:rPr>
                <a:t>I</a:t>
              </a:r>
              <a:endParaRPr lang="zh-CN" altLang="en-US" b="1"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29E4B757-9E7C-43F2-A702-142C9CA77E52}"/>
                </a:ext>
              </a:extLst>
            </p:cNvPr>
            <p:cNvSpPr txBox="1"/>
            <p:nvPr/>
          </p:nvSpPr>
          <p:spPr>
            <a:xfrm>
              <a:off x="6895837" y="592667"/>
              <a:ext cx="462233" cy="349702"/>
            </a:xfrm>
            <a:prstGeom prst="rect">
              <a:avLst/>
            </a:prstGeom>
            <a:noFill/>
          </p:spPr>
          <p:txBody>
            <a:bodyPr wrap="none" lIns="36000" tIns="36000" rIns="36000" bIns="36000" rtlCol="0">
              <a:spAutoFit/>
            </a:bodyPr>
            <a:lstStyle/>
            <a:p>
              <a:pPr algn="ct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key</a:t>
              </a:r>
              <a:r>
                <a:rPr lang="en-US" altLang="zh-CN" b="1" i="1" baseline="-25000" dirty="0" err="1">
                  <a:latin typeface="Times New Roman" panose="02020603050405020304" pitchFamily="18" charset="0"/>
                  <a:cs typeface="Times New Roman" panose="02020603050405020304" pitchFamily="18" charset="0"/>
                  <a:sym typeface="Symbol" panose="05050102010706020507" pitchFamily="18" charset="2"/>
                </a:rPr>
                <a:t>j</a:t>
              </a:r>
              <a:endParaRPr lang="zh-CN" altLang="en-US" b="1" i="1" baseline="-25000" dirty="0">
                <a:latin typeface="Times New Roman" panose="02020603050405020304" pitchFamily="18" charset="0"/>
                <a:cs typeface="Times New Roman" panose="02020603050405020304" pitchFamily="18" charset="0"/>
              </a:endParaRPr>
            </a:p>
          </p:txBody>
        </p:sp>
        <p:sp>
          <p:nvSpPr>
            <p:cNvPr id="49" name="文本框 48">
              <a:extLst>
                <a:ext uri="{FF2B5EF4-FFF2-40B4-BE49-F238E27FC236}">
                  <a16:creationId xmlns:a16="http://schemas.microsoft.com/office/drawing/2014/main" id="{561E93D0-6C2C-4B74-B018-52185124F686}"/>
                </a:ext>
              </a:extLst>
            </p:cNvPr>
            <p:cNvSpPr txBox="1"/>
            <p:nvPr/>
          </p:nvSpPr>
          <p:spPr>
            <a:xfrm>
              <a:off x="7777793"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1</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0A59EE13-9457-41BE-86E9-8EBD7C830658}"/>
                </a:ext>
              </a:extLst>
            </p:cNvPr>
            <p:cNvSpPr txBox="1"/>
            <p:nvPr/>
          </p:nvSpPr>
          <p:spPr>
            <a:xfrm>
              <a:off x="8157100"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2</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4B3B43EC-D4DD-46A4-AFB2-1654C281179E}"/>
                </a:ext>
              </a:extLst>
            </p:cNvPr>
            <p:cNvSpPr txBox="1"/>
            <p:nvPr/>
          </p:nvSpPr>
          <p:spPr>
            <a:xfrm>
              <a:off x="8536407"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3</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A27476D7-9D17-44D7-B9B5-E130AB91BE89}"/>
                </a:ext>
              </a:extLst>
            </p:cNvPr>
            <p:cNvSpPr txBox="1"/>
            <p:nvPr/>
          </p:nvSpPr>
          <p:spPr>
            <a:xfrm>
              <a:off x="8915714"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4</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887275A3-3BFA-4A6E-9ECF-604A19B2387E}"/>
                </a:ext>
              </a:extLst>
            </p:cNvPr>
            <p:cNvSpPr txBox="1"/>
            <p:nvPr/>
          </p:nvSpPr>
          <p:spPr>
            <a:xfrm>
              <a:off x="9295021"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5</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4" name="文本框 53">
              <a:extLst>
                <a:ext uri="{FF2B5EF4-FFF2-40B4-BE49-F238E27FC236}">
                  <a16:creationId xmlns:a16="http://schemas.microsoft.com/office/drawing/2014/main" id="{B69CA433-1B09-4A8E-AEB3-6F290A2F4392}"/>
                </a:ext>
              </a:extLst>
            </p:cNvPr>
            <p:cNvSpPr txBox="1"/>
            <p:nvPr/>
          </p:nvSpPr>
          <p:spPr>
            <a:xfrm>
              <a:off x="9674328"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6</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5" name="文本框 54">
              <a:extLst>
                <a:ext uri="{FF2B5EF4-FFF2-40B4-BE49-F238E27FC236}">
                  <a16:creationId xmlns:a16="http://schemas.microsoft.com/office/drawing/2014/main" id="{A50D91ED-6DE3-4D28-BAE2-CA909D7006EB}"/>
                </a:ext>
              </a:extLst>
            </p:cNvPr>
            <p:cNvSpPr txBox="1"/>
            <p:nvPr/>
          </p:nvSpPr>
          <p:spPr>
            <a:xfrm>
              <a:off x="10053635"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7</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6" name="文本框 55">
              <a:extLst>
                <a:ext uri="{FF2B5EF4-FFF2-40B4-BE49-F238E27FC236}">
                  <a16:creationId xmlns:a16="http://schemas.microsoft.com/office/drawing/2014/main" id="{E4543477-6F39-49E8-BEE5-607E99C1F3C7}"/>
                </a:ext>
              </a:extLst>
            </p:cNvPr>
            <p:cNvSpPr txBox="1"/>
            <p:nvPr/>
          </p:nvSpPr>
          <p:spPr>
            <a:xfrm>
              <a:off x="10432942"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8</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7" name="文本框 56">
              <a:extLst>
                <a:ext uri="{FF2B5EF4-FFF2-40B4-BE49-F238E27FC236}">
                  <a16:creationId xmlns:a16="http://schemas.microsoft.com/office/drawing/2014/main" id="{59ED6927-1622-4239-832F-5A3AB3730BEA}"/>
                </a:ext>
              </a:extLst>
            </p:cNvPr>
            <p:cNvSpPr txBox="1"/>
            <p:nvPr/>
          </p:nvSpPr>
          <p:spPr>
            <a:xfrm>
              <a:off x="10812249"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9</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58" name="文本框 57">
              <a:extLst>
                <a:ext uri="{FF2B5EF4-FFF2-40B4-BE49-F238E27FC236}">
                  <a16:creationId xmlns:a16="http://schemas.microsoft.com/office/drawing/2014/main" id="{40A787D8-72AC-497E-9765-46CD097ECDDD}"/>
                </a:ext>
              </a:extLst>
            </p:cNvPr>
            <p:cNvSpPr txBox="1"/>
            <p:nvPr/>
          </p:nvSpPr>
          <p:spPr>
            <a:xfrm>
              <a:off x="6997923" y="189913"/>
              <a:ext cx="211995" cy="349702"/>
            </a:xfrm>
            <a:prstGeom prst="rect">
              <a:avLst/>
            </a:prstGeom>
            <a:noFill/>
            <a:ln>
              <a:noFill/>
            </a:ln>
          </p:spPr>
          <p:txBody>
            <a:bodyPr wrap="square" lIns="36000" tIns="36000" rIns="36000" bIns="36000" rtlCol="0">
              <a:spAutoFit/>
            </a:bodyPr>
            <a:lstStyle/>
            <a:p>
              <a:pPr algn="ctr"/>
              <a:r>
                <a:rPr lang="en-US" altLang="zh-CN" b="1"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Symbol" panose="05050102010706020507" pitchFamily="18" charset="2"/>
                </a:rPr>
                <a:t>j</a:t>
              </a:r>
              <a:endParaRPr lang="zh-CN" altLang="en-US" b="1" baseline="-25000"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59" name="文本框 58">
              <a:extLst>
                <a:ext uri="{FF2B5EF4-FFF2-40B4-BE49-F238E27FC236}">
                  <a16:creationId xmlns:a16="http://schemas.microsoft.com/office/drawing/2014/main" id="{9FAC0AA5-260E-436B-B5C2-690245B8467B}"/>
                </a:ext>
              </a:extLst>
            </p:cNvPr>
            <p:cNvSpPr txBox="1"/>
            <p:nvPr/>
          </p:nvSpPr>
          <p:spPr>
            <a:xfrm>
              <a:off x="7395528" y="242965"/>
              <a:ext cx="379307" cy="349702"/>
            </a:xfrm>
            <a:prstGeom prst="rect">
              <a:avLst/>
            </a:prstGeom>
            <a:noFill/>
            <a:ln w="12700">
              <a:noFill/>
            </a:ln>
          </p:spPr>
          <p:txBody>
            <a:bodyPr wrap="square" lIns="36000" tIns="36000" rIns="36000" bIns="36000"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61" name="文本框 60">
              <a:extLst>
                <a:ext uri="{FF2B5EF4-FFF2-40B4-BE49-F238E27FC236}">
                  <a16:creationId xmlns:a16="http://schemas.microsoft.com/office/drawing/2014/main" id="{BF22DD5D-EB9F-49F2-B568-564435DF38E9}"/>
                </a:ext>
              </a:extLst>
            </p:cNvPr>
            <p:cNvSpPr txBox="1"/>
            <p:nvPr/>
          </p:nvSpPr>
          <p:spPr>
            <a:xfrm>
              <a:off x="7393520" y="592667"/>
              <a:ext cx="379307" cy="349702"/>
            </a:xfrm>
            <a:prstGeom prst="rect">
              <a:avLst/>
            </a:prstGeom>
            <a:solidFill>
              <a:schemeClr val="bg2"/>
            </a:solidFill>
            <a:ln w="12700">
              <a:solidFill>
                <a:schemeClr val="tx1"/>
              </a:solidFill>
            </a:ln>
          </p:spPr>
          <p:txBody>
            <a:bodyPr wrap="square" lIns="36000" tIns="36000" rIns="36000" bIns="3600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sp>
        <p:nvSpPr>
          <p:cNvPr id="169" name="椭圆 168">
            <a:extLst>
              <a:ext uri="{FF2B5EF4-FFF2-40B4-BE49-F238E27FC236}">
                <a16:creationId xmlns:a16="http://schemas.microsoft.com/office/drawing/2014/main" id="{C36854EF-9199-4125-AFF0-5E95F1F1D6E2}"/>
              </a:ext>
            </a:extLst>
          </p:cNvPr>
          <p:cNvSpPr/>
          <p:nvPr/>
        </p:nvSpPr>
        <p:spPr>
          <a:xfrm>
            <a:off x="9525053" y="1495980"/>
            <a:ext cx="483918" cy="346420"/>
          </a:xfrm>
          <a:prstGeom prst="ellipse">
            <a:avLst/>
          </a:prstGeom>
          <a:noFill/>
          <a:ln w="19050">
            <a:solidFill>
              <a:schemeClr val="accent2">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4" name="直接连接符 173">
            <a:extLst>
              <a:ext uri="{FF2B5EF4-FFF2-40B4-BE49-F238E27FC236}">
                <a16:creationId xmlns:a16="http://schemas.microsoft.com/office/drawing/2014/main" id="{0598A519-C119-4DDD-8D14-EE634534D5DE}"/>
              </a:ext>
            </a:extLst>
          </p:cNvPr>
          <p:cNvCxnSpPr>
            <a:cxnSpLocks/>
            <a:stCxn id="24" idx="3"/>
            <a:endCxn id="169" idx="3"/>
          </p:cNvCxnSpPr>
          <p:nvPr/>
        </p:nvCxnSpPr>
        <p:spPr>
          <a:xfrm flipV="1">
            <a:off x="4480674" y="1791668"/>
            <a:ext cx="5115247" cy="2052122"/>
          </a:xfrm>
          <a:prstGeom prst="line">
            <a:avLst/>
          </a:prstGeom>
          <a:ln w="19050">
            <a:solidFill>
              <a:schemeClr val="accent2">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F1F1C33C-C8B3-4BD2-99FD-C2D59FB49E38}"/>
              </a:ext>
            </a:extLst>
          </p:cNvPr>
          <p:cNvSpPr/>
          <p:nvPr/>
        </p:nvSpPr>
        <p:spPr>
          <a:xfrm>
            <a:off x="7938758" y="1754111"/>
            <a:ext cx="400785" cy="346420"/>
          </a:xfrm>
          <a:prstGeom prst="ellipse">
            <a:avLst/>
          </a:prstGeom>
          <a:noFill/>
          <a:ln w="1905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a:extLst>
              <a:ext uri="{FF2B5EF4-FFF2-40B4-BE49-F238E27FC236}">
                <a16:creationId xmlns:a16="http://schemas.microsoft.com/office/drawing/2014/main" id="{51799CBB-41C4-4746-B816-13D768B1F2F3}"/>
              </a:ext>
            </a:extLst>
          </p:cNvPr>
          <p:cNvSpPr/>
          <p:nvPr/>
        </p:nvSpPr>
        <p:spPr>
          <a:xfrm>
            <a:off x="8883631" y="1760975"/>
            <a:ext cx="548260" cy="339556"/>
          </a:xfrm>
          <a:prstGeom prst="ellipse">
            <a:avLst/>
          </a:prstGeom>
          <a:noFill/>
          <a:ln w="1905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9" name="直接连接符 158">
            <a:extLst>
              <a:ext uri="{FF2B5EF4-FFF2-40B4-BE49-F238E27FC236}">
                <a16:creationId xmlns:a16="http://schemas.microsoft.com/office/drawing/2014/main" id="{15234533-333E-4202-9058-016BBD9CEBAE}"/>
              </a:ext>
            </a:extLst>
          </p:cNvPr>
          <p:cNvCxnSpPr/>
          <p:nvPr/>
        </p:nvCxnSpPr>
        <p:spPr>
          <a:xfrm>
            <a:off x="5403453" y="2541912"/>
            <a:ext cx="413975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87" name="组合 186">
            <a:extLst>
              <a:ext uri="{FF2B5EF4-FFF2-40B4-BE49-F238E27FC236}">
                <a16:creationId xmlns:a16="http://schemas.microsoft.com/office/drawing/2014/main" id="{5C13CB25-21A2-4BD7-8787-448790E45982}"/>
              </a:ext>
            </a:extLst>
          </p:cNvPr>
          <p:cNvGrpSpPr/>
          <p:nvPr/>
        </p:nvGrpSpPr>
        <p:grpSpPr>
          <a:xfrm>
            <a:off x="1499401" y="2182746"/>
            <a:ext cx="211995" cy="383446"/>
            <a:chOff x="1609013" y="1667934"/>
            <a:chExt cx="211995" cy="383446"/>
          </a:xfrm>
        </p:grpSpPr>
        <p:sp>
          <p:nvSpPr>
            <p:cNvPr id="178" name="文本框 177">
              <a:extLst>
                <a:ext uri="{FF2B5EF4-FFF2-40B4-BE49-F238E27FC236}">
                  <a16:creationId xmlns:a16="http://schemas.microsoft.com/office/drawing/2014/main" id="{24D5B781-2091-4229-AF10-B3741CC1C0D8}"/>
                </a:ext>
              </a:extLst>
            </p:cNvPr>
            <p:cNvSpPr txBox="1"/>
            <p:nvPr/>
          </p:nvSpPr>
          <p:spPr>
            <a:xfrm>
              <a:off x="1609013" y="1667934"/>
              <a:ext cx="211995" cy="349702"/>
            </a:xfrm>
            <a:prstGeom prst="rect">
              <a:avLst/>
            </a:prstGeom>
            <a:noFill/>
            <a:ln>
              <a:noFill/>
            </a:ln>
          </p:spPr>
          <p:txBody>
            <a:bodyPr wrap="square" lIns="36000" tIns="36000" rIns="36000" bIns="36000" rtlCol="0">
              <a:spAutoFit/>
            </a:bodyPr>
            <a:lstStyle/>
            <a:p>
              <a:pPr algn="ctr"/>
              <a:r>
                <a:rPr lang="en-US" altLang="zh-CN" b="1"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Symbol" panose="05050102010706020507" pitchFamily="18" charset="2"/>
                </a:rPr>
                <a:t>j</a:t>
              </a:r>
              <a:endParaRPr lang="zh-CN" altLang="en-US" b="1" baseline="-25000" dirty="0">
                <a:solidFill>
                  <a:srgbClr val="00B0F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80" name="直接箭头连接符 179">
              <a:extLst>
                <a:ext uri="{FF2B5EF4-FFF2-40B4-BE49-F238E27FC236}">
                  <a16:creationId xmlns:a16="http://schemas.microsoft.com/office/drawing/2014/main" id="{A80F95CB-DB71-4D57-9F3E-19F62A68277F}"/>
                </a:ext>
              </a:extLst>
            </p:cNvPr>
            <p:cNvCxnSpPr>
              <a:cxnSpLocks/>
            </p:cNvCxnSpPr>
            <p:nvPr/>
          </p:nvCxnSpPr>
          <p:spPr>
            <a:xfrm>
              <a:off x="1800911" y="1848117"/>
              <a:ext cx="0" cy="203263"/>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88" name="直接连接符 187">
            <a:extLst>
              <a:ext uri="{FF2B5EF4-FFF2-40B4-BE49-F238E27FC236}">
                <a16:creationId xmlns:a16="http://schemas.microsoft.com/office/drawing/2014/main" id="{5B76CD77-C1FB-4781-8A5C-AFBED2896F40}"/>
              </a:ext>
            </a:extLst>
          </p:cNvPr>
          <p:cNvCxnSpPr>
            <a:cxnSpLocks/>
          </p:cNvCxnSpPr>
          <p:nvPr/>
        </p:nvCxnSpPr>
        <p:spPr>
          <a:xfrm>
            <a:off x="5409892" y="2816661"/>
            <a:ext cx="25950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90" name="文本框 189">
            <a:extLst>
              <a:ext uri="{FF2B5EF4-FFF2-40B4-BE49-F238E27FC236}">
                <a16:creationId xmlns:a16="http://schemas.microsoft.com/office/drawing/2014/main" id="{97BB0B96-641D-4F4F-8B91-85DEBD0891FB}"/>
              </a:ext>
            </a:extLst>
          </p:cNvPr>
          <p:cNvSpPr txBox="1"/>
          <p:nvPr/>
        </p:nvSpPr>
        <p:spPr>
          <a:xfrm>
            <a:off x="8028859" y="2531006"/>
            <a:ext cx="619720" cy="349702"/>
          </a:xfrm>
          <a:prstGeom prst="rect">
            <a:avLst/>
          </a:prstGeom>
          <a:noFill/>
          <a:ln w="12700">
            <a:noFill/>
          </a:ln>
        </p:spPr>
        <p:txBody>
          <a:bodyPr wrap="square" lIns="36000" tIns="36000" rIns="36000" bIns="36000" rtlCol="0">
            <a:spAutoFit/>
          </a:bodyPr>
          <a:lstStyle/>
          <a:p>
            <a:pPr algn="ctr"/>
            <a:r>
              <a:rPr lang="en-US" altLang="zh-CN" b="1" dirty="0">
                <a:solidFill>
                  <a:srgbClr val="0070C0"/>
                </a:solidFill>
                <a:latin typeface="Times New Roman" panose="02020603050405020304" pitchFamily="18" charset="0"/>
                <a:cs typeface="Times New Roman" panose="02020603050405020304" pitchFamily="18" charset="0"/>
              </a:rPr>
              <a:t>28+0</a:t>
            </a:r>
            <a:endParaRPr lang="zh-CN" altLang="en-US" b="1" dirty="0">
              <a:solidFill>
                <a:srgbClr val="0070C0"/>
              </a:solidFill>
              <a:latin typeface="Times New Roman" panose="02020603050405020304" pitchFamily="18" charset="0"/>
              <a:cs typeface="Times New Roman" panose="02020603050405020304" pitchFamily="18" charset="0"/>
            </a:endParaRPr>
          </a:p>
        </p:txBody>
      </p:sp>
      <p:sp>
        <p:nvSpPr>
          <p:cNvPr id="191" name="文本框 190">
            <a:extLst>
              <a:ext uri="{FF2B5EF4-FFF2-40B4-BE49-F238E27FC236}">
                <a16:creationId xmlns:a16="http://schemas.microsoft.com/office/drawing/2014/main" id="{722277C0-5EF2-4AF6-884D-5F7F968223C4}"/>
              </a:ext>
            </a:extLst>
          </p:cNvPr>
          <p:cNvSpPr txBox="1"/>
          <p:nvPr/>
        </p:nvSpPr>
        <p:spPr>
          <a:xfrm>
            <a:off x="5156948" y="2517891"/>
            <a:ext cx="313730" cy="276999"/>
          </a:xfrm>
          <a:prstGeom prst="rect">
            <a:avLst/>
          </a:prstGeom>
          <a:noFill/>
          <a:ln w="12700">
            <a:noFill/>
          </a:ln>
        </p:spPr>
        <p:txBody>
          <a:bodyPr wrap="square" lIns="0" tIns="0" rIns="0" bIns="0" rtlCol="0">
            <a:spAutoFit/>
          </a:bodyPr>
          <a:lstStyle/>
          <a:p>
            <a:pPr algn="ctr"/>
            <a:r>
              <a:rPr lang="en-US" altLang="zh-CN" b="1" dirty="0">
                <a:solidFill>
                  <a:srgbClr val="0070C0"/>
                </a:solidFill>
                <a:latin typeface="Times New Roman" panose="02020603050405020304" pitchFamily="18" charset="0"/>
                <a:cs typeface="Times New Roman" panose="02020603050405020304" pitchFamily="18" charset="0"/>
              </a:rPr>
              <a:t>28</a:t>
            </a:r>
            <a:endParaRPr lang="zh-CN" altLang="en-US" b="1" dirty="0">
              <a:solidFill>
                <a:srgbClr val="0070C0"/>
              </a:solidFill>
              <a:latin typeface="Times New Roman" panose="02020603050405020304" pitchFamily="18" charset="0"/>
              <a:cs typeface="Times New Roman" panose="02020603050405020304" pitchFamily="18" charset="0"/>
            </a:endParaRPr>
          </a:p>
        </p:txBody>
      </p:sp>
      <p:cxnSp>
        <p:nvCxnSpPr>
          <p:cNvPr id="192" name="直接连接符 191">
            <a:extLst>
              <a:ext uri="{FF2B5EF4-FFF2-40B4-BE49-F238E27FC236}">
                <a16:creationId xmlns:a16="http://schemas.microsoft.com/office/drawing/2014/main" id="{61568A9D-ED11-4F19-AAFE-6B05C6F5E3C9}"/>
              </a:ext>
            </a:extLst>
          </p:cNvPr>
          <p:cNvCxnSpPr>
            <a:cxnSpLocks/>
          </p:cNvCxnSpPr>
          <p:nvPr/>
        </p:nvCxnSpPr>
        <p:spPr>
          <a:xfrm>
            <a:off x="5403453" y="3062794"/>
            <a:ext cx="311106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ADB416EF-293D-4ABD-B374-23F0DF57A34A}"/>
              </a:ext>
            </a:extLst>
          </p:cNvPr>
          <p:cNvCxnSpPr>
            <a:cxnSpLocks/>
          </p:cNvCxnSpPr>
          <p:nvPr/>
        </p:nvCxnSpPr>
        <p:spPr>
          <a:xfrm flipH="1">
            <a:off x="2060044" y="1031116"/>
            <a:ext cx="707242" cy="35022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9CFE5E24-F561-444C-8E29-F55AE8C8916E}"/>
              </a:ext>
            </a:extLst>
          </p:cNvPr>
          <p:cNvCxnSpPr>
            <a:cxnSpLocks/>
          </p:cNvCxnSpPr>
          <p:nvPr/>
        </p:nvCxnSpPr>
        <p:spPr>
          <a:xfrm flipH="1">
            <a:off x="1689995" y="1374281"/>
            <a:ext cx="369128" cy="40137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768BEF8A-9FE6-4F00-B12E-9A0E7BA7F85F}"/>
              </a:ext>
            </a:extLst>
          </p:cNvPr>
          <p:cNvCxnSpPr>
            <a:cxnSpLocks/>
          </p:cNvCxnSpPr>
          <p:nvPr/>
        </p:nvCxnSpPr>
        <p:spPr>
          <a:xfrm flipH="1">
            <a:off x="1491144" y="1758930"/>
            <a:ext cx="197930" cy="3226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A3F82A81-D900-48F5-BF28-EB10166F95C2}"/>
              </a:ext>
            </a:extLst>
          </p:cNvPr>
          <p:cNvCxnSpPr>
            <a:cxnSpLocks/>
          </p:cNvCxnSpPr>
          <p:nvPr/>
        </p:nvCxnSpPr>
        <p:spPr>
          <a:xfrm>
            <a:off x="1665378" y="1742801"/>
            <a:ext cx="324023" cy="44192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9FD58574-6F95-4852-AFBF-FBF87B311A75}"/>
              </a:ext>
            </a:extLst>
          </p:cNvPr>
          <p:cNvCxnSpPr>
            <a:cxnSpLocks/>
          </p:cNvCxnSpPr>
          <p:nvPr/>
        </p:nvCxnSpPr>
        <p:spPr>
          <a:xfrm>
            <a:off x="2058371" y="1367432"/>
            <a:ext cx="392946" cy="4082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9A83CDE6-6882-47CA-981F-F97EB9DE7F82}"/>
              </a:ext>
            </a:extLst>
          </p:cNvPr>
          <p:cNvCxnSpPr>
            <a:cxnSpLocks/>
          </p:cNvCxnSpPr>
          <p:nvPr/>
        </p:nvCxnSpPr>
        <p:spPr>
          <a:xfrm>
            <a:off x="2773538" y="1031249"/>
            <a:ext cx="722710" cy="3645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468B9A69-B4DD-4463-A386-541323C4F708}"/>
              </a:ext>
            </a:extLst>
          </p:cNvPr>
          <p:cNvCxnSpPr>
            <a:cxnSpLocks/>
          </p:cNvCxnSpPr>
          <p:nvPr/>
        </p:nvCxnSpPr>
        <p:spPr>
          <a:xfrm flipH="1">
            <a:off x="3091854" y="1381025"/>
            <a:ext cx="369128" cy="40137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D7156CCD-4C41-4494-A787-17EA7275CC61}"/>
              </a:ext>
            </a:extLst>
          </p:cNvPr>
          <p:cNvCxnSpPr>
            <a:cxnSpLocks/>
          </p:cNvCxnSpPr>
          <p:nvPr/>
        </p:nvCxnSpPr>
        <p:spPr>
          <a:xfrm>
            <a:off x="3460230" y="1374176"/>
            <a:ext cx="392946" cy="40822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93D7CA7B-3CE4-4936-AB54-CA4877BF84E7}"/>
              </a:ext>
            </a:extLst>
          </p:cNvPr>
          <p:cNvSpPr/>
          <p:nvPr/>
        </p:nvSpPr>
        <p:spPr>
          <a:xfrm>
            <a:off x="2616146" y="866610"/>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F</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2" name="椭圆 181">
            <a:extLst>
              <a:ext uri="{FF2B5EF4-FFF2-40B4-BE49-F238E27FC236}">
                <a16:creationId xmlns:a16="http://schemas.microsoft.com/office/drawing/2014/main" id="{A963BD3C-3EF1-4F40-8EDC-B358E54CCD74}"/>
              </a:ext>
            </a:extLst>
          </p:cNvPr>
          <p:cNvSpPr/>
          <p:nvPr/>
        </p:nvSpPr>
        <p:spPr>
          <a:xfrm>
            <a:off x="1925283" y="1221377"/>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D</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4" name="椭圆 183">
            <a:extLst>
              <a:ext uri="{FF2B5EF4-FFF2-40B4-BE49-F238E27FC236}">
                <a16:creationId xmlns:a16="http://schemas.microsoft.com/office/drawing/2014/main" id="{ABC5DF49-8119-4C0C-A2AB-56C17C5947AC}"/>
              </a:ext>
            </a:extLst>
          </p:cNvPr>
          <p:cNvSpPr/>
          <p:nvPr/>
        </p:nvSpPr>
        <p:spPr>
          <a:xfrm>
            <a:off x="1542510" y="1607090"/>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B</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6" name="椭圆 185">
            <a:extLst>
              <a:ext uri="{FF2B5EF4-FFF2-40B4-BE49-F238E27FC236}">
                <a16:creationId xmlns:a16="http://schemas.microsoft.com/office/drawing/2014/main" id="{96F1020C-20BD-4038-A8B0-D45B1155C390}"/>
              </a:ext>
            </a:extLst>
          </p:cNvPr>
          <p:cNvSpPr/>
          <p:nvPr/>
        </p:nvSpPr>
        <p:spPr>
          <a:xfrm>
            <a:off x="1249491" y="2048073"/>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A</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89" name="椭圆 188">
            <a:extLst>
              <a:ext uri="{FF2B5EF4-FFF2-40B4-BE49-F238E27FC236}">
                <a16:creationId xmlns:a16="http://schemas.microsoft.com/office/drawing/2014/main" id="{4D811D5A-0D4C-4E3C-A089-DD6964607E0B}"/>
              </a:ext>
            </a:extLst>
          </p:cNvPr>
          <p:cNvSpPr/>
          <p:nvPr/>
        </p:nvSpPr>
        <p:spPr>
          <a:xfrm>
            <a:off x="1827401" y="2043524"/>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C</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3" name="椭圆 192">
            <a:extLst>
              <a:ext uri="{FF2B5EF4-FFF2-40B4-BE49-F238E27FC236}">
                <a16:creationId xmlns:a16="http://schemas.microsoft.com/office/drawing/2014/main" id="{8DFB3A60-AF49-4986-A035-1629B3084803}"/>
              </a:ext>
            </a:extLst>
          </p:cNvPr>
          <p:cNvSpPr/>
          <p:nvPr/>
        </p:nvSpPr>
        <p:spPr>
          <a:xfrm>
            <a:off x="2272213" y="1607090"/>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E</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4" name="椭圆 193">
            <a:extLst>
              <a:ext uri="{FF2B5EF4-FFF2-40B4-BE49-F238E27FC236}">
                <a16:creationId xmlns:a16="http://schemas.microsoft.com/office/drawing/2014/main" id="{C1388309-3691-4C1B-9D58-3EFB917432A9}"/>
              </a:ext>
            </a:extLst>
          </p:cNvPr>
          <p:cNvSpPr/>
          <p:nvPr/>
        </p:nvSpPr>
        <p:spPr>
          <a:xfrm>
            <a:off x="3306278" y="1221377"/>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H</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5" name="椭圆 194">
            <a:extLst>
              <a:ext uri="{FF2B5EF4-FFF2-40B4-BE49-F238E27FC236}">
                <a16:creationId xmlns:a16="http://schemas.microsoft.com/office/drawing/2014/main" id="{EC486E1C-966F-4C3D-8188-56D373FBEEA5}"/>
              </a:ext>
            </a:extLst>
          </p:cNvPr>
          <p:cNvSpPr/>
          <p:nvPr/>
        </p:nvSpPr>
        <p:spPr>
          <a:xfrm>
            <a:off x="2945505" y="1605043"/>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G</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96" name="椭圆 195">
            <a:extLst>
              <a:ext uri="{FF2B5EF4-FFF2-40B4-BE49-F238E27FC236}">
                <a16:creationId xmlns:a16="http://schemas.microsoft.com/office/drawing/2014/main" id="{9CBB2310-EE26-4B18-88F3-797C0E544F59}"/>
              </a:ext>
            </a:extLst>
          </p:cNvPr>
          <p:cNvSpPr/>
          <p:nvPr/>
        </p:nvSpPr>
        <p:spPr>
          <a:xfrm>
            <a:off x="3660677" y="1605043"/>
            <a:ext cx="324000" cy="324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zh-CN" sz="2000" b="1" dirty="0">
                <a:solidFill>
                  <a:schemeClr val="accent6">
                    <a:lumMod val="50000"/>
                  </a:schemeClr>
                </a:solidFill>
                <a:latin typeface="Times New Roman" panose="02020603050405020304" pitchFamily="18" charset="0"/>
                <a:cs typeface="Times New Roman" panose="02020603050405020304" pitchFamily="18" charset="0"/>
              </a:rPr>
              <a:t>I</a:t>
            </a:r>
            <a:endParaRPr lang="zh-CN" alt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grpSp>
        <p:nvGrpSpPr>
          <p:cNvPr id="218" name="组合 217">
            <a:extLst>
              <a:ext uri="{FF2B5EF4-FFF2-40B4-BE49-F238E27FC236}">
                <a16:creationId xmlns:a16="http://schemas.microsoft.com/office/drawing/2014/main" id="{A1C9DD12-0E29-4E11-AE44-7C979CAF30F3}"/>
              </a:ext>
            </a:extLst>
          </p:cNvPr>
          <p:cNvGrpSpPr/>
          <p:nvPr/>
        </p:nvGrpSpPr>
        <p:grpSpPr>
          <a:xfrm>
            <a:off x="2239712" y="667444"/>
            <a:ext cx="417706" cy="380480"/>
            <a:chOff x="1609013" y="1667934"/>
            <a:chExt cx="417706" cy="380480"/>
          </a:xfrm>
        </p:grpSpPr>
        <p:sp>
          <p:nvSpPr>
            <p:cNvPr id="219" name="文本框 218">
              <a:extLst>
                <a:ext uri="{FF2B5EF4-FFF2-40B4-BE49-F238E27FC236}">
                  <a16:creationId xmlns:a16="http://schemas.microsoft.com/office/drawing/2014/main" id="{E4299181-8180-4D8E-BCDE-461D75CAFEAE}"/>
                </a:ext>
              </a:extLst>
            </p:cNvPr>
            <p:cNvSpPr txBox="1"/>
            <p:nvPr/>
          </p:nvSpPr>
          <p:spPr>
            <a:xfrm>
              <a:off x="1609013" y="1667934"/>
              <a:ext cx="211995" cy="380480"/>
            </a:xfrm>
            <a:prstGeom prst="rect">
              <a:avLst/>
            </a:prstGeom>
            <a:noFill/>
            <a:ln>
              <a:noFill/>
            </a:ln>
          </p:spPr>
          <p:txBody>
            <a:bodyPr wrap="square" lIns="36000" tIns="36000" rIns="36000" bIns="36000" rtlCol="0">
              <a:spAutoFit/>
            </a:bodyPr>
            <a:lstStyle/>
            <a:p>
              <a:pPr algn="ct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220" name="直接箭头连接符 219">
              <a:extLst>
                <a:ext uri="{FF2B5EF4-FFF2-40B4-BE49-F238E27FC236}">
                  <a16:creationId xmlns:a16="http://schemas.microsoft.com/office/drawing/2014/main" id="{1CF6F9C2-E166-46BA-B366-918E93A7A042}"/>
                </a:ext>
              </a:extLst>
            </p:cNvPr>
            <p:cNvCxnSpPr>
              <a:cxnSpLocks/>
            </p:cNvCxnSpPr>
            <p:nvPr/>
          </p:nvCxnSpPr>
          <p:spPr>
            <a:xfrm>
              <a:off x="1800911" y="1848117"/>
              <a:ext cx="225808" cy="62322"/>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223" name="直接连接符 222">
            <a:extLst>
              <a:ext uri="{FF2B5EF4-FFF2-40B4-BE49-F238E27FC236}">
                <a16:creationId xmlns:a16="http://schemas.microsoft.com/office/drawing/2014/main" id="{DACAE2D8-668C-4815-91C1-1CA6B33A885D}"/>
              </a:ext>
            </a:extLst>
          </p:cNvPr>
          <p:cNvCxnSpPr>
            <a:cxnSpLocks/>
          </p:cNvCxnSpPr>
          <p:nvPr/>
        </p:nvCxnSpPr>
        <p:spPr>
          <a:xfrm>
            <a:off x="5606903" y="3307959"/>
            <a:ext cx="355085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00F9320A-312D-4884-B816-F82A173A2ADE}"/>
              </a:ext>
            </a:extLst>
          </p:cNvPr>
          <p:cNvCxnSpPr>
            <a:cxnSpLocks/>
          </p:cNvCxnSpPr>
          <p:nvPr/>
        </p:nvCxnSpPr>
        <p:spPr>
          <a:xfrm>
            <a:off x="5834839" y="3570051"/>
            <a:ext cx="3792865" cy="1171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2898FF01-5898-4D31-AB45-5769CDE99854}"/>
              </a:ext>
            </a:extLst>
          </p:cNvPr>
          <p:cNvCxnSpPr>
            <a:cxnSpLocks/>
          </p:cNvCxnSpPr>
          <p:nvPr/>
        </p:nvCxnSpPr>
        <p:spPr>
          <a:xfrm>
            <a:off x="5418731" y="4595484"/>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0DDC1304-12FA-4654-8A95-9B24BA83AFE3}"/>
              </a:ext>
            </a:extLst>
          </p:cNvPr>
          <p:cNvSpPr/>
          <p:nvPr/>
        </p:nvSpPr>
        <p:spPr>
          <a:xfrm>
            <a:off x="5313813" y="3843852"/>
            <a:ext cx="4764730"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1" name="直接连接符 200">
            <a:extLst>
              <a:ext uri="{FF2B5EF4-FFF2-40B4-BE49-F238E27FC236}">
                <a16:creationId xmlns:a16="http://schemas.microsoft.com/office/drawing/2014/main" id="{D5585980-8445-4627-BF70-1AF72DD519DA}"/>
              </a:ext>
            </a:extLst>
          </p:cNvPr>
          <p:cNvCxnSpPr>
            <a:cxnSpLocks/>
          </p:cNvCxnSpPr>
          <p:nvPr/>
        </p:nvCxnSpPr>
        <p:spPr>
          <a:xfrm>
            <a:off x="5409892" y="4872546"/>
            <a:ext cx="499914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5262BDF9-8169-4F24-9254-0D3EC65D0B3A}"/>
              </a:ext>
            </a:extLst>
          </p:cNvPr>
          <p:cNvCxnSpPr>
            <a:cxnSpLocks/>
          </p:cNvCxnSpPr>
          <p:nvPr/>
        </p:nvCxnSpPr>
        <p:spPr>
          <a:xfrm>
            <a:off x="5409892" y="5121138"/>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A2FC2BBC-5F2A-4703-8FB2-3BF3F24976EB}"/>
              </a:ext>
            </a:extLst>
          </p:cNvPr>
          <p:cNvCxnSpPr>
            <a:cxnSpLocks/>
          </p:cNvCxnSpPr>
          <p:nvPr/>
        </p:nvCxnSpPr>
        <p:spPr>
          <a:xfrm>
            <a:off x="5415828" y="5379515"/>
            <a:ext cx="499914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3" name="椭圆 202">
            <a:extLst>
              <a:ext uri="{FF2B5EF4-FFF2-40B4-BE49-F238E27FC236}">
                <a16:creationId xmlns:a16="http://schemas.microsoft.com/office/drawing/2014/main" id="{C02587D5-0935-4B09-900B-D85980D361FB}"/>
              </a:ext>
            </a:extLst>
          </p:cNvPr>
          <p:cNvSpPr/>
          <p:nvPr/>
        </p:nvSpPr>
        <p:spPr>
          <a:xfrm>
            <a:off x="7371620" y="4586253"/>
            <a:ext cx="1089360" cy="279905"/>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a:extLst>
              <a:ext uri="{FF2B5EF4-FFF2-40B4-BE49-F238E27FC236}">
                <a16:creationId xmlns:a16="http://schemas.microsoft.com/office/drawing/2014/main" id="{986D3630-E589-41FF-8BDA-0466C7AE8FF4}"/>
              </a:ext>
            </a:extLst>
          </p:cNvPr>
          <p:cNvSpPr/>
          <p:nvPr/>
        </p:nvSpPr>
        <p:spPr>
          <a:xfrm>
            <a:off x="9307176" y="4577576"/>
            <a:ext cx="400785" cy="346420"/>
          </a:xfrm>
          <a:prstGeom prst="ellipse">
            <a:avLst/>
          </a:prstGeom>
          <a:noFill/>
          <a:ln w="1905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a:extLst>
              <a:ext uri="{FF2B5EF4-FFF2-40B4-BE49-F238E27FC236}">
                <a16:creationId xmlns:a16="http://schemas.microsoft.com/office/drawing/2014/main" id="{6310DB0C-8FE8-4455-A342-CF5581CA5C0A}"/>
              </a:ext>
            </a:extLst>
          </p:cNvPr>
          <p:cNvSpPr/>
          <p:nvPr/>
        </p:nvSpPr>
        <p:spPr>
          <a:xfrm>
            <a:off x="9838155" y="4561244"/>
            <a:ext cx="400785" cy="346420"/>
          </a:xfrm>
          <a:prstGeom prst="ellipse">
            <a:avLst/>
          </a:prstGeom>
          <a:noFill/>
          <a:ln w="1905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文本框 206">
            <a:extLst>
              <a:ext uri="{FF2B5EF4-FFF2-40B4-BE49-F238E27FC236}">
                <a16:creationId xmlns:a16="http://schemas.microsoft.com/office/drawing/2014/main" id="{A121994A-42B8-4FDF-BC76-C5BD0F52DDA0}"/>
              </a:ext>
            </a:extLst>
          </p:cNvPr>
          <p:cNvSpPr txBox="1"/>
          <p:nvPr/>
        </p:nvSpPr>
        <p:spPr>
          <a:xfrm>
            <a:off x="5016741" y="1779328"/>
            <a:ext cx="6535976" cy="4476610"/>
          </a:xfrm>
          <a:prstGeom prst="rect">
            <a:avLst/>
          </a:prstGeom>
          <a:solidFill>
            <a:srgbClr val="FFF8E5"/>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209" name="直接连接符 208">
            <a:extLst>
              <a:ext uri="{FF2B5EF4-FFF2-40B4-BE49-F238E27FC236}">
                <a16:creationId xmlns:a16="http://schemas.microsoft.com/office/drawing/2014/main" id="{14DE2A21-4E69-42D8-8C59-15B2C663C68D}"/>
              </a:ext>
            </a:extLst>
          </p:cNvPr>
          <p:cNvCxnSpPr/>
          <p:nvPr/>
        </p:nvCxnSpPr>
        <p:spPr>
          <a:xfrm>
            <a:off x="5300603" y="2833144"/>
            <a:ext cx="413975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09B1C3B5-33C4-4AB9-804C-2392EF8D7A34}"/>
              </a:ext>
            </a:extLst>
          </p:cNvPr>
          <p:cNvCxnSpPr>
            <a:cxnSpLocks/>
          </p:cNvCxnSpPr>
          <p:nvPr/>
        </p:nvCxnSpPr>
        <p:spPr>
          <a:xfrm>
            <a:off x="5307042" y="3107893"/>
            <a:ext cx="25950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0C763B95-0B31-4AF1-A6B1-FFF39C79558A}"/>
              </a:ext>
            </a:extLst>
          </p:cNvPr>
          <p:cNvCxnSpPr>
            <a:cxnSpLocks/>
          </p:cNvCxnSpPr>
          <p:nvPr/>
        </p:nvCxnSpPr>
        <p:spPr>
          <a:xfrm>
            <a:off x="5315881" y="4886716"/>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1" name="矩形 220">
            <a:extLst>
              <a:ext uri="{FF2B5EF4-FFF2-40B4-BE49-F238E27FC236}">
                <a16:creationId xmlns:a16="http://schemas.microsoft.com/office/drawing/2014/main" id="{825470B6-A9AF-4F54-875A-83B9F7EB301E}"/>
              </a:ext>
            </a:extLst>
          </p:cNvPr>
          <p:cNvSpPr/>
          <p:nvPr/>
        </p:nvSpPr>
        <p:spPr>
          <a:xfrm>
            <a:off x="5210963" y="4135084"/>
            <a:ext cx="4764730"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2" name="直接连接符 221">
            <a:extLst>
              <a:ext uri="{FF2B5EF4-FFF2-40B4-BE49-F238E27FC236}">
                <a16:creationId xmlns:a16="http://schemas.microsoft.com/office/drawing/2014/main" id="{C086C7B9-E875-47C5-87E5-C73C10C8E4A2}"/>
              </a:ext>
            </a:extLst>
          </p:cNvPr>
          <p:cNvCxnSpPr>
            <a:cxnSpLocks/>
          </p:cNvCxnSpPr>
          <p:nvPr/>
        </p:nvCxnSpPr>
        <p:spPr>
          <a:xfrm>
            <a:off x="5307042" y="5163778"/>
            <a:ext cx="499914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86788C09-F900-4A4D-AB8C-57DC8D898A94}"/>
              </a:ext>
            </a:extLst>
          </p:cNvPr>
          <p:cNvCxnSpPr>
            <a:cxnSpLocks/>
          </p:cNvCxnSpPr>
          <p:nvPr/>
        </p:nvCxnSpPr>
        <p:spPr>
          <a:xfrm>
            <a:off x="5307042" y="5412370"/>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5DA1D8CF-92C5-4016-B801-E0F5AFAE04D3}"/>
              </a:ext>
            </a:extLst>
          </p:cNvPr>
          <p:cNvCxnSpPr>
            <a:cxnSpLocks/>
          </p:cNvCxnSpPr>
          <p:nvPr/>
        </p:nvCxnSpPr>
        <p:spPr>
          <a:xfrm>
            <a:off x="5312978" y="5670747"/>
            <a:ext cx="499914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7" name="矩形 226">
            <a:extLst>
              <a:ext uri="{FF2B5EF4-FFF2-40B4-BE49-F238E27FC236}">
                <a16:creationId xmlns:a16="http://schemas.microsoft.com/office/drawing/2014/main" id="{7DD82FEC-E442-48D1-95BD-8629A7B9F466}"/>
              </a:ext>
            </a:extLst>
          </p:cNvPr>
          <p:cNvSpPr/>
          <p:nvPr/>
        </p:nvSpPr>
        <p:spPr>
          <a:xfrm>
            <a:off x="5233309" y="3135011"/>
            <a:ext cx="4470348" cy="95964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文本框 227">
            <a:extLst>
              <a:ext uri="{FF2B5EF4-FFF2-40B4-BE49-F238E27FC236}">
                <a16:creationId xmlns:a16="http://schemas.microsoft.com/office/drawing/2014/main" id="{FAE72F10-2A63-4BEC-A21F-F85835BE0571}"/>
              </a:ext>
            </a:extLst>
          </p:cNvPr>
          <p:cNvSpPr txBox="1"/>
          <p:nvPr/>
        </p:nvSpPr>
        <p:spPr>
          <a:xfrm>
            <a:off x="5431979" y="267075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12</a:t>
            </a:r>
            <a:endParaRPr lang="zh-CN" altLang="en-US" dirty="0">
              <a:solidFill>
                <a:srgbClr val="C00000"/>
              </a:solidFill>
            </a:endParaRPr>
          </a:p>
        </p:txBody>
      </p:sp>
      <p:cxnSp>
        <p:nvCxnSpPr>
          <p:cNvPr id="229" name="直接连接符 228">
            <a:extLst>
              <a:ext uri="{FF2B5EF4-FFF2-40B4-BE49-F238E27FC236}">
                <a16:creationId xmlns:a16="http://schemas.microsoft.com/office/drawing/2014/main" id="{F788F08D-BFDD-4005-A12E-5F71AD68DB7D}"/>
              </a:ext>
            </a:extLst>
          </p:cNvPr>
          <p:cNvCxnSpPr>
            <a:cxnSpLocks/>
          </p:cNvCxnSpPr>
          <p:nvPr/>
        </p:nvCxnSpPr>
        <p:spPr>
          <a:xfrm>
            <a:off x="5307041" y="5915383"/>
            <a:ext cx="106326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11" name="椭圆 210">
            <a:extLst>
              <a:ext uri="{FF2B5EF4-FFF2-40B4-BE49-F238E27FC236}">
                <a16:creationId xmlns:a16="http://schemas.microsoft.com/office/drawing/2014/main" id="{22D1D17E-0B35-4629-8CCB-5C5999BBCEAA}"/>
              </a:ext>
            </a:extLst>
          </p:cNvPr>
          <p:cNvSpPr/>
          <p:nvPr/>
        </p:nvSpPr>
        <p:spPr>
          <a:xfrm>
            <a:off x="7298762" y="4851117"/>
            <a:ext cx="1059368" cy="346420"/>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a:extLst>
              <a:ext uri="{FF2B5EF4-FFF2-40B4-BE49-F238E27FC236}">
                <a16:creationId xmlns:a16="http://schemas.microsoft.com/office/drawing/2014/main" id="{D507238B-B5E7-4F1D-A19C-62BE4596327B}"/>
              </a:ext>
            </a:extLst>
          </p:cNvPr>
          <p:cNvSpPr/>
          <p:nvPr/>
        </p:nvSpPr>
        <p:spPr>
          <a:xfrm>
            <a:off x="9229676" y="4855384"/>
            <a:ext cx="416733" cy="346420"/>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a:extLst>
              <a:ext uri="{FF2B5EF4-FFF2-40B4-BE49-F238E27FC236}">
                <a16:creationId xmlns:a16="http://schemas.microsoft.com/office/drawing/2014/main" id="{62340DAD-1DC8-4A4A-ACE7-E572025307C2}"/>
              </a:ext>
            </a:extLst>
          </p:cNvPr>
          <p:cNvSpPr/>
          <p:nvPr/>
        </p:nvSpPr>
        <p:spPr>
          <a:xfrm>
            <a:off x="9735732" y="4851936"/>
            <a:ext cx="416733" cy="346420"/>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文本框 229">
            <a:extLst>
              <a:ext uri="{FF2B5EF4-FFF2-40B4-BE49-F238E27FC236}">
                <a16:creationId xmlns:a16="http://schemas.microsoft.com/office/drawing/2014/main" id="{DCE67D40-FA04-4C17-A3C1-446609F99A88}"/>
              </a:ext>
            </a:extLst>
          </p:cNvPr>
          <p:cNvSpPr txBox="1"/>
          <p:nvPr/>
        </p:nvSpPr>
        <p:spPr>
          <a:xfrm>
            <a:off x="4879506" y="2037058"/>
            <a:ext cx="6535976" cy="4476610"/>
          </a:xfrm>
          <a:prstGeom prst="rect">
            <a:avLst/>
          </a:prstGeom>
          <a:solidFill>
            <a:srgbClr val="FDF0E7"/>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231" name="直接连接符 230">
            <a:extLst>
              <a:ext uri="{FF2B5EF4-FFF2-40B4-BE49-F238E27FC236}">
                <a16:creationId xmlns:a16="http://schemas.microsoft.com/office/drawing/2014/main" id="{375055CA-016A-4C45-8A52-176430A35DC4}"/>
              </a:ext>
            </a:extLst>
          </p:cNvPr>
          <p:cNvCxnSpPr/>
          <p:nvPr/>
        </p:nvCxnSpPr>
        <p:spPr>
          <a:xfrm>
            <a:off x="5163368" y="3090874"/>
            <a:ext cx="413975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B89BB08A-0122-40A7-ABB6-0EDD98BDF29C}"/>
              </a:ext>
            </a:extLst>
          </p:cNvPr>
          <p:cNvCxnSpPr>
            <a:cxnSpLocks/>
          </p:cNvCxnSpPr>
          <p:nvPr/>
        </p:nvCxnSpPr>
        <p:spPr>
          <a:xfrm>
            <a:off x="5169807" y="3365623"/>
            <a:ext cx="25950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AEC0152A-1ABE-40C8-8323-4ABC0FB2C351}"/>
              </a:ext>
            </a:extLst>
          </p:cNvPr>
          <p:cNvCxnSpPr>
            <a:cxnSpLocks/>
          </p:cNvCxnSpPr>
          <p:nvPr/>
        </p:nvCxnSpPr>
        <p:spPr>
          <a:xfrm>
            <a:off x="5178646" y="5144446"/>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4" name="矩形 233">
            <a:extLst>
              <a:ext uri="{FF2B5EF4-FFF2-40B4-BE49-F238E27FC236}">
                <a16:creationId xmlns:a16="http://schemas.microsoft.com/office/drawing/2014/main" id="{A0C6C55D-A836-4E69-AE8B-8E0FF0F4B719}"/>
              </a:ext>
            </a:extLst>
          </p:cNvPr>
          <p:cNvSpPr/>
          <p:nvPr/>
        </p:nvSpPr>
        <p:spPr>
          <a:xfrm>
            <a:off x="5073728" y="4392814"/>
            <a:ext cx="4764730"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5" name="直接连接符 234">
            <a:extLst>
              <a:ext uri="{FF2B5EF4-FFF2-40B4-BE49-F238E27FC236}">
                <a16:creationId xmlns:a16="http://schemas.microsoft.com/office/drawing/2014/main" id="{A796DD79-4D57-458A-A194-E408A07A1B5A}"/>
              </a:ext>
            </a:extLst>
          </p:cNvPr>
          <p:cNvCxnSpPr>
            <a:cxnSpLocks/>
          </p:cNvCxnSpPr>
          <p:nvPr/>
        </p:nvCxnSpPr>
        <p:spPr>
          <a:xfrm>
            <a:off x="5169807" y="5421508"/>
            <a:ext cx="499914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35C40631-0111-44BF-AE91-E25B6E9B5642}"/>
              </a:ext>
            </a:extLst>
          </p:cNvPr>
          <p:cNvCxnSpPr>
            <a:cxnSpLocks/>
          </p:cNvCxnSpPr>
          <p:nvPr/>
        </p:nvCxnSpPr>
        <p:spPr>
          <a:xfrm>
            <a:off x="5169807" y="5670100"/>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0DE4B175-4D85-4811-85E2-C1ECEB034C72}"/>
              </a:ext>
            </a:extLst>
          </p:cNvPr>
          <p:cNvCxnSpPr>
            <a:cxnSpLocks/>
          </p:cNvCxnSpPr>
          <p:nvPr/>
        </p:nvCxnSpPr>
        <p:spPr>
          <a:xfrm>
            <a:off x="5175743" y="5928477"/>
            <a:ext cx="499914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8" name="矩形 237">
            <a:extLst>
              <a:ext uri="{FF2B5EF4-FFF2-40B4-BE49-F238E27FC236}">
                <a16:creationId xmlns:a16="http://schemas.microsoft.com/office/drawing/2014/main" id="{7B6BDACC-FD07-482E-A4A6-B24F9FD200BB}"/>
              </a:ext>
            </a:extLst>
          </p:cNvPr>
          <p:cNvSpPr/>
          <p:nvPr/>
        </p:nvSpPr>
        <p:spPr>
          <a:xfrm>
            <a:off x="5096074" y="3392741"/>
            <a:ext cx="4470348" cy="95964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文本框 238">
            <a:extLst>
              <a:ext uri="{FF2B5EF4-FFF2-40B4-BE49-F238E27FC236}">
                <a16:creationId xmlns:a16="http://schemas.microsoft.com/office/drawing/2014/main" id="{33F39747-D1C5-427C-A12E-71F4BB995A63}"/>
              </a:ext>
            </a:extLst>
          </p:cNvPr>
          <p:cNvSpPr txBox="1"/>
          <p:nvPr/>
        </p:nvSpPr>
        <p:spPr>
          <a:xfrm>
            <a:off x="5294744" y="2928486"/>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4</a:t>
            </a:r>
            <a:endParaRPr lang="zh-CN" altLang="en-US" dirty="0">
              <a:solidFill>
                <a:srgbClr val="C00000"/>
              </a:solidFill>
            </a:endParaRPr>
          </a:p>
        </p:txBody>
      </p:sp>
      <p:cxnSp>
        <p:nvCxnSpPr>
          <p:cNvPr id="240" name="直接连接符 239">
            <a:extLst>
              <a:ext uri="{FF2B5EF4-FFF2-40B4-BE49-F238E27FC236}">
                <a16:creationId xmlns:a16="http://schemas.microsoft.com/office/drawing/2014/main" id="{F0EB17DA-73EB-4F24-9A46-694FE2631AE6}"/>
              </a:ext>
            </a:extLst>
          </p:cNvPr>
          <p:cNvCxnSpPr>
            <a:cxnSpLocks/>
          </p:cNvCxnSpPr>
          <p:nvPr/>
        </p:nvCxnSpPr>
        <p:spPr>
          <a:xfrm>
            <a:off x="5169806" y="6173113"/>
            <a:ext cx="106326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1" name="椭圆 240">
            <a:extLst>
              <a:ext uri="{FF2B5EF4-FFF2-40B4-BE49-F238E27FC236}">
                <a16:creationId xmlns:a16="http://schemas.microsoft.com/office/drawing/2014/main" id="{A2DA9C76-5AEC-451C-893C-A26E1761D74E}"/>
              </a:ext>
            </a:extLst>
          </p:cNvPr>
          <p:cNvSpPr/>
          <p:nvPr/>
        </p:nvSpPr>
        <p:spPr>
          <a:xfrm>
            <a:off x="7161527" y="5108847"/>
            <a:ext cx="1059368" cy="346420"/>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椭圆 241">
            <a:extLst>
              <a:ext uri="{FF2B5EF4-FFF2-40B4-BE49-F238E27FC236}">
                <a16:creationId xmlns:a16="http://schemas.microsoft.com/office/drawing/2014/main" id="{47407A82-794E-4F0C-9778-14C145DF60FE}"/>
              </a:ext>
            </a:extLst>
          </p:cNvPr>
          <p:cNvSpPr/>
          <p:nvPr/>
        </p:nvSpPr>
        <p:spPr>
          <a:xfrm>
            <a:off x="9092441" y="5113114"/>
            <a:ext cx="416733" cy="346420"/>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椭圆 242">
            <a:extLst>
              <a:ext uri="{FF2B5EF4-FFF2-40B4-BE49-F238E27FC236}">
                <a16:creationId xmlns:a16="http://schemas.microsoft.com/office/drawing/2014/main" id="{A5C11DEE-68CF-473D-8571-CCA71E04EF47}"/>
              </a:ext>
            </a:extLst>
          </p:cNvPr>
          <p:cNvSpPr/>
          <p:nvPr/>
        </p:nvSpPr>
        <p:spPr>
          <a:xfrm>
            <a:off x="9598497" y="5109666"/>
            <a:ext cx="416733" cy="346420"/>
          </a:xfrm>
          <a:prstGeom prst="ellipse">
            <a:avLst/>
          </a:prstGeom>
          <a:noFill/>
          <a:ln w="19050">
            <a:solidFill>
              <a:srgbClr val="00B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4" name="组合 243">
            <a:extLst>
              <a:ext uri="{FF2B5EF4-FFF2-40B4-BE49-F238E27FC236}">
                <a16:creationId xmlns:a16="http://schemas.microsoft.com/office/drawing/2014/main" id="{E79EF6DC-87BB-4B70-9255-716DF77AA21E}"/>
              </a:ext>
            </a:extLst>
          </p:cNvPr>
          <p:cNvGrpSpPr/>
          <p:nvPr/>
        </p:nvGrpSpPr>
        <p:grpSpPr>
          <a:xfrm>
            <a:off x="982680" y="6449476"/>
            <a:ext cx="131176" cy="311735"/>
            <a:chOff x="7841046" y="2231819"/>
            <a:chExt cx="131176" cy="311735"/>
          </a:xfrm>
        </p:grpSpPr>
        <p:sp>
          <p:nvSpPr>
            <p:cNvPr id="245" name="文本框 244">
              <a:extLst>
                <a:ext uri="{FF2B5EF4-FFF2-40B4-BE49-F238E27FC236}">
                  <a16:creationId xmlns:a16="http://schemas.microsoft.com/office/drawing/2014/main" id="{FF276B37-CAB0-4F2B-A2B6-57FC98423969}"/>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246" name="直接箭头连接符 245">
              <a:extLst>
                <a:ext uri="{FF2B5EF4-FFF2-40B4-BE49-F238E27FC236}">
                  <a16:creationId xmlns:a16="http://schemas.microsoft.com/office/drawing/2014/main" id="{32326A8A-DDB6-4FFF-9191-6480414A0573}"/>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47" name="组合 246">
            <a:extLst>
              <a:ext uri="{FF2B5EF4-FFF2-40B4-BE49-F238E27FC236}">
                <a16:creationId xmlns:a16="http://schemas.microsoft.com/office/drawing/2014/main" id="{FABA6457-0B6C-4769-ABC1-431936B52799}"/>
              </a:ext>
            </a:extLst>
          </p:cNvPr>
          <p:cNvGrpSpPr/>
          <p:nvPr/>
        </p:nvGrpSpPr>
        <p:grpSpPr>
          <a:xfrm>
            <a:off x="1368511" y="6449476"/>
            <a:ext cx="166389" cy="311735"/>
            <a:chOff x="7972222" y="2231819"/>
            <a:chExt cx="166389" cy="311735"/>
          </a:xfrm>
        </p:grpSpPr>
        <p:sp>
          <p:nvSpPr>
            <p:cNvPr id="248" name="文本框 247">
              <a:extLst>
                <a:ext uri="{FF2B5EF4-FFF2-40B4-BE49-F238E27FC236}">
                  <a16:creationId xmlns:a16="http://schemas.microsoft.com/office/drawing/2014/main" id="{69EE115F-ABAB-4B03-A0F2-08F265D90756}"/>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249" name="直接箭头连接符 248">
              <a:extLst>
                <a:ext uri="{FF2B5EF4-FFF2-40B4-BE49-F238E27FC236}">
                  <a16:creationId xmlns:a16="http://schemas.microsoft.com/office/drawing/2014/main" id="{8AAEFA44-8DA5-4532-886C-EAD9F24B20F1}"/>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50" name="文本框 249">
            <a:extLst>
              <a:ext uri="{FF2B5EF4-FFF2-40B4-BE49-F238E27FC236}">
                <a16:creationId xmlns:a16="http://schemas.microsoft.com/office/drawing/2014/main" id="{EFB33337-FF8F-4CA2-BB4B-9013397CF09C}"/>
              </a:ext>
            </a:extLst>
          </p:cNvPr>
          <p:cNvSpPr txBox="1"/>
          <p:nvPr/>
        </p:nvSpPr>
        <p:spPr>
          <a:xfrm>
            <a:off x="4682374" y="2272477"/>
            <a:ext cx="6535976" cy="4476610"/>
          </a:xfrm>
          <a:prstGeom prst="rect">
            <a:avLst/>
          </a:prstGeom>
          <a:solidFill>
            <a:srgbClr val="EEF6EA"/>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251" name="直接连接符 250">
            <a:extLst>
              <a:ext uri="{FF2B5EF4-FFF2-40B4-BE49-F238E27FC236}">
                <a16:creationId xmlns:a16="http://schemas.microsoft.com/office/drawing/2014/main" id="{E5F96054-4C11-4C44-9FC2-B9AD66E821AA}"/>
              </a:ext>
            </a:extLst>
          </p:cNvPr>
          <p:cNvCxnSpPr>
            <a:cxnSpLocks/>
          </p:cNvCxnSpPr>
          <p:nvPr/>
        </p:nvCxnSpPr>
        <p:spPr>
          <a:xfrm>
            <a:off x="4966236" y="3326293"/>
            <a:ext cx="612352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58822B87-FA5C-407B-BC18-01A9C564F088}"/>
              </a:ext>
            </a:extLst>
          </p:cNvPr>
          <p:cNvCxnSpPr>
            <a:cxnSpLocks/>
          </p:cNvCxnSpPr>
          <p:nvPr/>
        </p:nvCxnSpPr>
        <p:spPr>
          <a:xfrm>
            <a:off x="4972675" y="3601042"/>
            <a:ext cx="336686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3" name="直接连接符 252">
            <a:extLst>
              <a:ext uri="{FF2B5EF4-FFF2-40B4-BE49-F238E27FC236}">
                <a16:creationId xmlns:a16="http://schemas.microsoft.com/office/drawing/2014/main" id="{9A31F4DD-F749-409B-B1C2-BA5D2D5C1E42}"/>
              </a:ext>
            </a:extLst>
          </p:cNvPr>
          <p:cNvCxnSpPr>
            <a:cxnSpLocks/>
          </p:cNvCxnSpPr>
          <p:nvPr/>
        </p:nvCxnSpPr>
        <p:spPr>
          <a:xfrm>
            <a:off x="4981514" y="5379865"/>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54" name="矩形 253">
            <a:extLst>
              <a:ext uri="{FF2B5EF4-FFF2-40B4-BE49-F238E27FC236}">
                <a16:creationId xmlns:a16="http://schemas.microsoft.com/office/drawing/2014/main" id="{75B4201E-57D0-4260-8C99-F5CE25A3F64E}"/>
              </a:ext>
            </a:extLst>
          </p:cNvPr>
          <p:cNvSpPr/>
          <p:nvPr/>
        </p:nvSpPr>
        <p:spPr>
          <a:xfrm>
            <a:off x="4876596" y="4628233"/>
            <a:ext cx="6313476"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5" name="直接连接符 254">
            <a:extLst>
              <a:ext uri="{FF2B5EF4-FFF2-40B4-BE49-F238E27FC236}">
                <a16:creationId xmlns:a16="http://schemas.microsoft.com/office/drawing/2014/main" id="{A7B01ACB-E095-45CF-A8A8-792B517E47A1}"/>
              </a:ext>
            </a:extLst>
          </p:cNvPr>
          <p:cNvCxnSpPr>
            <a:cxnSpLocks/>
          </p:cNvCxnSpPr>
          <p:nvPr/>
        </p:nvCxnSpPr>
        <p:spPr>
          <a:xfrm>
            <a:off x="4972675" y="5905519"/>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56" name="矩形 255">
            <a:extLst>
              <a:ext uri="{FF2B5EF4-FFF2-40B4-BE49-F238E27FC236}">
                <a16:creationId xmlns:a16="http://schemas.microsoft.com/office/drawing/2014/main" id="{1E31DFB6-2AB1-49F7-8366-919CDF03330A}"/>
              </a:ext>
            </a:extLst>
          </p:cNvPr>
          <p:cNvSpPr/>
          <p:nvPr/>
        </p:nvSpPr>
        <p:spPr>
          <a:xfrm>
            <a:off x="4898941" y="3628160"/>
            <a:ext cx="5645061" cy="76549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文本框 256">
            <a:extLst>
              <a:ext uri="{FF2B5EF4-FFF2-40B4-BE49-F238E27FC236}">
                <a16:creationId xmlns:a16="http://schemas.microsoft.com/office/drawing/2014/main" id="{E43C4960-81CA-4D73-B33C-73C36A85CFE1}"/>
              </a:ext>
            </a:extLst>
          </p:cNvPr>
          <p:cNvSpPr txBox="1"/>
          <p:nvPr/>
        </p:nvSpPr>
        <p:spPr>
          <a:xfrm>
            <a:off x="5097612" y="3163905"/>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1</a:t>
            </a:r>
            <a:endParaRPr lang="zh-CN" altLang="en-US" dirty="0">
              <a:solidFill>
                <a:srgbClr val="C00000"/>
              </a:solidFill>
            </a:endParaRPr>
          </a:p>
        </p:txBody>
      </p:sp>
      <p:cxnSp>
        <p:nvCxnSpPr>
          <p:cNvPr id="258" name="直接连接符 257">
            <a:extLst>
              <a:ext uri="{FF2B5EF4-FFF2-40B4-BE49-F238E27FC236}">
                <a16:creationId xmlns:a16="http://schemas.microsoft.com/office/drawing/2014/main" id="{666AFC87-5672-47AA-BAC5-713457DC7B3E}"/>
              </a:ext>
            </a:extLst>
          </p:cNvPr>
          <p:cNvCxnSpPr>
            <a:cxnSpLocks/>
          </p:cNvCxnSpPr>
          <p:nvPr/>
        </p:nvCxnSpPr>
        <p:spPr>
          <a:xfrm>
            <a:off x="4972674" y="6408532"/>
            <a:ext cx="106326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59" name="组合 258">
            <a:extLst>
              <a:ext uri="{FF2B5EF4-FFF2-40B4-BE49-F238E27FC236}">
                <a16:creationId xmlns:a16="http://schemas.microsoft.com/office/drawing/2014/main" id="{A3FAB7DC-8F06-4A8E-B78E-4B6FDC3271D5}"/>
              </a:ext>
            </a:extLst>
          </p:cNvPr>
          <p:cNvGrpSpPr/>
          <p:nvPr/>
        </p:nvGrpSpPr>
        <p:grpSpPr>
          <a:xfrm>
            <a:off x="1708182" y="6455509"/>
            <a:ext cx="131176" cy="311735"/>
            <a:chOff x="7841046" y="2231819"/>
            <a:chExt cx="131176" cy="311735"/>
          </a:xfrm>
        </p:grpSpPr>
        <p:sp>
          <p:nvSpPr>
            <p:cNvPr id="260" name="文本框 259">
              <a:extLst>
                <a:ext uri="{FF2B5EF4-FFF2-40B4-BE49-F238E27FC236}">
                  <a16:creationId xmlns:a16="http://schemas.microsoft.com/office/drawing/2014/main" id="{50A138AB-DFC2-44C7-849D-32EF79946616}"/>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261" name="直接箭头连接符 260">
              <a:extLst>
                <a:ext uri="{FF2B5EF4-FFF2-40B4-BE49-F238E27FC236}">
                  <a16:creationId xmlns:a16="http://schemas.microsoft.com/office/drawing/2014/main" id="{9BE657BD-5898-4942-AAD4-1DFE306B0D7D}"/>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62" name="组合 261">
            <a:extLst>
              <a:ext uri="{FF2B5EF4-FFF2-40B4-BE49-F238E27FC236}">
                <a16:creationId xmlns:a16="http://schemas.microsoft.com/office/drawing/2014/main" id="{DCBEBD06-0066-4278-B75C-C0C2E3005784}"/>
              </a:ext>
            </a:extLst>
          </p:cNvPr>
          <p:cNvGrpSpPr/>
          <p:nvPr/>
        </p:nvGrpSpPr>
        <p:grpSpPr>
          <a:xfrm>
            <a:off x="2094013" y="6455509"/>
            <a:ext cx="166389" cy="311735"/>
            <a:chOff x="7972222" y="2231819"/>
            <a:chExt cx="166389" cy="311735"/>
          </a:xfrm>
        </p:grpSpPr>
        <p:sp>
          <p:nvSpPr>
            <p:cNvPr id="263" name="文本框 262">
              <a:extLst>
                <a:ext uri="{FF2B5EF4-FFF2-40B4-BE49-F238E27FC236}">
                  <a16:creationId xmlns:a16="http://schemas.microsoft.com/office/drawing/2014/main" id="{CD69344B-76DC-4ABC-9E55-4728040AC34E}"/>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264" name="直接箭头连接符 263">
              <a:extLst>
                <a:ext uri="{FF2B5EF4-FFF2-40B4-BE49-F238E27FC236}">
                  <a16:creationId xmlns:a16="http://schemas.microsoft.com/office/drawing/2014/main" id="{22D4BDD2-177F-4115-9816-DB478268BEE1}"/>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65" name="文本框 264">
            <a:extLst>
              <a:ext uri="{FF2B5EF4-FFF2-40B4-BE49-F238E27FC236}">
                <a16:creationId xmlns:a16="http://schemas.microsoft.com/office/drawing/2014/main" id="{06C536A2-AAE0-4DB6-B709-D35713098A37}"/>
              </a:ext>
            </a:extLst>
          </p:cNvPr>
          <p:cNvSpPr txBox="1"/>
          <p:nvPr/>
        </p:nvSpPr>
        <p:spPr>
          <a:xfrm>
            <a:off x="5014479" y="2277110"/>
            <a:ext cx="6535976" cy="4476610"/>
          </a:xfrm>
          <a:prstGeom prst="rect">
            <a:avLst/>
          </a:prstGeom>
          <a:solidFill>
            <a:srgbClr val="EEF6EA"/>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266" name="直接连接符 265">
            <a:extLst>
              <a:ext uri="{FF2B5EF4-FFF2-40B4-BE49-F238E27FC236}">
                <a16:creationId xmlns:a16="http://schemas.microsoft.com/office/drawing/2014/main" id="{B1B13D36-2292-43C9-A3CB-1773E2C62626}"/>
              </a:ext>
            </a:extLst>
          </p:cNvPr>
          <p:cNvCxnSpPr/>
          <p:nvPr/>
        </p:nvCxnSpPr>
        <p:spPr>
          <a:xfrm>
            <a:off x="5344645" y="3327416"/>
            <a:ext cx="413975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直接连接符 266">
            <a:extLst>
              <a:ext uri="{FF2B5EF4-FFF2-40B4-BE49-F238E27FC236}">
                <a16:creationId xmlns:a16="http://schemas.microsoft.com/office/drawing/2014/main" id="{D7B18A72-1C89-45F8-859D-6BE32EED402F}"/>
              </a:ext>
            </a:extLst>
          </p:cNvPr>
          <p:cNvCxnSpPr>
            <a:cxnSpLocks/>
          </p:cNvCxnSpPr>
          <p:nvPr/>
        </p:nvCxnSpPr>
        <p:spPr>
          <a:xfrm>
            <a:off x="5351084" y="3602165"/>
            <a:ext cx="25950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8" name="直接连接符 267">
            <a:extLst>
              <a:ext uri="{FF2B5EF4-FFF2-40B4-BE49-F238E27FC236}">
                <a16:creationId xmlns:a16="http://schemas.microsoft.com/office/drawing/2014/main" id="{C9ECD598-F0C5-4DF5-AA9E-F3A6E9DD4120}"/>
              </a:ext>
            </a:extLst>
          </p:cNvPr>
          <p:cNvCxnSpPr>
            <a:cxnSpLocks/>
          </p:cNvCxnSpPr>
          <p:nvPr/>
        </p:nvCxnSpPr>
        <p:spPr>
          <a:xfrm>
            <a:off x="5359923" y="5380988"/>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69" name="矩形 268">
            <a:extLst>
              <a:ext uri="{FF2B5EF4-FFF2-40B4-BE49-F238E27FC236}">
                <a16:creationId xmlns:a16="http://schemas.microsoft.com/office/drawing/2014/main" id="{39592D67-612E-4A26-850E-F38FB8D50D6D}"/>
              </a:ext>
            </a:extLst>
          </p:cNvPr>
          <p:cNvSpPr/>
          <p:nvPr/>
        </p:nvSpPr>
        <p:spPr>
          <a:xfrm>
            <a:off x="5255004" y="4629356"/>
            <a:ext cx="6228623"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0" name="直接连接符 269">
            <a:extLst>
              <a:ext uri="{FF2B5EF4-FFF2-40B4-BE49-F238E27FC236}">
                <a16:creationId xmlns:a16="http://schemas.microsoft.com/office/drawing/2014/main" id="{ACAF7BC0-A4D1-4ED3-851E-3558FE6377F5}"/>
              </a:ext>
            </a:extLst>
          </p:cNvPr>
          <p:cNvCxnSpPr>
            <a:cxnSpLocks/>
          </p:cNvCxnSpPr>
          <p:nvPr/>
        </p:nvCxnSpPr>
        <p:spPr>
          <a:xfrm>
            <a:off x="5351084" y="5906642"/>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1" name="矩形 270">
            <a:extLst>
              <a:ext uri="{FF2B5EF4-FFF2-40B4-BE49-F238E27FC236}">
                <a16:creationId xmlns:a16="http://schemas.microsoft.com/office/drawing/2014/main" id="{4BF02ED9-FFAC-413A-B499-C7B1BE61B578}"/>
              </a:ext>
            </a:extLst>
          </p:cNvPr>
          <p:cNvSpPr/>
          <p:nvPr/>
        </p:nvSpPr>
        <p:spPr>
          <a:xfrm>
            <a:off x="5277351" y="3629283"/>
            <a:ext cx="5785826" cy="76436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文本框 271">
            <a:extLst>
              <a:ext uri="{FF2B5EF4-FFF2-40B4-BE49-F238E27FC236}">
                <a16:creationId xmlns:a16="http://schemas.microsoft.com/office/drawing/2014/main" id="{423583FD-CA0A-4D54-A333-DA22D2B64577}"/>
              </a:ext>
            </a:extLst>
          </p:cNvPr>
          <p:cNvSpPr txBox="1"/>
          <p:nvPr/>
        </p:nvSpPr>
        <p:spPr>
          <a:xfrm>
            <a:off x="5476021" y="3165028"/>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6</a:t>
            </a:r>
            <a:endParaRPr lang="zh-CN" altLang="en-US" dirty="0">
              <a:solidFill>
                <a:srgbClr val="C00000"/>
              </a:solidFill>
            </a:endParaRPr>
          </a:p>
        </p:txBody>
      </p:sp>
      <p:cxnSp>
        <p:nvCxnSpPr>
          <p:cNvPr id="273" name="直接连接符 272">
            <a:extLst>
              <a:ext uri="{FF2B5EF4-FFF2-40B4-BE49-F238E27FC236}">
                <a16:creationId xmlns:a16="http://schemas.microsoft.com/office/drawing/2014/main" id="{1756F625-1E7F-4662-90E9-53DEBD9134EF}"/>
              </a:ext>
            </a:extLst>
          </p:cNvPr>
          <p:cNvCxnSpPr>
            <a:cxnSpLocks/>
          </p:cNvCxnSpPr>
          <p:nvPr/>
        </p:nvCxnSpPr>
        <p:spPr>
          <a:xfrm>
            <a:off x="5351083" y="6409655"/>
            <a:ext cx="106326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83" name="组合 282">
            <a:extLst>
              <a:ext uri="{FF2B5EF4-FFF2-40B4-BE49-F238E27FC236}">
                <a16:creationId xmlns:a16="http://schemas.microsoft.com/office/drawing/2014/main" id="{49ED7D3F-0080-4AEC-AD77-A2F931FBD22F}"/>
              </a:ext>
            </a:extLst>
          </p:cNvPr>
          <p:cNvGrpSpPr/>
          <p:nvPr/>
        </p:nvGrpSpPr>
        <p:grpSpPr>
          <a:xfrm>
            <a:off x="2479922" y="5787644"/>
            <a:ext cx="131176" cy="311735"/>
            <a:chOff x="7841046" y="2231819"/>
            <a:chExt cx="131176" cy="311735"/>
          </a:xfrm>
        </p:grpSpPr>
        <p:sp>
          <p:nvSpPr>
            <p:cNvPr id="284" name="文本框 283">
              <a:extLst>
                <a:ext uri="{FF2B5EF4-FFF2-40B4-BE49-F238E27FC236}">
                  <a16:creationId xmlns:a16="http://schemas.microsoft.com/office/drawing/2014/main" id="{CB38461C-02DF-44E3-8D9D-F16E5E720398}"/>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285" name="直接箭头连接符 284">
              <a:extLst>
                <a:ext uri="{FF2B5EF4-FFF2-40B4-BE49-F238E27FC236}">
                  <a16:creationId xmlns:a16="http://schemas.microsoft.com/office/drawing/2014/main" id="{B0AA1BD6-9E8D-41B1-8DCB-F7C3B9B9C8D7}"/>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86" name="组合 285">
            <a:extLst>
              <a:ext uri="{FF2B5EF4-FFF2-40B4-BE49-F238E27FC236}">
                <a16:creationId xmlns:a16="http://schemas.microsoft.com/office/drawing/2014/main" id="{6BC4A21D-4F54-46D3-80B9-46F7216BBD16}"/>
              </a:ext>
            </a:extLst>
          </p:cNvPr>
          <p:cNvGrpSpPr/>
          <p:nvPr/>
        </p:nvGrpSpPr>
        <p:grpSpPr>
          <a:xfrm>
            <a:off x="2846436" y="5787644"/>
            <a:ext cx="166389" cy="311735"/>
            <a:chOff x="7972222" y="2231819"/>
            <a:chExt cx="166389" cy="311735"/>
          </a:xfrm>
        </p:grpSpPr>
        <p:sp>
          <p:nvSpPr>
            <p:cNvPr id="287" name="文本框 286">
              <a:extLst>
                <a:ext uri="{FF2B5EF4-FFF2-40B4-BE49-F238E27FC236}">
                  <a16:creationId xmlns:a16="http://schemas.microsoft.com/office/drawing/2014/main" id="{0264E974-EA04-4425-8191-4853CCF0CC88}"/>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288" name="直接箭头连接符 287">
              <a:extLst>
                <a:ext uri="{FF2B5EF4-FFF2-40B4-BE49-F238E27FC236}">
                  <a16:creationId xmlns:a16="http://schemas.microsoft.com/office/drawing/2014/main" id="{60F24832-7A0E-460C-9566-00F3FC0F67A8}"/>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89" name="文本框 288">
            <a:extLst>
              <a:ext uri="{FF2B5EF4-FFF2-40B4-BE49-F238E27FC236}">
                <a16:creationId xmlns:a16="http://schemas.microsoft.com/office/drawing/2014/main" id="{7FA2D535-B53C-488E-AA44-D87B4DC4FA82}"/>
              </a:ext>
            </a:extLst>
          </p:cNvPr>
          <p:cNvSpPr txBox="1"/>
          <p:nvPr/>
        </p:nvSpPr>
        <p:spPr>
          <a:xfrm>
            <a:off x="5312574" y="2038654"/>
            <a:ext cx="6535976" cy="4476610"/>
          </a:xfrm>
          <a:prstGeom prst="rect">
            <a:avLst/>
          </a:prstGeom>
          <a:solidFill>
            <a:srgbClr val="FDF0E7"/>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Status SecondOptimal(BiTree &amp;T, 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i = low;  min = 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(abs(dw-sw[j]-sw[j-1]) &lt; min)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i = j;  min = abs(dw-sw[j]-sw[j-1]);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 = (BiTree)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ERROR;</a:t>
            </a:r>
          </a:p>
          <a:p>
            <a:pPr>
              <a:lnSpc>
                <a:spcPct val="120000"/>
              </a:lnSpc>
            </a:pPr>
            <a:r>
              <a:rPr lang="zh-CN" altLang="en-US" sz="1400" b="1" dirty="0">
                <a:latin typeface="Courier New" panose="02070309020205020404" pitchFamily="49" charset="0"/>
                <a:cs typeface="Courier New" panose="02070309020205020404" pitchFamily="49" charset="0"/>
              </a:rPr>
              <a:t>  T-&gt;data = R[i].key;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SecondOptimal(T-&gt;lchild, R, sw, low, 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SecondOptimal(T-&gt;rchild, R, sw, i+1, high);</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OK;</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290" name="直接连接符 289">
            <a:extLst>
              <a:ext uri="{FF2B5EF4-FFF2-40B4-BE49-F238E27FC236}">
                <a16:creationId xmlns:a16="http://schemas.microsoft.com/office/drawing/2014/main" id="{731C547C-CE07-4979-B6DB-32D5B032EBFE}"/>
              </a:ext>
            </a:extLst>
          </p:cNvPr>
          <p:cNvCxnSpPr/>
          <p:nvPr/>
        </p:nvCxnSpPr>
        <p:spPr>
          <a:xfrm>
            <a:off x="5591999" y="3089751"/>
            <a:ext cx="413975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1" name="直接连接符 290">
            <a:extLst>
              <a:ext uri="{FF2B5EF4-FFF2-40B4-BE49-F238E27FC236}">
                <a16:creationId xmlns:a16="http://schemas.microsoft.com/office/drawing/2014/main" id="{8653C147-74A5-4C12-9F28-B133C92033F1}"/>
              </a:ext>
            </a:extLst>
          </p:cNvPr>
          <p:cNvCxnSpPr>
            <a:cxnSpLocks/>
          </p:cNvCxnSpPr>
          <p:nvPr/>
        </p:nvCxnSpPr>
        <p:spPr>
          <a:xfrm>
            <a:off x="5598438" y="3364500"/>
            <a:ext cx="25950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2" name="直接连接符 291">
            <a:extLst>
              <a:ext uri="{FF2B5EF4-FFF2-40B4-BE49-F238E27FC236}">
                <a16:creationId xmlns:a16="http://schemas.microsoft.com/office/drawing/2014/main" id="{011B96F7-712A-4357-8B61-5DDCCC939485}"/>
              </a:ext>
            </a:extLst>
          </p:cNvPr>
          <p:cNvCxnSpPr>
            <a:cxnSpLocks/>
          </p:cNvCxnSpPr>
          <p:nvPr/>
        </p:nvCxnSpPr>
        <p:spPr>
          <a:xfrm>
            <a:off x="5607277" y="5143323"/>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93" name="矩形 292">
            <a:extLst>
              <a:ext uri="{FF2B5EF4-FFF2-40B4-BE49-F238E27FC236}">
                <a16:creationId xmlns:a16="http://schemas.microsoft.com/office/drawing/2014/main" id="{B40CA45F-3157-40A0-A328-742BE2783C03}"/>
              </a:ext>
            </a:extLst>
          </p:cNvPr>
          <p:cNvSpPr/>
          <p:nvPr/>
        </p:nvSpPr>
        <p:spPr>
          <a:xfrm>
            <a:off x="5502359" y="4391691"/>
            <a:ext cx="4764730"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4" name="直接连接符 293">
            <a:extLst>
              <a:ext uri="{FF2B5EF4-FFF2-40B4-BE49-F238E27FC236}">
                <a16:creationId xmlns:a16="http://schemas.microsoft.com/office/drawing/2014/main" id="{91DD24A6-3742-4557-8813-14CFADA6825A}"/>
              </a:ext>
            </a:extLst>
          </p:cNvPr>
          <p:cNvCxnSpPr>
            <a:cxnSpLocks/>
          </p:cNvCxnSpPr>
          <p:nvPr/>
        </p:nvCxnSpPr>
        <p:spPr>
          <a:xfrm>
            <a:off x="5598438" y="5668977"/>
            <a:ext cx="31733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95" name="矩形 294">
            <a:extLst>
              <a:ext uri="{FF2B5EF4-FFF2-40B4-BE49-F238E27FC236}">
                <a16:creationId xmlns:a16="http://schemas.microsoft.com/office/drawing/2014/main" id="{1372E881-D2FF-461C-AE01-382F9AA989F8}"/>
              </a:ext>
            </a:extLst>
          </p:cNvPr>
          <p:cNvSpPr/>
          <p:nvPr/>
        </p:nvSpPr>
        <p:spPr>
          <a:xfrm>
            <a:off x="5524705" y="3391618"/>
            <a:ext cx="4470348" cy="95964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6" name="文本框 295">
            <a:extLst>
              <a:ext uri="{FF2B5EF4-FFF2-40B4-BE49-F238E27FC236}">
                <a16:creationId xmlns:a16="http://schemas.microsoft.com/office/drawing/2014/main" id="{6CFF1C61-7B3B-4F34-ACD6-A4CB658721EB}"/>
              </a:ext>
            </a:extLst>
          </p:cNvPr>
          <p:cNvSpPr txBox="1"/>
          <p:nvPr/>
        </p:nvSpPr>
        <p:spPr>
          <a:xfrm>
            <a:off x="5723375" y="2927363"/>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21</a:t>
            </a:r>
            <a:endParaRPr lang="zh-CN" altLang="en-US" dirty="0">
              <a:solidFill>
                <a:srgbClr val="C00000"/>
              </a:solidFill>
            </a:endParaRPr>
          </a:p>
        </p:txBody>
      </p:sp>
      <p:cxnSp>
        <p:nvCxnSpPr>
          <p:cNvPr id="297" name="直接连接符 296">
            <a:extLst>
              <a:ext uri="{FF2B5EF4-FFF2-40B4-BE49-F238E27FC236}">
                <a16:creationId xmlns:a16="http://schemas.microsoft.com/office/drawing/2014/main" id="{0DE700F8-617C-4FD1-B14B-B15AAD539218}"/>
              </a:ext>
            </a:extLst>
          </p:cNvPr>
          <p:cNvCxnSpPr>
            <a:cxnSpLocks/>
          </p:cNvCxnSpPr>
          <p:nvPr/>
        </p:nvCxnSpPr>
        <p:spPr>
          <a:xfrm>
            <a:off x="5598437" y="6171990"/>
            <a:ext cx="106326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98" name="文本框 297">
            <a:extLst>
              <a:ext uri="{FF2B5EF4-FFF2-40B4-BE49-F238E27FC236}">
                <a16:creationId xmlns:a16="http://schemas.microsoft.com/office/drawing/2014/main" id="{AF012173-432C-429F-9436-4D6B9FE4B5D0}"/>
              </a:ext>
            </a:extLst>
          </p:cNvPr>
          <p:cNvSpPr txBox="1"/>
          <p:nvPr/>
        </p:nvSpPr>
        <p:spPr>
          <a:xfrm>
            <a:off x="5506475" y="1785709"/>
            <a:ext cx="6535976" cy="4476610"/>
          </a:xfrm>
          <a:prstGeom prst="rect">
            <a:avLst/>
          </a:prstGeom>
          <a:solidFill>
            <a:srgbClr val="FFF8E5"/>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299" name="直接连接符 298">
            <a:extLst>
              <a:ext uri="{FF2B5EF4-FFF2-40B4-BE49-F238E27FC236}">
                <a16:creationId xmlns:a16="http://schemas.microsoft.com/office/drawing/2014/main" id="{A730C64A-8DBB-4E7C-B02B-1F32D476AFEC}"/>
              </a:ext>
            </a:extLst>
          </p:cNvPr>
          <p:cNvCxnSpPr/>
          <p:nvPr/>
        </p:nvCxnSpPr>
        <p:spPr>
          <a:xfrm>
            <a:off x="5802890" y="2837387"/>
            <a:ext cx="413975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0" name="直接连接符 299">
            <a:extLst>
              <a:ext uri="{FF2B5EF4-FFF2-40B4-BE49-F238E27FC236}">
                <a16:creationId xmlns:a16="http://schemas.microsoft.com/office/drawing/2014/main" id="{DD94CEC3-544F-4905-8536-30D0F8AE0841}"/>
              </a:ext>
            </a:extLst>
          </p:cNvPr>
          <p:cNvCxnSpPr>
            <a:cxnSpLocks/>
          </p:cNvCxnSpPr>
          <p:nvPr/>
        </p:nvCxnSpPr>
        <p:spPr>
          <a:xfrm>
            <a:off x="5809329" y="3112136"/>
            <a:ext cx="25950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1" name="直接连接符 300">
            <a:extLst>
              <a:ext uri="{FF2B5EF4-FFF2-40B4-BE49-F238E27FC236}">
                <a16:creationId xmlns:a16="http://schemas.microsoft.com/office/drawing/2014/main" id="{78E49BD4-CBB9-45E1-8A51-07970C1E285A}"/>
              </a:ext>
            </a:extLst>
          </p:cNvPr>
          <p:cNvCxnSpPr>
            <a:cxnSpLocks/>
          </p:cNvCxnSpPr>
          <p:nvPr/>
        </p:nvCxnSpPr>
        <p:spPr>
          <a:xfrm flipV="1">
            <a:off x="5818168" y="4886716"/>
            <a:ext cx="1142863" cy="424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02" name="矩形 301">
            <a:extLst>
              <a:ext uri="{FF2B5EF4-FFF2-40B4-BE49-F238E27FC236}">
                <a16:creationId xmlns:a16="http://schemas.microsoft.com/office/drawing/2014/main" id="{C368C3EF-4B5F-4878-BFE0-0709887FC22D}"/>
              </a:ext>
            </a:extLst>
          </p:cNvPr>
          <p:cNvSpPr/>
          <p:nvPr/>
        </p:nvSpPr>
        <p:spPr>
          <a:xfrm>
            <a:off x="5713250" y="4139327"/>
            <a:ext cx="4764730"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3" name="直接连接符 302">
            <a:extLst>
              <a:ext uri="{FF2B5EF4-FFF2-40B4-BE49-F238E27FC236}">
                <a16:creationId xmlns:a16="http://schemas.microsoft.com/office/drawing/2014/main" id="{A17F5318-C603-4470-AFA0-ED0AFDDA5F6D}"/>
              </a:ext>
            </a:extLst>
          </p:cNvPr>
          <p:cNvCxnSpPr>
            <a:cxnSpLocks/>
          </p:cNvCxnSpPr>
          <p:nvPr/>
        </p:nvCxnSpPr>
        <p:spPr>
          <a:xfrm>
            <a:off x="5803362" y="5153285"/>
            <a:ext cx="4973660" cy="1183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04" name="矩形 303">
            <a:extLst>
              <a:ext uri="{FF2B5EF4-FFF2-40B4-BE49-F238E27FC236}">
                <a16:creationId xmlns:a16="http://schemas.microsoft.com/office/drawing/2014/main" id="{E66AAF64-581A-4526-A69F-7DA78432E2F0}"/>
              </a:ext>
            </a:extLst>
          </p:cNvPr>
          <p:cNvSpPr/>
          <p:nvPr/>
        </p:nvSpPr>
        <p:spPr>
          <a:xfrm>
            <a:off x="5735596" y="3139254"/>
            <a:ext cx="4470348" cy="95964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5" name="文本框 304">
            <a:extLst>
              <a:ext uri="{FF2B5EF4-FFF2-40B4-BE49-F238E27FC236}">
                <a16:creationId xmlns:a16="http://schemas.microsoft.com/office/drawing/2014/main" id="{57C5B1A8-FD71-4EE1-A805-7B631C787D64}"/>
              </a:ext>
            </a:extLst>
          </p:cNvPr>
          <p:cNvSpPr txBox="1"/>
          <p:nvPr/>
        </p:nvSpPr>
        <p:spPr>
          <a:xfrm>
            <a:off x="5934266" y="2674999"/>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44</a:t>
            </a:r>
            <a:endParaRPr lang="zh-CN" altLang="en-US" dirty="0">
              <a:solidFill>
                <a:srgbClr val="C00000"/>
              </a:solidFill>
            </a:endParaRPr>
          </a:p>
        </p:txBody>
      </p:sp>
      <p:cxnSp>
        <p:nvCxnSpPr>
          <p:cNvPr id="306" name="直接连接符 305">
            <a:extLst>
              <a:ext uri="{FF2B5EF4-FFF2-40B4-BE49-F238E27FC236}">
                <a16:creationId xmlns:a16="http://schemas.microsoft.com/office/drawing/2014/main" id="{1B558811-39BA-4303-BADC-2DEE9C5CFFD5}"/>
              </a:ext>
            </a:extLst>
          </p:cNvPr>
          <p:cNvCxnSpPr>
            <a:cxnSpLocks/>
          </p:cNvCxnSpPr>
          <p:nvPr/>
        </p:nvCxnSpPr>
        <p:spPr>
          <a:xfrm>
            <a:off x="5781942" y="5403973"/>
            <a:ext cx="133363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D92AF3A1-531C-4F6C-9CF7-4BBA766613A9}"/>
              </a:ext>
            </a:extLst>
          </p:cNvPr>
          <p:cNvCxnSpPr>
            <a:cxnSpLocks/>
          </p:cNvCxnSpPr>
          <p:nvPr/>
        </p:nvCxnSpPr>
        <p:spPr>
          <a:xfrm>
            <a:off x="5784344" y="5646694"/>
            <a:ext cx="4973660" cy="1183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8" name="直接连接符 307">
            <a:extLst>
              <a:ext uri="{FF2B5EF4-FFF2-40B4-BE49-F238E27FC236}">
                <a16:creationId xmlns:a16="http://schemas.microsoft.com/office/drawing/2014/main" id="{70DDCB92-3C1A-40C3-BF9D-60CEDE5E18B4}"/>
              </a:ext>
            </a:extLst>
          </p:cNvPr>
          <p:cNvCxnSpPr>
            <a:cxnSpLocks/>
          </p:cNvCxnSpPr>
          <p:nvPr/>
        </p:nvCxnSpPr>
        <p:spPr>
          <a:xfrm flipV="1">
            <a:off x="5762924" y="5886553"/>
            <a:ext cx="1111305" cy="1082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09" name="组合 308">
            <a:extLst>
              <a:ext uri="{FF2B5EF4-FFF2-40B4-BE49-F238E27FC236}">
                <a16:creationId xmlns:a16="http://schemas.microsoft.com/office/drawing/2014/main" id="{51BE3775-9FFF-4540-9021-489BCF1E41E3}"/>
              </a:ext>
            </a:extLst>
          </p:cNvPr>
          <p:cNvGrpSpPr/>
          <p:nvPr/>
        </p:nvGrpSpPr>
        <p:grpSpPr>
          <a:xfrm>
            <a:off x="3264622" y="5784376"/>
            <a:ext cx="131176" cy="311735"/>
            <a:chOff x="7841046" y="2231819"/>
            <a:chExt cx="131176" cy="311735"/>
          </a:xfrm>
        </p:grpSpPr>
        <p:sp>
          <p:nvSpPr>
            <p:cNvPr id="310" name="文本框 309">
              <a:extLst>
                <a:ext uri="{FF2B5EF4-FFF2-40B4-BE49-F238E27FC236}">
                  <a16:creationId xmlns:a16="http://schemas.microsoft.com/office/drawing/2014/main" id="{6F9D17DB-FC39-4DF8-A394-5AF5540F5229}"/>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311" name="直接箭头连接符 310">
              <a:extLst>
                <a:ext uri="{FF2B5EF4-FFF2-40B4-BE49-F238E27FC236}">
                  <a16:creationId xmlns:a16="http://schemas.microsoft.com/office/drawing/2014/main" id="{5472200C-C676-4B7A-A3F8-45E2E62C45C9}"/>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12" name="组合 311">
            <a:extLst>
              <a:ext uri="{FF2B5EF4-FFF2-40B4-BE49-F238E27FC236}">
                <a16:creationId xmlns:a16="http://schemas.microsoft.com/office/drawing/2014/main" id="{7FF3D5CA-C2F2-4FD6-9B3A-52DFC44E5C62}"/>
              </a:ext>
            </a:extLst>
          </p:cNvPr>
          <p:cNvGrpSpPr/>
          <p:nvPr/>
        </p:nvGrpSpPr>
        <p:grpSpPr>
          <a:xfrm>
            <a:off x="3631136" y="5784376"/>
            <a:ext cx="166389" cy="311735"/>
            <a:chOff x="7972222" y="2231819"/>
            <a:chExt cx="166389" cy="311735"/>
          </a:xfrm>
        </p:grpSpPr>
        <p:sp>
          <p:nvSpPr>
            <p:cNvPr id="313" name="文本框 312">
              <a:extLst>
                <a:ext uri="{FF2B5EF4-FFF2-40B4-BE49-F238E27FC236}">
                  <a16:creationId xmlns:a16="http://schemas.microsoft.com/office/drawing/2014/main" id="{AC77ABB6-80FD-46D1-AE6B-4E9FFF167454}"/>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314" name="直接箭头连接符 313">
              <a:extLst>
                <a:ext uri="{FF2B5EF4-FFF2-40B4-BE49-F238E27FC236}">
                  <a16:creationId xmlns:a16="http://schemas.microsoft.com/office/drawing/2014/main" id="{7DA99E0B-95EF-443F-A1EF-73B6319602AE}"/>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315" name="文本框 314">
            <a:extLst>
              <a:ext uri="{FF2B5EF4-FFF2-40B4-BE49-F238E27FC236}">
                <a16:creationId xmlns:a16="http://schemas.microsoft.com/office/drawing/2014/main" id="{1CB2260F-6D14-42CF-8F94-9293A8FC6604}"/>
              </a:ext>
            </a:extLst>
          </p:cNvPr>
          <p:cNvSpPr txBox="1"/>
          <p:nvPr/>
        </p:nvSpPr>
        <p:spPr>
          <a:xfrm>
            <a:off x="5309689" y="2040129"/>
            <a:ext cx="6535976" cy="4476610"/>
          </a:xfrm>
          <a:prstGeom prst="rect">
            <a:avLst/>
          </a:prstGeom>
          <a:solidFill>
            <a:srgbClr val="FDF0E7"/>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316" name="直接连接符 315">
            <a:extLst>
              <a:ext uri="{FF2B5EF4-FFF2-40B4-BE49-F238E27FC236}">
                <a16:creationId xmlns:a16="http://schemas.microsoft.com/office/drawing/2014/main" id="{E1D9229E-BDB9-4EEA-A4B4-3201CD123EE9}"/>
              </a:ext>
            </a:extLst>
          </p:cNvPr>
          <p:cNvCxnSpPr>
            <a:cxnSpLocks/>
          </p:cNvCxnSpPr>
          <p:nvPr/>
        </p:nvCxnSpPr>
        <p:spPr>
          <a:xfrm>
            <a:off x="5606104" y="3091807"/>
            <a:ext cx="594085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7" name="直接连接符 316">
            <a:extLst>
              <a:ext uri="{FF2B5EF4-FFF2-40B4-BE49-F238E27FC236}">
                <a16:creationId xmlns:a16="http://schemas.microsoft.com/office/drawing/2014/main" id="{2AF5DA93-B6A7-467C-98BD-A246D977F026}"/>
              </a:ext>
            </a:extLst>
          </p:cNvPr>
          <p:cNvCxnSpPr>
            <a:cxnSpLocks/>
          </p:cNvCxnSpPr>
          <p:nvPr/>
        </p:nvCxnSpPr>
        <p:spPr>
          <a:xfrm flipV="1">
            <a:off x="5612543" y="3366114"/>
            <a:ext cx="3201848" cy="44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0EE27AE4-71D3-4F02-9986-57D4F29C526B}"/>
              </a:ext>
            </a:extLst>
          </p:cNvPr>
          <p:cNvCxnSpPr>
            <a:cxnSpLocks/>
          </p:cNvCxnSpPr>
          <p:nvPr/>
        </p:nvCxnSpPr>
        <p:spPr>
          <a:xfrm>
            <a:off x="5621382" y="5145380"/>
            <a:ext cx="3108733" cy="343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9" name="矩形 318">
            <a:extLst>
              <a:ext uri="{FF2B5EF4-FFF2-40B4-BE49-F238E27FC236}">
                <a16:creationId xmlns:a16="http://schemas.microsoft.com/office/drawing/2014/main" id="{F3E4444D-99B2-4C63-9B1F-334F02F443B9}"/>
              </a:ext>
            </a:extLst>
          </p:cNvPr>
          <p:cNvSpPr/>
          <p:nvPr/>
        </p:nvSpPr>
        <p:spPr>
          <a:xfrm>
            <a:off x="5516463" y="4393747"/>
            <a:ext cx="6237829"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1" name="矩形 320">
            <a:extLst>
              <a:ext uri="{FF2B5EF4-FFF2-40B4-BE49-F238E27FC236}">
                <a16:creationId xmlns:a16="http://schemas.microsoft.com/office/drawing/2014/main" id="{9922F7C9-9806-4743-ABB0-C0C5F2C74A4F}"/>
              </a:ext>
            </a:extLst>
          </p:cNvPr>
          <p:cNvSpPr/>
          <p:nvPr/>
        </p:nvSpPr>
        <p:spPr>
          <a:xfrm>
            <a:off x="5538809" y="3393674"/>
            <a:ext cx="5721069" cy="77270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文本框 321">
            <a:extLst>
              <a:ext uri="{FF2B5EF4-FFF2-40B4-BE49-F238E27FC236}">
                <a16:creationId xmlns:a16="http://schemas.microsoft.com/office/drawing/2014/main" id="{EC990A9E-B1DD-4D3F-B2E0-D9D4106A3615}"/>
              </a:ext>
            </a:extLst>
          </p:cNvPr>
          <p:cNvSpPr txBox="1"/>
          <p:nvPr/>
        </p:nvSpPr>
        <p:spPr>
          <a:xfrm>
            <a:off x="5737480" y="2929419"/>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36</a:t>
            </a:r>
            <a:endParaRPr lang="zh-CN" altLang="en-US" dirty="0">
              <a:solidFill>
                <a:srgbClr val="C00000"/>
              </a:solidFill>
            </a:endParaRPr>
          </a:p>
        </p:txBody>
      </p:sp>
      <p:cxnSp>
        <p:nvCxnSpPr>
          <p:cNvPr id="323" name="直接连接符 322">
            <a:extLst>
              <a:ext uri="{FF2B5EF4-FFF2-40B4-BE49-F238E27FC236}">
                <a16:creationId xmlns:a16="http://schemas.microsoft.com/office/drawing/2014/main" id="{435D676A-D5BE-42AA-A3AD-0ED2DDFDA468}"/>
              </a:ext>
            </a:extLst>
          </p:cNvPr>
          <p:cNvCxnSpPr>
            <a:cxnSpLocks/>
          </p:cNvCxnSpPr>
          <p:nvPr/>
        </p:nvCxnSpPr>
        <p:spPr>
          <a:xfrm>
            <a:off x="5585156" y="5658393"/>
            <a:ext cx="3186611" cy="1919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5" name="直接连接符 324">
            <a:extLst>
              <a:ext uri="{FF2B5EF4-FFF2-40B4-BE49-F238E27FC236}">
                <a16:creationId xmlns:a16="http://schemas.microsoft.com/office/drawing/2014/main" id="{BA41252B-DAD9-4897-9D39-AD2001EEFA31}"/>
              </a:ext>
            </a:extLst>
          </p:cNvPr>
          <p:cNvCxnSpPr>
            <a:cxnSpLocks/>
          </p:cNvCxnSpPr>
          <p:nvPr/>
        </p:nvCxnSpPr>
        <p:spPr>
          <a:xfrm flipV="1">
            <a:off x="5566138" y="6140973"/>
            <a:ext cx="1111305" cy="1082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26" name="组合 325">
            <a:extLst>
              <a:ext uri="{FF2B5EF4-FFF2-40B4-BE49-F238E27FC236}">
                <a16:creationId xmlns:a16="http://schemas.microsoft.com/office/drawing/2014/main" id="{5E1B7A15-581E-46EE-B4C5-AB638624B326}"/>
              </a:ext>
            </a:extLst>
          </p:cNvPr>
          <p:cNvGrpSpPr/>
          <p:nvPr/>
        </p:nvGrpSpPr>
        <p:grpSpPr>
          <a:xfrm>
            <a:off x="4174256" y="5794946"/>
            <a:ext cx="111859" cy="291416"/>
            <a:chOff x="9740606" y="2231824"/>
            <a:chExt cx="111859" cy="291416"/>
          </a:xfrm>
        </p:grpSpPr>
        <p:sp>
          <p:nvSpPr>
            <p:cNvPr id="327" name="文本框 326">
              <a:extLst>
                <a:ext uri="{FF2B5EF4-FFF2-40B4-BE49-F238E27FC236}">
                  <a16:creationId xmlns:a16="http://schemas.microsoft.com/office/drawing/2014/main" id="{9A8FEAD6-E041-42C1-A987-120B8A7162C0}"/>
                </a:ext>
              </a:extLst>
            </p:cNvPr>
            <p:cNvSpPr txBox="1"/>
            <p:nvPr/>
          </p:nvSpPr>
          <p:spPr>
            <a:xfrm>
              <a:off x="9740606" y="2246241"/>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i</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328" name="直接箭头连接符 327">
              <a:extLst>
                <a:ext uri="{FF2B5EF4-FFF2-40B4-BE49-F238E27FC236}">
                  <a16:creationId xmlns:a16="http://schemas.microsoft.com/office/drawing/2014/main" id="{98C568BB-9FA2-4CE3-83EB-845ACCAC033D}"/>
                </a:ext>
              </a:extLst>
            </p:cNvPr>
            <p:cNvCxnSpPr/>
            <p:nvPr/>
          </p:nvCxnSpPr>
          <p:spPr>
            <a:xfrm flipV="1">
              <a:off x="9852465" y="2231824"/>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29" name="组合 328">
            <a:extLst>
              <a:ext uri="{FF2B5EF4-FFF2-40B4-BE49-F238E27FC236}">
                <a16:creationId xmlns:a16="http://schemas.microsoft.com/office/drawing/2014/main" id="{A130505A-F50E-4803-B8AF-A3C783F40CFE}"/>
              </a:ext>
            </a:extLst>
          </p:cNvPr>
          <p:cNvGrpSpPr/>
          <p:nvPr/>
        </p:nvGrpSpPr>
        <p:grpSpPr>
          <a:xfrm>
            <a:off x="4009956" y="5792975"/>
            <a:ext cx="131176" cy="311735"/>
            <a:chOff x="7841046" y="2231819"/>
            <a:chExt cx="131176" cy="311735"/>
          </a:xfrm>
        </p:grpSpPr>
        <p:sp>
          <p:nvSpPr>
            <p:cNvPr id="330" name="文本框 329">
              <a:extLst>
                <a:ext uri="{FF2B5EF4-FFF2-40B4-BE49-F238E27FC236}">
                  <a16:creationId xmlns:a16="http://schemas.microsoft.com/office/drawing/2014/main" id="{54714834-0E22-4E6E-B751-5C86F8215AE6}"/>
                </a:ext>
              </a:extLst>
            </p:cNvPr>
            <p:cNvSpPr txBox="1"/>
            <p:nvPr/>
          </p:nvSpPr>
          <p:spPr>
            <a:xfrm>
              <a:off x="7841046" y="2266555"/>
              <a:ext cx="6412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l</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331" name="直接箭头连接符 330">
              <a:extLst>
                <a:ext uri="{FF2B5EF4-FFF2-40B4-BE49-F238E27FC236}">
                  <a16:creationId xmlns:a16="http://schemas.microsoft.com/office/drawing/2014/main" id="{601488EC-9A7E-46C0-89B8-A0F9C7107CEA}"/>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32" name="组合 331">
            <a:extLst>
              <a:ext uri="{FF2B5EF4-FFF2-40B4-BE49-F238E27FC236}">
                <a16:creationId xmlns:a16="http://schemas.microsoft.com/office/drawing/2014/main" id="{C2EB5AEB-7557-49DB-A407-E043CFD55A74}"/>
              </a:ext>
            </a:extLst>
          </p:cNvPr>
          <p:cNvGrpSpPr/>
          <p:nvPr/>
        </p:nvGrpSpPr>
        <p:grpSpPr>
          <a:xfrm>
            <a:off x="4376470" y="5792975"/>
            <a:ext cx="166389" cy="311735"/>
            <a:chOff x="7972222" y="2231819"/>
            <a:chExt cx="166389" cy="311735"/>
          </a:xfrm>
        </p:grpSpPr>
        <p:sp>
          <p:nvSpPr>
            <p:cNvPr id="333" name="文本框 332">
              <a:extLst>
                <a:ext uri="{FF2B5EF4-FFF2-40B4-BE49-F238E27FC236}">
                  <a16:creationId xmlns:a16="http://schemas.microsoft.com/office/drawing/2014/main" id="{755CF9CC-1F41-464B-A14B-EECC0A554E45}"/>
                </a:ext>
              </a:extLst>
            </p:cNvPr>
            <p:cNvSpPr txBox="1"/>
            <p:nvPr/>
          </p:nvSpPr>
          <p:spPr>
            <a:xfrm>
              <a:off x="8010371" y="2266555"/>
              <a:ext cx="128240"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h</a:t>
              </a:r>
              <a:endParaRPr lang="zh-CN" altLang="en-US" b="1" i="1" dirty="0">
                <a:solidFill>
                  <a:srgbClr val="C00000"/>
                </a:solidFill>
                <a:latin typeface="Times New Roman" panose="02020603050405020304" pitchFamily="18" charset="0"/>
                <a:cs typeface="Times New Roman" panose="02020603050405020304" pitchFamily="18" charset="0"/>
              </a:endParaRPr>
            </a:p>
          </p:txBody>
        </p:sp>
        <p:cxnSp>
          <p:nvCxnSpPr>
            <p:cNvPr id="334" name="直接箭头连接符 333">
              <a:extLst>
                <a:ext uri="{FF2B5EF4-FFF2-40B4-BE49-F238E27FC236}">
                  <a16:creationId xmlns:a16="http://schemas.microsoft.com/office/drawing/2014/main" id="{DDEBCF3B-7248-4D5A-956E-D9F3BCC0620E}"/>
                </a:ext>
              </a:extLst>
            </p:cNvPr>
            <p:cNvCxnSpPr/>
            <p:nvPr/>
          </p:nvCxnSpPr>
          <p:spPr>
            <a:xfrm flipV="1">
              <a:off x="7972222" y="2231819"/>
              <a:ext cx="0" cy="247226"/>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335" name="文本框 334">
            <a:extLst>
              <a:ext uri="{FF2B5EF4-FFF2-40B4-BE49-F238E27FC236}">
                <a16:creationId xmlns:a16="http://schemas.microsoft.com/office/drawing/2014/main" id="{6484B029-6F43-4186-B1D4-5721695AAEC2}"/>
              </a:ext>
            </a:extLst>
          </p:cNvPr>
          <p:cNvSpPr txBox="1"/>
          <p:nvPr/>
        </p:nvSpPr>
        <p:spPr>
          <a:xfrm>
            <a:off x="5629129" y="2037058"/>
            <a:ext cx="6535976" cy="4476610"/>
          </a:xfrm>
          <a:prstGeom prst="rect">
            <a:avLst/>
          </a:prstGeom>
          <a:solidFill>
            <a:srgbClr val="FDF0E7"/>
          </a:solidFill>
          <a:ln w="12700">
            <a:solidFill>
              <a:schemeClr val="accent2">
                <a:lumMod val="50000"/>
              </a:schemeClr>
            </a:solidFill>
          </a:ln>
        </p:spPr>
        <p:txBody>
          <a:bodyPr wrap="square">
            <a:spAutoFit/>
          </a:bodyPr>
          <a:lstStyle/>
          <a:p>
            <a:pPr>
              <a:lnSpc>
                <a:spcPct val="120000"/>
              </a:lnSpc>
            </a:pPr>
            <a:r>
              <a:rPr lang="zh-CN" altLang="en-US" sz="1400" b="1" dirty="0">
                <a:latin typeface="Courier New" panose="02070309020205020404" pitchFamily="49" charset="0"/>
                <a:cs typeface="Courier New" panose="02070309020205020404" pitchFamily="49" charset="0"/>
              </a:rPr>
              <a:t>BiTree SecondOptimal(ElemType R[],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zh-CN" altLang="en-US" sz="1400" b="1" dirty="0">
                <a:latin typeface="Courier New" panose="02070309020205020404" pitchFamily="49" charset="0"/>
                <a:cs typeface="Courier New" panose="02070309020205020404" pitchFamily="49" charset="0"/>
              </a:rPr>
              <a:t> sw[],</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low,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high)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算法9.3</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由有序表R[low..high]及其累计权值表sw递归构造次优查找树T。</a:t>
            </a:r>
          </a:p>
          <a:p>
            <a:pPr>
              <a:lnSpc>
                <a:spcPct val="120000"/>
              </a:lnSpc>
            </a:pP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low;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abs(sw[high]-sw[low]);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 </a:t>
            </a:r>
            <a:r>
              <a:rPr lang="zh-CN" altLang="en-US" sz="1400" b="1" dirty="0">
                <a:latin typeface="Courier New" panose="02070309020205020404" pitchFamily="49" charset="0"/>
                <a:cs typeface="Courier New" panose="02070309020205020404" pitchFamily="49" charset="0"/>
              </a:rPr>
              <a:t>dw = sw[high]+sw[low-1];</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 </a:t>
            </a:r>
            <a:r>
              <a:rPr lang="zh-CN" altLang="en-US" sz="1400" b="1" dirty="0">
                <a:latin typeface="Courier New" panose="02070309020205020404" pitchFamily="49" charset="0"/>
                <a:cs typeface="Courier New" panose="02070309020205020404" pitchFamily="49" charset="0"/>
              </a:rPr>
              <a:t>j=low+1;  j&lt;=high;  ++j)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选择最小的ΔPi值</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&lt; min)</a:t>
            </a:r>
            <a:endPar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i = j;  min = </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float</a:t>
            </a:r>
            <a:r>
              <a:rPr lang="en-US" altLang="zh-CN" sz="1400" b="1" dirty="0">
                <a:latin typeface="Courier New" panose="02070309020205020404" pitchFamily="49" charset="0"/>
                <a:cs typeface="Courier New" panose="02070309020205020404" pitchFamily="49" charset="0"/>
              </a:rPr>
              <a:t>)f</a:t>
            </a:r>
            <a:r>
              <a:rPr lang="zh-CN" altLang="en-US" sz="1400" b="1" dirty="0">
                <a:latin typeface="Courier New" panose="02070309020205020404" pitchFamily="49" charset="0"/>
                <a:cs typeface="Courier New" panose="02070309020205020404" pitchFamily="49" charset="0"/>
              </a:rPr>
              <a:t>abs(dw-sw[j]-sw[j-1]);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endParaRPr lang="en-US" altLang="zh-CN" sz="1400" b="1" dirty="0">
              <a:latin typeface="Courier New" panose="02070309020205020404" pitchFamily="49" charset="0"/>
              <a:cs typeface="Courier New" panose="02070309020205020404" pitchFamily="49" charset="0"/>
            </a:endParaRPr>
          </a:p>
          <a:p>
            <a:pPr>
              <a:lnSpc>
                <a:spcPct val="120000"/>
              </a:lnSpc>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BiTree</a:t>
            </a:r>
            <a:r>
              <a:rPr lang="en-US" altLang="zh-CN" sz="1400" b="1" dirty="0">
                <a:latin typeface="Courier New" panose="02070309020205020404" pitchFamily="49" charset="0"/>
                <a:cs typeface="Courier New" panose="02070309020205020404" pitchFamily="49" charset="0"/>
              </a:rPr>
              <a:t> T;</a:t>
            </a:r>
            <a:endParaRPr lang="zh-CN" altLang="en-US" sz="1400" b="1" dirty="0">
              <a:latin typeface="Courier New" panose="02070309020205020404" pitchFamily="49" charset="0"/>
              <a:cs typeface="Courier New" panose="02070309020205020404" pitchFamily="49" charset="0"/>
            </a:endParaRP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(!(T=(BiTree)</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alloc</a:t>
            </a:r>
            <a:r>
              <a:rPr lang="zh-CN" altLang="en-US" sz="1400" b="1" dirty="0">
                <a:latin typeface="Courier New" panose="02070309020205020404" pitchFamily="49" charset="0"/>
                <a:cs typeface="Courier New" panose="02070309020205020404" pitchFamily="49" charset="0"/>
              </a:rPr>
              <a:t>(</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400" b="1" dirty="0">
                <a:latin typeface="Courier New" panose="02070309020205020404" pitchFamily="49" charset="0"/>
                <a:cs typeface="Courier New" panose="02070309020205020404" pitchFamily="49" charset="0"/>
              </a:rPr>
              <a:t>(BiTNode))))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latin typeface="Courier New" panose="02070309020205020404" pitchFamily="49" charset="0"/>
                <a:cs typeface="Courier New" panose="02070309020205020404" pitchFamily="49" charset="0"/>
              </a:rPr>
              <a:t>  T-&gt;data = R[i];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生成结点</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(i==low) T-&gt;lchild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左子树空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T-&gt;lchild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SecondOptimal(R,sw,low,i-1);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建左子树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(i==high) T-&gt;rchild = NULL;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右子树空</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T-&gt;rchild </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SecondOptimal(R,sw,i+1,high);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建右子树</a:t>
            </a:r>
          </a:p>
          <a:p>
            <a:pPr>
              <a:lnSpc>
                <a:spcPct val="12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12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SecondOptimal</a:t>
            </a:r>
          </a:p>
        </p:txBody>
      </p:sp>
      <p:cxnSp>
        <p:nvCxnSpPr>
          <p:cNvPr id="336" name="直接连接符 335">
            <a:extLst>
              <a:ext uri="{FF2B5EF4-FFF2-40B4-BE49-F238E27FC236}">
                <a16:creationId xmlns:a16="http://schemas.microsoft.com/office/drawing/2014/main" id="{28ADE17B-09A9-4DB9-B0F4-B6AC49F4763A}"/>
              </a:ext>
            </a:extLst>
          </p:cNvPr>
          <p:cNvCxnSpPr>
            <a:cxnSpLocks/>
          </p:cNvCxnSpPr>
          <p:nvPr/>
        </p:nvCxnSpPr>
        <p:spPr>
          <a:xfrm>
            <a:off x="5966085" y="3095117"/>
            <a:ext cx="59689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7" name="直接连接符 336">
            <a:extLst>
              <a:ext uri="{FF2B5EF4-FFF2-40B4-BE49-F238E27FC236}">
                <a16:creationId xmlns:a16="http://schemas.microsoft.com/office/drawing/2014/main" id="{5815DA06-04DD-42B4-8497-C5A39F6A02B2}"/>
              </a:ext>
            </a:extLst>
          </p:cNvPr>
          <p:cNvCxnSpPr>
            <a:cxnSpLocks/>
          </p:cNvCxnSpPr>
          <p:nvPr/>
        </p:nvCxnSpPr>
        <p:spPr>
          <a:xfrm flipV="1">
            <a:off x="5972524" y="3366114"/>
            <a:ext cx="3166160" cy="375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8" name="直接连接符 337">
            <a:extLst>
              <a:ext uri="{FF2B5EF4-FFF2-40B4-BE49-F238E27FC236}">
                <a16:creationId xmlns:a16="http://schemas.microsoft.com/office/drawing/2014/main" id="{DBBC33EF-DEF2-4096-8B75-6147AEB617A8}"/>
              </a:ext>
            </a:extLst>
          </p:cNvPr>
          <p:cNvCxnSpPr>
            <a:cxnSpLocks/>
          </p:cNvCxnSpPr>
          <p:nvPr/>
        </p:nvCxnSpPr>
        <p:spPr>
          <a:xfrm>
            <a:off x="5981363" y="5148690"/>
            <a:ext cx="3108733" cy="343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39" name="矩形 338">
            <a:extLst>
              <a:ext uri="{FF2B5EF4-FFF2-40B4-BE49-F238E27FC236}">
                <a16:creationId xmlns:a16="http://schemas.microsoft.com/office/drawing/2014/main" id="{0812F389-4CFF-43AE-89C5-460405E9E582}"/>
              </a:ext>
            </a:extLst>
          </p:cNvPr>
          <p:cNvSpPr/>
          <p:nvPr/>
        </p:nvSpPr>
        <p:spPr>
          <a:xfrm>
            <a:off x="5876444" y="4397057"/>
            <a:ext cx="6244671" cy="5117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矩形 339">
            <a:extLst>
              <a:ext uri="{FF2B5EF4-FFF2-40B4-BE49-F238E27FC236}">
                <a16:creationId xmlns:a16="http://schemas.microsoft.com/office/drawing/2014/main" id="{F81651E0-B460-4276-9BCB-2770C6EF6ED1}"/>
              </a:ext>
            </a:extLst>
          </p:cNvPr>
          <p:cNvSpPr/>
          <p:nvPr/>
        </p:nvSpPr>
        <p:spPr>
          <a:xfrm>
            <a:off x="5898791" y="3396984"/>
            <a:ext cx="5719418" cy="76939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文本框 340">
            <a:extLst>
              <a:ext uri="{FF2B5EF4-FFF2-40B4-BE49-F238E27FC236}">
                <a16:creationId xmlns:a16="http://schemas.microsoft.com/office/drawing/2014/main" id="{AEDF6BF7-5DD3-4E26-B29E-DADE804C840B}"/>
              </a:ext>
            </a:extLst>
          </p:cNvPr>
          <p:cNvSpPr txBox="1"/>
          <p:nvPr/>
        </p:nvSpPr>
        <p:spPr>
          <a:xfrm>
            <a:off x="6097461" y="2932729"/>
            <a:ext cx="379307" cy="349702"/>
          </a:xfrm>
          <a:prstGeom prst="rect">
            <a:avLst/>
          </a:prstGeom>
          <a:noFill/>
          <a:ln w="12700">
            <a:noFill/>
          </a:ln>
        </p:spPr>
        <p:txBody>
          <a:bodyPr wrap="square" lIns="36000" tIns="36000" rIns="36000" bIns="36000" rtlCol="0">
            <a:spAutoFit/>
          </a:bodyPr>
          <a:lstStyle>
            <a:defPPr>
              <a:defRPr lang="zh-CN"/>
            </a:defPPr>
            <a:lvl1pPr algn="ctr">
              <a:defRPr b="1">
                <a:solidFill>
                  <a:srgbClr val="0070C0"/>
                </a:solidFill>
                <a:latin typeface="Times New Roman" panose="02020603050405020304" pitchFamily="18" charset="0"/>
                <a:cs typeface="Times New Roman" panose="02020603050405020304" pitchFamily="18" charset="0"/>
              </a:defRPr>
            </a:lvl1pPr>
          </a:lstStyle>
          <a:p>
            <a:r>
              <a:rPr lang="en-US" altLang="zh-CN" dirty="0">
                <a:solidFill>
                  <a:srgbClr val="C00000"/>
                </a:solidFill>
              </a:rPr>
              <a:t>51</a:t>
            </a:r>
            <a:endParaRPr lang="zh-CN" altLang="en-US" dirty="0">
              <a:solidFill>
                <a:srgbClr val="C00000"/>
              </a:solidFill>
            </a:endParaRPr>
          </a:p>
        </p:txBody>
      </p:sp>
      <p:cxnSp>
        <p:nvCxnSpPr>
          <p:cNvPr id="342" name="直接连接符 341">
            <a:extLst>
              <a:ext uri="{FF2B5EF4-FFF2-40B4-BE49-F238E27FC236}">
                <a16:creationId xmlns:a16="http://schemas.microsoft.com/office/drawing/2014/main" id="{C5A5D06C-300D-432A-ADCC-A6F5E329B137}"/>
              </a:ext>
            </a:extLst>
          </p:cNvPr>
          <p:cNvCxnSpPr>
            <a:cxnSpLocks/>
          </p:cNvCxnSpPr>
          <p:nvPr/>
        </p:nvCxnSpPr>
        <p:spPr>
          <a:xfrm>
            <a:off x="5945137" y="5661703"/>
            <a:ext cx="3186611" cy="1919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3" name="直接连接符 342">
            <a:extLst>
              <a:ext uri="{FF2B5EF4-FFF2-40B4-BE49-F238E27FC236}">
                <a16:creationId xmlns:a16="http://schemas.microsoft.com/office/drawing/2014/main" id="{E2623838-8C76-4057-980E-0D72A3EFE0D3}"/>
              </a:ext>
            </a:extLst>
          </p:cNvPr>
          <p:cNvCxnSpPr>
            <a:cxnSpLocks/>
          </p:cNvCxnSpPr>
          <p:nvPr/>
        </p:nvCxnSpPr>
        <p:spPr>
          <a:xfrm flipV="1">
            <a:off x="5926119" y="6144283"/>
            <a:ext cx="1111305" cy="1082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6" name="文本框 125">
            <a:extLst>
              <a:ext uri="{FF2B5EF4-FFF2-40B4-BE49-F238E27FC236}">
                <a16:creationId xmlns:a16="http://schemas.microsoft.com/office/drawing/2014/main" id="{D0570A1C-D4B4-4936-990C-6156597451BE}"/>
              </a:ext>
            </a:extLst>
          </p:cNvPr>
          <p:cNvSpPr txBox="1"/>
          <p:nvPr/>
        </p:nvSpPr>
        <p:spPr>
          <a:xfrm>
            <a:off x="4483493" y="764865"/>
            <a:ext cx="5145961" cy="400110"/>
          </a:xfrm>
          <a:prstGeom prst="rect">
            <a:avLst/>
          </a:prstGeom>
          <a:noFill/>
        </p:spPr>
        <p:txBody>
          <a:bodyPr wrap="none" rtlCol="0">
            <a:spAutoFit/>
          </a:bodyPr>
          <a:lstStyle/>
          <a:p>
            <a:r>
              <a:rPr lang="zh-CN" altLang="en-US" sz="2000" b="1" dirty="0"/>
              <a:t>图</a:t>
            </a:r>
            <a:r>
              <a:rPr lang="en-US" altLang="zh-CN" sz="2000" b="1" dirty="0"/>
              <a:t>9.4  </a:t>
            </a:r>
            <a:r>
              <a:rPr lang="zh-CN" altLang="en-US" sz="2000" b="1" dirty="0">
                <a:solidFill>
                  <a:srgbClr val="C00000"/>
                </a:solidFill>
              </a:rPr>
              <a:t>算法</a:t>
            </a:r>
            <a:r>
              <a:rPr lang="en-US" altLang="zh-CN" sz="2000" b="1" dirty="0">
                <a:solidFill>
                  <a:srgbClr val="C00000"/>
                </a:solidFill>
              </a:rPr>
              <a:t>9.4</a:t>
            </a:r>
            <a:r>
              <a:rPr lang="zh-CN" altLang="en-US" sz="2000" b="1" dirty="0">
                <a:solidFill>
                  <a:srgbClr val="C00000"/>
                </a:solidFill>
              </a:rPr>
              <a:t>和</a:t>
            </a:r>
            <a:r>
              <a:rPr lang="en-US" altLang="zh-CN" sz="2000" b="1" dirty="0">
                <a:solidFill>
                  <a:srgbClr val="C00000"/>
                </a:solidFill>
              </a:rPr>
              <a:t>9.3</a:t>
            </a:r>
            <a:r>
              <a:rPr lang="zh-CN" altLang="en-US" sz="2000" b="1" dirty="0"/>
              <a:t>构造</a:t>
            </a:r>
            <a:r>
              <a:rPr lang="zh-CN" altLang="en-US" sz="2000" b="1" u="sng" dirty="0">
                <a:solidFill>
                  <a:srgbClr val="0647CA"/>
                </a:solidFill>
                <a:effectLst>
                  <a:outerShdw blurRad="38100" dist="38100" dir="2700000" algn="tl">
                    <a:srgbClr val="000000">
                      <a:alpha val="43137"/>
                    </a:srgbClr>
                  </a:outerShdw>
                </a:effectLst>
              </a:rPr>
              <a:t>次优二叉查找树</a:t>
            </a:r>
            <a:r>
              <a:rPr lang="zh-CN" altLang="en-US" sz="2000" b="1" dirty="0"/>
              <a:t>示例</a:t>
            </a:r>
          </a:p>
        </p:txBody>
      </p:sp>
    </p:spTree>
    <p:extLst>
      <p:ext uri="{BB962C8B-B14F-4D97-AF65-F5344CB8AC3E}">
        <p14:creationId xmlns:p14="http://schemas.microsoft.com/office/powerpoint/2010/main" val="321648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wipe(left)">
                                      <p:cBhvr>
                                        <p:cTn id="7" dur="10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1000"/>
                                        <p:tgtEl>
                                          <p:spTgt spid="15"/>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wipe(left)">
                                      <p:cBhvr>
                                        <p:cTn id="16" dur="1000"/>
                                        <p:tgtEl>
                                          <p:spTgt spid="64"/>
                                        </p:tgtEl>
                                      </p:cBhvr>
                                    </p:animEffect>
                                  </p:childTnLst>
                                </p:cTn>
                              </p:par>
                            </p:childTnLst>
                          </p:cTn>
                        </p:par>
                        <p:par>
                          <p:cTn id="17" fill="hold">
                            <p:stCondLst>
                              <p:cond delay="2000"/>
                            </p:stCondLst>
                            <p:childTnLst>
                              <p:par>
                                <p:cTn id="18" presetID="21" presetClass="entr" presetSubtype="1" fill="hold" grpId="0" nodeType="afterEffect">
                                  <p:stCondLst>
                                    <p:cond delay="0"/>
                                  </p:stCondLst>
                                  <p:childTnLst>
                                    <p:set>
                                      <p:cBhvr>
                                        <p:cTn id="19" dur="1" fill="hold">
                                          <p:stCondLst>
                                            <p:cond delay="0"/>
                                          </p:stCondLst>
                                        </p:cTn>
                                        <p:tgtEl>
                                          <p:spTgt spid="127"/>
                                        </p:tgtEl>
                                        <p:attrNameLst>
                                          <p:attrName>style.visibility</p:attrName>
                                        </p:attrNameLst>
                                      </p:cBhvr>
                                      <p:to>
                                        <p:strVal val="visible"/>
                                      </p:to>
                                    </p:set>
                                    <p:animEffect transition="in" filter="wheel(1)">
                                      <p:cBhvr>
                                        <p:cTn id="20" dur="2000"/>
                                        <p:tgtEl>
                                          <p:spTgt spid="12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74"/>
                                        </p:tgtEl>
                                        <p:attrNameLst>
                                          <p:attrName>style.visibility</p:attrName>
                                        </p:attrNameLst>
                                      </p:cBhvr>
                                      <p:to>
                                        <p:strVal val="visible"/>
                                      </p:to>
                                    </p:set>
                                    <p:animEffect transition="in" filter="wipe(left)">
                                      <p:cBhvr>
                                        <p:cTn id="25" dur="1000"/>
                                        <p:tgtEl>
                                          <p:spTgt spid="174"/>
                                        </p:tgtEl>
                                      </p:cBhvr>
                                    </p:animEffect>
                                  </p:childTnLst>
                                </p:cTn>
                              </p:par>
                            </p:childTnLst>
                          </p:cTn>
                        </p:par>
                        <p:par>
                          <p:cTn id="26" fill="hold">
                            <p:stCondLst>
                              <p:cond delay="1000"/>
                            </p:stCondLst>
                            <p:childTnLst>
                              <p:par>
                                <p:cTn id="27" presetID="21" presetClass="entr" presetSubtype="1" fill="hold" grpId="0" nodeType="afterEffect">
                                  <p:stCondLst>
                                    <p:cond delay="0"/>
                                  </p:stCondLst>
                                  <p:childTnLst>
                                    <p:set>
                                      <p:cBhvr>
                                        <p:cTn id="28" dur="1" fill="hold">
                                          <p:stCondLst>
                                            <p:cond delay="0"/>
                                          </p:stCondLst>
                                        </p:cTn>
                                        <p:tgtEl>
                                          <p:spTgt spid="169"/>
                                        </p:tgtEl>
                                        <p:attrNameLst>
                                          <p:attrName>style.visibility</p:attrName>
                                        </p:attrNameLst>
                                      </p:cBhvr>
                                      <p:to>
                                        <p:strVal val="visible"/>
                                      </p:to>
                                    </p:set>
                                    <p:animEffect transition="in" filter="wheel(1)">
                                      <p:cBhvr>
                                        <p:cTn id="29" dur="2000"/>
                                        <p:tgtEl>
                                          <p:spTgt spid="16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par>
                          <p:cTn id="35" fill="hold">
                            <p:stCondLst>
                              <p:cond delay="500"/>
                            </p:stCondLst>
                            <p:childTnLst>
                              <p:par>
                                <p:cTn id="36" presetID="31" presetClass="entr" presetSubtype="0" fill="hold" nodeType="afterEffect">
                                  <p:stCondLst>
                                    <p:cond delay="0"/>
                                  </p:stCondLst>
                                  <p:childTnLst>
                                    <p:set>
                                      <p:cBhvr>
                                        <p:cTn id="37" dur="1" fill="hold">
                                          <p:stCondLst>
                                            <p:cond delay="0"/>
                                          </p:stCondLst>
                                        </p:cTn>
                                        <p:tgtEl>
                                          <p:spTgt spid="66"/>
                                        </p:tgtEl>
                                        <p:attrNameLst>
                                          <p:attrName>style.visibility</p:attrName>
                                        </p:attrNameLst>
                                      </p:cBhvr>
                                      <p:to>
                                        <p:strVal val="visible"/>
                                      </p:to>
                                    </p:set>
                                    <p:anim calcmode="lin" valueType="num">
                                      <p:cBhvr>
                                        <p:cTn id="38" dur="1000" fill="hold"/>
                                        <p:tgtEl>
                                          <p:spTgt spid="66"/>
                                        </p:tgtEl>
                                        <p:attrNameLst>
                                          <p:attrName>ppt_w</p:attrName>
                                        </p:attrNameLst>
                                      </p:cBhvr>
                                      <p:tavLst>
                                        <p:tav tm="0">
                                          <p:val>
                                            <p:fltVal val="0"/>
                                          </p:val>
                                        </p:tav>
                                        <p:tav tm="100000">
                                          <p:val>
                                            <p:strVal val="#ppt_w"/>
                                          </p:val>
                                        </p:tav>
                                      </p:tavLst>
                                    </p:anim>
                                    <p:anim calcmode="lin" valueType="num">
                                      <p:cBhvr>
                                        <p:cTn id="39" dur="1000" fill="hold"/>
                                        <p:tgtEl>
                                          <p:spTgt spid="66"/>
                                        </p:tgtEl>
                                        <p:attrNameLst>
                                          <p:attrName>ppt_h</p:attrName>
                                        </p:attrNameLst>
                                      </p:cBhvr>
                                      <p:tavLst>
                                        <p:tav tm="0">
                                          <p:val>
                                            <p:fltVal val="0"/>
                                          </p:val>
                                        </p:tav>
                                        <p:tav tm="100000">
                                          <p:val>
                                            <p:strVal val="#ppt_h"/>
                                          </p:val>
                                        </p:tav>
                                      </p:tavLst>
                                    </p:anim>
                                    <p:anim calcmode="lin" valueType="num">
                                      <p:cBhvr>
                                        <p:cTn id="40" dur="1000" fill="hold"/>
                                        <p:tgtEl>
                                          <p:spTgt spid="66"/>
                                        </p:tgtEl>
                                        <p:attrNameLst>
                                          <p:attrName>style.rotation</p:attrName>
                                        </p:attrNameLst>
                                      </p:cBhvr>
                                      <p:tavLst>
                                        <p:tav tm="0">
                                          <p:val>
                                            <p:fltVal val="90"/>
                                          </p:val>
                                        </p:tav>
                                        <p:tav tm="100000">
                                          <p:val>
                                            <p:fltVal val="0"/>
                                          </p:val>
                                        </p:tav>
                                      </p:tavLst>
                                    </p:anim>
                                    <p:animEffect transition="in" filter="fade">
                                      <p:cBhvr>
                                        <p:cTn id="41" dur="1000"/>
                                        <p:tgtEl>
                                          <p:spTgt spid="66"/>
                                        </p:tgtEl>
                                      </p:cBhvr>
                                    </p:animEffect>
                                  </p:childTnLst>
                                </p:cTn>
                              </p:par>
                            </p:childTnLst>
                          </p:cTn>
                        </p:par>
                        <p:par>
                          <p:cTn id="42" fill="hold">
                            <p:stCondLst>
                              <p:cond delay="1500"/>
                            </p:stCondLst>
                            <p:childTnLst>
                              <p:par>
                                <p:cTn id="43" presetID="21" presetClass="entr" presetSubtype="1" fill="hold" grpId="0" nodeType="afterEffect">
                                  <p:stCondLst>
                                    <p:cond delay="0"/>
                                  </p:stCondLst>
                                  <p:childTnLst>
                                    <p:set>
                                      <p:cBhvr>
                                        <p:cTn id="44" dur="1" fill="hold">
                                          <p:stCondLst>
                                            <p:cond delay="0"/>
                                          </p:stCondLst>
                                        </p:cTn>
                                        <p:tgtEl>
                                          <p:spTgt spid="175"/>
                                        </p:tgtEl>
                                        <p:attrNameLst>
                                          <p:attrName>style.visibility</p:attrName>
                                        </p:attrNameLst>
                                      </p:cBhvr>
                                      <p:to>
                                        <p:strVal val="visible"/>
                                      </p:to>
                                    </p:set>
                                    <p:animEffect transition="in" filter="wheel(1)">
                                      <p:cBhvr>
                                        <p:cTn id="45" dur="2000"/>
                                        <p:tgtEl>
                                          <p:spTgt spid="175"/>
                                        </p:tgtEl>
                                      </p:cBhvr>
                                    </p:animEffect>
                                  </p:childTnLst>
                                </p:cTn>
                              </p:par>
                            </p:childTnLst>
                          </p:cTn>
                        </p:par>
                      </p:childTnLst>
                    </p:cTn>
                  </p:par>
                  <p:par>
                    <p:cTn id="46" fill="hold">
                      <p:stCondLst>
                        <p:cond delay="indefinite"/>
                      </p:stCondLst>
                      <p:childTnLst>
                        <p:par>
                          <p:cTn id="47" fill="hold">
                            <p:stCondLst>
                              <p:cond delay="0"/>
                            </p:stCondLst>
                            <p:childTnLst>
                              <p:par>
                                <p:cTn id="48" presetID="31" presetClass="entr" presetSubtype="0" fill="hold" nodeType="clickEffect">
                                  <p:stCondLst>
                                    <p:cond delay="0"/>
                                  </p:stCondLst>
                                  <p:childTnLst>
                                    <p:set>
                                      <p:cBhvr>
                                        <p:cTn id="49" dur="1" fill="hold">
                                          <p:stCondLst>
                                            <p:cond delay="0"/>
                                          </p:stCondLst>
                                        </p:cTn>
                                        <p:tgtEl>
                                          <p:spTgt spid="67"/>
                                        </p:tgtEl>
                                        <p:attrNameLst>
                                          <p:attrName>style.visibility</p:attrName>
                                        </p:attrNameLst>
                                      </p:cBhvr>
                                      <p:to>
                                        <p:strVal val="visible"/>
                                      </p:to>
                                    </p:set>
                                    <p:anim calcmode="lin" valueType="num">
                                      <p:cBhvr>
                                        <p:cTn id="50" dur="1000" fill="hold"/>
                                        <p:tgtEl>
                                          <p:spTgt spid="67"/>
                                        </p:tgtEl>
                                        <p:attrNameLst>
                                          <p:attrName>ppt_w</p:attrName>
                                        </p:attrNameLst>
                                      </p:cBhvr>
                                      <p:tavLst>
                                        <p:tav tm="0">
                                          <p:val>
                                            <p:fltVal val="0"/>
                                          </p:val>
                                        </p:tav>
                                        <p:tav tm="100000">
                                          <p:val>
                                            <p:strVal val="#ppt_w"/>
                                          </p:val>
                                        </p:tav>
                                      </p:tavLst>
                                    </p:anim>
                                    <p:anim calcmode="lin" valueType="num">
                                      <p:cBhvr>
                                        <p:cTn id="51" dur="1000" fill="hold"/>
                                        <p:tgtEl>
                                          <p:spTgt spid="67"/>
                                        </p:tgtEl>
                                        <p:attrNameLst>
                                          <p:attrName>ppt_h</p:attrName>
                                        </p:attrNameLst>
                                      </p:cBhvr>
                                      <p:tavLst>
                                        <p:tav tm="0">
                                          <p:val>
                                            <p:fltVal val="0"/>
                                          </p:val>
                                        </p:tav>
                                        <p:tav tm="100000">
                                          <p:val>
                                            <p:strVal val="#ppt_h"/>
                                          </p:val>
                                        </p:tav>
                                      </p:tavLst>
                                    </p:anim>
                                    <p:anim calcmode="lin" valueType="num">
                                      <p:cBhvr>
                                        <p:cTn id="52" dur="1000" fill="hold"/>
                                        <p:tgtEl>
                                          <p:spTgt spid="67"/>
                                        </p:tgtEl>
                                        <p:attrNameLst>
                                          <p:attrName>style.rotation</p:attrName>
                                        </p:attrNameLst>
                                      </p:cBhvr>
                                      <p:tavLst>
                                        <p:tav tm="0">
                                          <p:val>
                                            <p:fltVal val="90"/>
                                          </p:val>
                                        </p:tav>
                                        <p:tav tm="100000">
                                          <p:val>
                                            <p:fltVal val="0"/>
                                          </p:val>
                                        </p:tav>
                                      </p:tavLst>
                                    </p:anim>
                                    <p:animEffect transition="in" filter="fade">
                                      <p:cBhvr>
                                        <p:cTn id="53" dur="1000"/>
                                        <p:tgtEl>
                                          <p:spTgt spid="67"/>
                                        </p:tgtEl>
                                      </p:cBhvr>
                                    </p:animEffect>
                                  </p:childTnLst>
                                </p:cTn>
                              </p:par>
                            </p:childTnLst>
                          </p:cTn>
                        </p:par>
                        <p:par>
                          <p:cTn id="54" fill="hold">
                            <p:stCondLst>
                              <p:cond delay="1000"/>
                            </p:stCondLst>
                            <p:childTnLst>
                              <p:par>
                                <p:cTn id="55" presetID="21" presetClass="entr" presetSubtype="1" fill="hold" grpId="0" nodeType="afterEffect">
                                  <p:stCondLst>
                                    <p:cond delay="0"/>
                                  </p:stCondLst>
                                  <p:childTnLst>
                                    <p:set>
                                      <p:cBhvr>
                                        <p:cTn id="56" dur="1" fill="hold">
                                          <p:stCondLst>
                                            <p:cond delay="0"/>
                                          </p:stCondLst>
                                        </p:cTn>
                                        <p:tgtEl>
                                          <p:spTgt spid="176"/>
                                        </p:tgtEl>
                                        <p:attrNameLst>
                                          <p:attrName>style.visibility</p:attrName>
                                        </p:attrNameLst>
                                      </p:cBhvr>
                                      <p:to>
                                        <p:strVal val="visible"/>
                                      </p:to>
                                    </p:set>
                                    <p:animEffect transition="in" filter="wheel(1)">
                                      <p:cBhvr>
                                        <p:cTn id="57" dur="2000"/>
                                        <p:tgtEl>
                                          <p:spTgt spid="176"/>
                                        </p:tgtEl>
                                      </p:cBhvr>
                                    </p:animEffect>
                                  </p:childTnLst>
                                </p:cTn>
                              </p:par>
                            </p:childTnLst>
                          </p:cTn>
                        </p:par>
                        <p:par>
                          <p:cTn id="58" fill="hold">
                            <p:stCondLst>
                              <p:cond delay="3000"/>
                            </p:stCondLst>
                            <p:childTnLst>
                              <p:par>
                                <p:cTn id="59" presetID="22" presetClass="entr" presetSubtype="8" fill="hold" nodeType="afterEffect">
                                  <p:stCondLst>
                                    <p:cond delay="0"/>
                                  </p:stCondLst>
                                  <p:childTnLst>
                                    <p:set>
                                      <p:cBhvr>
                                        <p:cTn id="60" dur="1" fill="hold">
                                          <p:stCondLst>
                                            <p:cond delay="0"/>
                                          </p:stCondLst>
                                        </p:cTn>
                                        <p:tgtEl>
                                          <p:spTgt spid="159"/>
                                        </p:tgtEl>
                                        <p:attrNameLst>
                                          <p:attrName>style.visibility</p:attrName>
                                        </p:attrNameLst>
                                      </p:cBhvr>
                                      <p:to>
                                        <p:strVal val="visible"/>
                                      </p:to>
                                    </p:set>
                                    <p:animEffect transition="in" filter="wipe(left)">
                                      <p:cBhvr>
                                        <p:cTn id="61" dur="1000"/>
                                        <p:tgtEl>
                                          <p:spTgt spid="159"/>
                                        </p:tgtEl>
                                      </p:cBhvr>
                                    </p:animEffect>
                                  </p:childTnLst>
                                </p:cTn>
                              </p:par>
                            </p:childTnLst>
                          </p:cTn>
                        </p:par>
                      </p:childTnLst>
                    </p:cTn>
                  </p:par>
                  <p:par>
                    <p:cTn id="62" fill="hold">
                      <p:stCondLst>
                        <p:cond delay="indefinite"/>
                      </p:stCondLst>
                      <p:childTnLst>
                        <p:par>
                          <p:cTn id="63" fill="hold">
                            <p:stCondLst>
                              <p:cond delay="0"/>
                            </p:stCondLst>
                            <p:childTnLst>
                              <p:par>
                                <p:cTn id="64" presetID="31" presetClass="entr" presetSubtype="0" fill="hold" nodeType="clickEffect">
                                  <p:stCondLst>
                                    <p:cond delay="0"/>
                                  </p:stCondLst>
                                  <p:childTnLst>
                                    <p:set>
                                      <p:cBhvr>
                                        <p:cTn id="65" dur="1" fill="hold">
                                          <p:stCondLst>
                                            <p:cond delay="0"/>
                                          </p:stCondLst>
                                        </p:cTn>
                                        <p:tgtEl>
                                          <p:spTgt spid="74"/>
                                        </p:tgtEl>
                                        <p:attrNameLst>
                                          <p:attrName>style.visibility</p:attrName>
                                        </p:attrNameLst>
                                      </p:cBhvr>
                                      <p:to>
                                        <p:strVal val="visible"/>
                                      </p:to>
                                    </p:set>
                                    <p:anim calcmode="lin" valueType="num">
                                      <p:cBhvr>
                                        <p:cTn id="66" dur="1000" fill="hold"/>
                                        <p:tgtEl>
                                          <p:spTgt spid="74"/>
                                        </p:tgtEl>
                                        <p:attrNameLst>
                                          <p:attrName>ppt_w</p:attrName>
                                        </p:attrNameLst>
                                      </p:cBhvr>
                                      <p:tavLst>
                                        <p:tav tm="0">
                                          <p:val>
                                            <p:fltVal val="0"/>
                                          </p:val>
                                        </p:tav>
                                        <p:tav tm="100000">
                                          <p:val>
                                            <p:strVal val="#ppt_w"/>
                                          </p:val>
                                        </p:tav>
                                      </p:tavLst>
                                    </p:anim>
                                    <p:anim calcmode="lin" valueType="num">
                                      <p:cBhvr>
                                        <p:cTn id="67" dur="1000" fill="hold"/>
                                        <p:tgtEl>
                                          <p:spTgt spid="74"/>
                                        </p:tgtEl>
                                        <p:attrNameLst>
                                          <p:attrName>ppt_h</p:attrName>
                                        </p:attrNameLst>
                                      </p:cBhvr>
                                      <p:tavLst>
                                        <p:tav tm="0">
                                          <p:val>
                                            <p:fltVal val="0"/>
                                          </p:val>
                                        </p:tav>
                                        <p:tav tm="100000">
                                          <p:val>
                                            <p:strVal val="#ppt_h"/>
                                          </p:val>
                                        </p:tav>
                                      </p:tavLst>
                                    </p:anim>
                                    <p:anim calcmode="lin" valueType="num">
                                      <p:cBhvr>
                                        <p:cTn id="68" dur="1000" fill="hold"/>
                                        <p:tgtEl>
                                          <p:spTgt spid="74"/>
                                        </p:tgtEl>
                                        <p:attrNameLst>
                                          <p:attrName>style.rotation</p:attrName>
                                        </p:attrNameLst>
                                      </p:cBhvr>
                                      <p:tavLst>
                                        <p:tav tm="0">
                                          <p:val>
                                            <p:fltVal val="90"/>
                                          </p:val>
                                        </p:tav>
                                        <p:tav tm="100000">
                                          <p:val>
                                            <p:fltVal val="0"/>
                                          </p:val>
                                        </p:tav>
                                      </p:tavLst>
                                    </p:anim>
                                    <p:animEffect transition="in" filter="fade">
                                      <p:cBhvr>
                                        <p:cTn id="69" dur="1000"/>
                                        <p:tgtEl>
                                          <p:spTgt spid="74"/>
                                        </p:tgtEl>
                                      </p:cBhvr>
                                    </p:animEffect>
                                  </p:childTnLst>
                                </p:cTn>
                              </p:par>
                            </p:childTnLst>
                          </p:cTn>
                        </p:par>
                        <p:par>
                          <p:cTn id="70" fill="hold">
                            <p:stCondLst>
                              <p:cond delay="1000"/>
                            </p:stCondLst>
                            <p:childTnLst>
                              <p:par>
                                <p:cTn id="71" presetID="8" presetClass="emph" presetSubtype="0" fill="hold" grpId="1" nodeType="afterEffect">
                                  <p:stCondLst>
                                    <p:cond delay="0"/>
                                  </p:stCondLst>
                                  <p:childTnLst>
                                    <p:animRot by="21600000">
                                      <p:cBhvr>
                                        <p:cTn id="72" dur="1000" fill="hold"/>
                                        <p:tgtEl>
                                          <p:spTgt spid="24"/>
                                        </p:tgtEl>
                                        <p:attrNameLst>
                                          <p:attrName>r</p:attrName>
                                        </p:attrNameLst>
                                      </p:cBhvr>
                                    </p:animRot>
                                  </p:childTnLst>
                                </p:cTn>
                              </p:par>
                            </p:childTnLst>
                          </p:cTn>
                        </p:par>
                        <p:par>
                          <p:cTn id="73" fill="hold">
                            <p:stCondLst>
                              <p:cond delay="2000"/>
                            </p:stCondLst>
                            <p:childTnLst>
                              <p:par>
                                <p:cTn id="74" presetID="8" presetClass="emph" presetSubtype="0" fill="hold" grpId="1" nodeType="afterEffect">
                                  <p:stCondLst>
                                    <p:cond delay="0"/>
                                  </p:stCondLst>
                                  <p:childTnLst>
                                    <p:animRot by="21600000">
                                      <p:cBhvr>
                                        <p:cTn id="75" dur="1000" fill="hold"/>
                                        <p:tgtEl>
                                          <p:spTgt spid="16"/>
                                        </p:tgtEl>
                                        <p:attrNameLst>
                                          <p:attrName>r</p:attrName>
                                        </p:attrNameLst>
                                      </p:cBhvr>
                                    </p:animRot>
                                  </p:childTnLst>
                                </p:cTn>
                              </p:par>
                            </p:childTnLst>
                          </p:cTn>
                        </p:par>
                        <p:par>
                          <p:cTn id="76" fill="hold">
                            <p:stCondLst>
                              <p:cond delay="3000"/>
                            </p:stCondLst>
                            <p:childTnLst>
                              <p:par>
                                <p:cTn id="77" presetID="31" presetClass="entr" presetSubtype="0" fill="hold" grpId="0" nodeType="afterEffect">
                                  <p:stCondLst>
                                    <p:cond delay="0"/>
                                  </p:stCondLst>
                                  <p:childTnLst>
                                    <p:set>
                                      <p:cBhvr>
                                        <p:cTn id="78" dur="1" fill="hold">
                                          <p:stCondLst>
                                            <p:cond delay="0"/>
                                          </p:stCondLst>
                                        </p:cTn>
                                        <p:tgtEl>
                                          <p:spTgt spid="4"/>
                                        </p:tgtEl>
                                        <p:attrNameLst>
                                          <p:attrName>style.visibility</p:attrName>
                                        </p:attrNameLst>
                                      </p:cBhvr>
                                      <p:to>
                                        <p:strVal val="visible"/>
                                      </p:to>
                                    </p:set>
                                    <p:anim calcmode="lin" valueType="num">
                                      <p:cBhvr>
                                        <p:cTn id="79" dur="1000" fill="hold"/>
                                        <p:tgtEl>
                                          <p:spTgt spid="4"/>
                                        </p:tgtEl>
                                        <p:attrNameLst>
                                          <p:attrName>ppt_w</p:attrName>
                                        </p:attrNameLst>
                                      </p:cBhvr>
                                      <p:tavLst>
                                        <p:tav tm="0">
                                          <p:val>
                                            <p:fltVal val="0"/>
                                          </p:val>
                                        </p:tav>
                                        <p:tav tm="100000">
                                          <p:val>
                                            <p:strVal val="#ppt_w"/>
                                          </p:val>
                                        </p:tav>
                                      </p:tavLst>
                                    </p:anim>
                                    <p:anim calcmode="lin" valueType="num">
                                      <p:cBhvr>
                                        <p:cTn id="80" dur="1000" fill="hold"/>
                                        <p:tgtEl>
                                          <p:spTgt spid="4"/>
                                        </p:tgtEl>
                                        <p:attrNameLst>
                                          <p:attrName>ppt_h</p:attrName>
                                        </p:attrNameLst>
                                      </p:cBhvr>
                                      <p:tavLst>
                                        <p:tav tm="0">
                                          <p:val>
                                            <p:fltVal val="0"/>
                                          </p:val>
                                        </p:tav>
                                        <p:tav tm="100000">
                                          <p:val>
                                            <p:strVal val="#ppt_h"/>
                                          </p:val>
                                        </p:tav>
                                      </p:tavLst>
                                    </p:anim>
                                    <p:anim calcmode="lin" valueType="num">
                                      <p:cBhvr>
                                        <p:cTn id="81" dur="1000" fill="hold"/>
                                        <p:tgtEl>
                                          <p:spTgt spid="4"/>
                                        </p:tgtEl>
                                        <p:attrNameLst>
                                          <p:attrName>style.rotation</p:attrName>
                                        </p:attrNameLst>
                                      </p:cBhvr>
                                      <p:tavLst>
                                        <p:tav tm="0">
                                          <p:val>
                                            <p:fltVal val="90"/>
                                          </p:val>
                                        </p:tav>
                                        <p:tav tm="100000">
                                          <p:val>
                                            <p:fltVal val="0"/>
                                          </p:val>
                                        </p:tav>
                                      </p:tavLst>
                                    </p:anim>
                                    <p:animEffect transition="in" filter="fade">
                                      <p:cBhvr>
                                        <p:cTn id="82" dur="1000"/>
                                        <p:tgtEl>
                                          <p:spTgt spid="4"/>
                                        </p:tgtEl>
                                      </p:cBhvr>
                                    </p:animEffect>
                                  </p:childTnLst>
                                </p:cTn>
                              </p:par>
                            </p:childTnLst>
                          </p:cTn>
                        </p:par>
                        <p:par>
                          <p:cTn id="83" fill="hold">
                            <p:stCondLst>
                              <p:cond delay="4000"/>
                            </p:stCondLst>
                            <p:childTnLst>
                              <p:par>
                                <p:cTn id="84" presetID="22" presetClass="exit" presetSubtype="1" fill="hold" nodeType="afterEffect">
                                  <p:stCondLst>
                                    <p:cond delay="0"/>
                                  </p:stCondLst>
                                  <p:childTnLst>
                                    <p:animEffect transition="out" filter="wipe(up)">
                                      <p:cBhvr>
                                        <p:cTn id="85" dur="500"/>
                                        <p:tgtEl>
                                          <p:spTgt spid="159"/>
                                        </p:tgtEl>
                                      </p:cBhvr>
                                    </p:animEffect>
                                    <p:set>
                                      <p:cBhvr>
                                        <p:cTn id="86" dur="1" fill="hold">
                                          <p:stCondLst>
                                            <p:cond delay="499"/>
                                          </p:stCondLst>
                                        </p:cTn>
                                        <p:tgtEl>
                                          <p:spTgt spid="159"/>
                                        </p:tgtEl>
                                        <p:attrNameLst>
                                          <p:attrName>style.visibility</p:attrName>
                                        </p:attrNameLst>
                                      </p:cBhvr>
                                      <p:to>
                                        <p:strVal val="hidden"/>
                                      </p:to>
                                    </p:set>
                                  </p:childTnLst>
                                </p:cTn>
                              </p:par>
                              <p:par>
                                <p:cTn id="87" presetID="22" presetClass="entr" presetSubtype="8" fill="hold" nodeType="withEffect">
                                  <p:stCondLst>
                                    <p:cond delay="0"/>
                                  </p:stCondLst>
                                  <p:childTnLst>
                                    <p:set>
                                      <p:cBhvr>
                                        <p:cTn id="88" dur="1" fill="hold">
                                          <p:stCondLst>
                                            <p:cond delay="0"/>
                                          </p:stCondLst>
                                        </p:cTn>
                                        <p:tgtEl>
                                          <p:spTgt spid="188"/>
                                        </p:tgtEl>
                                        <p:attrNameLst>
                                          <p:attrName>style.visibility</p:attrName>
                                        </p:attrNameLst>
                                      </p:cBhvr>
                                      <p:to>
                                        <p:strVal val="visible"/>
                                      </p:to>
                                    </p:set>
                                    <p:animEffect transition="in" filter="wipe(left)">
                                      <p:cBhvr>
                                        <p:cTn id="89" dur="1000"/>
                                        <p:tgtEl>
                                          <p:spTgt spid="18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90"/>
                                        </p:tgtEl>
                                        <p:attrNameLst>
                                          <p:attrName>style.visibility</p:attrName>
                                        </p:attrNameLst>
                                      </p:cBhvr>
                                      <p:to>
                                        <p:strVal val="visible"/>
                                      </p:to>
                                    </p:set>
                                    <p:animEffect transition="in" filter="wipe(left)">
                                      <p:cBhvr>
                                        <p:cTn id="94" dur="2000"/>
                                        <p:tgtEl>
                                          <p:spTgt spid="190"/>
                                        </p:tgtEl>
                                      </p:cBhvr>
                                    </p:animEffect>
                                  </p:childTnLst>
                                </p:cTn>
                              </p:par>
                              <p:par>
                                <p:cTn id="95" presetID="8" presetClass="emph" presetSubtype="0" fill="hold" grpId="2" nodeType="withEffect">
                                  <p:stCondLst>
                                    <p:cond delay="0"/>
                                  </p:stCondLst>
                                  <p:childTnLst>
                                    <p:animRot by="21600000">
                                      <p:cBhvr>
                                        <p:cTn id="96" dur="1000" fill="hold"/>
                                        <p:tgtEl>
                                          <p:spTgt spid="24"/>
                                        </p:tgtEl>
                                        <p:attrNameLst>
                                          <p:attrName>r</p:attrName>
                                        </p:attrNameLst>
                                      </p:cBhvr>
                                    </p:animRot>
                                  </p:childTnLst>
                                </p:cTn>
                              </p:par>
                              <p:par>
                                <p:cTn id="97" presetID="8" presetClass="emph" presetSubtype="0" fill="hold" grpId="1" nodeType="withEffect">
                                  <p:stCondLst>
                                    <p:cond delay="1000"/>
                                  </p:stCondLst>
                                  <p:childTnLst>
                                    <p:animRot by="21600000">
                                      <p:cBhvr>
                                        <p:cTn id="98" dur="1000" fill="hold"/>
                                        <p:tgtEl>
                                          <p:spTgt spid="26"/>
                                        </p:tgtEl>
                                        <p:attrNameLst>
                                          <p:attrName>r</p:attrName>
                                        </p:attrNameLst>
                                      </p:cBhvr>
                                    </p:animRot>
                                  </p:childTnLst>
                                </p:cTn>
                              </p:par>
                            </p:childTnLst>
                          </p:cTn>
                        </p:par>
                        <p:par>
                          <p:cTn id="99" fill="hold">
                            <p:stCondLst>
                              <p:cond delay="2000"/>
                            </p:stCondLst>
                            <p:childTnLst>
                              <p:par>
                                <p:cTn id="100" presetID="35" presetClass="path" presetSubtype="0" accel="50000" decel="50000" fill="hold" grpId="1" nodeType="afterEffect">
                                  <p:stCondLst>
                                    <p:cond delay="0"/>
                                  </p:stCondLst>
                                  <p:childTnLst>
                                    <p:animMotion origin="layout" path="M -4.375E-6 -4.44444E-6 L -0.24127 -0.00254 " pathEditMode="relative" rAng="0" ptsTypes="AA">
                                      <p:cBhvr>
                                        <p:cTn id="101" dur="1000" fill="hold"/>
                                        <p:tgtEl>
                                          <p:spTgt spid="190"/>
                                        </p:tgtEl>
                                        <p:attrNameLst>
                                          <p:attrName>ppt_x</p:attrName>
                                          <p:attrName>ppt_y</p:attrName>
                                        </p:attrNameLst>
                                      </p:cBhvr>
                                      <p:rCtr x="-12070" y="-139"/>
                                    </p:animMotion>
                                  </p:childTnLst>
                                </p:cTn>
                              </p:par>
                            </p:childTnLst>
                          </p:cTn>
                        </p:par>
                        <p:par>
                          <p:cTn id="102" fill="hold">
                            <p:stCondLst>
                              <p:cond delay="3000"/>
                            </p:stCondLst>
                            <p:childTnLst>
                              <p:par>
                                <p:cTn id="103" presetID="10" presetClass="exit" presetSubtype="0" fill="hold" grpId="2" nodeType="afterEffect">
                                  <p:stCondLst>
                                    <p:cond delay="0"/>
                                  </p:stCondLst>
                                  <p:childTnLst>
                                    <p:animEffect transition="out" filter="fade">
                                      <p:cBhvr>
                                        <p:cTn id="104" dur="500"/>
                                        <p:tgtEl>
                                          <p:spTgt spid="190"/>
                                        </p:tgtEl>
                                      </p:cBhvr>
                                    </p:animEffect>
                                    <p:set>
                                      <p:cBhvr>
                                        <p:cTn id="105" dur="1" fill="hold">
                                          <p:stCondLst>
                                            <p:cond delay="499"/>
                                          </p:stCondLst>
                                        </p:cTn>
                                        <p:tgtEl>
                                          <p:spTgt spid="190"/>
                                        </p:tgtEl>
                                        <p:attrNameLst>
                                          <p:attrName>style.visibility</p:attrName>
                                        </p:attrNameLst>
                                      </p:cBhvr>
                                      <p:to>
                                        <p:strVal val="hidden"/>
                                      </p:to>
                                    </p:set>
                                  </p:childTnLst>
                                </p:cTn>
                              </p:par>
                              <p:par>
                                <p:cTn id="106" presetID="31" presetClass="entr" presetSubtype="0" fill="hold" grpId="0" nodeType="withEffect">
                                  <p:stCondLst>
                                    <p:cond delay="0"/>
                                  </p:stCondLst>
                                  <p:childTnLst>
                                    <p:set>
                                      <p:cBhvr>
                                        <p:cTn id="107" dur="1" fill="hold">
                                          <p:stCondLst>
                                            <p:cond delay="0"/>
                                          </p:stCondLst>
                                        </p:cTn>
                                        <p:tgtEl>
                                          <p:spTgt spid="191"/>
                                        </p:tgtEl>
                                        <p:attrNameLst>
                                          <p:attrName>style.visibility</p:attrName>
                                        </p:attrNameLst>
                                      </p:cBhvr>
                                      <p:to>
                                        <p:strVal val="visible"/>
                                      </p:to>
                                    </p:set>
                                    <p:anim calcmode="lin" valueType="num">
                                      <p:cBhvr>
                                        <p:cTn id="108" dur="1000" fill="hold"/>
                                        <p:tgtEl>
                                          <p:spTgt spid="191"/>
                                        </p:tgtEl>
                                        <p:attrNameLst>
                                          <p:attrName>ppt_w</p:attrName>
                                        </p:attrNameLst>
                                      </p:cBhvr>
                                      <p:tavLst>
                                        <p:tav tm="0">
                                          <p:val>
                                            <p:fltVal val="0"/>
                                          </p:val>
                                        </p:tav>
                                        <p:tav tm="100000">
                                          <p:val>
                                            <p:strVal val="#ppt_w"/>
                                          </p:val>
                                        </p:tav>
                                      </p:tavLst>
                                    </p:anim>
                                    <p:anim calcmode="lin" valueType="num">
                                      <p:cBhvr>
                                        <p:cTn id="109" dur="1000" fill="hold"/>
                                        <p:tgtEl>
                                          <p:spTgt spid="191"/>
                                        </p:tgtEl>
                                        <p:attrNameLst>
                                          <p:attrName>ppt_h</p:attrName>
                                        </p:attrNameLst>
                                      </p:cBhvr>
                                      <p:tavLst>
                                        <p:tav tm="0">
                                          <p:val>
                                            <p:fltVal val="0"/>
                                          </p:val>
                                        </p:tav>
                                        <p:tav tm="100000">
                                          <p:val>
                                            <p:strVal val="#ppt_h"/>
                                          </p:val>
                                        </p:tav>
                                      </p:tavLst>
                                    </p:anim>
                                    <p:anim calcmode="lin" valueType="num">
                                      <p:cBhvr>
                                        <p:cTn id="110" dur="1000" fill="hold"/>
                                        <p:tgtEl>
                                          <p:spTgt spid="191"/>
                                        </p:tgtEl>
                                        <p:attrNameLst>
                                          <p:attrName>style.rotation</p:attrName>
                                        </p:attrNameLst>
                                      </p:cBhvr>
                                      <p:tavLst>
                                        <p:tav tm="0">
                                          <p:val>
                                            <p:fltVal val="90"/>
                                          </p:val>
                                        </p:tav>
                                        <p:tav tm="100000">
                                          <p:val>
                                            <p:fltVal val="0"/>
                                          </p:val>
                                        </p:tav>
                                      </p:tavLst>
                                    </p:anim>
                                    <p:animEffect transition="in" filter="fade">
                                      <p:cBhvr>
                                        <p:cTn id="111" dur="1000"/>
                                        <p:tgtEl>
                                          <p:spTgt spid="191"/>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xit" presetSubtype="1" fill="hold" nodeType="clickEffect">
                                  <p:stCondLst>
                                    <p:cond delay="0"/>
                                  </p:stCondLst>
                                  <p:childTnLst>
                                    <p:animEffect transition="out" filter="wipe(up)">
                                      <p:cBhvr>
                                        <p:cTn id="115" dur="500"/>
                                        <p:tgtEl>
                                          <p:spTgt spid="188"/>
                                        </p:tgtEl>
                                      </p:cBhvr>
                                    </p:animEffect>
                                    <p:set>
                                      <p:cBhvr>
                                        <p:cTn id="116" dur="1" fill="hold">
                                          <p:stCondLst>
                                            <p:cond delay="499"/>
                                          </p:stCondLst>
                                        </p:cTn>
                                        <p:tgtEl>
                                          <p:spTgt spid="188"/>
                                        </p:tgtEl>
                                        <p:attrNameLst>
                                          <p:attrName>style.visibility</p:attrName>
                                        </p:attrNameLst>
                                      </p:cBhvr>
                                      <p:to>
                                        <p:strVal val="hidden"/>
                                      </p:to>
                                    </p:se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192"/>
                                        </p:tgtEl>
                                        <p:attrNameLst>
                                          <p:attrName>style.visibility</p:attrName>
                                        </p:attrNameLst>
                                      </p:cBhvr>
                                      <p:to>
                                        <p:strVal val="visible"/>
                                      </p:to>
                                    </p:set>
                                    <p:animEffect transition="in" filter="wipe(left)">
                                      <p:cBhvr>
                                        <p:cTn id="120" dur="1000"/>
                                        <p:tgtEl>
                                          <p:spTgt spid="192"/>
                                        </p:tgtEl>
                                      </p:cBhvr>
                                    </p:animEffect>
                                  </p:childTnLst>
                                </p:cTn>
                              </p:par>
                            </p:childTnLst>
                          </p:cTn>
                        </p:par>
                      </p:childTnLst>
                    </p:cTn>
                  </p:par>
                  <p:par>
                    <p:cTn id="121" fill="hold">
                      <p:stCondLst>
                        <p:cond delay="indefinite"/>
                      </p:stCondLst>
                      <p:childTnLst>
                        <p:par>
                          <p:cTn id="122" fill="hold">
                            <p:stCondLst>
                              <p:cond delay="0"/>
                            </p:stCondLst>
                            <p:childTnLst>
                              <p:par>
                                <p:cTn id="123" presetID="47" presetClass="entr" presetSubtype="0" fill="hold" nodeType="clickEffect">
                                  <p:stCondLst>
                                    <p:cond delay="0"/>
                                  </p:stCondLst>
                                  <p:childTnLst>
                                    <p:set>
                                      <p:cBhvr>
                                        <p:cTn id="124" dur="1" fill="hold">
                                          <p:stCondLst>
                                            <p:cond delay="0"/>
                                          </p:stCondLst>
                                        </p:cTn>
                                        <p:tgtEl>
                                          <p:spTgt spid="187"/>
                                        </p:tgtEl>
                                        <p:attrNameLst>
                                          <p:attrName>style.visibility</p:attrName>
                                        </p:attrNameLst>
                                      </p:cBhvr>
                                      <p:to>
                                        <p:strVal val="visible"/>
                                      </p:to>
                                    </p:set>
                                    <p:animEffect transition="in" filter="fade">
                                      <p:cBhvr>
                                        <p:cTn id="125" dur="1000"/>
                                        <p:tgtEl>
                                          <p:spTgt spid="187"/>
                                        </p:tgtEl>
                                      </p:cBhvr>
                                    </p:animEffect>
                                    <p:anim calcmode="lin" valueType="num">
                                      <p:cBhvr>
                                        <p:cTn id="126" dur="1000" fill="hold"/>
                                        <p:tgtEl>
                                          <p:spTgt spid="187"/>
                                        </p:tgtEl>
                                        <p:attrNameLst>
                                          <p:attrName>ppt_x</p:attrName>
                                        </p:attrNameLst>
                                      </p:cBhvr>
                                      <p:tavLst>
                                        <p:tav tm="0">
                                          <p:val>
                                            <p:strVal val="#ppt_x"/>
                                          </p:val>
                                        </p:tav>
                                        <p:tav tm="100000">
                                          <p:val>
                                            <p:strVal val="#ppt_x"/>
                                          </p:val>
                                        </p:tav>
                                      </p:tavLst>
                                    </p:anim>
                                    <p:anim calcmode="lin" valueType="num">
                                      <p:cBhvr>
                                        <p:cTn id="127" dur="1000" fill="hold"/>
                                        <p:tgtEl>
                                          <p:spTgt spid="187"/>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2" presetClass="exit" presetSubtype="1" fill="hold" nodeType="clickEffect">
                                  <p:stCondLst>
                                    <p:cond delay="0"/>
                                  </p:stCondLst>
                                  <p:childTnLst>
                                    <p:animEffect transition="out" filter="wipe(up)">
                                      <p:cBhvr>
                                        <p:cTn id="131" dur="500"/>
                                        <p:tgtEl>
                                          <p:spTgt spid="192"/>
                                        </p:tgtEl>
                                      </p:cBhvr>
                                    </p:animEffect>
                                    <p:set>
                                      <p:cBhvr>
                                        <p:cTn id="132" dur="1" fill="hold">
                                          <p:stCondLst>
                                            <p:cond delay="499"/>
                                          </p:stCondLst>
                                        </p:cTn>
                                        <p:tgtEl>
                                          <p:spTgt spid="192"/>
                                        </p:tgtEl>
                                        <p:attrNameLst>
                                          <p:attrName>style.visibility</p:attrName>
                                        </p:attrNameLst>
                                      </p:cBhvr>
                                      <p:to>
                                        <p:strVal val="hidden"/>
                                      </p:to>
                                    </p:set>
                                  </p:childTnLst>
                                </p:cTn>
                              </p:par>
                            </p:childTnLst>
                          </p:cTn>
                        </p:par>
                        <p:par>
                          <p:cTn id="133" fill="hold">
                            <p:stCondLst>
                              <p:cond delay="500"/>
                            </p:stCondLst>
                            <p:childTnLst>
                              <p:par>
                                <p:cTn id="134" presetID="22" presetClass="entr" presetSubtype="8" fill="hold" nodeType="afterEffect">
                                  <p:stCondLst>
                                    <p:cond delay="0"/>
                                  </p:stCondLst>
                                  <p:childTnLst>
                                    <p:set>
                                      <p:cBhvr>
                                        <p:cTn id="135" dur="1" fill="hold">
                                          <p:stCondLst>
                                            <p:cond delay="0"/>
                                          </p:stCondLst>
                                        </p:cTn>
                                        <p:tgtEl>
                                          <p:spTgt spid="223"/>
                                        </p:tgtEl>
                                        <p:attrNameLst>
                                          <p:attrName>style.visibility</p:attrName>
                                        </p:attrNameLst>
                                      </p:cBhvr>
                                      <p:to>
                                        <p:strVal val="visible"/>
                                      </p:to>
                                    </p:set>
                                    <p:animEffect transition="in" filter="wipe(left)">
                                      <p:cBhvr>
                                        <p:cTn id="136" dur="1000"/>
                                        <p:tgtEl>
                                          <p:spTgt spid="223"/>
                                        </p:tgtEl>
                                      </p:cBhvr>
                                    </p:animEffect>
                                  </p:childTnLst>
                                </p:cTn>
                              </p:par>
                            </p:childTnLst>
                          </p:cTn>
                        </p:par>
                      </p:childTnLst>
                    </p:cTn>
                  </p:par>
                  <p:par>
                    <p:cTn id="137" fill="hold">
                      <p:stCondLst>
                        <p:cond delay="indefinite"/>
                      </p:stCondLst>
                      <p:childTnLst>
                        <p:par>
                          <p:cTn id="138" fill="hold">
                            <p:stCondLst>
                              <p:cond delay="0"/>
                            </p:stCondLst>
                            <p:childTnLst>
                              <p:par>
                                <p:cTn id="139" presetID="42" presetClass="path" presetSubtype="0" accel="50000" decel="50000" fill="hold" grpId="1" nodeType="clickEffect">
                                  <p:stCondLst>
                                    <p:cond delay="0"/>
                                  </p:stCondLst>
                                  <p:childTnLst>
                                    <p:animMotion origin="layout" path="M 2.70833E-6 1.48148E-6 L 0.10625 0.05926 " pathEditMode="relative" rAng="0" ptsTypes="AA">
                                      <p:cBhvr>
                                        <p:cTn id="140" dur="1000" fill="hold"/>
                                        <p:tgtEl>
                                          <p:spTgt spid="191"/>
                                        </p:tgtEl>
                                        <p:attrNameLst>
                                          <p:attrName>ppt_x</p:attrName>
                                          <p:attrName>ppt_y</p:attrName>
                                        </p:attrNameLst>
                                      </p:cBhvr>
                                      <p:rCtr x="5313" y="2963"/>
                                    </p:animMotion>
                                  </p:childTnLst>
                                </p:cTn>
                              </p:par>
                            </p:childTnLst>
                          </p:cTn>
                        </p:par>
                        <p:par>
                          <p:cTn id="141" fill="hold">
                            <p:stCondLst>
                              <p:cond delay="1000"/>
                            </p:stCondLst>
                            <p:childTnLst>
                              <p:par>
                                <p:cTn id="142" presetID="8" presetClass="emph" presetSubtype="0" fill="hold" grpId="1" nodeType="afterEffect">
                                  <p:stCondLst>
                                    <p:cond delay="0"/>
                                  </p:stCondLst>
                                  <p:childTnLst>
                                    <p:animRot by="21600000">
                                      <p:cBhvr>
                                        <p:cTn id="143" dur="1000" fill="hold"/>
                                        <p:tgtEl>
                                          <p:spTgt spid="17"/>
                                        </p:tgtEl>
                                        <p:attrNameLst>
                                          <p:attrName>r</p:attrName>
                                        </p:attrNameLst>
                                      </p:cBhvr>
                                    </p:animRot>
                                  </p:childTnLst>
                                </p:cTn>
                              </p:par>
                            </p:childTnLst>
                          </p:cTn>
                        </p:par>
                        <p:par>
                          <p:cTn id="144" fill="hold">
                            <p:stCondLst>
                              <p:cond delay="2000"/>
                            </p:stCondLst>
                            <p:childTnLst>
                              <p:par>
                                <p:cTn id="145" presetID="8" presetClass="emph" presetSubtype="0" fill="hold" grpId="2" nodeType="afterEffect">
                                  <p:stCondLst>
                                    <p:cond delay="0"/>
                                  </p:stCondLst>
                                  <p:childTnLst>
                                    <p:animRot by="21600000">
                                      <p:cBhvr>
                                        <p:cTn id="146" dur="1000" fill="hold"/>
                                        <p:tgtEl>
                                          <p:spTgt spid="16"/>
                                        </p:tgtEl>
                                        <p:attrNameLst>
                                          <p:attrName>r</p:attrName>
                                        </p:attrNameLst>
                                      </p:cBhvr>
                                    </p:animRot>
                                  </p:childTnLst>
                                </p:cTn>
                              </p:par>
                            </p:childTnLst>
                          </p:cTn>
                        </p:par>
                        <p:par>
                          <p:cTn id="147" fill="hold">
                            <p:stCondLst>
                              <p:cond delay="3000"/>
                            </p:stCondLst>
                            <p:childTnLst>
                              <p:par>
                                <p:cTn id="148" presetID="31" presetClass="entr" presetSubtype="0" fill="hold" grpId="0" nodeType="afterEffect">
                                  <p:stCondLst>
                                    <p:cond delay="0"/>
                                  </p:stCondLst>
                                  <p:childTnLst>
                                    <p:set>
                                      <p:cBhvr>
                                        <p:cTn id="149" dur="1" fill="hold">
                                          <p:stCondLst>
                                            <p:cond delay="0"/>
                                          </p:stCondLst>
                                        </p:cTn>
                                        <p:tgtEl>
                                          <p:spTgt spid="5"/>
                                        </p:tgtEl>
                                        <p:attrNameLst>
                                          <p:attrName>style.visibility</p:attrName>
                                        </p:attrNameLst>
                                      </p:cBhvr>
                                      <p:to>
                                        <p:strVal val="visible"/>
                                      </p:to>
                                    </p:set>
                                    <p:anim calcmode="lin" valueType="num">
                                      <p:cBhvr>
                                        <p:cTn id="150" dur="1000" fill="hold"/>
                                        <p:tgtEl>
                                          <p:spTgt spid="5"/>
                                        </p:tgtEl>
                                        <p:attrNameLst>
                                          <p:attrName>ppt_w</p:attrName>
                                        </p:attrNameLst>
                                      </p:cBhvr>
                                      <p:tavLst>
                                        <p:tav tm="0">
                                          <p:val>
                                            <p:fltVal val="0"/>
                                          </p:val>
                                        </p:tav>
                                        <p:tav tm="100000">
                                          <p:val>
                                            <p:strVal val="#ppt_w"/>
                                          </p:val>
                                        </p:tav>
                                      </p:tavLst>
                                    </p:anim>
                                    <p:anim calcmode="lin" valueType="num">
                                      <p:cBhvr>
                                        <p:cTn id="151" dur="1000" fill="hold"/>
                                        <p:tgtEl>
                                          <p:spTgt spid="5"/>
                                        </p:tgtEl>
                                        <p:attrNameLst>
                                          <p:attrName>ppt_h</p:attrName>
                                        </p:attrNameLst>
                                      </p:cBhvr>
                                      <p:tavLst>
                                        <p:tav tm="0">
                                          <p:val>
                                            <p:fltVal val="0"/>
                                          </p:val>
                                        </p:tav>
                                        <p:tav tm="100000">
                                          <p:val>
                                            <p:strVal val="#ppt_h"/>
                                          </p:val>
                                        </p:tav>
                                      </p:tavLst>
                                    </p:anim>
                                    <p:anim calcmode="lin" valueType="num">
                                      <p:cBhvr>
                                        <p:cTn id="152" dur="1000" fill="hold"/>
                                        <p:tgtEl>
                                          <p:spTgt spid="5"/>
                                        </p:tgtEl>
                                        <p:attrNameLst>
                                          <p:attrName>style.rotation</p:attrName>
                                        </p:attrNameLst>
                                      </p:cBhvr>
                                      <p:tavLst>
                                        <p:tav tm="0">
                                          <p:val>
                                            <p:fltVal val="90"/>
                                          </p:val>
                                        </p:tav>
                                        <p:tav tm="100000">
                                          <p:val>
                                            <p:fltVal val="0"/>
                                          </p:val>
                                        </p:tav>
                                      </p:tavLst>
                                    </p:anim>
                                    <p:animEffect transition="in" filter="fade">
                                      <p:cBhvr>
                                        <p:cTn id="153" dur="1000"/>
                                        <p:tgtEl>
                                          <p:spTgt spid="5"/>
                                        </p:tgtEl>
                                      </p:cBhvr>
                                    </p:animEffect>
                                  </p:childTnLst>
                                </p:cTn>
                              </p:par>
                            </p:childTnLst>
                          </p:cTn>
                        </p:par>
                        <p:par>
                          <p:cTn id="154" fill="hold">
                            <p:stCondLst>
                              <p:cond delay="4000"/>
                            </p:stCondLst>
                            <p:childTnLst>
                              <p:par>
                                <p:cTn id="155" presetID="22" presetClass="exit" presetSubtype="1" fill="hold" nodeType="afterEffect">
                                  <p:stCondLst>
                                    <p:cond delay="0"/>
                                  </p:stCondLst>
                                  <p:childTnLst>
                                    <p:animEffect transition="out" filter="wipe(up)">
                                      <p:cBhvr>
                                        <p:cTn id="156" dur="500"/>
                                        <p:tgtEl>
                                          <p:spTgt spid="223"/>
                                        </p:tgtEl>
                                      </p:cBhvr>
                                    </p:animEffect>
                                    <p:set>
                                      <p:cBhvr>
                                        <p:cTn id="157" dur="1" fill="hold">
                                          <p:stCondLst>
                                            <p:cond delay="499"/>
                                          </p:stCondLst>
                                        </p:cTn>
                                        <p:tgtEl>
                                          <p:spTgt spid="223"/>
                                        </p:tgtEl>
                                        <p:attrNameLst>
                                          <p:attrName>style.visibility</p:attrName>
                                        </p:attrNameLst>
                                      </p:cBhvr>
                                      <p:to>
                                        <p:strVal val="hidden"/>
                                      </p:to>
                                    </p:set>
                                  </p:childTnLst>
                                </p:cTn>
                              </p:par>
                            </p:childTnLst>
                          </p:cTn>
                        </p:par>
                        <p:par>
                          <p:cTn id="158" fill="hold">
                            <p:stCondLst>
                              <p:cond delay="4500"/>
                            </p:stCondLst>
                            <p:childTnLst>
                              <p:par>
                                <p:cTn id="159" presetID="22" presetClass="entr" presetSubtype="8" fill="hold" nodeType="afterEffect">
                                  <p:stCondLst>
                                    <p:cond delay="0"/>
                                  </p:stCondLst>
                                  <p:childTnLst>
                                    <p:set>
                                      <p:cBhvr>
                                        <p:cTn id="160" dur="1" fill="hold">
                                          <p:stCondLst>
                                            <p:cond delay="0"/>
                                          </p:stCondLst>
                                        </p:cTn>
                                        <p:tgtEl>
                                          <p:spTgt spid="225"/>
                                        </p:tgtEl>
                                        <p:attrNameLst>
                                          <p:attrName>style.visibility</p:attrName>
                                        </p:attrNameLst>
                                      </p:cBhvr>
                                      <p:to>
                                        <p:strVal val="visible"/>
                                      </p:to>
                                    </p:set>
                                    <p:animEffect transition="in" filter="wipe(left)">
                                      <p:cBhvr>
                                        <p:cTn id="161" dur="1000"/>
                                        <p:tgtEl>
                                          <p:spTgt spid="225"/>
                                        </p:tgtEl>
                                      </p:cBhvr>
                                    </p:animEffect>
                                  </p:childTnLst>
                                </p:cTn>
                              </p:par>
                            </p:childTnLst>
                          </p:cTn>
                        </p:par>
                      </p:childTnLst>
                    </p:cTn>
                  </p:par>
                  <p:par>
                    <p:cTn id="162" fill="hold">
                      <p:stCondLst>
                        <p:cond delay="indefinite"/>
                      </p:stCondLst>
                      <p:childTnLst>
                        <p:par>
                          <p:cTn id="163" fill="hold">
                            <p:stCondLst>
                              <p:cond delay="0"/>
                            </p:stCondLst>
                            <p:childTnLst>
                              <p:par>
                                <p:cTn id="164" presetID="63" presetClass="path" presetSubtype="0" accel="50000" decel="50000" fill="hold" nodeType="clickEffect">
                                  <p:stCondLst>
                                    <p:cond delay="0"/>
                                  </p:stCondLst>
                                  <p:childTnLst>
                                    <p:animMotion origin="layout" path="M 3.75E-6 2.22222E-6 L 0.02747 -0.00047 " pathEditMode="relative" rAng="0" ptsTypes="AA">
                                      <p:cBhvr>
                                        <p:cTn id="165" dur="1000" fill="hold"/>
                                        <p:tgtEl>
                                          <p:spTgt spid="74"/>
                                        </p:tgtEl>
                                        <p:attrNameLst>
                                          <p:attrName>ppt_x</p:attrName>
                                          <p:attrName>ppt_y</p:attrName>
                                        </p:attrNameLst>
                                      </p:cBhvr>
                                      <p:rCtr x="1367" y="-23"/>
                                    </p:animMotion>
                                  </p:childTnLst>
                                </p:cTn>
                              </p:par>
                            </p:childTnLst>
                          </p:cTn>
                        </p:par>
                        <p:par>
                          <p:cTn id="166" fill="hold">
                            <p:stCondLst>
                              <p:cond delay="1000"/>
                            </p:stCondLst>
                            <p:childTnLst>
                              <p:par>
                                <p:cTn id="167" presetID="22" presetClass="exit" presetSubtype="1" fill="hold" nodeType="afterEffect">
                                  <p:stCondLst>
                                    <p:cond delay="0"/>
                                  </p:stCondLst>
                                  <p:childTnLst>
                                    <p:animEffect transition="out" filter="wipe(up)">
                                      <p:cBhvr>
                                        <p:cTn id="168" dur="500"/>
                                        <p:tgtEl>
                                          <p:spTgt spid="225"/>
                                        </p:tgtEl>
                                      </p:cBhvr>
                                    </p:animEffect>
                                    <p:set>
                                      <p:cBhvr>
                                        <p:cTn id="169" dur="1" fill="hold">
                                          <p:stCondLst>
                                            <p:cond delay="499"/>
                                          </p:stCondLst>
                                        </p:cTn>
                                        <p:tgtEl>
                                          <p:spTgt spid="225"/>
                                        </p:tgtEl>
                                        <p:attrNameLst>
                                          <p:attrName>style.visibility</p:attrName>
                                        </p:attrNameLst>
                                      </p:cBhvr>
                                      <p:to>
                                        <p:strVal val="hidden"/>
                                      </p:to>
                                    </p:set>
                                  </p:childTnLst>
                                </p:cTn>
                              </p:par>
                            </p:childTnLst>
                          </p:cTn>
                        </p:par>
                        <p:par>
                          <p:cTn id="170" fill="hold">
                            <p:stCondLst>
                              <p:cond delay="1500"/>
                            </p:stCondLst>
                            <p:childTnLst>
                              <p:par>
                                <p:cTn id="171" presetID="22" presetClass="entr" presetSubtype="8" fill="hold" nodeType="afterEffect">
                                  <p:stCondLst>
                                    <p:cond delay="0"/>
                                  </p:stCondLst>
                                  <p:childTnLst>
                                    <p:set>
                                      <p:cBhvr>
                                        <p:cTn id="172" dur="1" fill="hold">
                                          <p:stCondLst>
                                            <p:cond delay="0"/>
                                          </p:stCondLst>
                                        </p:cTn>
                                        <p:tgtEl>
                                          <p:spTgt spid="192"/>
                                        </p:tgtEl>
                                        <p:attrNameLst>
                                          <p:attrName>style.visibility</p:attrName>
                                        </p:attrNameLst>
                                      </p:cBhvr>
                                      <p:to>
                                        <p:strVal val="visible"/>
                                      </p:to>
                                    </p:set>
                                    <p:animEffect transition="in" filter="wipe(left)">
                                      <p:cBhvr>
                                        <p:cTn id="173" dur="1000"/>
                                        <p:tgtEl>
                                          <p:spTgt spid="192"/>
                                        </p:tgtEl>
                                      </p:cBhvr>
                                    </p:animEffect>
                                  </p:childTnLst>
                                </p:cTn>
                              </p:par>
                            </p:childTnLst>
                          </p:cTn>
                        </p:par>
                      </p:childTnLst>
                    </p:cTn>
                  </p:par>
                  <p:par>
                    <p:cTn id="174" fill="hold">
                      <p:stCondLst>
                        <p:cond delay="indefinite"/>
                      </p:stCondLst>
                      <p:childTnLst>
                        <p:par>
                          <p:cTn id="175" fill="hold">
                            <p:stCondLst>
                              <p:cond delay="0"/>
                            </p:stCondLst>
                            <p:childTnLst>
                              <p:par>
                                <p:cTn id="176" presetID="63" presetClass="path" presetSubtype="0" accel="50000" decel="50000" fill="hold" nodeType="clickEffect">
                                  <p:stCondLst>
                                    <p:cond delay="0"/>
                                  </p:stCondLst>
                                  <p:childTnLst>
                                    <p:animMotion origin="layout" path="M -6.25E-7 -4.81481E-6 L 0.03372 0.00163 " pathEditMode="relative" rAng="0" ptsTypes="AA">
                                      <p:cBhvr>
                                        <p:cTn id="177" dur="1000" fill="hold"/>
                                        <p:tgtEl>
                                          <p:spTgt spid="187"/>
                                        </p:tgtEl>
                                        <p:attrNameLst>
                                          <p:attrName>ppt_x</p:attrName>
                                          <p:attrName>ppt_y</p:attrName>
                                        </p:attrNameLst>
                                      </p:cBhvr>
                                      <p:rCtr x="1680" y="69"/>
                                    </p:animMotion>
                                  </p:childTnLst>
                                </p:cTn>
                              </p:par>
                            </p:childTnLst>
                          </p:cTn>
                        </p:par>
                        <p:par>
                          <p:cTn id="178" fill="hold">
                            <p:stCondLst>
                              <p:cond delay="1000"/>
                            </p:stCondLst>
                            <p:childTnLst>
                              <p:par>
                                <p:cTn id="179" presetID="22" presetClass="exit" presetSubtype="1" fill="hold" nodeType="afterEffect">
                                  <p:stCondLst>
                                    <p:cond delay="0"/>
                                  </p:stCondLst>
                                  <p:childTnLst>
                                    <p:animEffect transition="out" filter="wipe(up)">
                                      <p:cBhvr>
                                        <p:cTn id="180" dur="500"/>
                                        <p:tgtEl>
                                          <p:spTgt spid="192"/>
                                        </p:tgtEl>
                                      </p:cBhvr>
                                    </p:animEffect>
                                    <p:set>
                                      <p:cBhvr>
                                        <p:cTn id="181" dur="1" fill="hold">
                                          <p:stCondLst>
                                            <p:cond delay="499"/>
                                          </p:stCondLst>
                                        </p:cTn>
                                        <p:tgtEl>
                                          <p:spTgt spid="192"/>
                                        </p:tgtEl>
                                        <p:attrNameLst>
                                          <p:attrName>style.visibility</p:attrName>
                                        </p:attrNameLst>
                                      </p:cBhvr>
                                      <p:to>
                                        <p:strVal val="hidden"/>
                                      </p:to>
                                    </p:set>
                                  </p:childTnLst>
                                </p:cTn>
                              </p:par>
                              <p:par>
                                <p:cTn id="182" presetID="22" presetClass="entr" presetSubtype="8" fill="hold" nodeType="withEffect">
                                  <p:stCondLst>
                                    <p:cond delay="0"/>
                                  </p:stCondLst>
                                  <p:childTnLst>
                                    <p:set>
                                      <p:cBhvr>
                                        <p:cTn id="183" dur="1" fill="hold">
                                          <p:stCondLst>
                                            <p:cond delay="0"/>
                                          </p:stCondLst>
                                        </p:cTn>
                                        <p:tgtEl>
                                          <p:spTgt spid="223"/>
                                        </p:tgtEl>
                                        <p:attrNameLst>
                                          <p:attrName>style.visibility</p:attrName>
                                        </p:attrNameLst>
                                      </p:cBhvr>
                                      <p:to>
                                        <p:strVal val="visible"/>
                                      </p:to>
                                    </p:set>
                                    <p:animEffect transition="in" filter="wipe(left)">
                                      <p:cBhvr>
                                        <p:cTn id="184" dur="1000"/>
                                        <p:tgtEl>
                                          <p:spTgt spid="223"/>
                                        </p:tgtEl>
                                      </p:cBhvr>
                                    </p:animEffect>
                                  </p:childTnLst>
                                </p:cTn>
                              </p:par>
                            </p:childTnLst>
                          </p:cTn>
                        </p:par>
                      </p:childTnLst>
                    </p:cTn>
                  </p:par>
                  <p:par>
                    <p:cTn id="185" fill="hold">
                      <p:stCondLst>
                        <p:cond delay="indefinite"/>
                      </p:stCondLst>
                      <p:childTnLst>
                        <p:par>
                          <p:cTn id="186" fill="hold">
                            <p:stCondLst>
                              <p:cond delay="0"/>
                            </p:stCondLst>
                            <p:childTnLst>
                              <p:par>
                                <p:cTn id="187" presetID="27" presetClass="emph" presetSubtype="0" fill="remove" grpId="2" nodeType="clickEffect">
                                  <p:stCondLst>
                                    <p:cond delay="0"/>
                                  </p:stCondLst>
                                  <p:childTnLst>
                                    <p:animClr clrSpc="rgb" dir="cw">
                                      <p:cBhvr override="childStyle">
                                        <p:cTn id="188" dur="500" autoRev="1" fill="remove"/>
                                        <p:tgtEl>
                                          <p:spTgt spid="191"/>
                                        </p:tgtEl>
                                        <p:attrNameLst>
                                          <p:attrName>style.color</p:attrName>
                                        </p:attrNameLst>
                                      </p:cBhvr>
                                      <p:to>
                                        <a:schemeClr val="bg1"/>
                                      </p:to>
                                    </p:animClr>
                                    <p:animClr clrSpc="rgb" dir="cw">
                                      <p:cBhvr>
                                        <p:cTn id="189" dur="500" autoRev="1" fill="remove"/>
                                        <p:tgtEl>
                                          <p:spTgt spid="191"/>
                                        </p:tgtEl>
                                        <p:attrNameLst>
                                          <p:attrName>fillcolor</p:attrName>
                                        </p:attrNameLst>
                                      </p:cBhvr>
                                      <p:to>
                                        <a:schemeClr val="bg1"/>
                                      </p:to>
                                    </p:animClr>
                                    <p:set>
                                      <p:cBhvr>
                                        <p:cTn id="190" dur="500" autoRev="1" fill="remove"/>
                                        <p:tgtEl>
                                          <p:spTgt spid="191"/>
                                        </p:tgtEl>
                                        <p:attrNameLst>
                                          <p:attrName>fill.type</p:attrName>
                                        </p:attrNameLst>
                                      </p:cBhvr>
                                      <p:to>
                                        <p:strVal val="solid"/>
                                      </p:to>
                                    </p:set>
                                    <p:set>
                                      <p:cBhvr>
                                        <p:cTn id="191" dur="500" autoRev="1" fill="remove"/>
                                        <p:tgtEl>
                                          <p:spTgt spid="191"/>
                                        </p:tgtEl>
                                        <p:attrNameLst>
                                          <p:attrName>fill.on</p:attrName>
                                        </p:attrNameLst>
                                      </p:cBhvr>
                                      <p:to>
                                        <p:strVal val="true"/>
                                      </p:to>
                                    </p:set>
                                  </p:childTnLst>
                                </p:cTn>
                              </p:par>
                            </p:childTnLst>
                          </p:cTn>
                        </p:par>
                        <p:par>
                          <p:cTn id="192" fill="hold">
                            <p:stCondLst>
                              <p:cond delay="1000"/>
                            </p:stCondLst>
                            <p:childTnLst>
                              <p:par>
                                <p:cTn id="193" presetID="8" presetClass="emph" presetSubtype="0" fill="hold" grpId="1" nodeType="afterEffect">
                                  <p:stCondLst>
                                    <p:cond delay="0"/>
                                  </p:stCondLst>
                                  <p:childTnLst>
                                    <p:animRot by="21600000">
                                      <p:cBhvr>
                                        <p:cTn id="194" dur="1000" fill="hold"/>
                                        <p:tgtEl>
                                          <p:spTgt spid="18"/>
                                        </p:tgtEl>
                                        <p:attrNameLst>
                                          <p:attrName>r</p:attrName>
                                        </p:attrNameLst>
                                      </p:cBhvr>
                                    </p:animRot>
                                  </p:childTnLst>
                                </p:cTn>
                              </p:par>
                            </p:childTnLst>
                          </p:cTn>
                        </p:par>
                        <p:par>
                          <p:cTn id="195" fill="hold">
                            <p:stCondLst>
                              <p:cond delay="2000"/>
                            </p:stCondLst>
                            <p:childTnLst>
                              <p:par>
                                <p:cTn id="196" presetID="8" presetClass="emph" presetSubtype="0" fill="hold" grpId="2" nodeType="afterEffect">
                                  <p:stCondLst>
                                    <p:cond delay="0"/>
                                  </p:stCondLst>
                                  <p:childTnLst>
                                    <p:animRot by="21600000">
                                      <p:cBhvr>
                                        <p:cTn id="197" dur="1000" fill="hold"/>
                                        <p:tgtEl>
                                          <p:spTgt spid="17"/>
                                        </p:tgtEl>
                                        <p:attrNameLst>
                                          <p:attrName>r</p:attrName>
                                        </p:attrNameLst>
                                      </p:cBhvr>
                                    </p:animRot>
                                  </p:childTnLst>
                                </p:cTn>
                              </p:par>
                            </p:childTnLst>
                          </p:cTn>
                        </p:par>
                        <p:par>
                          <p:cTn id="198" fill="hold">
                            <p:stCondLst>
                              <p:cond delay="3000"/>
                            </p:stCondLst>
                            <p:childTnLst>
                              <p:par>
                                <p:cTn id="199" presetID="31" presetClass="entr" presetSubtype="0" fill="hold" grpId="0" nodeType="afterEffect">
                                  <p:stCondLst>
                                    <p:cond delay="0"/>
                                  </p:stCondLst>
                                  <p:childTnLst>
                                    <p:set>
                                      <p:cBhvr>
                                        <p:cTn id="200" dur="1" fill="hold">
                                          <p:stCondLst>
                                            <p:cond delay="0"/>
                                          </p:stCondLst>
                                        </p:cTn>
                                        <p:tgtEl>
                                          <p:spTgt spid="6"/>
                                        </p:tgtEl>
                                        <p:attrNameLst>
                                          <p:attrName>style.visibility</p:attrName>
                                        </p:attrNameLst>
                                      </p:cBhvr>
                                      <p:to>
                                        <p:strVal val="visible"/>
                                      </p:to>
                                    </p:set>
                                    <p:anim calcmode="lin" valueType="num">
                                      <p:cBhvr>
                                        <p:cTn id="201" dur="1000" fill="hold"/>
                                        <p:tgtEl>
                                          <p:spTgt spid="6"/>
                                        </p:tgtEl>
                                        <p:attrNameLst>
                                          <p:attrName>ppt_w</p:attrName>
                                        </p:attrNameLst>
                                      </p:cBhvr>
                                      <p:tavLst>
                                        <p:tav tm="0">
                                          <p:val>
                                            <p:fltVal val="0"/>
                                          </p:val>
                                        </p:tav>
                                        <p:tav tm="100000">
                                          <p:val>
                                            <p:strVal val="#ppt_w"/>
                                          </p:val>
                                        </p:tav>
                                      </p:tavLst>
                                    </p:anim>
                                    <p:anim calcmode="lin" valueType="num">
                                      <p:cBhvr>
                                        <p:cTn id="202" dur="1000" fill="hold"/>
                                        <p:tgtEl>
                                          <p:spTgt spid="6"/>
                                        </p:tgtEl>
                                        <p:attrNameLst>
                                          <p:attrName>ppt_h</p:attrName>
                                        </p:attrNameLst>
                                      </p:cBhvr>
                                      <p:tavLst>
                                        <p:tav tm="0">
                                          <p:val>
                                            <p:fltVal val="0"/>
                                          </p:val>
                                        </p:tav>
                                        <p:tav tm="100000">
                                          <p:val>
                                            <p:strVal val="#ppt_h"/>
                                          </p:val>
                                        </p:tav>
                                      </p:tavLst>
                                    </p:anim>
                                    <p:anim calcmode="lin" valueType="num">
                                      <p:cBhvr>
                                        <p:cTn id="203" dur="1000" fill="hold"/>
                                        <p:tgtEl>
                                          <p:spTgt spid="6"/>
                                        </p:tgtEl>
                                        <p:attrNameLst>
                                          <p:attrName>style.rotation</p:attrName>
                                        </p:attrNameLst>
                                      </p:cBhvr>
                                      <p:tavLst>
                                        <p:tav tm="0">
                                          <p:val>
                                            <p:fltVal val="90"/>
                                          </p:val>
                                        </p:tav>
                                        <p:tav tm="100000">
                                          <p:val>
                                            <p:fltVal val="0"/>
                                          </p:val>
                                        </p:tav>
                                      </p:tavLst>
                                    </p:anim>
                                    <p:animEffect transition="in" filter="fade">
                                      <p:cBhvr>
                                        <p:cTn id="204" dur="1000"/>
                                        <p:tgtEl>
                                          <p:spTgt spid="6"/>
                                        </p:tgtEl>
                                      </p:cBhvr>
                                    </p:animEffect>
                                  </p:childTnLst>
                                </p:cTn>
                              </p:par>
                            </p:childTnLst>
                          </p:cTn>
                        </p:par>
                        <p:par>
                          <p:cTn id="205" fill="hold">
                            <p:stCondLst>
                              <p:cond delay="4000"/>
                            </p:stCondLst>
                            <p:childTnLst>
                              <p:par>
                                <p:cTn id="206" presetID="22" presetClass="exit" presetSubtype="1" fill="hold" nodeType="afterEffect">
                                  <p:stCondLst>
                                    <p:cond delay="0"/>
                                  </p:stCondLst>
                                  <p:childTnLst>
                                    <p:animEffect transition="out" filter="wipe(up)">
                                      <p:cBhvr>
                                        <p:cTn id="207" dur="500"/>
                                        <p:tgtEl>
                                          <p:spTgt spid="223"/>
                                        </p:tgtEl>
                                      </p:cBhvr>
                                    </p:animEffect>
                                    <p:set>
                                      <p:cBhvr>
                                        <p:cTn id="208" dur="1" fill="hold">
                                          <p:stCondLst>
                                            <p:cond delay="499"/>
                                          </p:stCondLst>
                                        </p:cTn>
                                        <p:tgtEl>
                                          <p:spTgt spid="223"/>
                                        </p:tgtEl>
                                        <p:attrNameLst>
                                          <p:attrName>style.visibility</p:attrName>
                                        </p:attrNameLst>
                                      </p:cBhvr>
                                      <p:to>
                                        <p:strVal val="hidden"/>
                                      </p:to>
                                    </p:set>
                                  </p:childTnLst>
                                </p:cTn>
                              </p:par>
                              <p:par>
                                <p:cTn id="209" presetID="22" presetClass="entr" presetSubtype="8" fill="hold" nodeType="withEffect">
                                  <p:stCondLst>
                                    <p:cond delay="0"/>
                                  </p:stCondLst>
                                  <p:childTnLst>
                                    <p:set>
                                      <p:cBhvr>
                                        <p:cTn id="210" dur="1" fill="hold">
                                          <p:stCondLst>
                                            <p:cond delay="0"/>
                                          </p:stCondLst>
                                        </p:cTn>
                                        <p:tgtEl>
                                          <p:spTgt spid="225"/>
                                        </p:tgtEl>
                                        <p:attrNameLst>
                                          <p:attrName>style.visibility</p:attrName>
                                        </p:attrNameLst>
                                      </p:cBhvr>
                                      <p:to>
                                        <p:strVal val="visible"/>
                                      </p:to>
                                    </p:set>
                                    <p:animEffect transition="in" filter="wipe(left)">
                                      <p:cBhvr>
                                        <p:cTn id="211" dur="1000"/>
                                        <p:tgtEl>
                                          <p:spTgt spid="225"/>
                                        </p:tgtEl>
                                      </p:cBhvr>
                                    </p:animEffect>
                                  </p:childTnLst>
                                </p:cTn>
                              </p:par>
                            </p:childTnLst>
                          </p:cTn>
                        </p:par>
                      </p:childTnLst>
                    </p:cTn>
                  </p:par>
                  <p:par>
                    <p:cTn id="212" fill="hold">
                      <p:stCondLst>
                        <p:cond delay="indefinite"/>
                      </p:stCondLst>
                      <p:childTnLst>
                        <p:par>
                          <p:cTn id="213" fill="hold">
                            <p:stCondLst>
                              <p:cond delay="0"/>
                            </p:stCondLst>
                            <p:childTnLst>
                              <p:par>
                                <p:cTn id="214" presetID="63" presetClass="path" presetSubtype="0" accel="50000" decel="50000" fill="hold" nodeType="clickEffect">
                                  <p:stCondLst>
                                    <p:cond delay="0"/>
                                  </p:stCondLst>
                                  <p:childTnLst>
                                    <p:animMotion origin="layout" path="M 0.02747 -0.00047 L 0.05859 0.00023 " pathEditMode="relative" rAng="0" ptsTypes="AA">
                                      <p:cBhvr>
                                        <p:cTn id="215" dur="1000" fill="hold"/>
                                        <p:tgtEl>
                                          <p:spTgt spid="74"/>
                                        </p:tgtEl>
                                        <p:attrNameLst>
                                          <p:attrName>ppt_x</p:attrName>
                                          <p:attrName>ppt_y</p:attrName>
                                        </p:attrNameLst>
                                      </p:cBhvr>
                                      <p:rCtr x="1549" y="23"/>
                                    </p:animMotion>
                                  </p:childTnLst>
                                </p:cTn>
                              </p:par>
                            </p:childTnLst>
                          </p:cTn>
                        </p:par>
                        <p:par>
                          <p:cTn id="216" fill="hold">
                            <p:stCondLst>
                              <p:cond delay="1000"/>
                            </p:stCondLst>
                            <p:childTnLst>
                              <p:par>
                                <p:cTn id="217" presetID="22" presetClass="exit" presetSubtype="1" fill="hold" nodeType="afterEffect">
                                  <p:stCondLst>
                                    <p:cond delay="0"/>
                                  </p:stCondLst>
                                  <p:childTnLst>
                                    <p:animEffect transition="out" filter="wipe(up)">
                                      <p:cBhvr>
                                        <p:cTn id="218" dur="500"/>
                                        <p:tgtEl>
                                          <p:spTgt spid="225"/>
                                        </p:tgtEl>
                                      </p:cBhvr>
                                    </p:animEffect>
                                    <p:set>
                                      <p:cBhvr>
                                        <p:cTn id="219" dur="1" fill="hold">
                                          <p:stCondLst>
                                            <p:cond delay="499"/>
                                          </p:stCondLst>
                                        </p:cTn>
                                        <p:tgtEl>
                                          <p:spTgt spid="225"/>
                                        </p:tgtEl>
                                        <p:attrNameLst>
                                          <p:attrName>style.visibility</p:attrName>
                                        </p:attrNameLst>
                                      </p:cBhvr>
                                      <p:to>
                                        <p:strVal val="hidden"/>
                                      </p:to>
                                    </p:set>
                                  </p:childTnLst>
                                </p:cTn>
                              </p:par>
                            </p:childTnLst>
                          </p:cTn>
                        </p:par>
                      </p:childTnLst>
                    </p:cTn>
                  </p:par>
                  <p:par>
                    <p:cTn id="220" fill="hold">
                      <p:stCondLst>
                        <p:cond delay="indefinite"/>
                      </p:stCondLst>
                      <p:childTnLst>
                        <p:par>
                          <p:cTn id="221" fill="hold">
                            <p:stCondLst>
                              <p:cond delay="0"/>
                            </p:stCondLst>
                            <p:childTnLst>
                              <p:par>
                                <p:cTn id="222" presetID="63" presetClass="path" presetSubtype="0" accel="50000" decel="50000" fill="hold" nodeType="clickEffect">
                                  <p:stCondLst>
                                    <p:cond delay="0"/>
                                  </p:stCondLst>
                                  <p:childTnLst>
                                    <p:animMotion origin="layout" path="M 0.03372 0.00163 L 0.06484 0.00163 " pathEditMode="relative" rAng="0" ptsTypes="AA">
                                      <p:cBhvr>
                                        <p:cTn id="223" dur="1000" fill="hold"/>
                                        <p:tgtEl>
                                          <p:spTgt spid="187"/>
                                        </p:tgtEl>
                                        <p:attrNameLst>
                                          <p:attrName>ppt_x</p:attrName>
                                          <p:attrName>ppt_y</p:attrName>
                                        </p:attrNameLst>
                                      </p:cBhvr>
                                      <p:rCtr x="1549" y="0"/>
                                    </p:animMotion>
                                  </p:childTnLst>
                                </p:cTn>
                              </p:par>
                            </p:childTnLst>
                          </p:cTn>
                        </p:par>
                        <p:par>
                          <p:cTn id="224" fill="hold">
                            <p:stCondLst>
                              <p:cond delay="1000"/>
                            </p:stCondLst>
                            <p:childTnLst>
                              <p:par>
                                <p:cTn id="225" presetID="27" presetClass="emph" presetSubtype="0" fill="remove" grpId="3" nodeType="afterEffect">
                                  <p:stCondLst>
                                    <p:cond delay="0"/>
                                  </p:stCondLst>
                                  <p:childTnLst>
                                    <p:animClr clrSpc="rgb" dir="cw">
                                      <p:cBhvr override="childStyle">
                                        <p:cTn id="226" dur="500" autoRev="1" fill="remove"/>
                                        <p:tgtEl>
                                          <p:spTgt spid="191"/>
                                        </p:tgtEl>
                                        <p:attrNameLst>
                                          <p:attrName>style.color</p:attrName>
                                        </p:attrNameLst>
                                      </p:cBhvr>
                                      <p:to>
                                        <a:schemeClr val="bg1"/>
                                      </p:to>
                                    </p:animClr>
                                    <p:animClr clrSpc="rgb" dir="cw">
                                      <p:cBhvr>
                                        <p:cTn id="227" dur="500" autoRev="1" fill="remove"/>
                                        <p:tgtEl>
                                          <p:spTgt spid="191"/>
                                        </p:tgtEl>
                                        <p:attrNameLst>
                                          <p:attrName>fillcolor</p:attrName>
                                        </p:attrNameLst>
                                      </p:cBhvr>
                                      <p:to>
                                        <a:schemeClr val="bg1"/>
                                      </p:to>
                                    </p:animClr>
                                    <p:set>
                                      <p:cBhvr>
                                        <p:cTn id="228" dur="500" autoRev="1" fill="remove"/>
                                        <p:tgtEl>
                                          <p:spTgt spid="191"/>
                                        </p:tgtEl>
                                        <p:attrNameLst>
                                          <p:attrName>fill.type</p:attrName>
                                        </p:attrNameLst>
                                      </p:cBhvr>
                                      <p:to>
                                        <p:strVal val="solid"/>
                                      </p:to>
                                    </p:set>
                                    <p:set>
                                      <p:cBhvr>
                                        <p:cTn id="229" dur="500" autoRev="1" fill="remove"/>
                                        <p:tgtEl>
                                          <p:spTgt spid="191"/>
                                        </p:tgtEl>
                                        <p:attrNameLst>
                                          <p:attrName>fill.on</p:attrName>
                                        </p:attrNameLst>
                                      </p:cBhvr>
                                      <p:to>
                                        <p:strVal val="true"/>
                                      </p:to>
                                    </p:set>
                                  </p:childTnLst>
                                </p:cTn>
                              </p:par>
                            </p:childTnLst>
                          </p:cTn>
                        </p:par>
                        <p:par>
                          <p:cTn id="230" fill="hold">
                            <p:stCondLst>
                              <p:cond delay="2000"/>
                            </p:stCondLst>
                            <p:childTnLst>
                              <p:par>
                                <p:cTn id="231" presetID="8" presetClass="emph" presetSubtype="0" fill="hold" grpId="1" nodeType="afterEffect">
                                  <p:stCondLst>
                                    <p:cond delay="0"/>
                                  </p:stCondLst>
                                  <p:childTnLst>
                                    <p:animRot by="21600000">
                                      <p:cBhvr>
                                        <p:cTn id="232" dur="1000" fill="hold"/>
                                        <p:tgtEl>
                                          <p:spTgt spid="19"/>
                                        </p:tgtEl>
                                        <p:attrNameLst>
                                          <p:attrName>r</p:attrName>
                                        </p:attrNameLst>
                                      </p:cBhvr>
                                    </p:animRot>
                                  </p:childTnLst>
                                </p:cTn>
                              </p:par>
                            </p:childTnLst>
                          </p:cTn>
                        </p:par>
                        <p:par>
                          <p:cTn id="233" fill="hold">
                            <p:stCondLst>
                              <p:cond delay="3000"/>
                            </p:stCondLst>
                            <p:childTnLst>
                              <p:par>
                                <p:cTn id="234" presetID="8" presetClass="emph" presetSubtype="0" fill="hold" grpId="2" nodeType="afterEffect">
                                  <p:stCondLst>
                                    <p:cond delay="0"/>
                                  </p:stCondLst>
                                  <p:childTnLst>
                                    <p:animRot by="21600000">
                                      <p:cBhvr>
                                        <p:cTn id="235" dur="1000" fill="hold"/>
                                        <p:tgtEl>
                                          <p:spTgt spid="18"/>
                                        </p:tgtEl>
                                        <p:attrNameLst>
                                          <p:attrName>r</p:attrName>
                                        </p:attrNameLst>
                                      </p:cBhvr>
                                    </p:animRot>
                                  </p:childTnLst>
                                </p:cTn>
                              </p:par>
                            </p:childTnLst>
                          </p:cTn>
                        </p:par>
                        <p:par>
                          <p:cTn id="236" fill="hold">
                            <p:stCondLst>
                              <p:cond delay="4000"/>
                            </p:stCondLst>
                            <p:childTnLst>
                              <p:par>
                                <p:cTn id="237" presetID="31" presetClass="entr" presetSubtype="0" fill="hold" grpId="0" nodeType="afterEffect">
                                  <p:stCondLst>
                                    <p:cond delay="0"/>
                                  </p:stCondLst>
                                  <p:childTnLst>
                                    <p:set>
                                      <p:cBhvr>
                                        <p:cTn id="238" dur="1" fill="hold">
                                          <p:stCondLst>
                                            <p:cond delay="0"/>
                                          </p:stCondLst>
                                        </p:cTn>
                                        <p:tgtEl>
                                          <p:spTgt spid="7"/>
                                        </p:tgtEl>
                                        <p:attrNameLst>
                                          <p:attrName>style.visibility</p:attrName>
                                        </p:attrNameLst>
                                      </p:cBhvr>
                                      <p:to>
                                        <p:strVal val="visible"/>
                                      </p:to>
                                    </p:set>
                                    <p:anim calcmode="lin" valueType="num">
                                      <p:cBhvr>
                                        <p:cTn id="239" dur="1000" fill="hold"/>
                                        <p:tgtEl>
                                          <p:spTgt spid="7"/>
                                        </p:tgtEl>
                                        <p:attrNameLst>
                                          <p:attrName>ppt_w</p:attrName>
                                        </p:attrNameLst>
                                      </p:cBhvr>
                                      <p:tavLst>
                                        <p:tav tm="0">
                                          <p:val>
                                            <p:fltVal val="0"/>
                                          </p:val>
                                        </p:tav>
                                        <p:tav tm="100000">
                                          <p:val>
                                            <p:strVal val="#ppt_w"/>
                                          </p:val>
                                        </p:tav>
                                      </p:tavLst>
                                    </p:anim>
                                    <p:anim calcmode="lin" valueType="num">
                                      <p:cBhvr>
                                        <p:cTn id="240" dur="1000" fill="hold"/>
                                        <p:tgtEl>
                                          <p:spTgt spid="7"/>
                                        </p:tgtEl>
                                        <p:attrNameLst>
                                          <p:attrName>ppt_h</p:attrName>
                                        </p:attrNameLst>
                                      </p:cBhvr>
                                      <p:tavLst>
                                        <p:tav tm="0">
                                          <p:val>
                                            <p:fltVal val="0"/>
                                          </p:val>
                                        </p:tav>
                                        <p:tav tm="100000">
                                          <p:val>
                                            <p:strVal val="#ppt_h"/>
                                          </p:val>
                                        </p:tav>
                                      </p:tavLst>
                                    </p:anim>
                                    <p:anim calcmode="lin" valueType="num">
                                      <p:cBhvr>
                                        <p:cTn id="241" dur="1000" fill="hold"/>
                                        <p:tgtEl>
                                          <p:spTgt spid="7"/>
                                        </p:tgtEl>
                                        <p:attrNameLst>
                                          <p:attrName>style.rotation</p:attrName>
                                        </p:attrNameLst>
                                      </p:cBhvr>
                                      <p:tavLst>
                                        <p:tav tm="0">
                                          <p:val>
                                            <p:fltVal val="90"/>
                                          </p:val>
                                        </p:tav>
                                        <p:tav tm="100000">
                                          <p:val>
                                            <p:fltVal val="0"/>
                                          </p:val>
                                        </p:tav>
                                      </p:tavLst>
                                    </p:anim>
                                    <p:animEffect transition="in" filter="fade">
                                      <p:cBhvr>
                                        <p:cTn id="242" dur="1000"/>
                                        <p:tgtEl>
                                          <p:spTgt spid="7"/>
                                        </p:tgtEl>
                                      </p:cBhvr>
                                    </p:animEffect>
                                  </p:childTnLst>
                                </p:cTn>
                              </p:par>
                            </p:childTnLst>
                          </p:cTn>
                        </p:par>
                        <p:par>
                          <p:cTn id="243" fill="hold">
                            <p:stCondLst>
                              <p:cond delay="5000"/>
                            </p:stCondLst>
                            <p:childTnLst>
                              <p:par>
                                <p:cTn id="244" presetID="63" presetClass="path" presetSubtype="0" accel="50000" decel="50000" fill="hold" nodeType="afterEffect">
                                  <p:stCondLst>
                                    <p:cond delay="0"/>
                                  </p:stCondLst>
                                  <p:childTnLst>
                                    <p:animMotion origin="layout" path="M 0.05859 0.00023 L 0.08841 -0.00047 " pathEditMode="relative" rAng="0" ptsTypes="AA">
                                      <p:cBhvr>
                                        <p:cTn id="245" dur="1000" fill="hold"/>
                                        <p:tgtEl>
                                          <p:spTgt spid="74"/>
                                        </p:tgtEl>
                                        <p:attrNameLst>
                                          <p:attrName>ppt_x</p:attrName>
                                          <p:attrName>ppt_y</p:attrName>
                                        </p:attrNameLst>
                                      </p:cBhvr>
                                      <p:rCtr x="1484" y="-46"/>
                                    </p:animMotion>
                                  </p:childTnLst>
                                </p:cTn>
                              </p:par>
                            </p:childTnLst>
                          </p:cTn>
                        </p:par>
                      </p:childTnLst>
                    </p:cTn>
                  </p:par>
                  <p:par>
                    <p:cTn id="246" fill="hold">
                      <p:stCondLst>
                        <p:cond delay="indefinite"/>
                      </p:stCondLst>
                      <p:childTnLst>
                        <p:par>
                          <p:cTn id="247" fill="hold">
                            <p:stCondLst>
                              <p:cond delay="0"/>
                            </p:stCondLst>
                            <p:childTnLst>
                              <p:par>
                                <p:cTn id="248" presetID="63" presetClass="path" presetSubtype="0" accel="50000" decel="50000" fill="hold" nodeType="clickEffect">
                                  <p:stCondLst>
                                    <p:cond delay="0"/>
                                  </p:stCondLst>
                                  <p:childTnLst>
                                    <p:animMotion origin="layout" path="M 0.06484 0.00163 L 0.09544 0.00232 " pathEditMode="relative" rAng="0" ptsTypes="AA">
                                      <p:cBhvr>
                                        <p:cTn id="249" dur="1000" fill="hold"/>
                                        <p:tgtEl>
                                          <p:spTgt spid="187"/>
                                        </p:tgtEl>
                                        <p:attrNameLst>
                                          <p:attrName>ppt_x</p:attrName>
                                          <p:attrName>ppt_y</p:attrName>
                                        </p:attrNameLst>
                                      </p:cBhvr>
                                      <p:rCtr x="1523" y="23"/>
                                    </p:animMotion>
                                  </p:childTnLst>
                                </p:cTn>
                              </p:par>
                            </p:childTnLst>
                          </p:cTn>
                        </p:par>
                        <p:par>
                          <p:cTn id="250" fill="hold">
                            <p:stCondLst>
                              <p:cond delay="1000"/>
                            </p:stCondLst>
                            <p:childTnLst>
                              <p:par>
                                <p:cTn id="251" presetID="27" presetClass="emph" presetSubtype="0" fill="remove" grpId="4" nodeType="afterEffect">
                                  <p:stCondLst>
                                    <p:cond delay="0"/>
                                  </p:stCondLst>
                                  <p:childTnLst>
                                    <p:animClr clrSpc="rgb" dir="cw">
                                      <p:cBhvr override="childStyle">
                                        <p:cTn id="252" dur="500" autoRev="1" fill="remove"/>
                                        <p:tgtEl>
                                          <p:spTgt spid="191"/>
                                        </p:tgtEl>
                                        <p:attrNameLst>
                                          <p:attrName>style.color</p:attrName>
                                        </p:attrNameLst>
                                      </p:cBhvr>
                                      <p:to>
                                        <a:schemeClr val="bg1"/>
                                      </p:to>
                                    </p:animClr>
                                    <p:animClr clrSpc="rgb" dir="cw">
                                      <p:cBhvr>
                                        <p:cTn id="253" dur="500" autoRev="1" fill="remove"/>
                                        <p:tgtEl>
                                          <p:spTgt spid="191"/>
                                        </p:tgtEl>
                                        <p:attrNameLst>
                                          <p:attrName>fillcolor</p:attrName>
                                        </p:attrNameLst>
                                      </p:cBhvr>
                                      <p:to>
                                        <a:schemeClr val="bg1"/>
                                      </p:to>
                                    </p:animClr>
                                    <p:set>
                                      <p:cBhvr>
                                        <p:cTn id="254" dur="500" autoRev="1" fill="remove"/>
                                        <p:tgtEl>
                                          <p:spTgt spid="191"/>
                                        </p:tgtEl>
                                        <p:attrNameLst>
                                          <p:attrName>fill.type</p:attrName>
                                        </p:attrNameLst>
                                      </p:cBhvr>
                                      <p:to>
                                        <p:strVal val="solid"/>
                                      </p:to>
                                    </p:set>
                                    <p:set>
                                      <p:cBhvr>
                                        <p:cTn id="255" dur="500" autoRev="1" fill="remove"/>
                                        <p:tgtEl>
                                          <p:spTgt spid="191"/>
                                        </p:tgtEl>
                                        <p:attrNameLst>
                                          <p:attrName>fill.on</p:attrName>
                                        </p:attrNameLst>
                                      </p:cBhvr>
                                      <p:to>
                                        <p:strVal val="true"/>
                                      </p:to>
                                    </p:set>
                                  </p:childTnLst>
                                </p:cTn>
                              </p:par>
                            </p:childTnLst>
                          </p:cTn>
                        </p:par>
                        <p:par>
                          <p:cTn id="256" fill="hold">
                            <p:stCondLst>
                              <p:cond delay="2000"/>
                            </p:stCondLst>
                            <p:childTnLst>
                              <p:par>
                                <p:cTn id="257" presetID="8" presetClass="emph" presetSubtype="0" fill="hold" grpId="1" nodeType="afterEffect">
                                  <p:stCondLst>
                                    <p:cond delay="0"/>
                                  </p:stCondLst>
                                  <p:childTnLst>
                                    <p:animRot by="21600000">
                                      <p:cBhvr>
                                        <p:cTn id="258" dur="1000" fill="hold"/>
                                        <p:tgtEl>
                                          <p:spTgt spid="20"/>
                                        </p:tgtEl>
                                        <p:attrNameLst>
                                          <p:attrName>r</p:attrName>
                                        </p:attrNameLst>
                                      </p:cBhvr>
                                    </p:animRot>
                                  </p:childTnLst>
                                </p:cTn>
                              </p:par>
                            </p:childTnLst>
                          </p:cTn>
                        </p:par>
                        <p:par>
                          <p:cTn id="259" fill="hold">
                            <p:stCondLst>
                              <p:cond delay="3000"/>
                            </p:stCondLst>
                            <p:childTnLst>
                              <p:par>
                                <p:cTn id="260" presetID="8" presetClass="emph" presetSubtype="0" fill="hold" grpId="2" nodeType="afterEffect">
                                  <p:stCondLst>
                                    <p:cond delay="0"/>
                                  </p:stCondLst>
                                  <p:childTnLst>
                                    <p:animRot by="21600000">
                                      <p:cBhvr>
                                        <p:cTn id="261" dur="1000" fill="hold"/>
                                        <p:tgtEl>
                                          <p:spTgt spid="19"/>
                                        </p:tgtEl>
                                        <p:attrNameLst>
                                          <p:attrName>r</p:attrName>
                                        </p:attrNameLst>
                                      </p:cBhvr>
                                    </p:animRot>
                                  </p:childTnLst>
                                </p:cTn>
                              </p:par>
                            </p:childTnLst>
                          </p:cTn>
                        </p:par>
                        <p:par>
                          <p:cTn id="262" fill="hold">
                            <p:stCondLst>
                              <p:cond delay="4000"/>
                            </p:stCondLst>
                            <p:childTnLst>
                              <p:par>
                                <p:cTn id="263" presetID="31" presetClass="entr" presetSubtype="0" fill="hold" grpId="0" nodeType="afterEffect">
                                  <p:stCondLst>
                                    <p:cond delay="0"/>
                                  </p:stCondLst>
                                  <p:childTnLst>
                                    <p:set>
                                      <p:cBhvr>
                                        <p:cTn id="264" dur="1" fill="hold">
                                          <p:stCondLst>
                                            <p:cond delay="0"/>
                                          </p:stCondLst>
                                        </p:cTn>
                                        <p:tgtEl>
                                          <p:spTgt spid="8"/>
                                        </p:tgtEl>
                                        <p:attrNameLst>
                                          <p:attrName>style.visibility</p:attrName>
                                        </p:attrNameLst>
                                      </p:cBhvr>
                                      <p:to>
                                        <p:strVal val="visible"/>
                                      </p:to>
                                    </p:set>
                                    <p:anim calcmode="lin" valueType="num">
                                      <p:cBhvr>
                                        <p:cTn id="265" dur="1000" fill="hold"/>
                                        <p:tgtEl>
                                          <p:spTgt spid="8"/>
                                        </p:tgtEl>
                                        <p:attrNameLst>
                                          <p:attrName>ppt_w</p:attrName>
                                        </p:attrNameLst>
                                      </p:cBhvr>
                                      <p:tavLst>
                                        <p:tav tm="0">
                                          <p:val>
                                            <p:fltVal val="0"/>
                                          </p:val>
                                        </p:tav>
                                        <p:tav tm="100000">
                                          <p:val>
                                            <p:strVal val="#ppt_w"/>
                                          </p:val>
                                        </p:tav>
                                      </p:tavLst>
                                    </p:anim>
                                    <p:anim calcmode="lin" valueType="num">
                                      <p:cBhvr>
                                        <p:cTn id="266" dur="1000" fill="hold"/>
                                        <p:tgtEl>
                                          <p:spTgt spid="8"/>
                                        </p:tgtEl>
                                        <p:attrNameLst>
                                          <p:attrName>ppt_h</p:attrName>
                                        </p:attrNameLst>
                                      </p:cBhvr>
                                      <p:tavLst>
                                        <p:tav tm="0">
                                          <p:val>
                                            <p:fltVal val="0"/>
                                          </p:val>
                                        </p:tav>
                                        <p:tav tm="100000">
                                          <p:val>
                                            <p:strVal val="#ppt_h"/>
                                          </p:val>
                                        </p:tav>
                                      </p:tavLst>
                                    </p:anim>
                                    <p:anim calcmode="lin" valueType="num">
                                      <p:cBhvr>
                                        <p:cTn id="267" dur="1000" fill="hold"/>
                                        <p:tgtEl>
                                          <p:spTgt spid="8"/>
                                        </p:tgtEl>
                                        <p:attrNameLst>
                                          <p:attrName>style.rotation</p:attrName>
                                        </p:attrNameLst>
                                      </p:cBhvr>
                                      <p:tavLst>
                                        <p:tav tm="0">
                                          <p:val>
                                            <p:fltVal val="90"/>
                                          </p:val>
                                        </p:tav>
                                        <p:tav tm="100000">
                                          <p:val>
                                            <p:fltVal val="0"/>
                                          </p:val>
                                        </p:tav>
                                      </p:tavLst>
                                    </p:anim>
                                    <p:animEffect transition="in" filter="fade">
                                      <p:cBhvr>
                                        <p:cTn id="268" dur="1000"/>
                                        <p:tgtEl>
                                          <p:spTgt spid="8"/>
                                        </p:tgtEl>
                                      </p:cBhvr>
                                    </p:animEffect>
                                  </p:childTnLst>
                                </p:cTn>
                              </p:par>
                            </p:childTnLst>
                          </p:cTn>
                        </p:par>
                        <p:par>
                          <p:cTn id="269" fill="hold">
                            <p:stCondLst>
                              <p:cond delay="5000"/>
                            </p:stCondLst>
                            <p:childTnLst>
                              <p:par>
                                <p:cTn id="270" presetID="63" presetClass="path" presetSubtype="0" accel="50000" decel="50000" fill="hold" nodeType="afterEffect">
                                  <p:stCondLst>
                                    <p:cond delay="0"/>
                                  </p:stCondLst>
                                  <p:childTnLst>
                                    <p:animMotion origin="layout" path="M 0.08841 -0.00047 L 0.11888 -0.00047 " pathEditMode="relative" rAng="0" ptsTypes="AA">
                                      <p:cBhvr>
                                        <p:cTn id="271" dur="1000" fill="hold"/>
                                        <p:tgtEl>
                                          <p:spTgt spid="74"/>
                                        </p:tgtEl>
                                        <p:attrNameLst>
                                          <p:attrName>ppt_x</p:attrName>
                                          <p:attrName>ppt_y</p:attrName>
                                        </p:attrNameLst>
                                      </p:cBhvr>
                                      <p:rCtr x="1523" y="0"/>
                                    </p:animMotion>
                                  </p:childTnLst>
                                </p:cTn>
                              </p:par>
                            </p:childTnLst>
                          </p:cTn>
                        </p:par>
                      </p:childTnLst>
                    </p:cTn>
                  </p:par>
                  <p:par>
                    <p:cTn id="272" fill="hold">
                      <p:stCondLst>
                        <p:cond delay="indefinite"/>
                      </p:stCondLst>
                      <p:childTnLst>
                        <p:par>
                          <p:cTn id="273" fill="hold">
                            <p:stCondLst>
                              <p:cond delay="0"/>
                            </p:stCondLst>
                            <p:childTnLst>
                              <p:par>
                                <p:cTn id="274" presetID="63" presetClass="path" presetSubtype="0" accel="50000" decel="50000" fill="hold" nodeType="clickEffect">
                                  <p:stCondLst>
                                    <p:cond delay="0"/>
                                  </p:stCondLst>
                                  <p:childTnLst>
                                    <p:animMotion origin="layout" path="M 0.09544 0.00232 L 0.12656 0.00301 " pathEditMode="relative" rAng="0" ptsTypes="AA">
                                      <p:cBhvr>
                                        <p:cTn id="275" dur="1000" fill="hold"/>
                                        <p:tgtEl>
                                          <p:spTgt spid="187"/>
                                        </p:tgtEl>
                                        <p:attrNameLst>
                                          <p:attrName>ppt_x</p:attrName>
                                          <p:attrName>ppt_y</p:attrName>
                                        </p:attrNameLst>
                                      </p:cBhvr>
                                      <p:rCtr x="1549" y="23"/>
                                    </p:animMotion>
                                  </p:childTnLst>
                                </p:cTn>
                              </p:par>
                            </p:childTnLst>
                          </p:cTn>
                        </p:par>
                        <p:par>
                          <p:cTn id="276" fill="hold">
                            <p:stCondLst>
                              <p:cond delay="1000"/>
                            </p:stCondLst>
                            <p:childTnLst>
                              <p:par>
                                <p:cTn id="277" presetID="27" presetClass="emph" presetSubtype="0" fill="remove" grpId="5" nodeType="afterEffect">
                                  <p:stCondLst>
                                    <p:cond delay="0"/>
                                  </p:stCondLst>
                                  <p:childTnLst>
                                    <p:animClr clrSpc="rgb" dir="cw">
                                      <p:cBhvr override="childStyle">
                                        <p:cTn id="278" dur="500" autoRev="1" fill="remove"/>
                                        <p:tgtEl>
                                          <p:spTgt spid="191"/>
                                        </p:tgtEl>
                                        <p:attrNameLst>
                                          <p:attrName>style.color</p:attrName>
                                        </p:attrNameLst>
                                      </p:cBhvr>
                                      <p:to>
                                        <a:schemeClr val="bg1"/>
                                      </p:to>
                                    </p:animClr>
                                    <p:animClr clrSpc="rgb" dir="cw">
                                      <p:cBhvr>
                                        <p:cTn id="279" dur="500" autoRev="1" fill="remove"/>
                                        <p:tgtEl>
                                          <p:spTgt spid="191"/>
                                        </p:tgtEl>
                                        <p:attrNameLst>
                                          <p:attrName>fillcolor</p:attrName>
                                        </p:attrNameLst>
                                      </p:cBhvr>
                                      <p:to>
                                        <a:schemeClr val="bg1"/>
                                      </p:to>
                                    </p:animClr>
                                    <p:set>
                                      <p:cBhvr>
                                        <p:cTn id="280" dur="500" autoRev="1" fill="remove"/>
                                        <p:tgtEl>
                                          <p:spTgt spid="191"/>
                                        </p:tgtEl>
                                        <p:attrNameLst>
                                          <p:attrName>fill.type</p:attrName>
                                        </p:attrNameLst>
                                      </p:cBhvr>
                                      <p:to>
                                        <p:strVal val="solid"/>
                                      </p:to>
                                    </p:set>
                                    <p:set>
                                      <p:cBhvr>
                                        <p:cTn id="281" dur="500" autoRev="1" fill="remove"/>
                                        <p:tgtEl>
                                          <p:spTgt spid="191"/>
                                        </p:tgtEl>
                                        <p:attrNameLst>
                                          <p:attrName>fill.on</p:attrName>
                                        </p:attrNameLst>
                                      </p:cBhvr>
                                      <p:to>
                                        <p:strVal val="true"/>
                                      </p:to>
                                    </p:set>
                                  </p:childTnLst>
                                </p:cTn>
                              </p:par>
                            </p:childTnLst>
                          </p:cTn>
                        </p:par>
                        <p:par>
                          <p:cTn id="282" fill="hold">
                            <p:stCondLst>
                              <p:cond delay="2000"/>
                            </p:stCondLst>
                            <p:childTnLst>
                              <p:par>
                                <p:cTn id="283" presetID="8" presetClass="emph" presetSubtype="0" fill="hold" grpId="1" nodeType="afterEffect">
                                  <p:stCondLst>
                                    <p:cond delay="0"/>
                                  </p:stCondLst>
                                  <p:childTnLst>
                                    <p:animRot by="21600000">
                                      <p:cBhvr>
                                        <p:cTn id="284" dur="1000" fill="hold"/>
                                        <p:tgtEl>
                                          <p:spTgt spid="21"/>
                                        </p:tgtEl>
                                        <p:attrNameLst>
                                          <p:attrName>r</p:attrName>
                                        </p:attrNameLst>
                                      </p:cBhvr>
                                    </p:animRot>
                                  </p:childTnLst>
                                </p:cTn>
                              </p:par>
                            </p:childTnLst>
                          </p:cTn>
                        </p:par>
                        <p:par>
                          <p:cTn id="285" fill="hold">
                            <p:stCondLst>
                              <p:cond delay="3000"/>
                            </p:stCondLst>
                            <p:childTnLst>
                              <p:par>
                                <p:cTn id="286" presetID="8" presetClass="emph" presetSubtype="0" fill="hold" grpId="2" nodeType="afterEffect">
                                  <p:stCondLst>
                                    <p:cond delay="0"/>
                                  </p:stCondLst>
                                  <p:childTnLst>
                                    <p:animRot by="21600000">
                                      <p:cBhvr>
                                        <p:cTn id="287" dur="1000" fill="hold"/>
                                        <p:tgtEl>
                                          <p:spTgt spid="20"/>
                                        </p:tgtEl>
                                        <p:attrNameLst>
                                          <p:attrName>r</p:attrName>
                                        </p:attrNameLst>
                                      </p:cBhvr>
                                    </p:animRot>
                                  </p:childTnLst>
                                </p:cTn>
                              </p:par>
                            </p:childTnLst>
                          </p:cTn>
                        </p:par>
                        <p:par>
                          <p:cTn id="288" fill="hold">
                            <p:stCondLst>
                              <p:cond delay="4000"/>
                            </p:stCondLst>
                            <p:childTnLst>
                              <p:par>
                                <p:cTn id="289" presetID="31" presetClass="entr" presetSubtype="0" fill="hold" grpId="0" nodeType="afterEffect">
                                  <p:stCondLst>
                                    <p:cond delay="0"/>
                                  </p:stCondLst>
                                  <p:childTnLst>
                                    <p:set>
                                      <p:cBhvr>
                                        <p:cTn id="290" dur="1" fill="hold">
                                          <p:stCondLst>
                                            <p:cond delay="0"/>
                                          </p:stCondLst>
                                        </p:cTn>
                                        <p:tgtEl>
                                          <p:spTgt spid="9"/>
                                        </p:tgtEl>
                                        <p:attrNameLst>
                                          <p:attrName>style.visibility</p:attrName>
                                        </p:attrNameLst>
                                      </p:cBhvr>
                                      <p:to>
                                        <p:strVal val="visible"/>
                                      </p:to>
                                    </p:set>
                                    <p:anim calcmode="lin" valueType="num">
                                      <p:cBhvr>
                                        <p:cTn id="291" dur="1000" fill="hold"/>
                                        <p:tgtEl>
                                          <p:spTgt spid="9"/>
                                        </p:tgtEl>
                                        <p:attrNameLst>
                                          <p:attrName>ppt_w</p:attrName>
                                        </p:attrNameLst>
                                      </p:cBhvr>
                                      <p:tavLst>
                                        <p:tav tm="0">
                                          <p:val>
                                            <p:fltVal val="0"/>
                                          </p:val>
                                        </p:tav>
                                        <p:tav tm="100000">
                                          <p:val>
                                            <p:strVal val="#ppt_w"/>
                                          </p:val>
                                        </p:tav>
                                      </p:tavLst>
                                    </p:anim>
                                    <p:anim calcmode="lin" valueType="num">
                                      <p:cBhvr>
                                        <p:cTn id="292" dur="1000" fill="hold"/>
                                        <p:tgtEl>
                                          <p:spTgt spid="9"/>
                                        </p:tgtEl>
                                        <p:attrNameLst>
                                          <p:attrName>ppt_h</p:attrName>
                                        </p:attrNameLst>
                                      </p:cBhvr>
                                      <p:tavLst>
                                        <p:tav tm="0">
                                          <p:val>
                                            <p:fltVal val="0"/>
                                          </p:val>
                                        </p:tav>
                                        <p:tav tm="100000">
                                          <p:val>
                                            <p:strVal val="#ppt_h"/>
                                          </p:val>
                                        </p:tav>
                                      </p:tavLst>
                                    </p:anim>
                                    <p:anim calcmode="lin" valueType="num">
                                      <p:cBhvr>
                                        <p:cTn id="293" dur="1000" fill="hold"/>
                                        <p:tgtEl>
                                          <p:spTgt spid="9"/>
                                        </p:tgtEl>
                                        <p:attrNameLst>
                                          <p:attrName>style.rotation</p:attrName>
                                        </p:attrNameLst>
                                      </p:cBhvr>
                                      <p:tavLst>
                                        <p:tav tm="0">
                                          <p:val>
                                            <p:fltVal val="90"/>
                                          </p:val>
                                        </p:tav>
                                        <p:tav tm="100000">
                                          <p:val>
                                            <p:fltVal val="0"/>
                                          </p:val>
                                        </p:tav>
                                      </p:tavLst>
                                    </p:anim>
                                    <p:animEffect transition="in" filter="fade">
                                      <p:cBhvr>
                                        <p:cTn id="294" dur="1000"/>
                                        <p:tgtEl>
                                          <p:spTgt spid="9"/>
                                        </p:tgtEl>
                                      </p:cBhvr>
                                    </p:animEffect>
                                  </p:childTnLst>
                                </p:cTn>
                              </p:par>
                            </p:childTnLst>
                          </p:cTn>
                        </p:par>
                        <p:par>
                          <p:cTn id="295" fill="hold">
                            <p:stCondLst>
                              <p:cond delay="5000"/>
                            </p:stCondLst>
                            <p:childTnLst>
                              <p:par>
                                <p:cTn id="296" presetID="63" presetClass="path" presetSubtype="0" accel="50000" decel="50000" fill="hold" nodeType="afterEffect">
                                  <p:stCondLst>
                                    <p:cond delay="0"/>
                                  </p:stCondLst>
                                  <p:childTnLst>
                                    <p:animMotion origin="layout" path="M 0.11888 -0.00047 L 0.15 -0.00162 " pathEditMode="relative" rAng="0" ptsTypes="AA">
                                      <p:cBhvr>
                                        <p:cTn id="297" dur="1000" fill="hold"/>
                                        <p:tgtEl>
                                          <p:spTgt spid="74"/>
                                        </p:tgtEl>
                                        <p:attrNameLst>
                                          <p:attrName>ppt_x</p:attrName>
                                          <p:attrName>ppt_y</p:attrName>
                                        </p:attrNameLst>
                                      </p:cBhvr>
                                      <p:rCtr x="1549" y="-69"/>
                                    </p:animMotion>
                                  </p:childTnLst>
                                </p:cTn>
                              </p:par>
                            </p:childTnLst>
                          </p:cTn>
                        </p:par>
                      </p:childTnLst>
                    </p:cTn>
                  </p:par>
                  <p:par>
                    <p:cTn id="298" fill="hold">
                      <p:stCondLst>
                        <p:cond delay="indefinite"/>
                      </p:stCondLst>
                      <p:childTnLst>
                        <p:par>
                          <p:cTn id="299" fill="hold">
                            <p:stCondLst>
                              <p:cond delay="0"/>
                            </p:stCondLst>
                            <p:childTnLst>
                              <p:par>
                                <p:cTn id="300" presetID="63" presetClass="path" presetSubtype="0" accel="50000" decel="50000" fill="hold" nodeType="clickEffect">
                                  <p:stCondLst>
                                    <p:cond delay="0"/>
                                  </p:stCondLst>
                                  <p:childTnLst>
                                    <p:animMotion origin="layout" path="M 0.12656 0.00301 L 0.15885 0.00232 " pathEditMode="relative" rAng="0" ptsTypes="AA">
                                      <p:cBhvr>
                                        <p:cTn id="301" dur="1000" fill="hold"/>
                                        <p:tgtEl>
                                          <p:spTgt spid="187"/>
                                        </p:tgtEl>
                                        <p:attrNameLst>
                                          <p:attrName>ppt_x</p:attrName>
                                          <p:attrName>ppt_y</p:attrName>
                                        </p:attrNameLst>
                                      </p:cBhvr>
                                      <p:rCtr x="1615" y="-46"/>
                                    </p:animMotion>
                                  </p:childTnLst>
                                </p:cTn>
                              </p:par>
                            </p:childTnLst>
                          </p:cTn>
                        </p:par>
                        <p:par>
                          <p:cTn id="302" fill="hold">
                            <p:stCondLst>
                              <p:cond delay="1000"/>
                            </p:stCondLst>
                            <p:childTnLst>
                              <p:par>
                                <p:cTn id="303" presetID="27" presetClass="emph" presetSubtype="0" fill="remove" grpId="6" nodeType="afterEffect">
                                  <p:stCondLst>
                                    <p:cond delay="0"/>
                                  </p:stCondLst>
                                  <p:childTnLst>
                                    <p:animClr clrSpc="rgb" dir="cw">
                                      <p:cBhvr override="childStyle">
                                        <p:cTn id="304" dur="500" autoRev="1" fill="remove"/>
                                        <p:tgtEl>
                                          <p:spTgt spid="191"/>
                                        </p:tgtEl>
                                        <p:attrNameLst>
                                          <p:attrName>style.color</p:attrName>
                                        </p:attrNameLst>
                                      </p:cBhvr>
                                      <p:to>
                                        <a:schemeClr val="bg1"/>
                                      </p:to>
                                    </p:animClr>
                                    <p:animClr clrSpc="rgb" dir="cw">
                                      <p:cBhvr>
                                        <p:cTn id="305" dur="500" autoRev="1" fill="remove"/>
                                        <p:tgtEl>
                                          <p:spTgt spid="191"/>
                                        </p:tgtEl>
                                        <p:attrNameLst>
                                          <p:attrName>fillcolor</p:attrName>
                                        </p:attrNameLst>
                                      </p:cBhvr>
                                      <p:to>
                                        <a:schemeClr val="bg1"/>
                                      </p:to>
                                    </p:animClr>
                                    <p:set>
                                      <p:cBhvr>
                                        <p:cTn id="306" dur="500" autoRev="1" fill="remove"/>
                                        <p:tgtEl>
                                          <p:spTgt spid="191"/>
                                        </p:tgtEl>
                                        <p:attrNameLst>
                                          <p:attrName>fill.type</p:attrName>
                                        </p:attrNameLst>
                                      </p:cBhvr>
                                      <p:to>
                                        <p:strVal val="solid"/>
                                      </p:to>
                                    </p:set>
                                    <p:set>
                                      <p:cBhvr>
                                        <p:cTn id="307" dur="500" autoRev="1" fill="remove"/>
                                        <p:tgtEl>
                                          <p:spTgt spid="191"/>
                                        </p:tgtEl>
                                        <p:attrNameLst>
                                          <p:attrName>fill.on</p:attrName>
                                        </p:attrNameLst>
                                      </p:cBhvr>
                                      <p:to>
                                        <p:strVal val="true"/>
                                      </p:to>
                                    </p:set>
                                  </p:childTnLst>
                                </p:cTn>
                              </p:par>
                            </p:childTnLst>
                          </p:cTn>
                        </p:par>
                        <p:par>
                          <p:cTn id="308" fill="hold">
                            <p:stCondLst>
                              <p:cond delay="2000"/>
                            </p:stCondLst>
                            <p:childTnLst>
                              <p:par>
                                <p:cTn id="309" presetID="8" presetClass="emph" presetSubtype="0" fill="hold" grpId="1" nodeType="afterEffect">
                                  <p:stCondLst>
                                    <p:cond delay="0"/>
                                  </p:stCondLst>
                                  <p:childTnLst>
                                    <p:animRot by="21600000">
                                      <p:cBhvr>
                                        <p:cTn id="310" dur="1000" fill="hold"/>
                                        <p:tgtEl>
                                          <p:spTgt spid="22"/>
                                        </p:tgtEl>
                                        <p:attrNameLst>
                                          <p:attrName>r</p:attrName>
                                        </p:attrNameLst>
                                      </p:cBhvr>
                                    </p:animRot>
                                  </p:childTnLst>
                                </p:cTn>
                              </p:par>
                            </p:childTnLst>
                          </p:cTn>
                        </p:par>
                        <p:par>
                          <p:cTn id="311" fill="hold">
                            <p:stCondLst>
                              <p:cond delay="3000"/>
                            </p:stCondLst>
                            <p:childTnLst>
                              <p:par>
                                <p:cTn id="312" presetID="8" presetClass="emph" presetSubtype="0" fill="hold" grpId="2" nodeType="afterEffect">
                                  <p:stCondLst>
                                    <p:cond delay="0"/>
                                  </p:stCondLst>
                                  <p:childTnLst>
                                    <p:animRot by="21600000">
                                      <p:cBhvr>
                                        <p:cTn id="313" dur="1000" fill="hold"/>
                                        <p:tgtEl>
                                          <p:spTgt spid="21"/>
                                        </p:tgtEl>
                                        <p:attrNameLst>
                                          <p:attrName>r</p:attrName>
                                        </p:attrNameLst>
                                      </p:cBhvr>
                                    </p:animRot>
                                  </p:childTnLst>
                                </p:cTn>
                              </p:par>
                            </p:childTnLst>
                          </p:cTn>
                        </p:par>
                        <p:par>
                          <p:cTn id="314" fill="hold">
                            <p:stCondLst>
                              <p:cond delay="4000"/>
                            </p:stCondLst>
                            <p:childTnLst>
                              <p:par>
                                <p:cTn id="315" presetID="31" presetClass="entr" presetSubtype="0" fill="hold" grpId="0" nodeType="afterEffect">
                                  <p:stCondLst>
                                    <p:cond delay="0"/>
                                  </p:stCondLst>
                                  <p:childTnLst>
                                    <p:set>
                                      <p:cBhvr>
                                        <p:cTn id="316" dur="1" fill="hold">
                                          <p:stCondLst>
                                            <p:cond delay="0"/>
                                          </p:stCondLst>
                                        </p:cTn>
                                        <p:tgtEl>
                                          <p:spTgt spid="10"/>
                                        </p:tgtEl>
                                        <p:attrNameLst>
                                          <p:attrName>style.visibility</p:attrName>
                                        </p:attrNameLst>
                                      </p:cBhvr>
                                      <p:to>
                                        <p:strVal val="visible"/>
                                      </p:to>
                                    </p:set>
                                    <p:anim calcmode="lin" valueType="num">
                                      <p:cBhvr>
                                        <p:cTn id="317" dur="1000" fill="hold"/>
                                        <p:tgtEl>
                                          <p:spTgt spid="10"/>
                                        </p:tgtEl>
                                        <p:attrNameLst>
                                          <p:attrName>ppt_w</p:attrName>
                                        </p:attrNameLst>
                                      </p:cBhvr>
                                      <p:tavLst>
                                        <p:tav tm="0">
                                          <p:val>
                                            <p:fltVal val="0"/>
                                          </p:val>
                                        </p:tav>
                                        <p:tav tm="100000">
                                          <p:val>
                                            <p:strVal val="#ppt_w"/>
                                          </p:val>
                                        </p:tav>
                                      </p:tavLst>
                                    </p:anim>
                                    <p:anim calcmode="lin" valueType="num">
                                      <p:cBhvr>
                                        <p:cTn id="318" dur="1000" fill="hold"/>
                                        <p:tgtEl>
                                          <p:spTgt spid="10"/>
                                        </p:tgtEl>
                                        <p:attrNameLst>
                                          <p:attrName>ppt_h</p:attrName>
                                        </p:attrNameLst>
                                      </p:cBhvr>
                                      <p:tavLst>
                                        <p:tav tm="0">
                                          <p:val>
                                            <p:fltVal val="0"/>
                                          </p:val>
                                        </p:tav>
                                        <p:tav tm="100000">
                                          <p:val>
                                            <p:strVal val="#ppt_h"/>
                                          </p:val>
                                        </p:tav>
                                      </p:tavLst>
                                    </p:anim>
                                    <p:anim calcmode="lin" valueType="num">
                                      <p:cBhvr>
                                        <p:cTn id="319" dur="1000" fill="hold"/>
                                        <p:tgtEl>
                                          <p:spTgt spid="10"/>
                                        </p:tgtEl>
                                        <p:attrNameLst>
                                          <p:attrName>style.rotation</p:attrName>
                                        </p:attrNameLst>
                                      </p:cBhvr>
                                      <p:tavLst>
                                        <p:tav tm="0">
                                          <p:val>
                                            <p:fltVal val="90"/>
                                          </p:val>
                                        </p:tav>
                                        <p:tav tm="100000">
                                          <p:val>
                                            <p:fltVal val="0"/>
                                          </p:val>
                                        </p:tav>
                                      </p:tavLst>
                                    </p:anim>
                                    <p:animEffect transition="in" filter="fade">
                                      <p:cBhvr>
                                        <p:cTn id="320" dur="1000"/>
                                        <p:tgtEl>
                                          <p:spTgt spid="10"/>
                                        </p:tgtEl>
                                      </p:cBhvr>
                                    </p:animEffect>
                                  </p:childTnLst>
                                </p:cTn>
                              </p:par>
                            </p:childTnLst>
                          </p:cTn>
                        </p:par>
                      </p:childTnLst>
                    </p:cTn>
                  </p:par>
                  <p:par>
                    <p:cTn id="321" fill="hold">
                      <p:stCondLst>
                        <p:cond delay="indefinite"/>
                      </p:stCondLst>
                      <p:childTnLst>
                        <p:par>
                          <p:cTn id="322" fill="hold">
                            <p:stCondLst>
                              <p:cond delay="0"/>
                            </p:stCondLst>
                            <p:childTnLst>
                              <p:par>
                                <p:cTn id="323" presetID="63" presetClass="path" presetSubtype="0" accel="50000" decel="50000" fill="hold" nodeType="clickEffect">
                                  <p:stCondLst>
                                    <p:cond delay="0"/>
                                  </p:stCondLst>
                                  <p:childTnLst>
                                    <p:animMotion origin="layout" path="M 0.15885 0.00232 L 0.18711 0.00232 " pathEditMode="relative" rAng="0" ptsTypes="AA">
                                      <p:cBhvr>
                                        <p:cTn id="324" dur="1000" fill="hold"/>
                                        <p:tgtEl>
                                          <p:spTgt spid="187"/>
                                        </p:tgtEl>
                                        <p:attrNameLst>
                                          <p:attrName>ppt_x</p:attrName>
                                          <p:attrName>ppt_y</p:attrName>
                                        </p:attrNameLst>
                                      </p:cBhvr>
                                      <p:rCtr x="1406" y="0"/>
                                    </p:animMotion>
                                  </p:childTnLst>
                                </p:cTn>
                              </p:par>
                            </p:childTnLst>
                          </p:cTn>
                        </p:par>
                        <p:par>
                          <p:cTn id="325" fill="hold">
                            <p:stCondLst>
                              <p:cond delay="1000"/>
                            </p:stCondLst>
                            <p:childTnLst>
                              <p:par>
                                <p:cTn id="326" presetID="27" presetClass="emph" presetSubtype="0" fill="remove" grpId="7" nodeType="afterEffect">
                                  <p:stCondLst>
                                    <p:cond delay="0"/>
                                  </p:stCondLst>
                                  <p:childTnLst>
                                    <p:animClr clrSpc="rgb" dir="cw">
                                      <p:cBhvr override="childStyle">
                                        <p:cTn id="327" dur="500" autoRev="1" fill="remove"/>
                                        <p:tgtEl>
                                          <p:spTgt spid="191"/>
                                        </p:tgtEl>
                                        <p:attrNameLst>
                                          <p:attrName>style.color</p:attrName>
                                        </p:attrNameLst>
                                      </p:cBhvr>
                                      <p:to>
                                        <a:schemeClr val="bg1"/>
                                      </p:to>
                                    </p:animClr>
                                    <p:animClr clrSpc="rgb" dir="cw">
                                      <p:cBhvr>
                                        <p:cTn id="328" dur="500" autoRev="1" fill="remove"/>
                                        <p:tgtEl>
                                          <p:spTgt spid="191"/>
                                        </p:tgtEl>
                                        <p:attrNameLst>
                                          <p:attrName>fillcolor</p:attrName>
                                        </p:attrNameLst>
                                      </p:cBhvr>
                                      <p:to>
                                        <a:schemeClr val="bg1"/>
                                      </p:to>
                                    </p:animClr>
                                    <p:set>
                                      <p:cBhvr>
                                        <p:cTn id="329" dur="500" autoRev="1" fill="remove"/>
                                        <p:tgtEl>
                                          <p:spTgt spid="191"/>
                                        </p:tgtEl>
                                        <p:attrNameLst>
                                          <p:attrName>fill.type</p:attrName>
                                        </p:attrNameLst>
                                      </p:cBhvr>
                                      <p:to>
                                        <p:strVal val="solid"/>
                                      </p:to>
                                    </p:set>
                                    <p:set>
                                      <p:cBhvr>
                                        <p:cTn id="330" dur="500" autoRev="1" fill="remove"/>
                                        <p:tgtEl>
                                          <p:spTgt spid="191"/>
                                        </p:tgtEl>
                                        <p:attrNameLst>
                                          <p:attrName>fill.on</p:attrName>
                                        </p:attrNameLst>
                                      </p:cBhvr>
                                      <p:to>
                                        <p:strVal val="true"/>
                                      </p:to>
                                    </p:set>
                                  </p:childTnLst>
                                </p:cTn>
                              </p:par>
                            </p:childTnLst>
                          </p:cTn>
                        </p:par>
                        <p:par>
                          <p:cTn id="331" fill="hold">
                            <p:stCondLst>
                              <p:cond delay="2000"/>
                            </p:stCondLst>
                            <p:childTnLst>
                              <p:par>
                                <p:cTn id="332" presetID="8" presetClass="emph" presetSubtype="0" fill="hold" grpId="1" nodeType="afterEffect">
                                  <p:stCondLst>
                                    <p:cond delay="0"/>
                                  </p:stCondLst>
                                  <p:childTnLst>
                                    <p:animRot by="21600000">
                                      <p:cBhvr>
                                        <p:cTn id="333" dur="1000" fill="hold"/>
                                        <p:tgtEl>
                                          <p:spTgt spid="23"/>
                                        </p:tgtEl>
                                        <p:attrNameLst>
                                          <p:attrName>r</p:attrName>
                                        </p:attrNameLst>
                                      </p:cBhvr>
                                    </p:animRot>
                                  </p:childTnLst>
                                </p:cTn>
                              </p:par>
                            </p:childTnLst>
                          </p:cTn>
                        </p:par>
                        <p:par>
                          <p:cTn id="334" fill="hold">
                            <p:stCondLst>
                              <p:cond delay="3000"/>
                            </p:stCondLst>
                            <p:childTnLst>
                              <p:par>
                                <p:cTn id="335" presetID="8" presetClass="emph" presetSubtype="0" fill="hold" grpId="2" nodeType="afterEffect">
                                  <p:stCondLst>
                                    <p:cond delay="0"/>
                                  </p:stCondLst>
                                  <p:childTnLst>
                                    <p:animRot by="21600000">
                                      <p:cBhvr>
                                        <p:cTn id="336" dur="1000" fill="hold"/>
                                        <p:tgtEl>
                                          <p:spTgt spid="22"/>
                                        </p:tgtEl>
                                        <p:attrNameLst>
                                          <p:attrName>r</p:attrName>
                                        </p:attrNameLst>
                                      </p:cBhvr>
                                    </p:animRot>
                                  </p:childTnLst>
                                </p:cTn>
                              </p:par>
                            </p:childTnLst>
                          </p:cTn>
                        </p:par>
                        <p:par>
                          <p:cTn id="337" fill="hold">
                            <p:stCondLst>
                              <p:cond delay="4000"/>
                            </p:stCondLst>
                            <p:childTnLst>
                              <p:par>
                                <p:cTn id="338" presetID="31" presetClass="entr" presetSubtype="0" fill="hold" grpId="0" nodeType="afterEffect">
                                  <p:stCondLst>
                                    <p:cond delay="0"/>
                                  </p:stCondLst>
                                  <p:childTnLst>
                                    <p:set>
                                      <p:cBhvr>
                                        <p:cTn id="339" dur="1" fill="hold">
                                          <p:stCondLst>
                                            <p:cond delay="0"/>
                                          </p:stCondLst>
                                        </p:cTn>
                                        <p:tgtEl>
                                          <p:spTgt spid="11"/>
                                        </p:tgtEl>
                                        <p:attrNameLst>
                                          <p:attrName>style.visibility</p:attrName>
                                        </p:attrNameLst>
                                      </p:cBhvr>
                                      <p:to>
                                        <p:strVal val="visible"/>
                                      </p:to>
                                    </p:set>
                                    <p:anim calcmode="lin" valueType="num">
                                      <p:cBhvr>
                                        <p:cTn id="340" dur="1000" fill="hold"/>
                                        <p:tgtEl>
                                          <p:spTgt spid="11"/>
                                        </p:tgtEl>
                                        <p:attrNameLst>
                                          <p:attrName>ppt_w</p:attrName>
                                        </p:attrNameLst>
                                      </p:cBhvr>
                                      <p:tavLst>
                                        <p:tav tm="0">
                                          <p:val>
                                            <p:fltVal val="0"/>
                                          </p:val>
                                        </p:tav>
                                        <p:tav tm="100000">
                                          <p:val>
                                            <p:strVal val="#ppt_w"/>
                                          </p:val>
                                        </p:tav>
                                      </p:tavLst>
                                    </p:anim>
                                    <p:anim calcmode="lin" valueType="num">
                                      <p:cBhvr>
                                        <p:cTn id="341" dur="1000" fill="hold"/>
                                        <p:tgtEl>
                                          <p:spTgt spid="11"/>
                                        </p:tgtEl>
                                        <p:attrNameLst>
                                          <p:attrName>ppt_h</p:attrName>
                                        </p:attrNameLst>
                                      </p:cBhvr>
                                      <p:tavLst>
                                        <p:tav tm="0">
                                          <p:val>
                                            <p:fltVal val="0"/>
                                          </p:val>
                                        </p:tav>
                                        <p:tav tm="100000">
                                          <p:val>
                                            <p:strVal val="#ppt_h"/>
                                          </p:val>
                                        </p:tav>
                                      </p:tavLst>
                                    </p:anim>
                                    <p:anim calcmode="lin" valueType="num">
                                      <p:cBhvr>
                                        <p:cTn id="342" dur="1000" fill="hold"/>
                                        <p:tgtEl>
                                          <p:spTgt spid="11"/>
                                        </p:tgtEl>
                                        <p:attrNameLst>
                                          <p:attrName>style.rotation</p:attrName>
                                        </p:attrNameLst>
                                      </p:cBhvr>
                                      <p:tavLst>
                                        <p:tav tm="0">
                                          <p:val>
                                            <p:fltVal val="90"/>
                                          </p:val>
                                        </p:tav>
                                        <p:tav tm="100000">
                                          <p:val>
                                            <p:fltVal val="0"/>
                                          </p:val>
                                        </p:tav>
                                      </p:tavLst>
                                    </p:anim>
                                    <p:animEffect transition="in" filter="fade">
                                      <p:cBhvr>
                                        <p:cTn id="343" dur="1000"/>
                                        <p:tgtEl>
                                          <p:spTgt spid="11"/>
                                        </p:tgtEl>
                                      </p:cBhvr>
                                    </p:animEffect>
                                  </p:childTnLst>
                                </p:cTn>
                              </p:par>
                            </p:childTnLst>
                          </p:cTn>
                        </p:par>
                      </p:childTnLst>
                    </p:cTn>
                  </p:par>
                  <p:par>
                    <p:cTn id="344" fill="hold">
                      <p:stCondLst>
                        <p:cond delay="indefinite"/>
                      </p:stCondLst>
                      <p:childTnLst>
                        <p:par>
                          <p:cTn id="345" fill="hold">
                            <p:stCondLst>
                              <p:cond delay="0"/>
                            </p:stCondLst>
                            <p:childTnLst>
                              <p:par>
                                <p:cTn id="346" presetID="63" presetClass="path" presetSubtype="0" accel="50000" decel="50000" fill="hold" nodeType="clickEffect">
                                  <p:stCondLst>
                                    <p:cond delay="0"/>
                                  </p:stCondLst>
                                  <p:childTnLst>
                                    <p:animMotion origin="layout" path="M 0.18711 0.00232 L 0.21823 0.00232 " pathEditMode="relative" rAng="0" ptsTypes="AA">
                                      <p:cBhvr>
                                        <p:cTn id="347" dur="1000" fill="hold"/>
                                        <p:tgtEl>
                                          <p:spTgt spid="187"/>
                                        </p:tgtEl>
                                        <p:attrNameLst>
                                          <p:attrName>ppt_x</p:attrName>
                                          <p:attrName>ppt_y</p:attrName>
                                        </p:attrNameLst>
                                      </p:cBhvr>
                                      <p:rCtr x="1549" y="0"/>
                                    </p:animMotion>
                                  </p:childTnLst>
                                </p:cTn>
                              </p:par>
                            </p:childTnLst>
                          </p:cTn>
                        </p:par>
                        <p:par>
                          <p:cTn id="348" fill="hold">
                            <p:stCondLst>
                              <p:cond delay="1000"/>
                            </p:stCondLst>
                            <p:childTnLst>
                              <p:par>
                                <p:cTn id="349" presetID="27" presetClass="emph" presetSubtype="0" fill="remove" grpId="8" nodeType="afterEffect">
                                  <p:stCondLst>
                                    <p:cond delay="0"/>
                                  </p:stCondLst>
                                  <p:childTnLst>
                                    <p:animClr clrSpc="rgb" dir="cw">
                                      <p:cBhvr override="childStyle">
                                        <p:cTn id="350" dur="500" autoRev="1" fill="remove"/>
                                        <p:tgtEl>
                                          <p:spTgt spid="191"/>
                                        </p:tgtEl>
                                        <p:attrNameLst>
                                          <p:attrName>style.color</p:attrName>
                                        </p:attrNameLst>
                                      </p:cBhvr>
                                      <p:to>
                                        <a:schemeClr val="bg1"/>
                                      </p:to>
                                    </p:animClr>
                                    <p:animClr clrSpc="rgb" dir="cw">
                                      <p:cBhvr>
                                        <p:cTn id="351" dur="500" autoRev="1" fill="remove"/>
                                        <p:tgtEl>
                                          <p:spTgt spid="191"/>
                                        </p:tgtEl>
                                        <p:attrNameLst>
                                          <p:attrName>fillcolor</p:attrName>
                                        </p:attrNameLst>
                                      </p:cBhvr>
                                      <p:to>
                                        <a:schemeClr val="bg1"/>
                                      </p:to>
                                    </p:animClr>
                                    <p:set>
                                      <p:cBhvr>
                                        <p:cTn id="352" dur="500" autoRev="1" fill="remove"/>
                                        <p:tgtEl>
                                          <p:spTgt spid="191"/>
                                        </p:tgtEl>
                                        <p:attrNameLst>
                                          <p:attrName>fill.type</p:attrName>
                                        </p:attrNameLst>
                                      </p:cBhvr>
                                      <p:to>
                                        <p:strVal val="solid"/>
                                      </p:to>
                                    </p:set>
                                    <p:set>
                                      <p:cBhvr>
                                        <p:cTn id="353" dur="500" autoRev="1" fill="remove"/>
                                        <p:tgtEl>
                                          <p:spTgt spid="191"/>
                                        </p:tgtEl>
                                        <p:attrNameLst>
                                          <p:attrName>fill.on</p:attrName>
                                        </p:attrNameLst>
                                      </p:cBhvr>
                                      <p:to>
                                        <p:strVal val="true"/>
                                      </p:to>
                                    </p:set>
                                  </p:childTnLst>
                                </p:cTn>
                              </p:par>
                            </p:childTnLst>
                          </p:cTn>
                        </p:par>
                        <p:par>
                          <p:cTn id="354" fill="hold">
                            <p:stCondLst>
                              <p:cond delay="2000"/>
                            </p:stCondLst>
                            <p:childTnLst>
                              <p:par>
                                <p:cTn id="355" presetID="8" presetClass="emph" presetSubtype="0" fill="hold" grpId="3" nodeType="afterEffect">
                                  <p:stCondLst>
                                    <p:cond delay="0"/>
                                  </p:stCondLst>
                                  <p:childTnLst>
                                    <p:animRot by="21600000">
                                      <p:cBhvr>
                                        <p:cTn id="356" dur="1000" fill="hold"/>
                                        <p:tgtEl>
                                          <p:spTgt spid="24"/>
                                        </p:tgtEl>
                                        <p:attrNameLst>
                                          <p:attrName>r</p:attrName>
                                        </p:attrNameLst>
                                      </p:cBhvr>
                                    </p:animRot>
                                  </p:childTnLst>
                                </p:cTn>
                              </p:par>
                            </p:childTnLst>
                          </p:cTn>
                        </p:par>
                        <p:par>
                          <p:cTn id="357" fill="hold">
                            <p:stCondLst>
                              <p:cond delay="3000"/>
                            </p:stCondLst>
                            <p:childTnLst>
                              <p:par>
                                <p:cTn id="358" presetID="8" presetClass="emph" presetSubtype="0" fill="hold" grpId="2" nodeType="afterEffect">
                                  <p:stCondLst>
                                    <p:cond delay="0"/>
                                  </p:stCondLst>
                                  <p:childTnLst>
                                    <p:animRot by="21600000">
                                      <p:cBhvr>
                                        <p:cTn id="359" dur="1000" fill="hold"/>
                                        <p:tgtEl>
                                          <p:spTgt spid="23"/>
                                        </p:tgtEl>
                                        <p:attrNameLst>
                                          <p:attrName>r</p:attrName>
                                        </p:attrNameLst>
                                      </p:cBhvr>
                                    </p:animRot>
                                  </p:childTnLst>
                                </p:cTn>
                              </p:par>
                            </p:childTnLst>
                          </p:cTn>
                        </p:par>
                        <p:par>
                          <p:cTn id="360" fill="hold">
                            <p:stCondLst>
                              <p:cond delay="4000"/>
                            </p:stCondLst>
                            <p:childTnLst>
                              <p:par>
                                <p:cTn id="361" presetID="31" presetClass="entr" presetSubtype="0" fill="hold" grpId="0" nodeType="afterEffect">
                                  <p:stCondLst>
                                    <p:cond delay="0"/>
                                  </p:stCondLst>
                                  <p:childTnLst>
                                    <p:set>
                                      <p:cBhvr>
                                        <p:cTn id="362" dur="1" fill="hold">
                                          <p:stCondLst>
                                            <p:cond delay="0"/>
                                          </p:stCondLst>
                                        </p:cTn>
                                        <p:tgtEl>
                                          <p:spTgt spid="12"/>
                                        </p:tgtEl>
                                        <p:attrNameLst>
                                          <p:attrName>style.visibility</p:attrName>
                                        </p:attrNameLst>
                                      </p:cBhvr>
                                      <p:to>
                                        <p:strVal val="visible"/>
                                      </p:to>
                                    </p:set>
                                    <p:anim calcmode="lin" valueType="num">
                                      <p:cBhvr>
                                        <p:cTn id="363" dur="1000" fill="hold"/>
                                        <p:tgtEl>
                                          <p:spTgt spid="12"/>
                                        </p:tgtEl>
                                        <p:attrNameLst>
                                          <p:attrName>ppt_w</p:attrName>
                                        </p:attrNameLst>
                                      </p:cBhvr>
                                      <p:tavLst>
                                        <p:tav tm="0">
                                          <p:val>
                                            <p:fltVal val="0"/>
                                          </p:val>
                                        </p:tav>
                                        <p:tav tm="100000">
                                          <p:val>
                                            <p:strVal val="#ppt_w"/>
                                          </p:val>
                                        </p:tav>
                                      </p:tavLst>
                                    </p:anim>
                                    <p:anim calcmode="lin" valueType="num">
                                      <p:cBhvr>
                                        <p:cTn id="364" dur="1000" fill="hold"/>
                                        <p:tgtEl>
                                          <p:spTgt spid="12"/>
                                        </p:tgtEl>
                                        <p:attrNameLst>
                                          <p:attrName>ppt_h</p:attrName>
                                        </p:attrNameLst>
                                      </p:cBhvr>
                                      <p:tavLst>
                                        <p:tav tm="0">
                                          <p:val>
                                            <p:fltVal val="0"/>
                                          </p:val>
                                        </p:tav>
                                        <p:tav tm="100000">
                                          <p:val>
                                            <p:strVal val="#ppt_h"/>
                                          </p:val>
                                        </p:tav>
                                      </p:tavLst>
                                    </p:anim>
                                    <p:anim calcmode="lin" valueType="num">
                                      <p:cBhvr>
                                        <p:cTn id="365" dur="1000" fill="hold"/>
                                        <p:tgtEl>
                                          <p:spTgt spid="12"/>
                                        </p:tgtEl>
                                        <p:attrNameLst>
                                          <p:attrName>style.rotation</p:attrName>
                                        </p:attrNameLst>
                                      </p:cBhvr>
                                      <p:tavLst>
                                        <p:tav tm="0">
                                          <p:val>
                                            <p:fltVal val="90"/>
                                          </p:val>
                                        </p:tav>
                                        <p:tav tm="100000">
                                          <p:val>
                                            <p:fltVal val="0"/>
                                          </p:val>
                                        </p:tav>
                                      </p:tavLst>
                                    </p:anim>
                                    <p:animEffect transition="in" filter="fade">
                                      <p:cBhvr>
                                        <p:cTn id="366" dur="1000"/>
                                        <p:tgtEl>
                                          <p:spTgt spid="12"/>
                                        </p:tgtEl>
                                      </p:cBhvr>
                                    </p:animEffect>
                                  </p:childTnLst>
                                </p:cTn>
                              </p:par>
                            </p:childTnLst>
                          </p:cTn>
                        </p:par>
                      </p:childTnLst>
                    </p:cTn>
                  </p:par>
                  <p:par>
                    <p:cTn id="367" fill="hold">
                      <p:stCondLst>
                        <p:cond delay="indefinite"/>
                      </p:stCondLst>
                      <p:childTnLst>
                        <p:par>
                          <p:cTn id="368" fill="hold">
                            <p:stCondLst>
                              <p:cond delay="0"/>
                            </p:stCondLst>
                            <p:childTnLst>
                              <p:par>
                                <p:cTn id="369" presetID="63" presetClass="path" presetSubtype="0" accel="50000" decel="50000" fill="hold" nodeType="clickEffect">
                                  <p:stCondLst>
                                    <p:cond delay="0"/>
                                  </p:stCondLst>
                                  <p:childTnLst>
                                    <p:animMotion origin="layout" path="M 0.21823 0.00232 L 0.24935 0.00186 " pathEditMode="relative" rAng="0" ptsTypes="AA">
                                      <p:cBhvr>
                                        <p:cTn id="370" dur="1000" fill="hold"/>
                                        <p:tgtEl>
                                          <p:spTgt spid="187"/>
                                        </p:tgtEl>
                                        <p:attrNameLst>
                                          <p:attrName>ppt_x</p:attrName>
                                          <p:attrName>ppt_y</p:attrName>
                                        </p:attrNameLst>
                                      </p:cBhvr>
                                      <p:rCtr x="1549" y="-23"/>
                                    </p:animMotion>
                                  </p:childTnLst>
                                </p:cTn>
                              </p:par>
                            </p:childTnLst>
                          </p:cTn>
                        </p:par>
                        <p:par>
                          <p:cTn id="371" fill="hold">
                            <p:stCondLst>
                              <p:cond delay="1000"/>
                            </p:stCondLst>
                            <p:childTnLst>
                              <p:par>
                                <p:cTn id="372" presetID="6" presetClass="emph" presetSubtype="0" autoRev="1" fill="hold" grpId="1" nodeType="afterEffect">
                                  <p:stCondLst>
                                    <p:cond delay="0"/>
                                  </p:stCondLst>
                                  <p:childTnLst>
                                    <p:animScale>
                                      <p:cBhvr>
                                        <p:cTn id="373" dur="1000" fill="hold"/>
                                        <p:tgtEl>
                                          <p:spTgt spid="9"/>
                                        </p:tgtEl>
                                      </p:cBhvr>
                                      <p:by x="150000" y="150000"/>
                                    </p:animScale>
                                  </p:childTnLst>
                                </p:cTn>
                              </p:par>
                              <p:par>
                                <p:cTn id="374" presetID="3" presetClass="emph" presetSubtype="2" fill="hold" grpId="2" nodeType="withEffect">
                                  <p:stCondLst>
                                    <p:cond delay="0"/>
                                  </p:stCondLst>
                                  <p:childTnLst>
                                    <p:animClr clrSpc="rgb" dir="cw">
                                      <p:cBhvr override="childStyle">
                                        <p:cTn id="375" dur="500" fill="hold"/>
                                        <p:tgtEl>
                                          <p:spTgt spid="9"/>
                                        </p:tgtEl>
                                        <p:attrNameLst>
                                          <p:attrName>style.color</p:attrName>
                                        </p:attrNameLst>
                                      </p:cBhvr>
                                      <p:to>
                                        <a:srgbClr val="FF0000"/>
                                      </p:to>
                                    </p:animClr>
                                  </p:childTnLst>
                                </p:cTn>
                              </p:par>
                            </p:childTnLst>
                          </p:cTn>
                        </p:par>
                        <p:par>
                          <p:cTn id="376" fill="hold">
                            <p:stCondLst>
                              <p:cond delay="3000"/>
                            </p:stCondLst>
                            <p:childTnLst>
                              <p:par>
                                <p:cTn id="377" presetID="22" presetClass="entr" presetSubtype="1" fill="hold" grpId="0" nodeType="afterEffect">
                                  <p:stCondLst>
                                    <p:cond delay="0"/>
                                  </p:stCondLst>
                                  <p:childTnLst>
                                    <p:set>
                                      <p:cBhvr>
                                        <p:cTn id="378" dur="1" fill="hold">
                                          <p:stCondLst>
                                            <p:cond delay="0"/>
                                          </p:stCondLst>
                                        </p:cTn>
                                        <p:tgtEl>
                                          <p:spTgt spid="73"/>
                                        </p:tgtEl>
                                        <p:attrNameLst>
                                          <p:attrName>style.visibility</p:attrName>
                                        </p:attrNameLst>
                                      </p:cBhvr>
                                      <p:to>
                                        <p:strVal val="visible"/>
                                      </p:to>
                                    </p:set>
                                    <p:animEffect transition="in" filter="wipe(up)">
                                      <p:cBhvr>
                                        <p:cTn id="379" dur="500"/>
                                        <p:tgtEl>
                                          <p:spTgt spid="73"/>
                                        </p:tgtEl>
                                      </p:cBhvr>
                                    </p:animEffect>
                                  </p:childTnLst>
                                </p:cTn>
                              </p:par>
                            </p:childTnLst>
                          </p:cTn>
                        </p:par>
                        <p:par>
                          <p:cTn id="380" fill="hold">
                            <p:stCondLst>
                              <p:cond delay="3500"/>
                            </p:stCondLst>
                            <p:childTnLst>
                              <p:par>
                                <p:cTn id="381" presetID="10" presetClass="exit" presetSubtype="0" fill="hold" nodeType="afterEffect">
                                  <p:stCondLst>
                                    <p:cond delay="0"/>
                                  </p:stCondLst>
                                  <p:childTnLst>
                                    <p:animEffect transition="out" filter="fade">
                                      <p:cBhvr>
                                        <p:cTn id="382" dur="500"/>
                                        <p:tgtEl>
                                          <p:spTgt spid="187"/>
                                        </p:tgtEl>
                                      </p:cBhvr>
                                    </p:animEffect>
                                    <p:set>
                                      <p:cBhvr>
                                        <p:cTn id="383" dur="1" fill="hold">
                                          <p:stCondLst>
                                            <p:cond delay="499"/>
                                          </p:stCondLst>
                                        </p:cTn>
                                        <p:tgtEl>
                                          <p:spTgt spid="187"/>
                                        </p:tgtEl>
                                        <p:attrNameLst>
                                          <p:attrName>style.visibility</p:attrName>
                                        </p:attrNameLst>
                                      </p:cBhvr>
                                      <p:to>
                                        <p:strVal val="hidden"/>
                                      </p:to>
                                    </p:set>
                                  </p:childTnLst>
                                </p:cTn>
                              </p:par>
                            </p:childTnLst>
                          </p:cTn>
                        </p:par>
                      </p:childTnLst>
                    </p:cTn>
                  </p:par>
                  <p:par>
                    <p:cTn id="384" fill="hold">
                      <p:stCondLst>
                        <p:cond delay="indefinite"/>
                      </p:stCondLst>
                      <p:childTnLst>
                        <p:par>
                          <p:cTn id="385" fill="hold">
                            <p:stCondLst>
                              <p:cond delay="0"/>
                            </p:stCondLst>
                            <p:childTnLst>
                              <p:par>
                                <p:cTn id="386" presetID="42" presetClass="entr" presetSubtype="0" fill="hold" grpId="0" nodeType="clickEffect">
                                  <p:stCondLst>
                                    <p:cond delay="0"/>
                                  </p:stCondLst>
                                  <p:childTnLst>
                                    <p:set>
                                      <p:cBhvr>
                                        <p:cTn id="387" dur="1" fill="hold">
                                          <p:stCondLst>
                                            <p:cond delay="0"/>
                                          </p:stCondLst>
                                        </p:cTn>
                                        <p:tgtEl>
                                          <p:spTgt spid="128"/>
                                        </p:tgtEl>
                                        <p:attrNameLst>
                                          <p:attrName>style.visibility</p:attrName>
                                        </p:attrNameLst>
                                      </p:cBhvr>
                                      <p:to>
                                        <p:strVal val="visible"/>
                                      </p:to>
                                    </p:set>
                                    <p:animEffect transition="in" filter="fade">
                                      <p:cBhvr>
                                        <p:cTn id="388" dur="1000"/>
                                        <p:tgtEl>
                                          <p:spTgt spid="128"/>
                                        </p:tgtEl>
                                      </p:cBhvr>
                                    </p:animEffect>
                                    <p:anim calcmode="lin" valueType="num">
                                      <p:cBhvr>
                                        <p:cTn id="389" dur="1000" fill="hold"/>
                                        <p:tgtEl>
                                          <p:spTgt spid="128"/>
                                        </p:tgtEl>
                                        <p:attrNameLst>
                                          <p:attrName>ppt_x</p:attrName>
                                        </p:attrNameLst>
                                      </p:cBhvr>
                                      <p:tavLst>
                                        <p:tav tm="0">
                                          <p:val>
                                            <p:strVal val="#ppt_x"/>
                                          </p:val>
                                        </p:tav>
                                        <p:tav tm="100000">
                                          <p:val>
                                            <p:strVal val="#ppt_x"/>
                                          </p:val>
                                        </p:tav>
                                      </p:tavLst>
                                    </p:anim>
                                    <p:anim calcmode="lin" valueType="num">
                                      <p:cBhvr>
                                        <p:cTn id="390" dur="1000" fill="hold"/>
                                        <p:tgtEl>
                                          <p:spTgt spid="128"/>
                                        </p:tgtEl>
                                        <p:attrNameLst>
                                          <p:attrName>ppt_y</p:attrName>
                                        </p:attrNameLst>
                                      </p:cBhvr>
                                      <p:tavLst>
                                        <p:tav tm="0">
                                          <p:val>
                                            <p:strVal val="#ppt_y+.1"/>
                                          </p:val>
                                        </p:tav>
                                        <p:tav tm="100000">
                                          <p:val>
                                            <p:strVal val="#ppt_y"/>
                                          </p:val>
                                        </p:tav>
                                      </p:tavLst>
                                    </p:anim>
                                  </p:childTnLst>
                                </p:cTn>
                              </p:par>
                              <p:par>
                                <p:cTn id="391" presetID="22" presetClass="entr" presetSubtype="8" fill="hold" nodeType="withEffect">
                                  <p:stCondLst>
                                    <p:cond delay="0"/>
                                  </p:stCondLst>
                                  <p:childTnLst>
                                    <p:set>
                                      <p:cBhvr>
                                        <p:cTn id="392" dur="1" fill="hold">
                                          <p:stCondLst>
                                            <p:cond delay="0"/>
                                          </p:stCondLst>
                                        </p:cTn>
                                        <p:tgtEl>
                                          <p:spTgt spid="218"/>
                                        </p:tgtEl>
                                        <p:attrNameLst>
                                          <p:attrName>style.visibility</p:attrName>
                                        </p:attrNameLst>
                                      </p:cBhvr>
                                      <p:to>
                                        <p:strVal val="visible"/>
                                      </p:to>
                                    </p:set>
                                    <p:animEffect transition="in" filter="wipe(left)">
                                      <p:cBhvr>
                                        <p:cTn id="393" dur="1000"/>
                                        <p:tgtEl>
                                          <p:spTgt spid="218"/>
                                        </p:tgtEl>
                                      </p:cBhvr>
                                    </p:animEffect>
                                  </p:childTnLst>
                                </p:cTn>
                              </p:par>
                            </p:childTnLst>
                          </p:cTn>
                        </p:par>
                        <p:par>
                          <p:cTn id="394" fill="hold">
                            <p:stCondLst>
                              <p:cond delay="1000"/>
                            </p:stCondLst>
                            <p:childTnLst>
                              <p:par>
                                <p:cTn id="395" presetID="22" presetClass="exit" presetSubtype="1" fill="hold" grpId="1" nodeType="afterEffect">
                                  <p:stCondLst>
                                    <p:cond delay="0"/>
                                  </p:stCondLst>
                                  <p:childTnLst>
                                    <p:animEffect transition="out" filter="wipe(up)">
                                      <p:cBhvr>
                                        <p:cTn id="396" dur="500"/>
                                        <p:tgtEl>
                                          <p:spTgt spid="73"/>
                                        </p:tgtEl>
                                      </p:cBhvr>
                                    </p:animEffect>
                                    <p:set>
                                      <p:cBhvr>
                                        <p:cTn id="397" dur="1" fill="hold">
                                          <p:stCondLst>
                                            <p:cond delay="499"/>
                                          </p:stCondLst>
                                        </p:cTn>
                                        <p:tgtEl>
                                          <p:spTgt spid="73"/>
                                        </p:tgtEl>
                                        <p:attrNameLst>
                                          <p:attrName>style.visibility</p:attrName>
                                        </p:attrNameLst>
                                      </p:cBhvr>
                                      <p:to>
                                        <p:strVal val="hidden"/>
                                      </p:to>
                                    </p:set>
                                  </p:childTnLst>
                                </p:cTn>
                              </p:par>
                            </p:childTnLst>
                          </p:cTn>
                        </p:par>
                        <p:par>
                          <p:cTn id="398" fill="hold">
                            <p:stCondLst>
                              <p:cond delay="1500"/>
                            </p:stCondLst>
                            <p:childTnLst>
                              <p:par>
                                <p:cTn id="399" presetID="22" presetClass="entr" presetSubtype="8" fill="hold" nodeType="afterEffect">
                                  <p:stCondLst>
                                    <p:cond delay="0"/>
                                  </p:stCondLst>
                                  <p:childTnLst>
                                    <p:set>
                                      <p:cBhvr>
                                        <p:cTn id="400" dur="1" fill="hold">
                                          <p:stCondLst>
                                            <p:cond delay="0"/>
                                          </p:stCondLst>
                                        </p:cTn>
                                        <p:tgtEl>
                                          <p:spTgt spid="199"/>
                                        </p:tgtEl>
                                        <p:attrNameLst>
                                          <p:attrName>style.visibility</p:attrName>
                                        </p:attrNameLst>
                                      </p:cBhvr>
                                      <p:to>
                                        <p:strVal val="visible"/>
                                      </p:to>
                                    </p:set>
                                    <p:animEffect transition="in" filter="wipe(left)">
                                      <p:cBhvr>
                                        <p:cTn id="401" dur="1000"/>
                                        <p:tgtEl>
                                          <p:spTgt spid="199"/>
                                        </p:tgtEl>
                                      </p:cBhvr>
                                    </p:animEffect>
                                  </p:childTnLst>
                                </p:cTn>
                              </p:par>
                            </p:childTnLst>
                          </p:cTn>
                        </p:par>
                      </p:childTnLst>
                    </p:cTn>
                  </p:par>
                  <p:par>
                    <p:cTn id="402" fill="hold">
                      <p:stCondLst>
                        <p:cond delay="indefinite"/>
                      </p:stCondLst>
                      <p:childTnLst>
                        <p:par>
                          <p:cTn id="403" fill="hold">
                            <p:stCondLst>
                              <p:cond delay="0"/>
                            </p:stCondLst>
                            <p:childTnLst>
                              <p:par>
                                <p:cTn id="404" presetID="22" presetClass="exit" presetSubtype="1" fill="hold" nodeType="clickEffect">
                                  <p:stCondLst>
                                    <p:cond delay="0"/>
                                  </p:stCondLst>
                                  <p:childTnLst>
                                    <p:animEffect transition="out" filter="wipe(up)">
                                      <p:cBhvr>
                                        <p:cTn id="405" dur="500"/>
                                        <p:tgtEl>
                                          <p:spTgt spid="199"/>
                                        </p:tgtEl>
                                      </p:cBhvr>
                                    </p:animEffect>
                                    <p:set>
                                      <p:cBhvr>
                                        <p:cTn id="406" dur="1" fill="hold">
                                          <p:stCondLst>
                                            <p:cond delay="499"/>
                                          </p:stCondLst>
                                        </p:cTn>
                                        <p:tgtEl>
                                          <p:spTgt spid="199"/>
                                        </p:tgtEl>
                                        <p:attrNameLst>
                                          <p:attrName>style.visibility</p:attrName>
                                        </p:attrNameLst>
                                      </p:cBhvr>
                                      <p:to>
                                        <p:strVal val="hidden"/>
                                      </p:to>
                                    </p:set>
                                  </p:childTnLst>
                                </p:cTn>
                              </p:par>
                            </p:childTnLst>
                          </p:cTn>
                        </p:par>
                        <p:par>
                          <p:cTn id="407" fill="hold">
                            <p:stCondLst>
                              <p:cond delay="500"/>
                            </p:stCondLst>
                            <p:childTnLst>
                              <p:par>
                                <p:cTn id="408" presetID="22" presetClass="entr" presetSubtype="8" fill="hold" nodeType="afterEffect">
                                  <p:stCondLst>
                                    <p:cond delay="0"/>
                                  </p:stCondLst>
                                  <p:childTnLst>
                                    <p:set>
                                      <p:cBhvr>
                                        <p:cTn id="409" dur="1" fill="hold">
                                          <p:stCondLst>
                                            <p:cond delay="0"/>
                                          </p:stCondLst>
                                        </p:cTn>
                                        <p:tgtEl>
                                          <p:spTgt spid="201"/>
                                        </p:tgtEl>
                                        <p:attrNameLst>
                                          <p:attrName>style.visibility</p:attrName>
                                        </p:attrNameLst>
                                      </p:cBhvr>
                                      <p:to>
                                        <p:strVal val="visible"/>
                                      </p:to>
                                    </p:set>
                                    <p:animEffect transition="in" filter="wipe(left)">
                                      <p:cBhvr>
                                        <p:cTn id="410" dur="1000"/>
                                        <p:tgtEl>
                                          <p:spTgt spid="201"/>
                                        </p:tgtEl>
                                      </p:cBhvr>
                                    </p:animEffect>
                                  </p:childTnLst>
                                </p:cTn>
                              </p:par>
                            </p:childTnLst>
                          </p:cTn>
                        </p:par>
                      </p:childTnLst>
                    </p:cTn>
                  </p:par>
                  <p:par>
                    <p:cTn id="411" fill="hold">
                      <p:stCondLst>
                        <p:cond delay="indefinite"/>
                      </p:stCondLst>
                      <p:childTnLst>
                        <p:par>
                          <p:cTn id="412" fill="hold">
                            <p:stCondLst>
                              <p:cond delay="0"/>
                            </p:stCondLst>
                            <p:childTnLst>
                              <p:par>
                                <p:cTn id="413" presetID="21" presetClass="entr" presetSubtype="1" fill="hold" grpId="0" nodeType="clickEffect">
                                  <p:stCondLst>
                                    <p:cond delay="0"/>
                                  </p:stCondLst>
                                  <p:childTnLst>
                                    <p:set>
                                      <p:cBhvr>
                                        <p:cTn id="414" dur="1" fill="hold">
                                          <p:stCondLst>
                                            <p:cond delay="0"/>
                                          </p:stCondLst>
                                        </p:cTn>
                                        <p:tgtEl>
                                          <p:spTgt spid="203"/>
                                        </p:tgtEl>
                                        <p:attrNameLst>
                                          <p:attrName>style.visibility</p:attrName>
                                        </p:attrNameLst>
                                      </p:cBhvr>
                                      <p:to>
                                        <p:strVal val="visible"/>
                                      </p:to>
                                    </p:set>
                                    <p:animEffect transition="in" filter="wheel(1)">
                                      <p:cBhvr>
                                        <p:cTn id="415" dur="2000"/>
                                        <p:tgtEl>
                                          <p:spTgt spid="203"/>
                                        </p:tgtEl>
                                      </p:cBhvr>
                                    </p:animEffect>
                                  </p:childTnLst>
                                </p:cTn>
                              </p:par>
                            </p:childTnLst>
                          </p:cTn>
                        </p:par>
                        <p:par>
                          <p:cTn id="416" fill="hold">
                            <p:stCondLst>
                              <p:cond delay="2000"/>
                            </p:stCondLst>
                            <p:childTnLst>
                              <p:par>
                                <p:cTn id="417" presetID="22" presetClass="entr" presetSubtype="2" fill="hold" nodeType="afterEffect">
                                  <p:stCondLst>
                                    <p:cond delay="0"/>
                                  </p:stCondLst>
                                  <p:childTnLst>
                                    <p:set>
                                      <p:cBhvr>
                                        <p:cTn id="418" dur="1" fill="hold">
                                          <p:stCondLst>
                                            <p:cond delay="0"/>
                                          </p:stCondLst>
                                        </p:cTn>
                                        <p:tgtEl>
                                          <p:spTgt spid="130"/>
                                        </p:tgtEl>
                                        <p:attrNameLst>
                                          <p:attrName>style.visibility</p:attrName>
                                        </p:attrNameLst>
                                      </p:cBhvr>
                                      <p:to>
                                        <p:strVal val="visible"/>
                                      </p:to>
                                    </p:set>
                                    <p:animEffect transition="in" filter="wipe(right)">
                                      <p:cBhvr>
                                        <p:cTn id="419" dur="1000"/>
                                        <p:tgtEl>
                                          <p:spTgt spid="130"/>
                                        </p:tgtEl>
                                      </p:cBhvr>
                                    </p:animEffect>
                                  </p:childTnLst>
                                </p:cTn>
                              </p:par>
                            </p:childTnLst>
                          </p:cTn>
                        </p:par>
                        <p:par>
                          <p:cTn id="420" fill="hold">
                            <p:stCondLst>
                              <p:cond delay="3000"/>
                            </p:stCondLst>
                            <p:childTnLst>
                              <p:par>
                                <p:cTn id="421" presetID="21" presetClass="entr" presetSubtype="1" fill="hold" grpId="0" nodeType="afterEffect">
                                  <p:stCondLst>
                                    <p:cond delay="0"/>
                                  </p:stCondLst>
                                  <p:childTnLst>
                                    <p:set>
                                      <p:cBhvr>
                                        <p:cTn id="422" dur="1" fill="hold">
                                          <p:stCondLst>
                                            <p:cond delay="0"/>
                                          </p:stCondLst>
                                        </p:cTn>
                                        <p:tgtEl>
                                          <p:spTgt spid="205"/>
                                        </p:tgtEl>
                                        <p:attrNameLst>
                                          <p:attrName>style.visibility</p:attrName>
                                        </p:attrNameLst>
                                      </p:cBhvr>
                                      <p:to>
                                        <p:strVal val="visible"/>
                                      </p:to>
                                    </p:set>
                                    <p:animEffect transition="in" filter="wheel(1)">
                                      <p:cBhvr>
                                        <p:cTn id="423" dur="1000"/>
                                        <p:tgtEl>
                                          <p:spTgt spid="205"/>
                                        </p:tgtEl>
                                      </p:cBhvr>
                                    </p:animEffect>
                                  </p:childTnLst>
                                </p:cTn>
                              </p:par>
                              <p:par>
                                <p:cTn id="424" presetID="22" presetClass="entr" presetSubtype="8" fill="hold" grpId="0" nodeType="withEffect">
                                  <p:stCondLst>
                                    <p:cond delay="0"/>
                                  </p:stCondLst>
                                  <p:childTnLst>
                                    <p:set>
                                      <p:cBhvr>
                                        <p:cTn id="425" dur="1" fill="hold">
                                          <p:stCondLst>
                                            <p:cond delay="0"/>
                                          </p:stCondLst>
                                        </p:cTn>
                                        <p:tgtEl>
                                          <p:spTgt spid="85"/>
                                        </p:tgtEl>
                                        <p:attrNameLst>
                                          <p:attrName>style.visibility</p:attrName>
                                        </p:attrNameLst>
                                      </p:cBhvr>
                                      <p:to>
                                        <p:strVal val="visible"/>
                                      </p:to>
                                    </p:set>
                                    <p:animEffect transition="in" filter="wipe(left)">
                                      <p:cBhvr>
                                        <p:cTn id="426" dur="500"/>
                                        <p:tgtEl>
                                          <p:spTgt spid="85"/>
                                        </p:tgtEl>
                                      </p:cBhvr>
                                    </p:animEffect>
                                  </p:childTnLst>
                                </p:cTn>
                              </p:par>
                            </p:childTnLst>
                          </p:cTn>
                        </p:par>
                        <p:par>
                          <p:cTn id="427" fill="hold">
                            <p:stCondLst>
                              <p:cond delay="4000"/>
                            </p:stCondLst>
                            <p:childTnLst>
                              <p:par>
                                <p:cTn id="428" presetID="42" presetClass="entr" presetSubtype="0" fill="hold" nodeType="afterEffect">
                                  <p:stCondLst>
                                    <p:cond delay="0"/>
                                  </p:stCondLst>
                                  <p:childTnLst>
                                    <p:set>
                                      <p:cBhvr>
                                        <p:cTn id="429" dur="1" fill="hold">
                                          <p:stCondLst>
                                            <p:cond delay="0"/>
                                          </p:stCondLst>
                                        </p:cTn>
                                        <p:tgtEl>
                                          <p:spTgt spid="86"/>
                                        </p:tgtEl>
                                        <p:attrNameLst>
                                          <p:attrName>style.visibility</p:attrName>
                                        </p:attrNameLst>
                                      </p:cBhvr>
                                      <p:to>
                                        <p:strVal val="visible"/>
                                      </p:to>
                                    </p:set>
                                    <p:animEffect transition="in" filter="fade">
                                      <p:cBhvr>
                                        <p:cTn id="430" dur="1000"/>
                                        <p:tgtEl>
                                          <p:spTgt spid="86"/>
                                        </p:tgtEl>
                                      </p:cBhvr>
                                    </p:animEffect>
                                    <p:anim calcmode="lin" valueType="num">
                                      <p:cBhvr>
                                        <p:cTn id="431" dur="1000" fill="hold"/>
                                        <p:tgtEl>
                                          <p:spTgt spid="86"/>
                                        </p:tgtEl>
                                        <p:attrNameLst>
                                          <p:attrName>ppt_x</p:attrName>
                                        </p:attrNameLst>
                                      </p:cBhvr>
                                      <p:tavLst>
                                        <p:tav tm="0">
                                          <p:val>
                                            <p:strVal val="#ppt_x"/>
                                          </p:val>
                                        </p:tav>
                                        <p:tav tm="100000">
                                          <p:val>
                                            <p:strVal val="#ppt_x"/>
                                          </p:val>
                                        </p:tav>
                                      </p:tavLst>
                                    </p:anim>
                                    <p:anim calcmode="lin" valueType="num">
                                      <p:cBhvr>
                                        <p:cTn id="432" dur="1000" fill="hold"/>
                                        <p:tgtEl>
                                          <p:spTgt spid="86"/>
                                        </p:tgtEl>
                                        <p:attrNameLst>
                                          <p:attrName>ppt_y</p:attrName>
                                        </p:attrNameLst>
                                      </p:cBhvr>
                                      <p:tavLst>
                                        <p:tav tm="0">
                                          <p:val>
                                            <p:strVal val="#ppt_y+.1"/>
                                          </p:val>
                                        </p:tav>
                                        <p:tav tm="100000">
                                          <p:val>
                                            <p:strVal val="#ppt_y"/>
                                          </p:val>
                                        </p:tav>
                                      </p:tavLst>
                                    </p:anim>
                                  </p:childTnLst>
                                </p:cTn>
                              </p:par>
                            </p:childTnLst>
                          </p:cTn>
                        </p:par>
                        <p:par>
                          <p:cTn id="433" fill="hold">
                            <p:stCondLst>
                              <p:cond delay="5000"/>
                            </p:stCondLst>
                            <p:childTnLst>
                              <p:par>
                                <p:cTn id="434" presetID="21" presetClass="entr" presetSubtype="1" fill="hold" grpId="0" nodeType="afterEffect">
                                  <p:stCondLst>
                                    <p:cond delay="0"/>
                                  </p:stCondLst>
                                  <p:childTnLst>
                                    <p:set>
                                      <p:cBhvr>
                                        <p:cTn id="435" dur="1" fill="hold">
                                          <p:stCondLst>
                                            <p:cond delay="0"/>
                                          </p:stCondLst>
                                        </p:cTn>
                                        <p:tgtEl>
                                          <p:spTgt spid="206"/>
                                        </p:tgtEl>
                                        <p:attrNameLst>
                                          <p:attrName>style.visibility</p:attrName>
                                        </p:attrNameLst>
                                      </p:cBhvr>
                                      <p:to>
                                        <p:strVal val="visible"/>
                                      </p:to>
                                    </p:set>
                                    <p:animEffect transition="in" filter="wheel(1)">
                                      <p:cBhvr>
                                        <p:cTn id="436" dur="1000"/>
                                        <p:tgtEl>
                                          <p:spTgt spid="206"/>
                                        </p:tgtEl>
                                      </p:cBhvr>
                                    </p:animEffect>
                                  </p:childTnLst>
                                </p:cTn>
                              </p:par>
                            </p:childTnLst>
                          </p:cTn>
                        </p:par>
                        <p:par>
                          <p:cTn id="437" fill="hold">
                            <p:stCondLst>
                              <p:cond delay="6000"/>
                            </p:stCondLst>
                            <p:childTnLst>
                              <p:par>
                                <p:cTn id="438" presetID="42" presetClass="entr" presetSubtype="0" fill="hold" nodeType="afterEffect">
                                  <p:stCondLst>
                                    <p:cond delay="0"/>
                                  </p:stCondLst>
                                  <p:childTnLst>
                                    <p:set>
                                      <p:cBhvr>
                                        <p:cTn id="439" dur="1" fill="hold">
                                          <p:stCondLst>
                                            <p:cond delay="0"/>
                                          </p:stCondLst>
                                        </p:cTn>
                                        <p:tgtEl>
                                          <p:spTgt spid="89"/>
                                        </p:tgtEl>
                                        <p:attrNameLst>
                                          <p:attrName>style.visibility</p:attrName>
                                        </p:attrNameLst>
                                      </p:cBhvr>
                                      <p:to>
                                        <p:strVal val="visible"/>
                                      </p:to>
                                    </p:set>
                                    <p:animEffect transition="in" filter="fade">
                                      <p:cBhvr>
                                        <p:cTn id="440" dur="1000"/>
                                        <p:tgtEl>
                                          <p:spTgt spid="89"/>
                                        </p:tgtEl>
                                      </p:cBhvr>
                                    </p:animEffect>
                                    <p:anim calcmode="lin" valueType="num">
                                      <p:cBhvr>
                                        <p:cTn id="441" dur="1000" fill="hold"/>
                                        <p:tgtEl>
                                          <p:spTgt spid="89"/>
                                        </p:tgtEl>
                                        <p:attrNameLst>
                                          <p:attrName>ppt_x</p:attrName>
                                        </p:attrNameLst>
                                      </p:cBhvr>
                                      <p:tavLst>
                                        <p:tav tm="0">
                                          <p:val>
                                            <p:strVal val="#ppt_x"/>
                                          </p:val>
                                        </p:tav>
                                        <p:tav tm="100000">
                                          <p:val>
                                            <p:strVal val="#ppt_x"/>
                                          </p:val>
                                        </p:tav>
                                      </p:tavLst>
                                    </p:anim>
                                    <p:anim calcmode="lin" valueType="num">
                                      <p:cBhvr>
                                        <p:cTn id="442" dur="1000" fill="hold"/>
                                        <p:tgtEl>
                                          <p:spTgt spid="89"/>
                                        </p:tgtEl>
                                        <p:attrNameLst>
                                          <p:attrName>ppt_y</p:attrName>
                                        </p:attrNameLst>
                                      </p:cBhvr>
                                      <p:tavLst>
                                        <p:tav tm="0">
                                          <p:val>
                                            <p:strVal val="#ppt_y+.1"/>
                                          </p:val>
                                        </p:tav>
                                        <p:tav tm="100000">
                                          <p:val>
                                            <p:strVal val="#ppt_y"/>
                                          </p:val>
                                        </p:tav>
                                      </p:tavLst>
                                    </p:anim>
                                  </p:childTnLst>
                                </p:cTn>
                              </p:par>
                            </p:childTnLst>
                          </p:cTn>
                        </p:par>
                      </p:childTnLst>
                    </p:cTn>
                  </p:par>
                  <p:par>
                    <p:cTn id="443" fill="hold">
                      <p:stCondLst>
                        <p:cond delay="indefinite"/>
                      </p:stCondLst>
                      <p:childTnLst>
                        <p:par>
                          <p:cTn id="444" fill="hold">
                            <p:stCondLst>
                              <p:cond delay="0"/>
                            </p:stCondLst>
                            <p:childTnLst>
                              <p:par>
                                <p:cTn id="445" presetID="31" presetClass="entr" presetSubtype="0" fill="hold" grpId="0" nodeType="clickEffect">
                                  <p:stCondLst>
                                    <p:cond delay="0"/>
                                  </p:stCondLst>
                                  <p:childTnLst>
                                    <p:set>
                                      <p:cBhvr>
                                        <p:cTn id="446" dur="1" fill="hold">
                                          <p:stCondLst>
                                            <p:cond delay="0"/>
                                          </p:stCondLst>
                                        </p:cTn>
                                        <p:tgtEl>
                                          <p:spTgt spid="207"/>
                                        </p:tgtEl>
                                        <p:attrNameLst>
                                          <p:attrName>style.visibility</p:attrName>
                                        </p:attrNameLst>
                                      </p:cBhvr>
                                      <p:to>
                                        <p:strVal val="visible"/>
                                      </p:to>
                                    </p:set>
                                    <p:anim calcmode="lin" valueType="num">
                                      <p:cBhvr>
                                        <p:cTn id="447" dur="1000" fill="hold"/>
                                        <p:tgtEl>
                                          <p:spTgt spid="207"/>
                                        </p:tgtEl>
                                        <p:attrNameLst>
                                          <p:attrName>ppt_w</p:attrName>
                                        </p:attrNameLst>
                                      </p:cBhvr>
                                      <p:tavLst>
                                        <p:tav tm="0">
                                          <p:val>
                                            <p:fltVal val="0"/>
                                          </p:val>
                                        </p:tav>
                                        <p:tav tm="100000">
                                          <p:val>
                                            <p:strVal val="#ppt_w"/>
                                          </p:val>
                                        </p:tav>
                                      </p:tavLst>
                                    </p:anim>
                                    <p:anim calcmode="lin" valueType="num">
                                      <p:cBhvr>
                                        <p:cTn id="448" dur="1000" fill="hold"/>
                                        <p:tgtEl>
                                          <p:spTgt spid="207"/>
                                        </p:tgtEl>
                                        <p:attrNameLst>
                                          <p:attrName>ppt_h</p:attrName>
                                        </p:attrNameLst>
                                      </p:cBhvr>
                                      <p:tavLst>
                                        <p:tav tm="0">
                                          <p:val>
                                            <p:fltVal val="0"/>
                                          </p:val>
                                        </p:tav>
                                        <p:tav tm="100000">
                                          <p:val>
                                            <p:strVal val="#ppt_h"/>
                                          </p:val>
                                        </p:tav>
                                      </p:tavLst>
                                    </p:anim>
                                    <p:anim calcmode="lin" valueType="num">
                                      <p:cBhvr>
                                        <p:cTn id="449" dur="1000" fill="hold"/>
                                        <p:tgtEl>
                                          <p:spTgt spid="207"/>
                                        </p:tgtEl>
                                        <p:attrNameLst>
                                          <p:attrName>style.rotation</p:attrName>
                                        </p:attrNameLst>
                                      </p:cBhvr>
                                      <p:tavLst>
                                        <p:tav tm="0">
                                          <p:val>
                                            <p:fltVal val="90"/>
                                          </p:val>
                                        </p:tav>
                                        <p:tav tm="100000">
                                          <p:val>
                                            <p:fltVal val="0"/>
                                          </p:val>
                                        </p:tav>
                                      </p:tavLst>
                                    </p:anim>
                                    <p:animEffect transition="in" filter="fade">
                                      <p:cBhvr>
                                        <p:cTn id="450" dur="1000"/>
                                        <p:tgtEl>
                                          <p:spTgt spid="207"/>
                                        </p:tgtEl>
                                      </p:cBhvr>
                                    </p:animEffect>
                                  </p:childTnLst>
                                </p:cTn>
                              </p:par>
                            </p:childTnLst>
                          </p:cTn>
                        </p:par>
                        <p:par>
                          <p:cTn id="451" fill="hold">
                            <p:stCondLst>
                              <p:cond delay="1000"/>
                            </p:stCondLst>
                            <p:childTnLst>
                              <p:par>
                                <p:cTn id="452" presetID="22" presetClass="entr" presetSubtype="8" fill="hold" nodeType="afterEffect">
                                  <p:stCondLst>
                                    <p:cond delay="0"/>
                                  </p:stCondLst>
                                  <p:childTnLst>
                                    <p:set>
                                      <p:cBhvr>
                                        <p:cTn id="453" dur="1" fill="hold">
                                          <p:stCondLst>
                                            <p:cond delay="0"/>
                                          </p:stCondLst>
                                        </p:cTn>
                                        <p:tgtEl>
                                          <p:spTgt spid="209"/>
                                        </p:tgtEl>
                                        <p:attrNameLst>
                                          <p:attrName>style.visibility</p:attrName>
                                        </p:attrNameLst>
                                      </p:cBhvr>
                                      <p:to>
                                        <p:strVal val="visible"/>
                                      </p:to>
                                    </p:set>
                                    <p:animEffect transition="in" filter="wipe(left)">
                                      <p:cBhvr>
                                        <p:cTn id="454" dur="1000"/>
                                        <p:tgtEl>
                                          <p:spTgt spid="209"/>
                                        </p:tgtEl>
                                      </p:cBhvr>
                                    </p:animEffect>
                                  </p:childTnLst>
                                </p:cTn>
                              </p:par>
                            </p:childTnLst>
                          </p:cTn>
                        </p:par>
                      </p:childTnLst>
                    </p:cTn>
                  </p:par>
                  <p:par>
                    <p:cTn id="455" fill="hold">
                      <p:stCondLst>
                        <p:cond delay="indefinite"/>
                      </p:stCondLst>
                      <p:childTnLst>
                        <p:par>
                          <p:cTn id="456" fill="hold">
                            <p:stCondLst>
                              <p:cond delay="0"/>
                            </p:stCondLst>
                            <p:childTnLst>
                              <p:par>
                                <p:cTn id="457" presetID="42" presetClass="entr" presetSubtype="0" fill="hold" nodeType="clickEffect">
                                  <p:stCondLst>
                                    <p:cond delay="0"/>
                                  </p:stCondLst>
                                  <p:childTnLst>
                                    <p:set>
                                      <p:cBhvr>
                                        <p:cTn id="458" dur="1" fill="hold">
                                          <p:stCondLst>
                                            <p:cond delay="0"/>
                                          </p:stCondLst>
                                        </p:cTn>
                                        <p:tgtEl>
                                          <p:spTgt spid="92"/>
                                        </p:tgtEl>
                                        <p:attrNameLst>
                                          <p:attrName>style.visibility</p:attrName>
                                        </p:attrNameLst>
                                      </p:cBhvr>
                                      <p:to>
                                        <p:strVal val="visible"/>
                                      </p:to>
                                    </p:set>
                                    <p:animEffect transition="in" filter="fade">
                                      <p:cBhvr>
                                        <p:cTn id="459" dur="1000"/>
                                        <p:tgtEl>
                                          <p:spTgt spid="92"/>
                                        </p:tgtEl>
                                      </p:cBhvr>
                                    </p:animEffect>
                                    <p:anim calcmode="lin" valueType="num">
                                      <p:cBhvr>
                                        <p:cTn id="460" dur="1000" fill="hold"/>
                                        <p:tgtEl>
                                          <p:spTgt spid="92"/>
                                        </p:tgtEl>
                                        <p:attrNameLst>
                                          <p:attrName>ppt_x</p:attrName>
                                        </p:attrNameLst>
                                      </p:cBhvr>
                                      <p:tavLst>
                                        <p:tav tm="0">
                                          <p:val>
                                            <p:strVal val="#ppt_x"/>
                                          </p:val>
                                        </p:tav>
                                        <p:tav tm="100000">
                                          <p:val>
                                            <p:strVal val="#ppt_x"/>
                                          </p:val>
                                        </p:tav>
                                      </p:tavLst>
                                    </p:anim>
                                    <p:anim calcmode="lin" valueType="num">
                                      <p:cBhvr>
                                        <p:cTn id="461" dur="1000" fill="hold"/>
                                        <p:tgtEl>
                                          <p:spTgt spid="92"/>
                                        </p:tgtEl>
                                        <p:attrNameLst>
                                          <p:attrName>ppt_y</p:attrName>
                                        </p:attrNameLst>
                                      </p:cBhvr>
                                      <p:tavLst>
                                        <p:tav tm="0">
                                          <p:val>
                                            <p:strVal val="#ppt_y+.1"/>
                                          </p:val>
                                        </p:tav>
                                        <p:tav tm="100000">
                                          <p:val>
                                            <p:strVal val="#ppt_y"/>
                                          </p:val>
                                        </p:tav>
                                      </p:tavLst>
                                    </p:anim>
                                  </p:childTnLst>
                                </p:cTn>
                              </p:par>
                            </p:childTnLst>
                          </p:cTn>
                        </p:par>
                        <p:par>
                          <p:cTn id="462" fill="hold">
                            <p:stCondLst>
                              <p:cond delay="1000"/>
                            </p:stCondLst>
                            <p:childTnLst>
                              <p:par>
                                <p:cTn id="463" presetID="8" presetClass="emph" presetSubtype="0" fill="hold" grpId="3" nodeType="afterEffect">
                                  <p:stCondLst>
                                    <p:cond delay="0"/>
                                  </p:stCondLst>
                                  <p:childTnLst>
                                    <p:animRot by="21600000">
                                      <p:cBhvr>
                                        <p:cTn id="464" dur="1000" fill="hold"/>
                                        <p:tgtEl>
                                          <p:spTgt spid="20"/>
                                        </p:tgtEl>
                                        <p:attrNameLst>
                                          <p:attrName>r</p:attrName>
                                        </p:attrNameLst>
                                      </p:cBhvr>
                                    </p:animRot>
                                  </p:childTnLst>
                                </p:cTn>
                              </p:par>
                            </p:childTnLst>
                          </p:cTn>
                        </p:par>
                        <p:par>
                          <p:cTn id="465" fill="hold">
                            <p:stCondLst>
                              <p:cond delay="2000"/>
                            </p:stCondLst>
                            <p:childTnLst>
                              <p:par>
                                <p:cTn id="466" presetID="8" presetClass="emph" presetSubtype="0" fill="hold" grpId="3" nodeType="afterEffect">
                                  <p:stCondLst>
                                    <p:cond delay="0"/>
                                  </p:stCondLst>
                                  <p:childTnLst>
                                    <p:animRot by="21600000">
                                      <p:cBhvr>
                                        <p:cTn id="467" dur="1000" fill="hold"/>
                                        <p:tgtEl>
                                          <p:spTgt spid="16"/>
                                        </p:tgtEl>
                                        <p:attrNameLst>
                                          <p:attrName>r</p:attrName>
                                        </p:attrNameLst>
                                      </p:cBhvr>
                                    </p:animRot>
                                  </p:childTnLst>
                                </p:cTn>
                              </p:par>
                            </p:childTnLst>
                          </p:cTn>
                        </p:par>
                        <p:par>
                          <p:cTn id="468" fill="hold">
                            <p:stCondLst>
                              <p:cond delay="3000"/>
                            </p:stCondLst>
                            <p:childTnLst>
                              <p:par>
                                <p:cTn id="469" presetID="31" presetClass="entr" presetSubtype="0" fill="hold" grpId="0" nodeType="afterEffect">
                                  <p:stCondLst>
                                    <p:cond delay="0"/>
                                  </p:stCondLst>
                                  <p:childTnLst>
                                    <p:set>
                                      <p:cBhvr>
                                        <p:cTn id="470" dur="1" fill="hold">
                                          <p:stCondLst>
                                            <p:cond delay="0"/>
                                          </p:stCondLst>
                                        </p:cTn>
                                        <p:tgtEl>
                                          <p:spTgt spid="76"/>
                                        </p:tgtEl>
                                        <p:attrNameLst>
                                          <p:attrName>style.visibility</p:attrName>
                                        </p:attrNameLst>
                                      </p:cBhvr>
                                      <p:to>
                                        <p:strVal val="visible"/>
                                      </p:to>
                                    </p:set>
                                    <p:anim calcmode="lin" valueType="num">
                                      <p:cBhvr>
                                        <p:cTn id="471" dur="1000" fill="hold"/>
                                        <p:tgtEl>
                                          <p:spTgt spid="76"/>
                                        </p:tgtEl>
                                        <p:attrNameLst>
                                          <p:attrName>ppt_w</p:attrName>
                                        </p:attrNameLst>
                                      </p:cBhvr>
                                      <p:tavLst>
                                        <p:tav tm="0">
                                          <p:val>
                                            <p:fltVal val="0"/>
                                          </p:val>
                                        </p:tav>
                                        <p:tav tm="100000">
                                          <p:val>
                                            <p:strVal val="#ppt_w"/>
                                          </p:val>
                                        </p:tav>
                                      </p:tavLst>
                                    </p:anim>
                                    <p:anim calcmode="lin" valueType="num">
                                      <p:cBhvr>
                                        <p:cTn id="472" dur="1000" fill="hold"/>
                                        <p:tgtEl>
                                          <p:spTgt spid="76"/>
                                        </p:tgtEl>
                                        <p:attrNameLst>
                                          <p:attrName>ppt_h</p:attrName>
                                        </p:attrNameLst>
                                      </p:cBhvr>
                                      <p:tavLst>
                                        <p:tav tm="0">
                                          <p:val>
                                            <p:fltVal val="0"/>
                                          </p:val>
                                        </p:tav>
                                        <p:tav tm="100000">
                                          <p:val>
                                            <p:strVal val="#ppt_h"/>
                                          </p:val>
                                        </p:tav>
                                      </p:tavLst>
                                    </p:anim>
                                    <p:anim calcmode="lin" valueType="num">
                                      <p:cBhvr>
                                        <p:cTn id="473" dur="1000" fill="hold"/>
                                        <p:tgtEl>
                                          <p:spTgt spid="76"/>
                                        </p:tgtEl>
                                        <p:attrNameLst>
                                          <p:attrName>style.rotation</p:attrName>
                                        </p:attrNameLst>
                                      </p:cBhvr>
                                      <p:tavLst>
                                        <p:tav tm="0">
                                          <p:val>
                                            <p:fltVal val="90"/>
                                          </p:val>
                                        </p:tav>
                                        <p:tav tm="100000">
                                          <p:val>
                                            <p:fltVal val="0"/>
                                          </p:val>
                                        </p:tav>
                                      </p:tavLst>
                                    </p:anim>
                                    <p:animEffect transition="in" filter="fade">
                                      <p:cBhvr>
                                        <p:cTn id="474" dur="1000"/>
                                        <p:tgtEl>
                                          <p:spTgt spid="76"/>
                                        </p:tgtEl>
                                      </p:cBhvr>
                                    </p:animEffect>
                                  </p:childTnLst>
                                </p:cTn>
                              </p:par>
                            </p:childTnLst>
                          </p:cTn>
                        </p:par>
                        <p:par>
                          <p:cTn id="475" fill="hold">
                            <p:stCondLst>
                              <p:cond delay="4000"/>
                            </p:stCondLst>
                            <p:childTnLst>
                              <p:par>
                                <p:cTn id="476" presetID="22" presetClass="exit" presetSubtype="1" fill="hold" nodeType="afterEffect">
                                  <p:stCondLst>
                                    <p:cond delay="0"/>
                                  </p:stCondLst>
                                  <p:childTnLst>
                                    <p:animEffect transition="out" filter="wipe(up)">
                                      <p:cBhvr>
                                        <p:cTn id="477" dur="500"/>
                                        <p:tgtEl>
                                          <p:spTgt spid="209"/>
                                        </p:tgtEl>
                                      </p:cBhvr>
                                    </p:animEffect>
                                    <p:set>
                                      <p:cBhvr>
                                        <p:cTn id="478" dur="1" fill="hold">
                                          <p:stCondLst>
                                            <p:cond delay="499"/>
                                          </p:stCondLst>
                                        </p:cTn>
                                        <p:tgtEl>
                                          <p:spTgt spid="209"/>
                                        </p:tgtEl>
                                        <p:attrNameLst>
                                          <p:attrName>style.visibility</p:attrName>
                                        </p:attrNameLst>
                                      </p:cBhvr>
                                      <p:to>
                                        <p:strVal val="hidden"/>
                                      </p:to>
                                    </p:set>
                                  </p:childTnLst>
                                </p:cTn>
                              </p:par>
                              <p:par>
                                <p:cTn id="479" presetID="22" presetClass="entr" presetSubtype="8" fill="hold" nodeType="withEffect">
                                  <p:stCondLst>
                                    <p:cond delay="0"/>
                                  </p:stCondLst>
                                  <p:childTnLst>
                                    <p:set>
                                      <p:cBhvr>
                                        <p:cTn id="480" dur="1" fill="hold">
                                          <p:stCondLst>
                                            <p:cond delay="0"/>
                                          </p:stCondLst>
                                        </p:cTn>
                                        <p:tgtEl>
                                          <p:spTgt spid="210"/>
                                        </p:tgtEl>
                                        <p:attrNameLst>
                                          <p:attrName>style.visibility</p:attrName>
                                        </p:attrNameLst>
                                      </p:cBhvr>
                                      <p:to>
                                        <p:strVal val="visible"/>
                                      </p:to>
                                    </p:set>
                                    <p:animEffect transition="in" filter="wipe(left)">
                                      <p:cBhvr>
                                        <p:cTn id="481" dur="1000"/>
                                        <p:tgtEl>
                                          <p:spTgt spid="210"/>
                                        </p:tgtEl>
                                      </p:cBhvr>
                                    </p:animEffect>
                                  </p:childTnLst>
                                </p:cTn>
                              </p:par>
                            </p:childTnLst>
                          </p:cTn>
                        </p:par>
                      </p:childTnLst>
                    </p:cTn>
                  </p:par>
                  <p:par>
                    <p:cTn id="482" fill="hold">
                      <p:stCondLst>
                        <p:cond delay="indefinite"/>
                      </p:stCondLst>
                      <p:childTnLst>
                        <p:par>
                          <p:cTn id="483" fill="hold">
                            <p:stCondLst>
                              <p:cond delay="0"/>
                            </p:stCondLst>
                            <p:childTnLst>
                              <p:par>
                                <p:cTn id="484" presetID="31" presetClass="entr" presetSubtype="0" fill="hold" grpId="0" nodeType="clickEffect">
                                  <p:stCondLst>
                                    <p:cond delay="0"/>
                                  </p:stCondLst>
                                  <p:childTnLst>
                                    <p:set>
                                      <p:cBhvr>
                                        <p:cTn id="485" dur="1" fill="hold">
                                          <p:stCondLst>
                                            <p:cond delay="0"/>
                                          </p:stCondLst>
                                        </p:cTn>
                                        <p:tgtEl>
                                          <p:spTgt spid="228"/>
                                        </p:tgtEl>
                                        <p:attrNameLst>
                                          <p:attrName>style.visibility</p:attrName>
                                        </p:attrNameLst>
                                      </p:cBhvr>
                                      <p:to>
                                        <p:strVal val="visible"/>
                                      </p:to>
                                    </p:set>
                                    <p:anim calcmode="lin" valueType="num">
                                      <p:cBhvr>
                                        <p:cTn id="486" dur="1000" fill="hold"/>
                                        <p:tgtEl>
                                          <p:spTgt spid="228"/>
                                        </p:tgtEl>
                                        <p:attrNameLst>
                                          <p:attrName>ppt_w</p:attrName>
                                        </p:attrNameLst>
                                      </p:cBhvr>
                                      <p:tavLst>
                                        <p:tav tm="0">
                                          <p:val>
                                            <p:fltVal val="0"/>
                                          </p:val>
                                        </p:tav>
                                        <p:tav tm="100000">
                                          <p:val>
                                            <p:strVal val="#ppt_w"/>
                                          </p:val>
                                        </p:tav>
                                      </p:tavLst>
                                    </p:anim>
                                    <p:anim calcmode="lin" valueType="num">
                                      <p:cBhvr>
                                        <p:cTn id="487" dur="1000" fill="hold"/>
                                        <p:tgtEl>
                                          <p:spTgt spid="228"/>
                                        </p:tgtEl>
                                        <p:attrNameLst>
                                          <p:attrName>ppt_h</p:attrName>
                                        </p:attrNameLst>
                                      </p:cBhvr>
                                      <p:tavLst>
                                        <p:tav tm="0">
                                          <p:val>
                                            <p:fltVal val="0"/>
                                          </p:val>
                                        </p:tav>
                                        <p:tav tm="100000">
                                          <p:val>
                                            <p:strVal val="#ppt_h"/>
                                          </p:val>
                                        </p:tav>
                                      </p:tavLst>
                                    </p:anim>
                                    <p:anim calcmode="lin" valueType="num">
                                      <p:cBhvr>
                                        <p:cTn id="488" dur="1000" fill="hold"/>
                                        <p:tgtEl>
                                          <p:spTgt spid="228"/>
                                        </p:tgtEl>
                                        <p:attrNameLst>
                                          <p:attrName>style.rotation</p:attrName>
                                        </p:attrNameLst>
                                      </p:cBhvr>
                                      <p:tavLst>
                                        <p:tav tm="0">
                                          <p:val>
                                            <p:fltVal val="90"/>
                                          </p:val>
                                        </p:tav>
                                        <p:tav tm="100000">
                                          <p:val>
                                            <p:fltVal val="0"/>
                                          </p:val>
                                        </p:tav>
                                      </p:tavLst>
                                    </p:anim>
                                    <p:animEffect transition="in" filter="fade">
                                      <p:cBhvr>
                                        <p:cTn id="489" dur="1000"/>
                                        <p:tgtEl>
                                          <p:spTgt spid="228"/>
                                        </p:tgtEl>
                                      </p:cBhvr>
                                    </p:animEffect>
                                  </p:childTnLst>
                                </p:cTn>
                              </p:par>
                            </p:childTnLst>
                          </p:cTn>
                        </p:par>
                        <p:par>
                          <p:cTn id="490" fill="hold">
                            <p:stCondLst>
                              <p:cond delay="1000"/>
                            </p:stCondLst>
                            <p:childTnLst>
                              <p:par>
                                <p:cTn id="491" presetID="22" presetClass="exit" presetSubtype="1" fill="hold" nodeType="afterEffect">
                                  <p:stCondLst>
                                    <p:cond delay="0"/>
                                  </p:stCondLst>
                                  <p:childTnLst>
                                    <p:animEffect transition="out" filter="wipe(up)">
                                      <p:cBhvr>
                                        <p:cTn id="492" dur="500"/>
                                        <p:tgtEl>
                                          <p:spTgt spid="210"/>
                                        </p:tgtEl>
                                      </p:cBhvr>
                                    </p:animEffect>
                                    <p:set>
                                      <p:cBhvr>
                                        <p:cTn id="493" dur="1" fill="hold">
                                          <p:stCondLst>
                                            <p:cond delay="499"/>
                                          </p:stCondLst>
                                        </p:cTn>
                                        <p:tgtEl>
                                          <p:spTgt spid="210"/>
                                        </p:tgtEl>
                                        <p:attrNameLst>
                                          <p:attrName>style.visibility</p:attrName>
                                        </p:attrNameLst>
                                      </p:cBhvr>
                                      <p:to>
                                        <p:strVal val="hidden"/>
                                      </p:to>
                                    </p:set>
                                  </p:childTnLst>
                                </p:cTn>
                              </p:par>
                            </p:childTnLst>
                          </p:cTn>
                        </p:par>
                        <p:par>
                          <p:cTn id="494" fill="hold">
                            <p:stCondLst>
                              <p:cond delay="1500"/>
                            </p:stCondLst>
                            <p:childTnLst>
                              <p:par>
                                <p:cTn id="495" presetID="22" presetClass="entr" presetSubtype="1" fill="hold" grpId="0" nodeType="afterEffect">
                                  <p:stCondLst>
                                    <p:cond delay="0"/>
                                  </p:stCondLst>
                                  <p:childTnLst>
                                    <p:set>
                                      <p:cBhvr>
                                        <p:cTn id="496" dur="1" fill="hold">
                                          <p:stCondLst>
                                            <p:cond delay="0"/>
                                          </p:stCondLst>
                                        </p:cTn>
                                        <p:tgtEl>
                                          <p:spTgt spid="227"/>
                                        </p:tgtEl>
                                        <p:attrNameLst>
                                          <p:attrName>style.visibility</p:attrName>
                                        </p:attrNameLst>
                                      </p:cBhvr>
                                      <p:to>
                                        <p:strVal val="visible"/>
                                      </p:to>
                                    </p:set>
                                    <p:animEffect transition="in" filter="wipe(up)">
                                      <p:cBhvr>
                                        <p:cTn id="497" dur="500"/>
                                        <p:tgtEl>
                                          <p:spTgt spid="227"/>
                                        </p:tgtEl>
                                      </p:cBhvr>
                                    </p:animEffect>
                                  </p:childTnLst>
                                </p:cTn>
                              </p:par>
                            </p:childTnLst>
                          </p:cTn>
                        </p:par>
                      </p:childTnLst>
                    </p:cTn>
                  </p:par>
                  <p:par>
                    <p:cTn id="498" fill="hold">
                      <p:stCondLst>
                        <p:cond delay="indefinite"/>
                      </p:stCondLst>
                      <p:childTnLst>
                        <p:par>
                          <p:cTn id="499" fill="hold">
                            <p:stCondLst>
                              <p:cond delay="0"/>
                            </p:stCondLst>
                            <p:childTnLst>
                              <p:par>
                                <p:cTn id="500" presetID="31" presetClass="entr" presetSubtype="0" fill="hold" grpId="0" nodeType="clickEffect">
                                  <p:stCondLst>
                                    <p:cond delay="0"/>
                                  </p:stCondLst>
                                  <p:childTnLst>
                                    <p:set>
                                      <p:cBhvr>
                                        <p:cTn id="501" dur="1" fill="hold">
                                          <p:stCondLst>
                                            <p:cond delay="0"/>
                                          </p:stCondLst>
                                        </p:cTn>
                                        <p:tgtEl>
                                          <p:spTgt spid="77"/>
                                        </p:tgtEl>
                                        <p:attrNameLst>
                                          <p:attrName>style.visibility</p:attrName>
                                        </p:attrNameLst>
                                      </p:cBhvr>
                                      <p:to>
                                        <p:strVal val="visible"/>
                                      </p:to>
                                    </p:set>
                                    <p:anim calcmode="lin" valueType="num">
                                      <p:cBhvr>
                                        <p:cTn id="502" dur="1000" fill="hold"/>
                                        <p:tgtEl>
                                          <p:spTgt spid="77"/>
                                        </p:tgtEl>
                                        <p:attrNameLst>
                                          <p:attrName>ppt_w</p:attrName>
                                        </p:attrNameLst>
                                      </p:cBhvr>
                                      <p:tavLst>
                                        <p:tav tm="0">
                                          <p:val>
                                            <p:fltVal val="0"/>
                                          </p:val>
                                        </p:tav>
                                        <p:tav tm="100000">
                                          <p:val>
                                            <p:strVal val="#ppt_w"/>
                                          </p:val>
                                        </p:tav>
                                      </p:tavLst>
                                    </p:anim>
                                    <p:anim calcmode="lin" valueType="num">
                                      <p:cBhvr>
                                        <p:cTn id="503" dur="1000" fill="hold"/>
                                        <p:tgtEl>
                                          <p:spTgt spid="77"/>
                                        </p:tgtEl>
                                        <p:attrNameLst>
                                          <p:attrName>ppt_h</p:attrName>
                                        </p:attrNameLst>
                                      </p:cBhvr>
                                      <p:tavLst>
                                        <p:tav tm="0">
                                          <p:val>
                                            <p:fltVal val="0"/>
                                          </p:val>
                                        </p:tav>
                                        <p:tav tm="100000">
                                          <p:val>
                                            <p:strVal val="#ppt_h"/>
                                          </p:val>
                                        </p:tav>
                                      </p:tavLst>
                                    </p:anim>
                                    <p:anim calcmode="lin" valueType="num">
                                      <p:cBhvr>
                                        <p:cTn id="504" dur="1000" fill="hold"/>
                                        <p:tgtEl>
                                          <p:spTgt spid="77"/>
                                        </p:tgtEl>
                                        <p:attrNameLst>
                                          <p:attrName>style.rotation</p:attrName>
                                        </p:attrNameLst>
                                      </p:cBhvr>
                                      <p:tavLst>
                                        <p:tav tm="0">
                                          <p:val>
                                            <p:fltVal val="90"/>
                                          </p:val>
                                        </p:tav>
                                        <p:tav tm="100000">
                                          <p:val>
                                            <p:fltVal val="0"/>
                                          </p:val>
                                        </p:tav>
                                      </p:tavLst>
                                    </p:anim>
                                    <p:animEffect transition="in" filter="fade">
                                      <p:cBhvr>
                                        <p:cTn id="505" dur="1000"/>
                                        <p:tgtEl>
                                          <p:spTgt spid="77"/>
                                        </p:tgtEl>
                                      </p:cBhvr>
                                    </p:animEffect>
                                  </p:childTnLst>
                                </p:cTn>
                              </p:par>
                            </p:childTnLst>
                          </p:cTn>
                        </p:par>
                        <p:par>
                          <p:cTn id="506" fill="hold">
                            <p:stCondLst>
                              <p:cond delay="1000"/>
                            </p:stCondLst>
                            <p:childTnLst>
                              <p:par>
                                <p:cTn id="507" presetID="63" presetClass="path" presetSubtype="0" accel="50000" decel="50000" fill="hold" nodeType="afterEffect">
                                  <p:stCondLst>
                                    <p:cond delay="0"/>
                                  </p:stCondLst>
                                  <p:childTnLst>
                                    <p:animMotion origin="layout" path="M 1.04167E-6 4.81481E-6 L 0.02409 0.00023 " pathEditMode="relative" rAng="0" ptsTypes="AA">
                                      <p:cBhvr>
                                        <p:cTn id="508" dur="1000" fill="hold"/>
                                        <p:tgtEl>
                                          <p:spTgt spid="92"/>
                                        </p:tgtEl>
                                        <p:attrNameLst>
                                          <p:attrName>ppt_x</p:attrName>
                                          <p:attrName>ppt_y</p:attrName>
                                        </p:attrNameLst>
                                      </p:cBhvr>
                                      <p:rCtr x="1198" y="0"/>
                                    </p:animMotion>
                                  </p:childTnLst>
                                </p:cTn>
                              </p:par>
                            </p:childTnLst>
                          </p:cTn>
                        </p:par>
                        <p:par>
                          <p:cTn id="509" fill="hold">
                            <p:stCondLst>
                              <p:cond delay="2000"/>
                            </p:stCondLst>
                            <p:childTnLst>
                              <p:par>
                                <p:cTn id="510" presetID="31" presetClass="entr" presetSubtype="0" fill="hold" grpId="0" nodeType="afterEffect">
                                  <p:stCondLst>
                                    <p:cond delay="0"/>
                                  </p:stCondLst>
                                  <p:childTnLst>
                                    <p:set>
                                      <p:cBhvr>
                                        <p:cTn id="511" dur="1" fill="hold">
                                          <p:stCondLst>
                                            <p:cond delay="0"/>
                                          </p:stCondLst>
                                        </p:cTn>
                                        <p:tgtEl>
                                          <p:spTgt spid="78"/>
                                        </p:tgtEl>
                                        <p:attrNameLst>
                                          <p:attrName>style.visibility</p:attrName>
                                        </p:attrNameLst>
                                      </p:cBhvr>
                                      <p:to>
                                        <p:strVal val="visible"/>
                                      </p:to>
                                    </p:set>
                                    <p:anim calcmode="lin" valueType="num">
                                      <p:cBhvr>
                                        <p:cTn id="512" dur="1000" fill="hold"/>
                                        <p:tgtEl>
                                          <p:spTgt spid="78"/>
                                        </p:tgtEl>
                                        <p:attrNameLst>
                                          <p:attrName>ppt_w</p:attrName>
                                        </p:attrNameLst>
                                      </p:cBhvr>
                                      <p:tavLst>
                                        <p:tav tm="0">
                                          <p:val>
                                            <p:fltVal val="0"/>
                                          </p:val>
                                        </p:tav>
                                        <p:tav tm="100000">
                                          <p:val>
                                            <p:strVal val="#ppt_w"/>
                                          </p:val>
                                        </p:tav>
                                      </p:tavLst>
                                    </p:anim>
                                    <p:anim calcmode="lin" valueType="num">
                                      <p:cBhvr>
                                        <p:cTn id="513" dur="1000" fill="hold"/>
                                        <p:tgtEl>
                                          <p:spTgt spid="78"/>
                                        </p:tgtEl>
                                        <p:attrNameLst>
                                          <p:attrName>ppt_h</p:attrName>
                                        </p:attrNameLst>
                                      </p:cBhvr>
                                      <p:tavLst>
                                        <p:tav tm="0">
                                          <p:val>
                                            <p:fltVal val="0"/>
                                          </p:val>
                                        </p:tav>
                                        <p:tav tm="100000">
                                          <p:val>
                                            <p:strVal val="#ppt_h"/>
                                          </p:val>
                                        </p:tav>
                                      </p:tavLst>
                                    </p:anim>
                                    <p:anim calcmode="lin" valueType="num">
                                      <p:cBhvr>
                                        <p:cTn id="514" dur="1000" fill="hold"/>
                                        <p:tgtEl>
                                          <p:spTgt spid="78"/>
                                        </p:tgtEl>
                                        <p:attrNameLst>
                                          <p:attrName>style.rotation</p:attrName>
                                        </p:attrNameLst>
                                      </p:cBhvr>
                                      <p:tavLst>
                                        <p:tav tm="0">
                                          <p:val>
                                            <p:fltVal val="90"/>
                                          </p:val>
                                        </p:tav>
                                        <p:tav tm="100000">
                                          <p:val>
                                            <p:fltVal val="0"/>
                                          </p:val>
                                        </p:tav>
                                      </p:tavLst>
                                    </p:anim>
                                    <p:animEffect transition="in" filter="fade">
                                      <p:cBhvr>
                                        <p:cTn id="515" dur="1000"/>
                                        <p:tgtEl>
                                          <p:spTgt spid="78"/>
                                        </p:tgtEl>
                                      </p:cBhvr>
                                    </p:animEffect>
                                  </p:childTnLst>
                                </p:cTn>
                              </p:par>
                            </p:childTnLst>
                          </p:cTn>
                        </p:par>
                        <p:par>
                          <p:cTn id="516" fill="hold">
                            <p:stCondLst>
                              <p:cond delay="3000"/>
                            </p:stCondLst>
                            <p:childTnLst>
                              <p:par>
                                <p:cTn id="517" presetID="63" presetClass="path" presetSubtype="0" accel="50000" decel="50000" fill="hold" nodeType="afterEffect">
                                  <p:stCondLst>
                                    <p:cond delay="0"/>
                                  </p:stCondLst>
                                  <p:childTnLst>
                                    <p:animMotion origin="layout" path="M 0.02409 0.00023 L 0.05378 4.81481E-6 " pathEditMode="relative" rAng="0" ptsTypes="AA">
                                      <p:cBhvr>
                                        <p:cTn id="518" dur="1000" fill="hold"/>
                                        <p:tgtEl>
                                          <p:spTgt spid="92"/>
                                        </p:tgtEl>
                                        <p:attrNameLst>
                                          <p:attrName>ppt_x</p:attrName>
                                          <p:attrName>ppt_y</p:attrName>
                                        </p:attrNameLst>
                                      </p:cBhvr>
                                      <p:rCtr x="1484" y="-23"/>
                                    </p:animMotion>
                                  </p:childTnLst>
                                </p:cTn>
                              </p:par>
                            </p:childTnLst>
                          </p:cTn>
                        </p:par>
                        <p:par>
                          <p:cTn id="519" fill="hold">
                            <p:stCondLst>
                              <p:cond delay="4000"/>
                            </p:stCondLst>
                            <p:childTnLst>
                              <p:par>
                                <p:cTn id="520" presetID="31" presetClass="entr" presetSubtype="0" fill="hold" grpId="0" nodeType="afterEffect">
                                  <p:stCondLst>
                                    <p:cond delay="0"/>
                                  </p:stCondLst>
                                  <p:childTnLst>
                                    <p:set>
                                      <p:cBhvr>
                                        <p:cTn id="521" dur="1" fill="hold">
                                          <p:stCondLst>
                                            <p:cond delay="0"/>
                                          </p:stCondLst>
                                        </p:cTn>
                                        <p:tgtEl>
                                          <p:spTgt spid="79"/>
                                        </p:tgtEl>
                                        <p:attrNameLst>
                                          <p:attrName>style.visibility</p:attrName>
                                        </p:attrNameLst>
                                      </p:cBhvr>
                                      <p:to>
                                        <p:strVal val="visible"/>
                                      </p:to>
                                    </p:set>
                                    <p:anim calcmode="lin" valueType="num">
                                      <p:cBhvr>
                                        <p:cTn id="522" dur="1000" fill="hold"/>
                                        <p:tgtEl>
                                          <p:spTgt spid="79"/>
                                        </p:tgtEl>
                                        <p:attrNameLst>
                                          <p:attrName>ppt_w</p:attrName>
                                        </p:attrNameLst>
                                      </p:cBhvr>
                                      <p:tavLst>
                                        <p:tav tm="0">
                                          <p:val>
                                            <p:fltVal val="0"/>
                                          </p:val>
                                        </p:tav>
                                        <p:tav tm="100000">
                                          <p:val>
                                            <p:strVal val="#ppt_w"/>
                                          </p:val>
                                        </p:tav>
                                      </p:tavLst>
                                    </p:anim>
                                    <p:anim calcmode="lin" valueType="num">
                                      <p:cBhvr>
                                        <p:cTn id="523" dur="1000" fill="hold"/>
                                        <p:tgtEl>
                                          <p:spTgt spid="79"/>
                                        </p:tgtEl>
                                        <p:attrNameLst>
                                          <p:attrName>ppt_h</p:attrName>
                                        </p:attrNameLst>
                                      </p:cBhvr>
                                      <p:tavLst>
                                        <p:tav tm="0">
                                          <p:val>
                                            <p:fltVal val="0"/>
                                          </p:val>
                                        </p:tav>
                                        <p:tav tm="100000">
                                          <p:val>
                                            <p:strVal val="#ppt_h"/>
                                          </p:val>
                                        </p:tav>
                                      </p:tavLst>
                                    </p:anim>
                                    <p:anim calcmode="lin" valueType="num">
                                      <p:cBhvr>
                                        <p:cTn id="524" dur="1000" fill="hold"/>
                                        <p:tgtEl>
                                          <p:spTgt spid="79"/>
                                        </p:tgtEl>
                                        <p:attrNameLst>
                                          <p:attrName>style.rotation</p:attrName>
                                        </p:attrNameLst>
                                      </p:cBhvr>
                                      <p:tavLst>
                                        <p:tav tm="0">
                                          <p:val>
                                            <p:fltVal val="90"/>
                                          </p:val>
                                        </p:tav>
                                        <p:tav tm="100000">
                                          <p:val>
                                            <p:fltVal val="0"/>
                                          </p:val>
                                        </p:tav>
                                      </p:tavLst>
                                    </p:anim>
                                    <p:animEffect transition="in" filter="fade">
                                      <p:cBhvr>
                                        <p:cTn id="525" dur="1000"/>
                                        <p:tgtEl>
                                          <p:spTgt spid="79"/>
                                        </p:tgtEl>
                                      </p:cBhvr>
                                    </p:animEffect>
                                  </p:childTnLst>
                                </p:cTn>
                              </p:par>
                            </p:childTnLst>
                          </p:cTn>
                        </p:par>
                        <p:par>
                          <p:cTn id="526" fill="hold">
                            <p:stCondLst>
                              <p:cond delay="5000"/>
                            </p:stCondLst>
                            <p:childTnLst>
                              <p:par>
                                <p:cTn id="527" presetID="63" presetClass="path" presetSubtype="0" accel="50000" decel="50000" fill="hold" nodeType="afterEffect">
                                  <p:stCondLst>
                                    <p:cond delay="0"/>
                                  </p:stCondLst>
                                  <p:childTnLst>
                                    <p:animMotion origin="layout" path="M 0.05378 4.81481E-6 L 0.08555 0.00069 " pathEditMode="relative" rAng="0" ptsTypes="AA">
                                      <p:cBhvr>
                                        <p:cTn id="528" dur="1000" fill="hold"/>
                                        <p:tgtEl>
                                          <p:spTgt spid="92"/>
                                        </p:tgtEl>
                                        <p:attrNameLst>
                                          <p:attrName>ppt_x</p:attrName>
                                          <p:attrName>ppt_y</p:attrName>
                                        </p:attrNameLst>
                                      </p:cBhvr>
                                      <p:rCtr x="1589" y="23"/>
                                    </p:animMotion>
                                  </p:childTnLst>
                                </p:cTn>
                              </p:par>
                            </p:childTnLst>
                          </p:cTn>
                        </p:par>
                        <p:par>
                          <p:cTn id="529" fill="hold">
                            <p:stCondLst>
                              <p:cond delay="6000"/>
                            </p:stCondLst>
                            <p:childTnLst>
                              <p:par>
                                <p:cTn id="530" presetID="31" presetClass="entr" presetSubtype="0" fill="hold" grpId="0" nodeType="afterEffect">
                                  <p:stCondLst>
                                    <p:cond delay="0"/>
                                  </p:stCondLst>
                                  <p:childTnLst>
                                    <p:set>
                                      <p:cBhvr>
                                        <p:cTn id="531" dur="1" fill="hold">
                                          <p:stCondLst>
                                            <p:cond delay="0"/>
                                          </p:stCondLst>
                                        </p:cTn>
                                        <p:tgtEl>
                                          <p:spTgt spid="80"/>
                                        </p:tgtEl>
                                        <p:attrNameLst>
                                          <p:attrName>style.visibility</p:attrName>
                                        </p:attrNameLst>
                                      </p:cBhvr>
                                      <p:to>
                                        <p:strVal val="visible"/>
                                      </p:to>
                                    </p:set>
                                    <p:anim calcmode="lin" valueType="num">
                                      <p:cBhvr>
                                        <p:cTn id="532" dur="1000" fill="hold"/>
                                        <p:tgtEl>
                                          <p:spTgt spid="80"/>
                                        </p:tgtEl>
                                        <p:attrNameLst>
                                          <p:attrName>ppt_w</p:attrName>
                                        </p:attrNameLst>
                                      </p:cBhvr>
                                      <p:tavLst>
                                        <p:tav tm="0">
                                          <p:val>
                                            <p:fltVal val="0"/>
                                          </p:val>
                                        </p:tav>
                                        <p:tav tm="100000">
                                          <p:val>
                                            <p:strVal val="#ppt_w"/>
                                          </p:val>
                                        </p:tav>
                                      </p:tavLst>
                                    </p:anim>
                                    <p:anim calcmode="lin" valueType="num">
                                      <p:cBhvr>
                                        <p:cTn id="533" dur="1000" fill="hold"/>
                                        <p:tgtEl>
                                          <p:spTgt spid="80"/>
                                        </p:tgtEl>
                                        <p:attrNameLst>
                                          <p:attrName>ppt_h</p:attrName>
                                        </p:attrNameLst>
                                      </p:cBhvr>
                                      <p:tavLst>
                                        <p:tav tm="0">
                                          <p:val>
                                            <p:fltVal val="0"/>
                                          </p:val>
                                        </p:tav>
                                        <p:tav tm="100000">
                                          <p:val>
                                            <p:strVal val="#ppt_h"/>
                                          </p:val>
                                        </p:tav>
                                      </p:tavLst>
                                    </p:anim>
                                    <p:anim calcmode="lin" valueType="num">
                                      <p:cBhvr>
                                        <p:cTn id="534" dur="1000" fill="hold"/>
                                        <p:tgtEl>
                                          <p:spTgt spid="80"/>
                                        </p:tgtEl>
                                        <p:attrNameLst>
                                          <p:attrName>style.rotation</p:attrName>
                                        </p:attrNameLst>
                                      </p:cBhvr>
                                      <p:tavLst>
                                        <p:tav tm="0">
                                          <p:val>
                                            <p:fltVal val="90"/>
                                          </p:val>
                                        </p:tav>
                                        <p:tav tm="100000">
                                          <p:val>
                                            <p:fltVal val="0"/>
                                          </p:val>
                                        </p:tav>
                                      </p:tavLst>
                                    </p:anim>
                                    <p:animEffect transition="in" filter="fade">
                                      <p:cBhvr>
                                        <p:cTn id="535" dur="1000"/>
                                        <p:tgtEl>
                                          <p:spTgt spid="80"/>
                                        </p:tgtEl>
                                      </p:cBhvr>
                                    </p:animEffect>
                                  </p:childTnLst>
                                </p:cTn>
                              </p:par>
                            </p:childTnLst>
                          </p:cTn>
                        </p:par>
                        <p:par>
                          <p:cTn id="536" fill="hold">
                            <p:stCondLst>
                              <p:cond delay="7000"/>
                            </p:stCondLst>
                            <p:childTnLst>
                              <p:par>
                                <p:cTn id="537" presetID="22" presetClass="exit" presetSubtype="1" fill="hold" grpId="1" nodeType="afterEffect">
                                  <p:stCondLst>
                                    <p:cond delay="0"/>
                                  </p:stCondLst>
                                  <p:childTnLst>
                                    <p:animEffect transition="out" filter="wipe(up)">
                                      <p:cBhvr>
                                        <p:cTn id="538" dur="500"/>
                                        <p:tgtEl>
                                          <p:spTgt spid="227"/>
                                        </p:tgtEl>
                                      </p:cBhvr>
                                    </p:animEffect>
                                    <p:set>
                                      <p:cBhvr>
                                        <p:cTn id="539" dur="1" fill="hold">
                                          <p:stCondLst>
                                            <p:cond delay="499"/>
                                          </p:stCondLst>
                                        </p:cTn>
                                        <p:tgtEl>
                                          <p:spTgt spid="227"/>
                                        </p:tgtEl>
                                        <p:attrNameLst>
                                          <p:attrName>style.visibility</p:attrName>
                                        </p:attrNameLst>
                                      </p:cBhvr>
                                      <p:to>
                                        <p:strVal val="hidden"/>
                                      </p:to>
                                    </p:set>
                                  </p:childTnLst>
                                </p:cTn>
                              </p:par>
                            </p:childTnLst>
                          </p:cTn>
                        </p:par>
                        <p:par>
                          <p:cTn id="540" fill="hold">
                            <p:stCondLst>
                              <p:cond delay="7500"/>
                            </p:stCondLst>
                            <p:childTnLst>
                              <p:par>
                                <p:cTn id="541" presetID="22" presetClass="entr" presetSubtype="1" fill="hold" grpId="0" nodeType="afterEffect">
                                  <p:stCondLst>
                                    <p:cond delay="0"/>
                                  </p:stCondLst>
                                  <p:childTnLst>
                                    <p:set>
                                      <p:cBhvr>
                                        <p:cTn id="542" dur="1" fill="hold">
                                          <p:stCondLst>
                                            <p:cond delay="0"/>
                                          </p:stCondLst>
                                        </p:cTn>
                                        <p:tgtEl>
                                          <p:spTgt spid="221"/>
                                        </p:tgtEl>
                                        <p:attrNameLst>
                                          <p:attrName>style.visibility</p:attrName>
                                        </p:attrNameLst>
                                      </p:cBhvr>
                                      <p:to>
                                        <p:strVal val="visible"/>
                                      </p:to>
                                    </p:set>
                                    <p:animEffect transition="in" filter="wipe(up)">
                                      <p:cBhvr>
                                        <p:cTn id="543" dur="500"/>
                                        <p:tgtEl>
                                          <p:spTgt spid="221"/>
                                        </p:tgtEl>
                                      </p:cBhvr>
                                    </p:animEffect>
                                  </p:childTnLst>
                                </p:cTn>
                              </p:par>
                            </p:childTnLst>
                          </p:cTn>
                        </p:par>
                      </p:childTnLst>
                    </p:cTn>
                  </p:par>
                  <p:par>
                    <p:cTn id="544" fill="hold">
                      <p:stCondLst>
                        <p:cond delay="indefinite"/>
                      </p:stCondLst>
                      <p:childTnLst>
                        <p:par>
                          <p:cTn id="545" fill="hold">
                            <p:stCondLst>
                              <p:cond delay="0"/>
                            </p:stCondLst>
                            <p:childTnLst>
                              <p:par>
                                <p:cTn id="546" presetID="6" presetClass="emph" presetSubtype="0" autoRev="1" fill="hold" grpId="1" nodeType="clickEffect">
                                  <p:stCondLst>
                                    <p:cond delay="0"/>
                                  </p:stCondLst>
                                  <p:childTnLst>
                                    <p:animScale>
                                      <p:cBhvr>
                                        <p:cTn id="547" dur="1000" fill="hold"/>
                                        <p:tgtEl>
                                          <p:spTgt spid="79"/>
                                        </p:tgtEl>
                                      </p:cBhvr>
                                      <p:by x="150000" y="150000"/>
                                    </p:animScale>
                                  </p:childTnLst>
                                </p:cTn>
                              </p:par>
                            </p:childTnLst>
                          </p:cTn>
                        </p:par>
                        <p:par>
                          <p:cTn id="548" fill="hold">
                            <p:stCondLst>
                              <p:cond delay="2000"/>
                            </p:stCondLst>
                            <p:childTnLst>
                              <p:par>
                                <p:cTn id="549" presetID="3" presetClass="emph" presetSubtype="2" fill="hold" grpId="2" nodeType="afterEffect">
                                  <p:stCondLst>
                                    <p:cond delay="0"/>
                                  </p:stCondLst>
                                  <p:childTnLst>
                                    <p:animClr clrSpc="rgb" dir="cw">
                                      <p:cBhvr override="childStyle">
                                        <p:cTn id="550" dur="500" fill="hold"/>
                                        <p:tgtEl>
                                          <p:spTgt spid="79"/>
                                        </p:tgtEl>
                                        <p:attrNameLst>
                                          <p:attrName>style.color</p:attrName>
                                        </p:attrNameLst>
                                      </p:cBhvr>
                                      <p:to>
                                        <a:srgbClr val="FF0000"/>
                                      </p:to>
                                    </p:animClr>
                                  </p:childTnLst>
                                </p:cTn>
                              </p:par>
                            </p:childTnLst>
                          </p:cTn>
                        </p:par>
                        <p:par>
                          <p:cTn id="551" fill="hold">
                            <p:stCondLst>
                              <p:cond delay="2500"/>
                            </p:stCondLst>
                            <p:childTnLst>
                              <p:par>
                                <p:cTn id="552" presetID="42" presetClass="entr" presetSubtype="0" fill="hold" grpId="0" nodeType="afterEffect">
                                  <p:stCondLst>
                                    <p:cond delay="0"/>
                                  </p:stCondLst>
                                  <p:childTnLst>
                                    <p:set>
                                      <p:cBhvr>
                                        <p:cTn id="553" dur="1" fill="hold">
                                          <p:stCondLst>
                                            <p:cond delay="0"/>
                                          </p:stCondLst>
                                        </p:cTn>
                                        <p:tgtEl>
                                          <p:spTgt spid="182"/>
                                        </p:tgtEl>
                                        <p:attrNameLst>
                                          <p:attrName>style.visibility</p:attrName>
                                        </p:attrNameLst>
                                      </p:cBhvr>
                                      <p:to>
                                        <p:strVal val="visible"/>
                                      </p:to>
                                    </p:set>
                                    <p:animEffect transition="in" filter="fade">
                                      <p:cBhvr>
                                        <p:cTn id="554" dur="1000"/>
                                        <p:tgtEl>
                                          <p:spTgt spid="182"/>
                                        </p:tgtEl>
                                      </p:cBhvr>
                                    </p:animEffect>
                                    <p:anim calcmode="lin" valueType="num">
                                      <p:cBhvr>
                                        <p:cTn id="555" dur="1000" fill="hold"/>
                                        <p:tgtEl>
                                          <p:spTgt spid="182"/>
                                        </p:tgtEl>
                                        <p:attrNameLst>
                                          <p:attrName>ppt_x</p:attrName>
                                        </p:attrNameLst>
                                      </p:cBhvr>
                                      <p:tavLst>
                                        <p:tav tm="0">
                                          <p:val>
                                            <p:strVal val="#ppt_x"/>
                                          </p:val>
                                        </p:tav>
                                        <p:tav tm="100000">
                                          <p:val>
                                            <p:strVal val="#ppt_x"/>
                                          </p:val>
                                        </p:tav>
                                      </p:tavLst>
                                    </p:anim>
                                    <p:anim calcmode="lin" valueType="num">
                                      <p:cBhvr>
                                        <p:cTn id="556" dur="1000" fill="hold"/>
                                        <p:tgtEl>
                                          <p:spTgt spid="182"/>
                                        </p:tgtEl>
                                        <p:attrNameLst>
                                          <p:attrName>ppt_y</p:attrName>
                                        </p:attrNameLst>
                                      </p:cBhvr>
                                      <p:tavLst>
                                        <p:tav tm="0">
                                          <p:val>
                                            <p:strVal val="#ppt_y+.1"/>
                                          </p:val>
                                        </p:tav>
                                        <p:tav tm="100000">
                                          <p:val>
                                            <p:strVal val="#ppt_y"/>
                                          </p:val>
                                        </p:tav>
                                      </p:tavLst>
                                    </p:anim>
                                  </p:childTnLst>
                                </p:cTn>
                              </p:par>
                            </p:childTnLst>
                          </p:cTn>
                        </p:par>
                        <p:par>
                          <p:cTn id="557" fill="hold">
                            <p:stCondLst>
                              <p:cond delay="3500"/>
                            </p:stCondLst>
                            <p:childTnLst>
                              <p:par>
                                <p:cTn id="558" presetID="22" presetClass="exit" presetSubtype="1" fill="hold" grpId="1" nodeType="afterEffect">
                                  <p:stCondLst>
                                    <p:cond delay="0"/>
                                  </p:stCondLst>
                                  <p:childTnLst>
                                    <p:animEffect transition="out" filter="wipe(up)">
                                      <p:cBhvr>
                                        <p:cTn id="559" dur="500"/>
                                        <p:tgtEl>
                                          <p:spTgt spid="221"/>
                                        </p:tgtEl>
                                      </p:cBhvr>
                                    </p:animEffect>
                                    <p:set>
                                      <p:cBhvr>
                                        <p:cTn id="560" dur="1" fill="hold">
                                          <p:stCondLst>
                                            <p:cond delay="499"/>
                                          </p:stCondLst>
                                        </p:cTn>
                                        <p:tgtEl>
                                          <p:spTgt spid="221"/>
                                        </p:tgtEl>
                                        <p:attrNameLst>
                                          <p:attrName>style.visibility</p:attrName>
                                        </p:attrNameLst>
                                      </p:cBhvr>
                                      <p:to>
                                        <p:strVal val="hidden"/>
                                      </p:to>
                                    </p:set>
                                  </p:childTnLst>
                                </p:cTn>
                              </p:par>
                            </p:childTnLst>
                          </p:cTn>
                        </p:par>
                        <p:par>
                          <p:cTn id="561" fill="hold">
                            <p:stCondLst>
                              <p:cond delay="4000"/>
                            </p:stCondLst>
                            <p:childTnLst>
                              <p:par>
                                <p:cTn id="562" presetID="22" presetClass="entr" presetSubtype="8" fill="hold" nodeType="afterEffect">
                                  <p:stCondLst>
                                    <p:cond delay="0"/>
                                  </p:stCondLst>
                                  <p:childTnLst>
                                    <p:set>
                                      <p:cBhvr>
                                        <p:cTn id="563" dur="1" fill="hold">
                                          <p:stCondLst>
                                            <p:cond delay="0"/>
                                          </p:stCondLst>
                                        </p:cTn>
                                        <p:tgtEl>
                                          <p:spTgt spid="217"/>
                                        </p:tgtEl>
                                        <p:attrNameLst>
                                          <p:attrName>style.visibility</p:attrName>
                                        </p:attrNameLst>
                                      </p:cBhvr>
                                      <p:to>
                                        <p:strVal val="visible"/>
                                      </p:to>
                                    </p:set>
                                    <p:animEffect transition="in" filter="wipe(left)">
                                      <p:cBhvr>
                                        <p:cTn id="564" dur="1000"/>
                                        <p:tgtEl>
                                          <p:spTgt spid="217"/>
                                        </p:tgtEl>
                                      </p:cBhvr>
                                    </p:animEffect>
                                  </p:childTnLst>
                                </p:cTn>
                              </p:par>
                            </p:childTnLst>
                          </p:cTn>
                        </p:par>
                      </p:childTnLst>
                    </p:cTn>
                  </p:par>
                  <p:par>
                    <p:cTn id="565" fill="hold">
                      <p:stCondLst>
                        <p:cond delay="indefinite"/>
                      </p:stCondLst>
                      <p:childTnLst>
                        <p:par>
                          <p:cTn id="566" fill="hold">
                            <p:stCondLst>
                              <p:cond delay="0"/>
                            </p:stCondLst>
                            <p:childTnLst>
                              <p:par>
                                <p:cTn id="567" presetID="22" presetClass="exit" presetSubtype="1" fill="hold" nodeType="clickEffect">
                                  <p:stCondLst>
                                    <p:cond delay="0"/>
                                  </p:stCondLst>
                                  <p:childTnLst>
                                    <p:animEffect transition="out" filter="wipe(up)">
                                      <p:cBhvr>
                                        <p:cTn id="568" dur="500"/>
                                        <p:tgtEl>
                                          <p:spTgt spid="217"/>
                                        </p:tgtEl>
                                      </p:cBhvr>
                                    </p:animEffect>
                                    <p:set>
                                      <p:cBhvr>
                                        <p:cTn id="569" dur="1" fill="hold">
                                          <p:stCondLst>
                                            <p:cond delay="499"/>
                                          </p:stCondLst>
                                        </p:cTn>
                                        <p:tgtEl>
                                          <p:spTgt spid="217"/>
                                        </p:tgtEl>
                                        <p:attrNameLst>
                                          <p:attrName>style.visibility</p:attrName>
                                        </p:attrNameLst>
                                      </p:cBhvr>
                                      <p:to>
                                        <p:strVal val="hidden"/>
                                      </p:to>
                                    </p:set>
                                  </p:childTnLst>
                                </p:cTn>
                              </p:par>
                            </p:childTnLst>
                          </p:cTn>
                        </p:par>
                        <p:par>
                          <p:cTn id="570" fill="hold">
                            <p:stCondLst>
                              <p:cond delay="500"/>
                            </p:stCondLst>
                            <p:childTnLst>
                              <p:par>
                                <p:cTn id="571" presetID="22" presetClass="entr" presetSubtype="8" fill="hold" nodeType="afterEffect">
                                  <p:stCondLst>
                                    <p:cond delay="0"/>
                                  </p:stCondLst>
                                  <p:childTnLst>
                                    <p:set>
                                      <p:cBhvr>
                                        <p:cTn id="572" dur="1" fill="hold">
                                          <p:stCondLst>
                                            <p:cond delay="0"/>
                                          </p:stCondLst>
                                        </p:cTn>
                                        <p:tgtEl>
                                          <p:spTgt spid="222"/>
                                        </p:tgtEl>
                                        <p:attrNameLst>
                                          <p:attrName>style.visibility</p:attrName>
                                        </p:attrNameLst>
                                      </p:cBhvr>
                                      <p:to>
                                        <p:strVal val="visible"/>
                                      </p:to>
                                    </p:set>
                                    <p:animEffect transition="in" filter="wipe(left)">
                                      <p:cBhvr>
                                        <p:cTn id="573" dur="1000"/>
                                        <p:tgtEl>
                                          <p:spTgt spid="222"/>
                                        </p:tgtEl>
                                      </p:cBhvr>
                                    </p:animEffect>
                                  </p:childTnLst>
                                </p:cTn>
                              </p:par>
                            </p:childTnLst>
                          </p:cTn>
                        </p:par>
                        <p:par>
                          <p:cTn id="574" fill="hold">
                            <p:stCondLst>
                              <p:cond delay="1500"/>
                            </p:stCondLst>
                            <p:childTnLst>
                              <p:par>
                                <p:cTn id="575" presetID="21" presetClass="entr" presetSubtype="1" fill="hold" grpId="0" nodeType="afterEffect">
                                  <p:stCondLst>
                                    <p:cond delay="0"/>
                                  </p:stCondLst>
                                  <p:childTnLst>
                                    <p:set>
                                      <p:cBhvr>
                                        <p:cTn id="576" dur="1" fill="hold">
                                          <p:stCondLst>
                                            <p:cond delay="0"/>
                                          </p:stCondLst>
                                        </p:cTn>
                                        <p:tgtEl>
                                          <p:spTgt spid="211"/>
                                        </p:tgtEl>
                                        <p:attrNameLst>
                                          <p:attrName>style.visibility</p:attrName>
                                        </p:attrNameLst>
                                      </p:cBhvr>
                                      <p:to>
                                        <p:strVal val="visible"/>
                                      </p:to>
                                    </p:set>
                                    <p:animEffect transition="in" filter="wheel(1)">
                                      <p:cBhvr>
                                        <p:cTn id="577" dur="2000"/>
                                        <p:tgtEl>
                                          <p:spTgt spid="211"/>
                                        </p:tgtEl>
                                      </p:cBhvr>
                                    </p:animEffect>
                                  </p:childTnLst>
                                </p:cTn>
                              </p:par>
                            </p:childTnLst>
                          </p:cTn>
                        </p:par>
                        <p:par>
                          <p:cTn id="578" fill="hold">
                            <p:stCondLst>
                              <p:cond delay="3500"/>
                            </p:stCondLst>
                            <p:childTnLst>
                              <p:par>
                                <p:cTn id="579" presetID="22" presetClass="entr" presetSubtype="2" fill="hold" nodeType="afterEffect">
                                  <p:stCondLst>
                                    <p:cond delay="0"/>
                                  </p:stCondLst>
                                  <p:childTnLst>
                                    <p:set>
                                      <p:cBhvr>
                                        <p:cTn id="580" dur="1" fill="hold">
                                          <p:stCondLst>
                                            <p:cond delay="0"/>
                                          </p:stCondLst>
                                        </p:cTn>
                                        <p:tgtEl>
                                          <p:spTgt spid="197"/>
                                        </p:tgtEl>
                                        <p:attrNameLst>
                                          <p:attrName>style.visibility</p:attrName>
                                        </p:attrNameLst>
                                      </p:cBhvr>
                                      <p:to>
                                        <p:strVal val="visible"/>
                                      </p:to>
                                    </p:set>
                                    <p:animEffect transition="in" filter="wipe(right)">
                                      <p:cBhvr>
                                        <p:cTn id="581" dur="1000"/>
                                        <p:tgtEl>
                                          <p:spTgt spid="197"/>
                                        </p:tgtEl>
                                      </p:cBhvr>
                                    </p:animEffect>
                                  </p:childTnLst>
                                </p:cTn>
                              </p:par>
                            </p:childTnLst>
                          </p:cTn>
                        </p:par>
                        <p:par>
                          <p:cTn id="582" fill="hold">
                            <p:stCondLst>
                              <p:cond delay="4500"/>
                            </p:stCondLst>
                            <p:childTnLst>
                              <p:par>
                                <p:cTn id="583" presetID="21" presetClass="entr" presetSubtype="1" fill="hold" grpId="0" nodeType="afterEffect">
                                  <p:stCondLst>
                                    <p:cond delay="0"/>
                                  </p:stCondLst>
                                  <p:childTnLst>
                                    <p:set>
                                      <p:cBhvr>
                                        <p:cTn id="584" dur="1" fill="hold">
                                          <p:stCondLst>
                                            <p:cond delay="0"/>
                                          </p:stCondLst>
                                        </p:cTn>
                                        <p:tgtEl>
                                          <p:spTgt spid="213"/>
                                        </p:tgtEl>
                                        <p:attrNameLst>
                                          <p:attrName>style.visibility</p:attrName>
                                        </p:attrNameLst>
                                      </p:cBhvr>
                                      <p:to>
                                        <p:strVal val="visible"/>
                                      </p:to>
                                    </p:set>
                                    <p:animEffect transition="in" filter="wheel(1)">
                                      <p:cBhvr>
                                        <p:cTn id="585" dur="1000"/>
                                        <p:tgtEl>
                                          <p:spTgt spid="213"/>
                                        </p:tgtEl>
                                      </p:cBhvr>
                                    </p:animEffect>
                                  </p:childTnLst>
                                </p:cTn>
                              </p:par>
                              <p:par>
                                <p:cTn id="586" presetID="22" presetClass="entr" presetSubtype="8" fill="hold" grpId="0" nodeType="withEffect">
                                  <p:stCondLst>
                                    <p:cond delay="0"/>
                                  </p:stCondLst>
                                  <p:childTnLst>
                                    <p:set>
                                      <p:cBhvr>
                                        <p:cTn id="587" dur="1" fill="hold">
                                          <p:stCondLst>
                                            <p:cond delay="0"/>
                                          </p:stCondLst>
                                        </p:cTn>
                                        <p:tgtEl>
                                          <p:spTgt spid="116"/>
                                        </p:tgtEl>
                                        <p:attrNameLst>
                                          <p:attrName>style.visibility</p:attrName>
                                        </p:attrNameLst>
                                      </p:cBhvr>
                                      <p:to>
                                        <p:strVal val="visible"/>
                                      </p:to>
                                    </p:set>
                                    <p:animEffect transition="in" filter="wipe(left)">
                                      <p:cBhvr>
                                        <p:cTn id="588" dur="500"/>
                                        <p:tgtEl>
                                          <p:spTgt spid="116"/>
                                        </p:tgtEl>
                                      </p:cBhvr>
                                    </p:animEffect>
                                  </p:childTnLst>
                                </p:cTn>
                              </p:par>
                            </p:childTnLst>
                          </p:cTn>
                        </p:par>
                        <p:par>
                          <p:cTn id="589" fill="hold">
                            <p:stCondLst>
                              <p:cond delay="5500"/>
                            </p:stCondLst>
                            <p:childTnLst>
                              <p:par>
                                <p:cTn id="590" presetID="42" presetClass="entr" presetSubtype="0" fill="hold" nodeType="afterEffect">
                                  <p:stCondLst>
                                    <p:cond delay="0"/>
                                  </p:stCondLst>
                                  <p:childTnLst>
                                    <p:set>
                                      <p:cBhvr>
                                        <p:cTn id="591" dur="1" fill="hold">
                                          <p:stCondLst>
                                            <p:cond delay="0"/>
                                          </p:stCondLst>
                                        </p:cTn>
                                        <p:tgtEl>
                                          <p:spTgt spid="117"/>
                                        </p:tgtEl>
                                        <p:attrNameLst>
                                          <p:attrName>style.visibility</p:attrName>
                                        </p:attrNameLst>
                                      </p:cBhvr>
                                      <p:to>
                                        <p:strVal val="visible"/>
                                      </p:to>
                                    </p:set>
                                    <p:animEffect transition="in" filter="fade">
                                      <p:cBhvr>
                                        <p:cTn id="592" dur="1000"/>
                                        <p:tgtEl>
                                          <p:spTgt spid="117"/>
                                        </p:tgtEl>
                                      </p:cBhvr>
                                    </p:animEffect>
                                    <p:anim calcmode="lin" valueType="num">
                                      <p:cBhvr>
                                        <p:cTn id="593" dur="1000" fill="hold"/>
                                        <p:tgtEl>
                                          <p:spTgt spid="117"/>
                                        </p:tgtEl>
                                        <p:attrNameLst>
                                          <p:attrName>ppt_x</p:attrName>
                                        </p:attrNameLst>
                                      </p:cBhvr>
                                      <p:tavLst>
                                        <p:tav tm="0">
                                          <p:val>
                                            <p:strVal val="#ppt_x"/>
                                          </p:val>
                                        </p:tav>
                                        <p:tav tm="100000">
                                          <p:val>
                                            <p:strVal val="#ppt_x"/>
                                          </p:val>
                                        </p:tav>
                                      </p:tavLst>
                                    </p:anim>
                                    <p:anim calcmode="lin" valueType="num">
                                      <p:cBhvr>
                                        <p:cTn id="594" dur="1000" fill="hold"/>
                                        <p:tgtEl>
                                          <p:spTgt spid="117"/>
                                        </p:tgtEl>
                                        <p:attrNameLst>
                                          <p:attrName>ppt_y</p:attrName>
                                        </p:attrNameLst>
                                      </p:cBhvr>
                                      <p:tavLst>
                                        <p:tav tm="0">
                                          <p:val>
                                            <p:strVal val="#ppt_y+.1"/>
                                          </p:val>
                                        </p:tav>
                                        <p:tav tm="100000">
                                          <p:val>
                                            <p:strVal val="#ppt_y"/>
                                          </p:val>
                                        </p:tav>
                                      </p:tavLst>
                                    </p:anim>
                                  </p:childTnLst>
                                </p:cTn>
                              </p:par>
                            </p:childTnLst>
                          </p:cTn>
                        </p:par>
                        <p:par>
                          <p:cTn id="595" fill="hold">
                            <p:stCondLst>
                              <p:cond delay="6500"/>
                            </p:stCondLst>
                            <p:childTnLst>
                              <p:par>
                                <p:cTn id="596" presetID="21" presetClass="entr" presetSubtype="1" fill="hold" grpId="0" nodeType="afterEffect">
                                  <p:stCondLst>
                                    <p:cond delay="0"/>
                                  </p:stCondLst>
                                  <p:childTnLst>
                                    <p:set>
                                      <p:cBhvr>
                                        <p:cTn id="597" dur="1" fill="hold">
                                          <p:stCondLst>
                                            <p:cond delay="0"/>
                                          </p:stCondLst>
                                        </p:cTn>
                                        <p:tgtEl>
                                          <p:spTgt spid="216"/>
                                        </p:tgtEl>
                                        <p:attrNameLst>
                                          <p:attrName>style.visibility</p:attrName>
                                        </p:attrNameLst>
                                      </p:cBhvr>
                                      <p:to>
                                        <p:strVal val="visible"/>
                                      </p:to>
                                    </p:set>
                                    <p:animEffect transition="in" filter="wheel(1)">
                                      <p:cBhvr>
                                        <p:cTn id="598" dur="1000"/>
                                        <p:tgtEl>
                                          <p:spTgt spid="216"/>
                                        </p:tgtEl>
                                      </p:cBhvr>
                                    </p:animEffect>
                                  </p:childTnLst>
                                </p:cTn>
                              </p:par>
                            </p:childTnLst>
                          </p:cTn>
                        </p:par>
                        <p:par>
                          <p:cTn id="599" fill="hold">
                            <p:stCondLst>
                              <p:cond delay="7500"/>
                            </p:stCondLst>
                            <p:childTnLst>
                              <p:par>
                                <p:cTn id="600" presetID="42" presetClass="entr" presetSubtype="0" fill="hold" nodeType="afterEffect">
                                  <p:stCondLst>
                                    <p:cond delay="0"/>
                                  </p:stCondLst>
                                  <p:childTnLst>
                                    <p:set>
                                      <p:cBhvr>
                                        <p:cTn id="601" dur="1" fill="hold">
                                          <p:stCondLst>
                                            <p:cond delay="0"/>
                                          </p:stCondLst>
                                        </p:cTn>
                                        <p:tgtEl>
                                          <p:spTgt spid="120"/>
                                        </p:tgtEl>
                                        <p:attrNameLst>
                                          <p:attrName>style.visibility</p:attrName>
                                        </p:attrNameLst>
                                      </p:cBhvr>
                                      <p:to>
                                        <p:strVal val="visible"/>
                                      </p:to>
                                    </p:set>
                                    <p:animEffect transition="in" filter="fade">
                                      <p:cBhvr>
                                        <p:cTn id="602" dur="1000"/>
                                        <p:tgtEl>
                                          <p:spTgt spid="120"/>
                                        </p:tgtEl>
                                      </p:cBhvr>
                                    </p:animEffect>
                                    <p:anim calcmode="lin" valueType="num">
                                      <p:cBhvr>
                                        <p:cTn id="603" dur="1000" fill="hold"/>
                                        <p:tgtEl>
                                          <p:spTgt spid="120"/>
                                        </p:tgtEl>
                                        <p:attrNameLst>
                                          <p:attrName>ppt_x</p:attrName>
                                        </p:attrNameLst>
                                      </p:cBhvr>
                                      <p:tavLst>
                                        <p:tav tm="0">
                                          <p:val>
                                            <p:strVal val="#ppt_x"/>
                                          </p:val>
                                        </p:tav>
                                        <p:tav tm="100000">
                                          <p:val>
                                            <p:strVal val="#ppt_x"/>
                                          </p:val>
                                        </p:tav>
                                      </p:tavLst>
                                    </p:anim>
                                    <p:anim calcmode="lin" valueType="num">
                                      <p:cBhvr>
                                        <p:cTn id="604" dur="1000" fill="hold"/>
                                        <p:tgtEl>
                                          <p:spTgt spid="120"/>
                                        </p:tgtEl>
                                        <p:attrNameLst>
                                          <p:attrName>ppt_y</p:attrName>
                                        </p:attrNameLst>
                                      </p:cBhvr>
                                      <p:tavLst>
                                        <p:tav tm="0">
                                          <p:val>
                                            <p:strVal val="#ppt_y+.1"/>
                                          </p:val>
                                        </p:tav>
                                        <p:tav tm="100000">
                                          <p:val>
                                            <p:strVal val="#ppt_y"/>
                                          </p:val>
                                        </p:tav>
                                      </p:tavLst>
                                    </p:anim>
                                  </p:childTnLst>
                                </p:cTn>
                              </p:par>
                            </p:childTnLst>
                          </p:cTn>
                        </p:par>
                      </p:childTnLst>
                    </p:cTn>
                  </p:par>
                  <p:par>
                    <p:cTn id="605" fill="hold">
                      <p:stCondLst>
                        <p:cond delay="indefinite"/>
                      </p:stCondLst>
                      <p:childTnLst>
                        <p:par>
                          <p:cTn id="606" fill="hold">
                            <p:stCondLst>
                              <p:cond delay="0"/>
                            </p:stCondLst>
                            <p:childTnLst>
                              <p:par>
                                <p:cTn id="607" presetID="31" presetClass="entr" presetSubtype="0" fill="hold" grpId="0" nodeType="clickEffect">
                                  <p:stCondLst>
                                    <p:cond delay="0"/>
                                  </p:stCondLst>
                                  <p:childTnLst>
                                    <p:set>
                                      <p:cBhvr>
                                        <p:cTn id="608" dur="1" fill="hold">
                                          <p:stCondLst>
                                            <p:cond delay="0"/>
                                          </p:stCondLst>
                                        </p:cTn>
                                        <p:tgtEl>
                                          <p:spTgt spid="230"/>
                                        </p:tgtEl>
                                        <p:attrNameLst>
                                          <p:attrName>style.visibility</p:attrName>
                                        </p:attrNameLst>
                                      </p:cBhvr>
                                      <p:to>
                                        <p:strVal val="visible"/>
                                      </p:to>
                                    </p:set>
                                    <p:anim calcmode="lin" valueType="num">
                                      <p:cBhvr>
                                        <p:cTn id="609" dur="1000" fill="hold"/>
                                        <p:tgtEl>
                                          <p:spTgt spid="230"/>
                                        </p:tgtEl>
                                        <p:attrNameLst>
                                          <p:attrName>ppt_w</p:attrName>
                                        </p:attrNameLst>
                                      </p:cBhvr>
                                      <p:tavLst>
                                        <p:tav tm="0">
                                          <p:val>
                                            <p:fltVal val="0"/>
                                          </p:val>
                                        </p:tav>
                                        <p:tav tm="100000">
                                          <p:val>
                                            <p:strVal val="#ppt_w"/>
                                          </p:val>
                                        </p:tav>
                                      </p:tavLst>
                                    </p:anim>
                                    <p:anim calcmode="lin" valueType="num">
                                      <p:cBhvr>
                                        <p:cTn id="610" dur="1000" fill="hold"/>
                                        <p:tgtEl>
                                          <p:spTgt spid="230"/>
                                        </p:tgtEl>
                                        <p:attrNameLst>
                                          <p:attrName>ppt_h</p:attrName>
                                        </p:attrNameLst>
                                      </p:cBhvr>
                                      <p:tavLst>
                                        <p:tav tm="0">
                                          <p:val>
                                            <p:fltVal val="0"/>
                                          </p:val>
                                        </p:tav>
                                        <p:tav tm="100000">
                                          <p:val>
                                            <p:strVal val="#ppt_h"/>
                                          </p:val>
                                        </p:tav>
                                      </p:tavLst>
                                    </p:anim>
                                    <p:anim calcmode="lin" valueType="num">
                                      <p:cBhvr>
                                        <p:cTn id="611" dur="1000" fill="hold"/>
                                        <p:tgtEl>
                                          <p:spTgt spid="230"/>
                                        </p:tgtEl>
                                        <p:attrNameLst>
                                          <p:attrName>style.rotation</p:attrName>
                                        </p:attrNameLst>
                                      </p:cBhvr>
                                      <p:tavLst>
                                        <p:tav tm="0">
                                          <p:val>
                                            <p:fltVal val="90"/>
                                          </p:val>
                                        </p:tav>
                                        <p:tav tm="100000">
                                          <p:val>
                                            <p:fltVal val="0"/>
                                          </p:val>
                                        </p:tav>
                                      </p:tavLst>
                                    </p:anim>
                                    <p:animEffect transition="in" filter="fade">
                                      <p:cBhvr>
                                        <p:cTn id="612" dur="1000"/>
                                        <p:tgtEl>
                                          <p:spTgt spid="230"/>
                                        </p:tgtEl>
                                      </p:cBhvr>
                                    </p:animEffect>
                                  </p:childTnLst>
                                </p:cTn>
                              </p:par>
                            </p:childTnLst>
                          </p:cTn>
                        </p:par>
                        <p:par>
                          <p:cTn id="613" fill="hold">
                            <p:stCondLst>
                              <p:cond delay="1000"/>
                            </p:stCondLst>
                            <p:childTnLst>
                              <p:par>
                                <p:cTn id="614" presetID="22" presetClass="entr" presetSubtype="8" fill="hold" nodeType="afterEffect">
                                  <p:stCondLst>
                                    <p:cond delay="0"/>
                                  </p:stCondLst>
                                  <p:childTnLst>
                                    <p:set>
                                      <p:cBhvr>
                                        <p:cTn id="615" dur="1" fill="hold">
                                          <p:stCondLst>
                                            <p:cond delay="0"/>
                                          </p:stCondLst>
                                        </p:cTn>
                                        <p:tgtEl>
                                          <p:spTgt spid="231"/>
                                        </p:tgtEl>
                                        <p:attrNameLst>
                                          <p:attrName>style.visibility</p:attrName>
                                        </p:attrNameLst>
                                      </p:cBhvr>
                                      <p:to>
                                        <p:strVal val="visible"/>
                                      </p:to>
                                    </p:set>
                                    <p:animEffect transition="in" filter="wipe(left)">
                                      <p:cBhvr>
                                        <p:cTn id="616" dur="1000"/>
                                        <p:tgtEl>
                                          <p:spTgt spid="231"/>
                                        </p:tgtEl>
                                      </p:cBhvr>
                                    </p:animEffect>
                                  </p:childTnLst>
                                </p:cTn>
                              </p:par>
                            </p:childTnLst>
                          </p:cTn>
                        </p:par>
                      </p:childTnLst>
                    </p:cTn>
                  </p:par>
                  <p:par>
                    <p:cTn id="617" fill="hold">
                      <p:stCondLst>
                        <p:cond delay="indefinite"/>
                      </p:stCondLst>
                      <p:childTnLst>
                        <p:par>
                          <p:cTn id="618" fill="hold">
                            <p:stCondLst>
                              <p:cond delay="0"/>
                            </p:stCondLst>
                            <p:childTnLst>
                              <p:par>
                                <p:cTn id="619" presetID="42" presetClass="entr" presetSubtype="0" fill="hold" nodeType="clickEffect">
                                  <p:stCondLst>
                                    <p:cond delay="0"/>
                                  </p:stCondLst>
                                  <p:childTnLst>
                                    <p:set>
                                      <p:cBhvr>
                                        <p:cTn id="620" dur="1" fill="hold">
                                          <p:stCondLst>
                                            <p:cond delay="0"/>
                                          </p:stCondLst>
                                        </p:cTn>
                                        <p:tgtEl>
                                          <p:spTgt spid="123"/>
                                        </p:tgtEl>
                                        <p:attrNameLst>
                                          <p:attrName>style.visibility</p:attrName>
                                        </p:attrNameLst>
                                      </p:cBhvr>
                                      <p:to>
                                        <p:strVal val="visible"/>
                                      </p:to>
                                    </p:set>
                                    <p:animEffect transition="in" filter="fade">
                                      <p:cBhvr>
                                        <p:cTn id="621" dur="1000"/>
                                        <p:tgtEl>
                                          <p:spTgt spid="123"/>
                                        </p:tgtEl>
                                      </p:cBhvr>
                                    </p:animEffect>
                                    <p:anim calcmode="lin" valueType="num">
                                      <p:cBhvr>
                                        <p:cTn id="622" dur="1000" fill="hold"/>
                                        <p:tgtEl>
                                          <p:spTgt spid="123"/>
                                        </p:tgtEl>
                                        <p:attrNameLst>
                                          <p:attrName>ppt_x</p:attrName>
                                        </p:attrNameLst>
                                      </p:cBhvr>
                                      <p:tavLst>
                                        <p:tav tm="0">
                                          <p:val>
                                            <p:strVal val="#ppt_x"/>
                                          </p:val>
                                        </p:tav>
                                        <p:tav tm="100000">
                                          <p:val>
                                            <p:strVal val="#ppt_x"/>
                                          </p:val>
                                        </p:tav>
                                      </p:tavLst>
                                    </p:anim>
                                    <p:anim calcmode="lin" valueType="num">
                                      <p:cBhvr>
                                        <p:cTn id="623" dur="1000" fill="hold"/>
                                        <p:tgtEl>
                                          <p:spTgt spid="123"/>
                                        </p:tgtEl>
                                        <p:attrNameLst>
                                          <p:attrName>ppt_y</p:attrName>
                                        </p:attrNameLst>
                                      </p:cBhvr>
                                      <p:tavLst>
                                        <p:tav tm="0">
                                          <p:val>
                                            <p:strVal val="#ppt_y+.1"/>
                                          </p:val>
                                        </p:tav>
                                        <p:tav tm="100000">
                                          <p:val>
                                            <p:strVal val="#ppt_y"/>
                                          </p:val>
                                        </p:tav>
                                      </p:tavLst>
                                    </p:anim>
                                  </p:childTnLst>
                                </p:cTn>
                              </p:par>
                            </p:childTnLst>
                          </p:cTn>
                        </p:par>
                        <p:par>
                          <p:cTn id="624" fill="hold">
                            <p:stCondLst>
                              <p:cond delay="1000"/>
                            </p:stCondLst>
                            <p:childTnLst>
                              <p:par>
                                <p:cTn id="625" presetID="31" presetClass="entr" presetSubtype="0" fill="hold" grpId="0" nodeType="afterEffect">
                                  <p:stCondLst>
                                    <p:cond delay="0"/>
                                  </p:stCondLst>
                                  <p:childTnLst>
                                    <p:set>
                                      <p:cBhvr>
                                        <p:cTn id="626" dur="1" fill="hold">
                                          <p:stCondLst>
                                            <p:cond delay="0"/>
                                          </p:stCondLst>
                                        </p:cTn>
                                        <p:tgtEl>
                                          <p:spTgt spid="107"/>
                                        </p:tgtEl>
                                        <p:attrNameLst>
                                          <p:attrName>style.visibility</p:attrName>
                                        </p:attrNameLst>
                                      </p:cBhvr>
                                      <p:to>
                                        <p:strVal val="visible"/>
                                      </p:to>
                                    </p:set>
                                    <p:anim calcmode="lin" valueType="num">
                                      <p:cBhvr>
                                        <p:cTn id="627" dur="1000" fill="hold"/>
                                        <p:tgtEl>
                                          <p:spTgt spid="107"/>
                                        </p:tgtEl>
                                        <p:attrNameLst>
                                          <p:attrName>ppt_w</p:attrName>
                                        </p:attrNameLst>
                                      </p:cBhvr>
                                      <p:tavLst>
                                        <p:tav tm="0">
                                          <p:val>
                                            <p:fltVal val="0"/>
                                          </p:val>
                                        </p:tav>
                                        <p:tav tm="100000">
                                          <p:val>
                                            <p:strVal val="#ppt_w"/>
                                          </p:val>
                                        </p:tav>
                                      </p:tavLst>
                                    </p:anim>
                                    <p:anim calcmode="lin" valueType="num">
                                      <p:cBhvr>
                                        <p:cTn id="628" dur="1000" fill="hold"/>
                                        <p:tgtEl>
                                          <p:spTgt spid="107"/>
                                        </p:tgtEl>
                                        <p:attrNameLst>
                                          <p:attrName>ppt_h</p:attrName>
                                        </p:attrNameLst>
                                      </p:cBhvr>
                                      <p:tavLst>
                                        <p:tav tm="0">
                                          <p:val>
                                            <p:fltVal val="0"/>
                                          </p:val>
                                        </p:tav>
                                        <p:tav tm="100000">
                                          <p:val>
                                            <p:strVal val="#ppt_h"/>
                                          </p:val>
                                        </p:tav>
                                      </p:tavLst>
                                    </p:anim>
                                    <p:anim calcmode="lin" valueType="num">
                                      <p:cBhvr>
                                        <p:cTn id="629" dur="1000" fill="hold"/>
                                        <p:tgtEl>
                                          <p:spTgt spid="107"/>
                                        </p:tgtEl>
                                        <p:attrNameLst>
                                          <p:attrName>style.rotation</p:attrName>
                                        </p:attrNameLst>
                                      </p:cBhvr>
                                      <p:tavLst>
                                        <p:tav tm="0">
                                          <p:val>
                                            <p:fltVal val="90"/>
                                          </p:val>
                                        </p:tav>
                                        <p:tav tm="100000">
                                          <p:val>
                                            <p:fltVal val="0"/>
                                          </p:val>
                                        </p:tav>
                                      </p:tavLst>
                                    </p:anim>
                                    <p:animEffect transition="in" filter="fade">
                                      <p:cBhvr>
                                        <p:cTn id="630" dur="1000"/>
                                        <p:tgtEl>
                                          <p:spTgt spid="107"/>
                                        </p:tgtEl>
                                      </p:cBhvr>
                                    </p:animEffect>
                                  </p:childTnLst>
                                </p:cTn>
                              </p:par>
                            </p:childTnLst>
                          </p:cTn>
                        </p:par>
                        <p:par>
                          <p:cTn id="631" fill="hold">
                            <p:stCondLst>
                              <p:cond delay="2000"/>
                            </p:stCondLst>
                            <p:childTnLst>
                              <p:par>
                                <p:cTn id="632" presetID="22" presetClass="exit" presetSubtype="1" fill="hold" nodeType="afterEffect">
                                  <p:stCondLst>
                                    <p:cond delay="0"/>
                                  </p:stCondLst>
                                  <p:childTnLst>
                                    <p:animEffect transition="out" filter="wipe(up)">
                                      <p:cBhvr>
                                        <p:cTn id="633" dur="500"/>
                                        <p:tgtEl>
                                          <p:spTgt spid="231"/>
                                        </p:tgtEl>
                                      </p:cBhvr>
                                    </p:animEffect>
                                    <p:set>
                                      <p:cBhvr>
                                        <p:cTn id="634" dur="1" fill="hold">
                                          <p:stCondLst>
                                            <p:cond delay="499"/>
                                          </p:stCondLst>
                                        </p:cTn>
                                        <p:tgtEl>
                                          <p:spTgt spid="231"/>
                                        </p:tgtEl>
                                        <p:attrNameLst>
                                          <p:attrName>style.visibility</p:attrName>
                                        </p:attrNameLst>
                                      </p:cBhvr>
                                      <p:to>
                                        <p:strVal val="hidden"/>
                                      </p:to>
                                    </p:set>
                                  </p:childTnLst>
                                </p:cTn>
                              </p:par>
                              <p:par>
                                <p:cTn id="635" presetID="22" presetClass="entr" presetSubtype="8" fill="hold" nodeType="withEffect">
                                  <p:stCondLst>
                                    <p:cond delay="0"/>
                                  </p:stCondLst>
                                  <p:childTnLst>
                                    <p:set>
                                      <p:cBhvr>
                                        <p:cTn id="636" dur="1" fill="hold">
                                          <p:stCondLst>
                                            <p:cond delay="0"/>
                                          </p:stCondLst>
                                        </p:cTn>
                                        <p:tgtEl>
                                          <p:spTgt spid="232"/>
                                        </p:tgtEl>
                                        <p:attrNameLst>
                                          <p:attrName>style.visibility</p:attrName>
                                        </p:attrNameLst>
                                      </p:cBhvr>
                                      <p:to>
                                        <p:strVal val="visible"/>
                                      </p:to>
                                    </p:set>
                                    <p:animEffect transition="in" filter="wipe(left)">
                                      <p:cBhvr>
                                        <p:cTn id="637" dur="1000"/>
                                        <p:tgtEl>
                                          <p:spTgt spid="232"/>
                                        </p:tgtEl>
                                      </p:cBhvr>
                                    </p:animEffect>
                                  </p:childTnLst>
                                </p:cTn>
                              </p:par>
                            </p:childTnLst>
                          </p:cTn>
                        </p:par>
                      </p:childTnLst>
                    </p:cTn>
                  </p:par>
                  <p:par>
                    <p:cTn id="638" fill="hold">
                      <p:stCondLst>
                        <p:cond delay="indefinite"/>
                      </p:stCondLst>
                      <p:childTnLst>
                        <p:par>
                          <p:cTn id="639" fill="hold">
                            <p:stCondLst>
                              <p:cond delay="0"/>
                            </p:stCondLst>
                            <p:childTnLst>
                              <p:par>
                                <p:cTn id="640" presetID="31" presetClass="entr" presetSubtype="0" fill="hold" grpId="0" nodeType="clickEffect">
                                  <p:stCondLst>
                                    <p:cond delay="0"/>
                                  </p:stCondLst>
                                  <p:childTnLst>
                                    <p:set>
                                      <p:cBhvr>
                                        <p:cTn id="641" dur="1" fill="hold">
                                          <p:stCondLst>
                                            <p:cond delay="0"/>
                                          </p:stCondLst>
                                        </p:cTn>
                                        <p:tgtEl>
                                          <p:spTgt spid="239"/>
                                        </p:tgtEl>
                                        <p:attrNameLst>
                                          <p:attrName>style.visibility</p:attrName>
                                        </p:attrNameLst>
                                      </p:cBhvr>
                                      <p:to>
                                        <p:strVal val="visible"/>
                                      </p:to>
                                    </p:set>
                                    <p:anim calcmode="lin" valueType="num">
                                      <p:cBhvr>
                                        <p:cTn id="642" dur="1000" fill="hold"/>
                                        <p:tgtEl>
                                          <p:spTgt spid="239"/>
                                        </p:tgtEl>
                                        <p:attrNameLst>
                                          <p:attrName>ppt_w</p:attrName>
                                        </p:attrNameLst>
                                      </p:cBhvr>
                                      <p:tavLst>
                                        <p:tav tm="0">
                                          <p:val>
                                            <p:fltVal val="0"/>
                                          </p:val>
                                        </p:tav>
                                        <p:tav tm="100000">
                                          <p:val>
                                            <p:strVal val="#ppt_w"/>
                                          </p:val>
                                        </p:tav>
                                      </p:tavLst>
                                    </p:anim>
                                    <p:anim calcmode="lin" valueType="num">
                                      <p:cBhvr>
                                        <p:cTn id="643" dur="1000" fill="hold"/>
                                        <p:tgtEl>
                                          <p:spTgt spid="239"/>
                                        </p:tgtEl>
                                        <p:attrNameLst>
                                          <p:attrName>ppt_h</p:attrName>
                                        </p:attrNameLst>
                                      </p:cBhvr>
                                      <p:tavLst>
                                        <p:tav tm="0">
                                          <p:val>
                                            <p:fltVal val="0"/>
                                          </p:val>
                                        </p:tav>
                                        <p:tav tm="100000">
                                          <p:val>
                                            <p:strVal val="#ppt_h"/>
                                          </p:val>
                                        </p:tav>
                                      </p:tavLst>
                                    </p:anim>
                                    <p:anim calcmode="lin" valueType="num">
                                      <p:cBhvr>
                                        <p:cTn id="644" dur="1000" fill="hold"/>
                                        <p:tgtEl>
                                          <p:spTgt spid="239"/>
                                        </p:tgtEl>
                                        <p:attrNameLst>
                                          <p:attrName>style.rotation</p:attrName>
                                        </p:attrNameLst>
                                      </p:cBhvr>
                                      <p:tavLst>
                                        <p:tav tm="0">
                                          <p:val>
                                            <p:fltVal val="90"/>
                                          </p:val>
                                        </p:tav>
                                        <p:tav tm="100000">
                                          <p:val>
                                            <p:fltVal val="0"/>
                                          </p:val>
                                        </p:tav>
                                      </p:tavLst>
                                    </p:anim>
                                    <p:animEffect transition="in" filter="fade">
                                      <p:cBhvr>
                                        <p:cTn id="645" dur="1000"/>
                                        <p:tgtEl>
                                          <p:spTgt spid="239"/>
                                        </p:tgtEl>
                                      </p:cBhvr>
                                    </p:animEffect>
                                  </p:childTnLst>
                                </p:cTn>
                              </p:par>
                            </p:childTnLst>
                          </p:cTn>
                        </p:par>
                        <p:par>
                          <p:cTn id="646" fill="hold">
                            <p:stCondLst>
                              <p:cond delay="1000"/>
                            </p:stCondLst>
                            <p:childTnLst>
                              <p:par>
                                <p:cTn id="647" presetID="22" presetClass="exit" presetSubtype="1" fill="hold" nodeType="afterEffect">
                                  <p:stCondLst>
                                    <p:cond delay="0"/>
                                  </p:stCondLst>
                                  <p:childTnLst>
                                    <p:animEffect transition="out" filter="wipe(up)">
                                      <p:cBhvr>
                                        <p:cTn id="648" dur="500"/>
                                        <p:tgtEl>
                                          <p:spTgt spid="232"/>
                                        </p:tgtEl>
                                      </p:cBhvr>
                                    </p:animEffect>
                                    <p:set>
                                      <p:cBhvr>
                                        <p:cTn id="649" dur="1" fill="hold">
                                          <p:stCondLst>
                                            <p:cond delay="499"/>
                                          </p:stCondLst>
                                        </p:cTn>
                                        <p:tgtEl>
                                          <p:spTgt spid="232"/>
                                        </p:tgtEl>
                                        <p:attrNameLst>
                                          <p:attrName>style.visibility</p:attrName>
                                        </p:attrNameLst>
                                      </p:cBhvr>
                                      <p:to>
                                        <p:strVal val="hidden"/>
                                      </p:to>
                                    </p:set>
                                  </p:childTnLst>
                                </p:cTn>
                              </p:par>
                            </p:childTnLst>
                          </p:cTn>
                        </p:par>
                        <p:par>
                          <p:cTn id="650" fill="hold">
                            <p:stCondLst>
                              <p:cond delay="1500"/>
                            </p:stCondLst>
                            <p:childTnLst>
                              <p:par>
                                <p:cTn id="651" presetID="22" presetClass="entr" presetSubtype="1" fill="hold" grpId="0" nodeType="afterEffect">
                                  <p:stCondLst>
                                    <p:cond delay="0"/>
                                  </p:stCondLst>
                                  <p:childTnLst>
                                    <p:set>
                                      <p:cBhvr>
                                        <p:cTn id="652" dur="1" fill="hold">
                                          <p:stCondLst>
                                            <p:cond delay="0"/>
                                          </p:stCondLst>
                                        </p:cTn>
                                        <p:tgtEl>
                                          <p:spTgt spid="238"/>
                                        </p:tgtEl>
                                        <p:attrNameLst>
                                          <p:attrName>style.visibility</p:attrName>
                                        </p:attrNameLst>
                                      </p:cBhvr>
                                      <p:to>
                                        <p:strVal val="visible"/>
                                      </p:to>
                                    </p:set>
                                    <p:animEffect transition="in" filter="wipe(up)">
                                      <p:cBhvr>
                                        <p:cTn id="653" dur="500"/>
                                        <p:tgtEl>
                                          <p:spTgt spid="238"/>
                                        </p:tgtEl>
                                      </p:cBhvr>
                                    </p:animEffect>
                                  </p:childTnLst>
                                </p:cTn>
                              </p:par>
                            </p:childTnLst>
                          </p:cTn>
                        </p:par>
                      </p:childTnLst>
                    </p:cTn>
                  </p:par>
                  <p:par>
                    <p:cTn id="654" fill="hold">
                      <p:stCondLst>
                        <p:cond delay="indefinite"/>
                      </p:stCondLst>
                      <p:childTnLst>
                        <p:par>
                          <p:cTn id="655" fill="hold">
                            <p:stCondLst>
                              <p:cond delay="0"/>
                            </p:stCondLst>
                            <p:childTnLst>
                              <p:par>
                                <p:cTn id="656" presetID="31" presetClass="entr" presetSubtype="0" fill="hold" grpId="0" nodeType="clickEffect">
                                  <p:stCondLst>
                                    <p:cond delay="0"/>
                                  </p:stCondLst>
                                  <p:childTnLst>
                                    <p:set>
                                      <p:cBhvr>
                                        <p:cTn id="657" dur="1" fill="hold">
                                          <p:stCondLst>
                                            <p:cond delay="0"/>
                                          </p:stCondLst>
                                        </p:cTn>
                                        <p:tgtEl>
                                          <p:spTgt spid="108"/>
                                        </p:tgtEl>
                                        <p:attrNameLst>
                                          <p:attrName>style.visibility</p:attrName>
                                        </p:attrNameLst>
                                      </p:cBhvr>
                                      <p:to>
                                        <p:strVal val="visible"/>
                                      </p:to>
                                    </p:set>
                                    <p:anim calcmode="lin" valueType="num">
                                      <p:cBhvr>
                                        <p:cTn id="658" dur="1000" fill="hold"/>
                                        <p:tgtEl>
                                          <p:spTgt spid="108"/>
                                        </p:tgtEl>
                                        <p:attrNameLst>
                                          <p:attrName>ppt_w</p:attrName>
                                        </p:attrNameLst>
                                      </p:cBhvr>
                                      <p:tavLst>
                                        <p:tav tm="0">
                                          <p:val>
                                            <p:fltVal val="0"/>
                                          </p:val>
                                        </p:tav>
                                        <p:tav tm="100000">
                                          <p:val>
                                            <p:strVal val="#ppt_w"/>
                                          </p:val>
                                        </p:tav>
                                      </p:tavLst>
                                    </p:anim>
                                    <p:anim calcmode="lin" valueType="num">
                                      <p:cBhvr>
                                        <p:cTn id="659" dur="1000" fill="hold"/>
                                        <p:tgtEl>
                                          <p:spTgt spid="108"/>
                                        </p:tgtEl>
                                        <p:attrNameLst>
                                          <p:attrName>ppt_h</p:attrName>
                                        </p:attrNameLst>
                                      </p:cBhvr>
                                      <p:tavLst>
                                        <p:tav tm="0">
                                          <p:val>
                                            <p:fltVal val="0"/>
                                          </p:val>
                                        </p:tav>
                                        <p:tav tm="100000">
                                          <p:val>
                                            <p:strVal val="#ppt_h"/>
                                          </p:val>
                                        </p:tav>
                                      </p:tavLst>
                                    </p:anim>
                                    <p:anim calcmode="lin" valueType="num">
                                      <p:cBhvr>
                                        <p:cTn id="660" dur="1000" fill="hold"/>
                                        <p:tgtEl>
                                          <p:spTgt spid="108"/>
                                        </p:tgtEl>
                                        <p:attrNameLst>
                                          <p:attrName>style.rotation</p:attrName>
                                        </p:attrNameLst>
                                      </p:cBhvr>
                                      <p:tavLst>
                                        <p:tav tm="0">
                                          <p:val>
                                            <p:fltVal val="90"/>
                                          </p:val>
                                        </p:tav>
                                        <p:tav tm="100000">
                                          <p:val>
                                            <p:fltVal val="0"/>
                                          </p:val>
                                        </p:tav>
                                      </p:tavLst>
                                    </p:anim>
                                    <p:animEffect transition="in" filter="fade">
                                      <p:cBhvr>
                                        <p:cTn id="661" dur="1000"/>
                                        <p:tgtEl>
                                          <p:spTgt spid="108"/>
                                        </p:tgtEl>
                                      </p:cBhvr>
                                    </p:animEffect>
                                  </p:childTnLst>
                                </p:cTn>
                              </p:par>
                            </p:childTnLst>
                          </p:cTn>
                        </p:par>
                        <p:par>
                          <p:cTn id="662" fill="hold">
                            <p:stCondLst>
                              <p:cond delay="1000"/>
                            </p:stCondLst>
                            <p:childTnLst>
                              <p:par>
                                <p:cTn id="663" presetID="63" presetClass="path" presetSubtype="0" accel="50000" decel="50000" fill="hold" nodeType="afterEffect">
                                  <p:stCondLst>
                                    <p:cond delay="0"/>
                                  </p:stCondLst>
                                  <p:childTnLst>
                                    <p:animMotion origin="layout" path="M 1.875E-6 3.7037E-6 L 0.022 0.00046 " pathEditMode="relative" rAng="0" ptsTypes="AA">
                                      <p:cBhvr>
                                        <p:cTn id="664" dur="2000" fill="hold"/>
                                        <p:tgtEl>
                                          <p:spTgt spid="123"/>
                                        </p:tgtEl>
                                        <p:attrNameLst>
                                          <p:attrName>ppt_x</p:attrName>
                                          <p:attrName>ppt_y</p:attrName>
                                        </p:attrNameLst>
                                      </p:cBhvr>
                                      <p:rCtr x="1094" y="23"/>
                                    </p:animMotion>
                                  </p:childTnLst>
                                </p:cTn>
                              </p:par>
                            </p:childTnLst>
                          </p:cTn>
                        </p:par>
                        <p:par>
                          <p:cTn id="665" fill="hold">
                            <p:stCondLst>
                              <p:cond delay="3000"/>
                            </p:stCondLst>
                            <p:childTnLst>
                              <p:par>
                                <p:cTn id="666" presetID="31" presetClass="entr" presetSubtype="0" fill="hold" grpId="0" nodeType="afterEffect">
                                  <p:stCondLst>
                                    <p:cond delay="0"/>
                                  </p:stCondLst>
                                  <p:childTnLst>
                                    <p:set>
                                      <p:cBhvr>
                                        <p:cTn id="667" dur="1" fill="hold">
                                          <p:stCondLst>
                                            <p:cond delay="0"/>
                                          </p:stCondLst>
                                        </p:cTn>
                                        <p:tgtEl>
                                          <p:spTgt spid="109"/>
                                        </p:tgtEl>
                                        <p:attrNameLst>
                                          <p:attrName>style.visibility</p:attrName>
                                        </p:attrNameLst>
                                      </p:cBhvr>
                                      <p:to>
                                        <p:strVal val="visible"/>
                                      </p:to>
                                    </p:set>
                                    <p:anim calcmode="lin" valueType="num">
                                      <p:cBhvr>
                                        <p:cTn id="668" dur="1000" fill="hold"/>
                                        <p:tgtEl>
                                          <p:spTgt spid="109"/>
                                        </p:tgtEl>
                                        <p:attrNameLst>
                                          <p:attrName>ppt_w</p:attrName>
                                        </p:attrNameLst>
                                      </p:cBhvr>
                                      <p:tavLst>
                                        <p:tav tm="0">
                                          <p:val>
                                            <p:fltVal val="0"/>
                                          </p:val>
                                        </p:tav>
                                        <p:tav tm="100000">
                                          <p:val>
                                            <p:strVal val="#ppt_w"/>
                                          </p:val>
                                        </p:tav>
                                      </p:tavLst>
                                    </p:anim>
                                    <p:anim calcmode="lin" valueType="num">
                                      <p:cBhvr>
                                        <p:cTn id="669" dur="1000" fill="hold"/>
                                        <p:tgtEl>
                                          <p:spTgt spid="109"/>
                                        </p:tgtEl>
                                        <p:attrNameLst>
                                          <p:attrName>ppt_h</p:attrName>
                                        </p:attrNameLst>
                                      </p:cBhvr>
                                      <p:tavLst>
                                        <p:tav tm="0">
                                          <p:val>
                                            <p:fltVal val="0"/>
                                          </p:val>
                                        </p:tav>
                                        <p:tav tm="100000">
                                          <p:val>
                                            <p:strVal val="#ppt_h"/>
                                          </p:val>
                                        </p:tav>
                                      </p:tavLst>
                                    </p:anim>
                                    <p:anim calcmode="lin" valueType="num">
                                      <p:cBhvr>
                                        <p:cTn id="670" dur="1000" fill="hold"/>
                                        <p:tgtEl>
                                          <p:spTgt spid="109"/>
                                        </p:tgtEl>
                                        <p:attrNameLst>
                                          <p:attrName>style.rotation</p:attrName>
                                        </p:attrNameLst>
                                      </p:cBhvr>
                                      <p:tavLst>
                                        <p:tav tm="0">
                                          <p:val>
                                            <p:fltVal val="90"/>
                                          </p:val>
                                        </p:tav>
                                        <p:tav tm="100000">
                                          <p:val>
                                            <p:fltVal val="0"/>
                                          </p:val>
                                        </p:tav>
                                      </p:tavLst>
                                    </p:anim>
                                    <p:animEffect transition="in" filter="fade">
                                      <p:cBhvr>
                                        <p:cTn id="671" dur="1000"/>
                                        <p:tgtEl>
                                          <p:spTgt spid="109"/>
                                        </p:tgtEl>
                                      </p:cBhvr>
                                    </p:animEffect>
                                  </p:childTnLst>
                                </p:cTn>
                              </p:par>
                            </p:childTnLst>
                          </p:cTn>
                        </p:par>
                        <p:par>
                          <p:cTn id="672" fill="hold">
                            <p:stCondLst>
                              <p:cond delay="4000"/>
                            </p:stCondLst>
                            <p:childTnLst>
                              <p:par>
                                <p:cTn id="673" presetID="22" presetClass="exit" presetSubtype="1" fill="hold" grpId="1" nodeType="afterEffect">
                                  <p:stCondLst>
                                    <p:cond delay="0"/>
                                  </p:stCondLst>
                                  <p:childTnLst>
                                    <p:animEffect transition="out" filter="wipe(up)">
                                      <p:cBhvr>
                                        <p:cTn id="674" dur="500"/>
                                        <p:tgtEl>
                                          <p:spTgt spid="238"/>
                                        </p:tgtEl>
                                      </p:cBhvr>
                                    </p:animEffect>
                                    <p:set>
                                      <p:cBhvr>
                                        <p:cTn id="675" dur="1" fill="hold">
                                          <p:stCondLst>
                                            <p:cond delay="499"/>
                                          </p:stCondLst>
                                        </p:cTn>
                                        <p:tgtEl>
                                          <p:spTgt spid="238"/>
                                        </p:tgtEl>
                                        <p:attrNameLst>
                                          <p:attrName>style.visibility</p:attrName>
                                        </p:attrNameLst>
                                      </p:cBhvr>
                                      <p:to>
                                        <p:strVal val="hidden"/>
                                      </p:to>
                                    </p:set>
                                  </p:childTnLst>
                                </p:cTn>
                              </p:par>
                              <p:par>
                                <p:cTn id="676" presetID="10" presetClass="exit" presetSubtype="0" fill="hold" grpId="1" nodeType="withEffect">
                                  <p:stCondLst>
                                    <p:cond delay="0"/>
                                  </p:stCondLst>
                                  <p:childTnLst>
                                    <p:animEffect transition="out" filter="fade">
                                      <p:cBhvr>
                                        <p:cTn id="677" dur="500"/>
                                        <p:tgtEl>
                                          <p:spTgt spid="239"/>
                                        </p:tgtEl>
                                      </p:cBhvr>
                                    </p:animEffect>
                                    <p:set>
                                      <p:cBhvr>
                                        <p:cTn id="678" dur="1" fill="hold">
                                          <p:stCondLst>
                                            <p:cond delay="499"/>
                                          </p:stCondLst>
                                        </p:cTn>
                                        <p:tgtEl>
                                          <p:spTgt spid="239"/>
                                        </p:tgtEl>
                                        <p:attrNameLst>
                                          <p:attrName>style.visibility</p:attrName>
                                        </p:attrNameLst>
                                      </p:cBhvr>
                                      <p:to>
                                        <p:strVal val="hidden"/>
                                      </p:to>
                                    </p:set>
                                  </p:childTnLst>
                                </p:cTn>
                              </p:par>
                            </p:childTnLst>
                          </p:cTn>
                        </p:par>
                        <p:par>
                          <p:cTn id="679" fill="hold">
                            <p:stCondLst>
                              <p:cond delay="4500"/>
                            </p:stCondLst>
                            <p:childTnLst>
                              <p:par>
                                <p:cTn id="680" presetID="22" presetClass="entr" presetSubtype="1" fill="hold" grpId="0" nodeType="afterEffect">
                                  <p:stCondLst>
                                    <p:cond delay="0"/>
                                  </p:stCondLst>
                                  <p:childTnLst>
                                    <p:set>
                                      <p:cBhvr>
                                        <p:cTn id="681" dur="1" fill="hold">
                                          <p:stCondLst>
                                            <p:cond delay="0"/>
                                          </p:stCondLst>
                                        </p:cTn>
                                        <p:tgtEl>
                                          <p:spTgt spid="234"/>
                                        </p:tgtEl>
                                        <p:attrNameLst>
                                          <p:attrName>style.visibility</p:attrName>
                                        </p:attrNameLst>
                                      </p:cBhvr>
                                      <p:to>
                                        <p:strVal val="visible"/>
                                      </p:to>
                                    </p:set>
                                    <p:animEffect transition="in" filter="wipe(up)">
                                      <p:cBhvr>
                                        <p:cTn id="682" dur="500"/>
                                        <p:tgtEl>
                                          <p:spTgt spid="234"/>
                                        </p:tgtEl>
                                      </p:cBhvr>
                                    </p:animEffect>
                                  </p:childTnLst>
                                </p:cTn>
                              </p:par>
                            </p:childTnLst>
                          </p:cTn>
                        </p:par>
                      </p:childTnLst>
                    </p:cTn>
                  </p:par>
                  <p:par>
                    <p:cTn id="683" fill="hold">
                      <p:stCondLst>
                        <p:cond delay="indefinite"/>
                      </p:stCondLst>
                      <p:childTnLst>
                        <p:par>
                          <p:cTn id="684" fill="hold">
                            <p:stCondLst>
                              <p:cond delay="0"/>
                            </p:stCondLst>
                            <p:childTnLst>
                              <p:par>
                                <p:cTn id="685" presetID="6" presetClass="emph" presetSubtype="0" autoRev="1" fill="hold" grpId="1" nodeType="clickEffect">
                                  <p:stCondLst>
                                    <p:cond delay="0"/>
                                  </p:stCondLst>
                                  <p:childTnLst>
                                    <p:animScale>
                                      <p:cBhvr>
                                        <p:cTn id="686" dur="1000" fill="hold"/>
                                        <p:tgtEl>
                                          <p:spTgt spid="108"/>
                                        </p:tgtEl>
                                      </p:cBhvr>
                                      <p:by x="150000" y="150000"/>
                                    </p:animScale>
                                  </p:childTnLst>
                                </p:cTn>
                              </p:par>
                            </p:childTnLst>
                          </p:cTn>
                        </p:par>
                        <p:par>
                          <p:cTn id="687" fill="hold">
                            <p:stCondLst>
                              <p:cond delay="2000"/>
                            </p:stCondLst>
                            <p:childTnLst>
                              <p:par>
                                <p:cTn id="688" presetID="3" presetClass="emph" presetSubtype="2" fill="hold" grpId="2" nodeType="afterEffect">
                                  <p:stCondLst>
                                    <p:cond delay="0"/>
                                  </p:stCondLst>
                                  <p:childTnLst>
                                    <p:animClr clrSpc="rgb" dir="cw">
                                      <p:cBhvr override="childStyle">
                                        <p:cTn id="689" dur="500" fill="hold"/>
                                        <p:tgtEl>
                                          <p:spTgt spid="108"/>
                                        </p:tgtEl>
                                        <p:attrNameLst>
                                          <p:attrName>style.color</p:attrName>
                                        </p:attrNameLst>
                                      </p:cBhvr>
                                      <p:to>
                                        <a:srgbClr val="FF0000"/>
                                      </p:to>
                                    </p:animClr>
                                  </p:childTnLst>
                                </p:cTn>
                              </p:par>
                            </p:childTnLst>
                          </p:cTn>
                        </p:par>
                        <p:par>
                          <p:cTn id="690" fill="hold">
                            <p:stCondLst>
                              <p:cond delay="2500"/>
                            </p:stCondLst>
                            <p:childTnLst>
                              <p:par>
                                <p:cTn id="691" presetID="42" presetClass="entr" presetSubtype="0" fill="hold" grpId="0" nodeType="afterEffect">
                                  <p:stCondLst>
                                    <p:cond delay="0"/>
                                  </p:stCondLst>
                                  <p:childTnLst>
                                    <p:set>
                                      <p:cBhvr>
                                        <p:cTn id="692" dur="1" fill="hold">
                                          <p:stCondLst>
                                            <p:cond delay="0"/>
                                          </p:stCondLst>
                                        </p:cTn>
                                        <p:tgtEl>
                                          <p:spTgt spid="184"/>
                                        </p:tgtEl>
                                        <p:attrNameLst>
                                          <p:attrName>style.visibility</p:attrName>
                                        </p:attrNameLst>
                                      </p:cBhvr>
                                      <p:to>
                                        <p:strVal val="visible"/>
                                      </p:to>
                                    </p:set>
                                    <p:animEffect transition="in" filter="fade">
                                      <p:cBhvr>
                                        <p:cTn id="693" dur="1000"/>
                                        <p:tgtEl>
                                          <p:spTgt spid="184"/>
                                        </p:tgtEl>
                                      </p:cBhvr>
                                    </p:animEffect>
                                    <p:anim calcmode="lin" valueType="num">
                                      <p:cBhvr>
                                        <p:cTn id="694" dur="1000" fill="hold"/>
                                        <p:tgtEl>
                                          <p:spTgt spid="184"/>
                                        </p:tgtEl>
                                        <p:attrNameLst>
                                          <p:attrName>ppt_x</p:attrName>
                                        </p:attrNameLst>
                                      </p:cBhvr>
                                      <p:tavLst>
                                        <p:tav tm="0">
                                          <p:val>
                                            <p:strVal val="#ppt_x"/>
                                          </p:val>
                                        </p:tav>
                                        <p:tav tm="100000">
                                          <p:val>
                                            <p:strVal val="#ppt_x"/>
                                          </p:val>
                                        </p:tav>
                                      </p:tavLst>
                                    </p:anim>
                                    <p:anim calcmode="lin" valueType="num">
                                      <p:cBhvr>
                                        <p:cTn id="695" dur="1000" fill="hold"/>
                                        <p:tgtEl>
                                          <p:spTgt spid="184"/>
                                        </p:tgtEl>
                                        <p:attrNameLst>
                                          <p:attrName>ppt_y</p:attrName>
                                        </p:attrNameLst>
                                      </p:cBhvr>
                                      <p:tavLst>
                                        <p:tav tm="0">
                                          <p:val>
                                            <p:strVal val="#ppt_y+.1"/>
                                          </p:val>
                                        </p:tav>
                                        <p:tav tm="100000">
                                          <p:val>
                                            <p:strVal val="#ppt_y"/>
                                          </p:val>
                                        </p:tav>
                                      </p:tavLst>
                                    </p:anim>
                                  </p:childTnLst>
                                </p:cTn>
                              </p:par>
                            </p:childTnLst>
                          </p:cTn>
                        </p:par>
                        <p:par>
                          <p:cTn id="696" fill="hold">
                            <p:stCondLst>
                              <p:cond delay="3500"/>
                            </p:stCondLst>
                            <p:childTnLst>
                              <p:par>
                                <p:cTn id="697" presetID="22" presetClass="exit" presetSubtype="1" fill="hold" grpId="1" nodeType="afterEffect">
                                  <p:stCondLst>
                                    <p:cond delay="0"/>
                                  </p:stCondLst>
                                  <p:childTnLst>
                                    <p:animEffect transition="out" filter="wipe(up)">
                                      <p:cBhvr>
                                        <p:cTn id="698" dur="500"/>
                                        <p:tgtEl>
                                          <p:spTgt spid="234"/>
                                        </p:tgtEl>
                                      </p:cBhvr>
                                    </p:animEffect>
                                    <p:set>
                                      <p:cBhvr>
                                        <p:cTn id="699" dur="1" fill="hold">
                                          <p:stCondLst>
                                            <p:cond delay="499"/>
                                          </p:stCondLst>
                                        </p:cTn>
                                        <p:tgtEl>
                                          <p:spTgt spid="234"/>
                                        </p:tgtEl>
                                        <p:attrNameLst>
                                          <p:attrName>style.visibility</p:attrName>
                                        </p:attrNameLst>
                                      </p:cBhvr>
                                      <p:to>
                                        <p:strVal val="hidden"/>
                                      </p:to>
                                    </p:set>
                                  </p:childTnLst>
                                </p:cTn>
                              </p:par>
                            </p:childTnLst>
                          </p:cTn>
                        </p:par>
                        <p:par>
                          <p:cTn id="700" fill="hold">
                            <p:stCondLst>
                              <p:cond delay="4000"/>
                            </p:stCondLst>
                            <p:childTnLst>
                              <p:par>
                                <p:cTn id="701" presetID="22" presetClass="entr" presetSubtype="8" fill="hold" nodeType="afterEffect">
                                  <p:stCondLst>
                                    <p:cond delay="0"/>
                                  </p:stCondLst>
                                  <p:childTnLst>
                                    <p:set>
                                      <p:cBhvr>
                                        <p:cTn id="702" dur="1" fill="hold">
                                          <p:stCondLst>
                                            <p:cond delay="0"/>
                                          </p:stCondLst>
                                        </p:cTn>
                                        <p:tgtEl>
                                          <p:spTgt spid="233"/>
                                        </p:tgtEl>
                                        <p:attrNameLst>
                                          <p:attrName>style.visibility</p:attrName>
                                        </p:attrNameLst>
                                      </p:cBhvr>
                                      <p:to>
                                        <p:strVal val="visible"/>
                                      </p:to>
                                    </p:set>
                                    <p:animEffect transition="in" filter="wipe(left)">
                                      <p:cBhvr>
                                        <p:cTn id="703" dur="1000"/>
                                        <p:tgtEl>
                                          <p:spTgt spid="233"/>
                                        </p:tgtEl>
                                      </p:cBhvr>
                                    </p:animEffect>
                                  </p:childTnLst>
                                </p:cTn>
                              </p:par>
                            </p:childTnLst>
                          </p:cTn>
                        </p:par>
                      </p:childTnLst>
                    </p:cTn>
                  </p:par>
                  <p:par>
                    <p:cTn id="704" fill="hold">
                      <p:stCondLst>
                        <p:cond delay="indefinite"/>
                      </p:stCondLst>
                      <p:childTnLst>
                        <p:par>
                          <p:cTn id="705" fill="hold">
                            <p:stCondLst>
                              <p:cond delay="0"/>
                            </p:stCondLst>
                            <p:childTnLst>
                              <p:par>
                                <p:cTn id="706" presetID="22" presetClass="exit" presetSubtype="1" fill="hold" nodeType="clickEffect">
                                  <p:stCondLst>
                                    <p:cond delay="0"/>
                                  </p:stCondLst>
                                  <p:childTnLst>
                                    <p:animEffect transition="out" filter="wipe(up)">
                                      <p:cBhvr>
                                        <p:cTn id="707" dur="500"/>
                                        <p:tgtEl>
                                          <p:spTgt spid="233"/>
                                        </p:tgtEl>
                                      </p:cBhvr>
                                    </p:animEffect>
                                    <p:set>
                                      <p:cBhvr>
                                        <p:cTn id="708" dur="1" fill="hold">
                                          <p:stCondLst>
                                            <p:cond delay="499"/>
                                          </p:stCondLst>
                                        </p:cTn>
                                        <p:tgtEl>
                                          <p:spTgt spid="233"/>
                                        </p:tgtEl>
                                        <p:attrNameLst>
                                          <p:attrName>style.visibility</p:attrName>
                                        </p:attrNameLst>
                                      </p:cBhvr>
                                      <p:to>
                                        <p:strVal val="hidden"/>
                                      </p:to>
                                    </p:set>
                                  </p:childTnLst>
                                </p:cTn>
                              </p:par>
                            </p:childTnLst>
                          </p:cTn>
                        </p:par>
                        <p:par>
                          <p:cTn id="709" fill="hold">
                            <p:stCondLst>
                              <p:cond delay="500"/>
                            </p:stCondLst>
                            <p:childTnLst>
                              <p:par>
                                <p:cTn id="710" presetID="22" presetClass="entr" presetSubtype="8" fill="hold" nodeType="afterEffect">
                                  <p:stCondLst>
                                    <p:cond delay="0"/>
                                  </p:stCondLst>
                                  <p:childTnLst>
                                    <p:set>
                                      <p:cBhvr>
                                        <p:cTn id="711" dur="1" fill="hold">
                                          <p:stCondLst>
                                            <p:cond delay="0"/>
                                          </p:stCondLst>
                                        </p:cTn>
                                        <p:tgtEl>
                                          <p:spTgt spid="235"/>
                                        </p:tgtEl>
                                        <p:attrNameLst>
                                          <p:attrName>style.visibility</p:attrName>
                                        </p:attrNameLst>
                                      </p:cBhvr>
                                      <p:to>
                                        <p:strVal val="visible"/>
                                      </p:to>
                                    </p:set>
                                    <p:animEffect transition="in" filter="wipe(left)">
                                      <p:cBhvr>
                                        <p:cTn id="712" dur="1000"/>
                                        <p:tgtEl>
                                          <p:spTgt spid="235"/>
                                        </p:tgtEl>
                                      </p:cBhvr>
                                    </p:animEffect>
                                  </p:childTnLst>
                                </p:cTn>
                              </p:par>
                            </p:childTnLst>
                          </p:cTn>
                        </p:par>
                      </p:childTnLst>
                    </p:cTn>
                  </p:par>
                  <p:par>
                    <p:cTn id="713" fill="hold">
                      <p:stCondLst>
                        <p:cond delay="indefinite"/>
                      </p:stCondLst>
                      <p:childTnLst>
                        <p:par>
                          <p:cTn id="714" fill="hold">
                            <p:stCondLst>
                              <p:cond delay="0"/>
                            </p:stCondLst>
                            <p:childTnLst>
                              <p:par>
                                <p:cTn id="715" presetID="21" presetClass="entr" presetSubtype="1" fill="hold" grpId="0" nodeType="clickEffect">
                                  <p:stCondLst>
                                    <p:cond delay="0"/>
                                  </p:stCondLst>
                                  <p:childTnLst>
                                    <p:set>
                                      <p:cBhvr>
                                        <p:cTn id="716" dur="1" fill="hold">
                                          <p:stCondLst>
                                            <p:cond delay="0"/>
                                          </p:stCondLst>
                                        </p:cTn>
                                        <p:tgtEl>
                                          <p:spTgt spid="241"/>
                                        </p:tgtEl>
                                        <p:attrNameLst>
                                          <p:attrName>style.visibility</p:attrName>
                                        </p:attrNameLst>
                                      </p:cBhvr>
                                      <p:to>
                                        <p:strVal val="visible"/>
                                      </p:to>
                                    </p:set>
                                    <p:animEffect transition="in" filter="wheel(1)">
                                      <p:cBhvr>
                                        <p:cTn id="717" dur="2000"/>
                                        <p:tgtEl>
                                          <p:spTgt spid="241"/>
                                        </p:tgtEl>
                                      </p:cBhvr>
                                    </p:animEffect>
                                  </p:childTnLst>
                                </p:cTn>
                              </p:par>
                            </p:childTnLst>
                          </p:cTn>
                        </p:par>
                        <p:par>
                          <p:cTn id="718" fill="hold">
                            <p:stCondLst>
                              <p:cond delay="2000"/>
                            </p:stCondLst>
                            <p:childTnLst>
                              <p:par>
                                <p:cTn id="719" presetID="22" presetClass="entr" presetSubtype="2" fill="hold" nodeType="afterEffect">
                                  <p:stCondLst>
                                    <p:cond delay="0"/>
                                  </p:stCondLst>
                                  <p:childTnLst>
                                    <p:set>
                                      <p:cBhvr>
                                        <p:cTn id="720" dur="1" fill="hold">
                                          <p:stCondLst>
                                            <p:cond delay="0"/>
                                          </p:stCondLst>
                                        </p:cTn>
                                        <p:tgtEl>
                                          <p:spTgt spid="198"/>
                                        </p:tgtEl>
                                        <p:attrNameLst>
                                          <p:attrName>style.visibility</p:attrName>
                                        </p:attrNameLst>
                                      </p:cBhvr>
                                      <p:to>
                                        <p:strVal val="visible"/>
                                      </p:to>
                                    </p:set>
                                    <p:animEffect transition="in" filter="wipe(right)">
                                      <p:cBhvr>
                                        <p:cTn id="721" dur="500"/>
                                        <p:tgtEl>
                                          <p:spTgt spid="198"/>
                                        </p:tgtEl>
                                      </p:cBhvr>
                                    </p:animEffect>
                                  </p:childTnLst>
                                </p:cTn>
                              </p:par>
                            </p:childTnLst>
                          </p:cTn>
                        </p:par>
                        <p:par>
                          <p:cTn id="722" fill="hold">
                            <p:stCondLst>
                              <p:cond delay="2500"/>
                            </p:stCondLst>
                            <p:childTnLst>
                              <p:par>
                                <p:cTn id="723" presetID="21" presetClass="entr" presetSubtype="1" fill="hold" grpId="0" nodeType="afterEffect">
                                  <p:stCondLst>
                                    <p:cond delay="0"/>
                                  </p:stCondLst>
                                  <p:childTnLst>
                                    <p:set>
                                      <p:cBhvr>
                                        <p:cTn id="724" dur="1" fill="hold">
                                          <p:stCondLst>
                                            <p:cond delay="0"/>
                                          </p:stCondLst>
                                        </p:cTn>
                                        <p:tgtEl>
                                          <p:spTgt spid="242"/>
                                        </p:tgtEl>
                                        <p:attrNameLst>
                                          <p:attrName>style.visibility</p:attrName>
                                        </p:attrNameLst>
                                      </p:cBhvr>
                                      <p:to>
                                        <p:strVal val="visible"/>
                                      </p:to>
                                    </p:set>
                                    <p:animEffect transition="in" filter="wheel(1)">
                                      <p:cBhvr>
                                        <p:cTn id="725" dur="1000"/>
                                        <p:tgtEl>
                                          <p:spTgt spid="242"/>
                                        </p:tgtEl>
                                      </p:cBhvr>
                                    </p:animEffect>
                                  </p:childTnLst>
                                </p:cTn>
                              </p:par>
                              <p:par>
                                <p:cTn id="726" presetID="22" presetClass="entr" presetSubtype="8" fill="hold" grpId="0" nodeType="withEffect">
                                  <p:stCondLst>
                                    <p:cond delay="0"/>
                                  </p:stCondLst>
                                  <p:childTnLst>
                                    <p:set>
                                      <p:cBhvr>
                                        <p:cTn id="727" dur="1" fill="hold">
                                          <p:stCondLst>
                                            <p:cond delay="0"/>
                                          </p:stCondLst>
                                        </p:cTn>
                                        <p:tgtEl>
                                          <p:spTgt spid="155"/>
                                        </p:tgtEl>
                                        <p:attrNameLst>
                                          <p:attrName>style.visibility</p:attrName>
                                        </p:attrNameLst>
                                      </p:cBhvr>
                                      <p:to>
                                        <p:strVal val="visible"/>
                                      </p:to>
                                    </p:set>
                                    <p:animEffect transition="in" filter="wipe(left)">
                                      <p:cBhvr>
                                        <p:cTn id="728" dur="500"/>
                                        <p:tgtEl>
                                          <p:spTgt spid="155"/>
                                        </p:tgtEl>
                                      </p:cBhvr>
                                    </p:animEffect>
                                  </p:childTnLst>
                                </p:cTn>
                              </p:par>
                            </p:childTnLst>
                          </p:cTn>
                        </p:par>
                        <p:par>
                          <p:cTn id="729" fill="hold">
                            <p:stCondLst>
                              <p:cond delay="3500"/>
                            </p:stCondLst>
                            <p:childTnLst>
                              <p:par>
                                <p:cTn id="730" presetID="42" presetClass="entr" presetSubtype="0" fill="hold" nodeType="afterEffect">
                                  <p:stCondLst>
                                    <p:cond delay="0"/>
                                  </p:stCondLst>
                                  <p:childTnLst>
                                    <p:set>
                                      <p:cBhvr>
                                        <p:cTn id="731" dur="1" fill="hold">
                                          <p:stCondLst>
                                            <p:cond delay="0"/>
                                          </p:stCondLst>
                                        </p:cTn>
                                        <p:tgtEl>
                                          <p:spTgt spid="244"/>
                                        </p:tgtEl>
                                        <p:attrNameLst>
                                          <p:attrName>style.visibility</p:attrName>
                                        </p:attrNameLst>
                                      </p:cBhvr>
                                      <p:to>
                                        <p:strVal val="visible"/>
                                      </p:to>
                                    </p:set>
                                    <p:animEffect transition="in" filter="fade">
                                      <p:cBhvr>
                                        <p:cTn id="732" dur="1000"/>
                                        <p:tgtEl>
                                          <p:spTgt spid="244"/>
                                        </p:tgtEl>
                                      </p:cBhvr>
                                    </p:animEffect>
                                    <p:anim calcmode="lin" valueType="num">
                                      <p:cBhvr>
                                        <p:cTn id="733" dur="1000" fill="hold"/>
                                        <p:tgtEl>
                                          <p:spTgt spid="244"/>
                                        </p:tgtEl>
                                        <p:attrNameLst>
                                          <p:attrName>ppt_x</p:attrName>
                                        </p:attrNameLst>
                                      </p:cBhvr>
                                      <p:tavLst>
                                        <p:tav tm="0">
                                          <p:val>
                                            <p:strVal val="#ppt_x"/>
                                          </p:val>
                                        </p:tav>
                                        <p:tav tm="100000">
                                          <p:val>
                                            <p:strVal val="#ppt_x"/>
                                          </p:val>
                                        </p:tav>
                                      </p:tavLst>
                                    </p:anim>
                                    <p:anim calcmode="lin" valueType="num">
                                      <p:cBhvr>
                                        <p:cTn id="734" dur="1000" fill="hold"/>
                                        <p:tgtEl>
                                          <p:spTgt spid="244"/>
                                        </p:tgtEl>
                                        <p:attrNameLst>
                                          <p:attrName>ppt_y</p:attrName>
                                        </p:attrNameLst>
                                      </p:cBhvr>
                                      <p:tavLst>
                                        <p:tav tm="0">
                                          <p:val>
                                            <p:strVal val="#ppt_y+.1"/>
                                          </p:val>
                                        </p:tav>
                                        <p:tav tm="100000">
                                          <p:val>
                                            <p:strVal val="#ppt_y"/>
                                          </p:val>
                                        </p:tav>
                                      </p:tavLst>
                                    </p:anim>
                                  </p:childTnLst>
                                </p:cTn>
                              </p:par>
                            </p:childTnLst>
                          </p:cTn>
                        </p:par>
                        <p:par>
                          <p:cTn id="735" fill="hold">
                            <p:stCondLst>
                              <p:cond delay="4500"/>
                            </p:stCondLst>
                            <p:childTnLst>
                              <p:par>
                                <p:cTn id="736" presetID="21" presetClass="entr" presetSubtype="1" fill="hold" grpId="0" nodeType="afterEffect">
                                  <p:stCondLst>
                                    <p:cond delay="0"/>
                                  </p:stCondLst>
                                  <p:childTnLst>
                                    <p:set>
                                      <p:cBhvr>
                                        <p:cTn id="737" dur="1" fill="hold">
                                          <p:stCondLst>
                                            <p:cond delay="0"/>
                                          </p:stCondLst>
                                        </p:cTn>
                                        <p:tgtEl>
                                          <p:spTgt spid="243"/>
                                        </p:tgtEl>
                                        <p:attrNameLst>
                                          <p:attrName>style.visibility</p:attrName>
                                        </p:attrNameLst>
                                      </p:cBhvr>
                                      <p:to>
                                        <p:strVal val="visible"/>
                                      </p:to>
                                    </p:set>
                                    <p:animEffect transition="in" filter="wheel(1)">
                                      <p:cBhvr>
                                        <p:cTn id="738" dur="1000"/>
                                        <p:tgtEl>
                                          <p:spTgt spid="243"/>
                                        </p:tgtEl>
                                      </p:cBhvr>
                                    </p:animEffect>
                                  </p:childTnLst>
                                </p:cTn>
                              </p:par>
                            </p:childTnLst>
                          </p:cTn>
                        </p:par>
                        <p:par>
                          <p:cTn id="739" fill="hold">
                            <p:stCondLst>
                              <p:cond delay="5500"/>
                            </p:stCondLst>
                            <p:childTnLst>
                              <p:par>
                                <p:cTn id="740" presetID="42" presetClass="entr" presetSubtype="0" fill="hold" nodeType="afterEffect">
                                  <p:stCondLst>
                                    <p:cond delay="0"/>
                                  </p:stCondLst>
                                  <p:childTnLst>
                                    <p:set>
                                      <p:cBhvr>
                                        <p:cTn id="741" dur="1" fill="hold">
                                          <p:stCondLst>
                                            <p:cond delay="0"/>
                                          </p:stCondLst>
                                        </p:cTn>
                                        <p:tgtEl>
                                          <p:spTgt spid="247"/>
                                        </p:tgtEl>
                                        <p:attrNameLst>
                                          <p:attrName>style.visibility</p:attrName>
                                        </p:attrNameLst>
                                      </p:cBhvr>
                                      <p:to>
                                        <p:strVal val="visible"/>
                                      </p:to>
                                    </p:set>
                                    <p:animEffect transition="in" filter="fade">
                                      <p:cBhvr>
                                        <p:cTn id="742" dur="1000"/>
                                        <p:tgtEl>
                                          <p:spTgt spid="247"/>
                                        </p:tgtEl>
                                      </p:cBhvr>
                                    </p:animEffect>
                                    <p:anim calcmode="lin" valueType="num">
                                      <p:cBhvr>
                                        <p:cTn id="743" dur="1000" fill="hold"/>
                                        <p:tgtEl>
                                          <p:spTgt spid="247"/>
                                        </p:tgtEl>
                                        <p:attrNameLst>
                                          <p:attrName>ppt_x</p:attrName>
                                        </p:attrNameLst>
                                      </p:cBhvr>
                                      <p:tavLst>
                                        <p:tav tm="0">
                                          <p:val>
                                            <p:strVal val="#ppt_x"/>
                                          </p:val>
                                        </p:tav>
                                        <p:tav tm="100000">
                                          <p:val>
                                            <p:strVal val="#ppt_x"/>
                                          </p:val>
                                        </p:tav>
                                      </p:tavLst>
                                    </p:anim>
                                    <p:anim calcmode="lin" valueType="num">
                                      <p:cBhvr>
                                        <p:cTn id="744" dur="1000" fill="hold"/>
                                        <p:tgtEl>
                                          <p:spTgt spid="247"/>
                                        </p:tgtEl>
                                        <p:attrNameLst>
                                          <p:attrName>ppt_y</p:attrName>
                                        </p:attrNameLst>
                                      </p:cBhvr>
                                      <p:tavLst>
                                        <p:tav tm="0">
                                          <p:val>
                                            <p:strVal val="#ppt_y+.1"/>
                                          </p:val>
                                        </p:tav>
                                        <p:tav tm="100000">
                                          <p:val>
                                            <p:strVal val="#ppt_y"/>
                                          </p:val>
                                        </p:tav>
                                      </p:tavLst>
                                    </p:anim>
                                  </p:childTnLst>
                                </p:cTn>
                              </p:par>
                            </p:childTnLst>
                          </p:cTn>
                        </p:par>
                      </p:childTnLst>
                    </p:cTn>
                  </p:par>
                  <p:par>
                    <p:cTn id="745" fill="hold">
                      <p:stCondLst>
                        <p:cond delay="indefinite"/>
                      </p:stCondLst>
                      <p:childTnLst>
                        <p:par>
                          <p:cTn id="746" fill="hold">
                            <p:stCondLst>
                              <p:cond delay="0"/>
                            </p:stCondLst>
                            <p:childTnLst>
                              <p:par>
                                <p:cTn id="747" presetID="31" presetClass="entr" presetSubtype="0" fill="hold" grpId="0" nodeType="clickEffect">
                                  <p:stCondLst>
                                    <p:cond delay="0"/>
                                  </p:stCondLst>
                                  <p:childTnLst>
                                    <p:set>
                                      <p:cBhvr>
                                        <p:cTn id="748" dur="1" fill="hold">
                                          <p:stCondLst>
                                            <p:cond delay="0"/>
                                          </p:stCondLst>
                                        </p:cTn>
                                        <p:tgtEl>
                                          <p:spTgt spid="250"/>
                                        </p:tgtEl>
                                        <p:attrNameLst>
                                          <p:attrName>style.visibility</p:attrName>
                                        </p:attrNameLst>
                                      </p:cBhvr>
                                      <p:to>
                                        <p:strVal val="visible"/>
                                      </p:to>
                                    </p:set>
                                    <p:anim calcmode="lin" valueType="num">
                                      <p:cBhvr>
                                        <p:cTn id="749" dur="1000" fill="hold"/>
                                        <p:tgtEl>
                                          <p:spTgt spid="250"/>
                                        </p:tgtEl>
                                        <p:attrNameLst>
                                          <p:attrName>ppt_w</p:attrName>
                                        </p:attrNameLst>
                                      </p:cBhvr>
                                      <p:tavLst>
                                        <p:tav tm="0">
                                          <p:val>
                                            <p:fltVal val="0"/>
                                          </p:val>
                                        </p:tav>
                                        <p:tav tm="100000">
                                          <p:val>
                                            <p:strVal val="#ppt_w"/>
                                          </p:val>
                                        </p:tav>
                                      </p:tavLst>
                                    </p:anim>
                                    <p:anim calcmode="lin" valueType="num">
                                      <p:cBhvr>
                                        <p:cTn id="750" dur="1000" fill="hold"/>
                                        <p:tgtEl>
                                          <p:spTgt spid="250"/>
                                        </p:tgtEl>
                                        <p:attrNameLst>
                                          <p:attrName>ppt_h</p:attrName>
                                        </p:attrNameLst>
                                      </p:cBhvr>
                                      <p:tavLst>
                                        <p:tav tm="0">
                                          <p:val>
                                            <p:fltVal val="0"/>
                                          </p:val>
                                        </p:tav>
                                        <p:tav tm="100000">
                                          <p:val>
                                            <p:strVal val="#ppt_h"/>
                                          </p:val>
                                        </p:tav>
                                      </p:tavLst>
                                    </p:anim>
                                    <p:anim calcmode="lin" valueType="num">
                                      <p:cBhvr>
                                        <p:cTn id="751" dur="1000" fill="hold"/>
                                        <p:tgtEl>
                                          <p:spTgt spid="250"/>
                                        </p:tgtEl>
                                        <p:attrNameLst>
                                          <p:attrName>style.rotation</p:attrName>
                                        </p:attrNameLst>
                                      </p:cBhvr>
                                      <p:tavLst>
                                        <p:tav tm="0">
                                          <p:val>
                                            <p:fltVal val="90"/>
                                          </p:val>
                                        </p:tav>
                                        <p:tav tm="100000">
                                          <p:val>
                                            <p:fltVal val="0"/>
                                          </p:val>
                                        </p:tav>
                                      </p:tavLst>
                                    </p:anim>
                                    <p:animEffect transition="in" filter="fade">
                                      <p:cBhvr>
                                        <p:cTn id="752" dur="1000"/>
                                        <p:tgtEl>
                                          <p:spTgt spid="250"/>
                                        </p:tgtEl>
                                      </p:cBhvr>
                                    </p:animEffect>
                                  </p:childTnLst>
                                </p:cTn>
                              </p:par>
                            </p:childTnLst>
                          </p:cTn>
                        </p:par>
                        <p:par>
                          <p:cTn id="753" fill="hold">
                            <p:stCondLst>
                              <p:cond delay="1000"/>
                            </p:stCondLst>
                            <p:childTnLst>
                              <p:par>
                                <p:cTn id="754" presetID="22" presetClass="entr" presetSubtype="8" fill="hold" nodeType="afterEffect">
                                  <p:stCondLst>
                                    <p:cond delay="0"/>
                                  </p:stCondLst>
                                  <p:childTnLst>
                                    <p:set>
                                      <p:cBhvr>
                                        <p:cTn id="755" dur="1" fill="hold">
                                          <p:stCondLst>
                                            <p:cond delay="0"/>
                                          </p:stCondLst>
                                        </p:cTn>
                                        <p:tgtEl>
                                          <p:spTgt spid="251"/>
                                        </p:tgtEl>
                                        <p:attrNameLst>
                                          <p:attrName>style.visibility</p:attrName>
                                        </p:attrNameLst>
                                      </p:cBhvr>
                                      <p:to>
                                        <p:strVal val="visible"/>
                                      </p:to>
                                    </p:set>
                                    <p:animEffect transition="in" filter="wipe(left)">
                                      <p:cBhvr>
                                        <p:cTn id="756" dur="1000"/>
                                        <p:tgtEl>
                                          <p:spTgt spid="251"/>
                                        </p:tgtEl>
                                      </p:cBhvr>
                                    </p:animEffect>
                                  </p:childTnLst>
                                </p:cTn>
                              </p:par>
                            </p:childTnLst>
                          </p:cTn>
                        </p:par>
                      </p:childTnLst>
                    </p:cTn>
                  </p:par>
                  <p:par>
                    <p:cTn id="757" fill="hold">
                      <p:stCondLst>
                        <p:cond delay="indefinite"/>
                      </p:stCondLst>
                      <p:childTnLst>
                        <p:par>
                          <p:cTn id="758" fill="hold">
                            <p:stCondLst>
                              <p:cond delay="0"/>
                            </p:stCondLst>
                            <p:childTnLst>
                              <p:par>
                                <p:cTn id="759" presetID="42" presetClass="entr" presetSubtype="0" fill="hold" nodeType="clickEffect">
                                  <p:stCondLst>
                                    <p:cond delay="0"/>
                                  </p:stCondLst>
                                  <p:childTnLst>
                                    <p:set>
                                      <p:cBhvr>
                                        <p:cTn id="760" dur="1" fill="hold">
                                          <p:stCondLst>
                                            <p:cond delay="0"/>
                                          </p:stCondLst>
                                        </p:cTn>
                                        <p:tgtEl>
                                          <p:spTgt spid="162"/>
                                        </p:tgtEl>
                                        <p:attrNameLst>
                                          <p:attrName>style.visibility</p:attrName>
                                        </p:attrNameLst>
                                      </p:cBhvr>
                                      <p:to>
                                        <p:strVal val="visible"/>
                                      </p:to>
                                    </p:set>
                                    <p:animEffect transition="in" filter="fade">
                                      <p:cBhvr>
                                        <p:cTn id="761" dur="1000"/>
                                        <p:tgtEl>
                                          <p:spTgt spid="162"/>
                                        </p:tgtEl>
                                      </p:cBhvr>
                                    </p:animEffect>
                                    <p:anim calcmode="lin" valueType="num">
                                      <p:cBhvr>
                                        <p:cTn id="762" dur="1000" fill="hold"/>
                                        <p:tgtEl>
                                          <p:spTgt spid="162"/>
                                        </p:tgtEl>
                                        <p:attrNameLst>
                                          <p:attrName>ppt_x</p:attrName>
                                        </p:attrNameLst>
                                      </p:cBhvr>
                                      <p:tavLst>
                                        <p:tav tm="0">
                                          <p:val>
                                            <p:strVal val="#ppt_x"/>
                                          </p:val>
                                        </p:tav>
                                        <p:tav tm="100000">
                                          <p:val>
                                            <p:strVal val="#ppt_x"/>
                                          </p:val>
                                        </p:tav>
                                      </p:tavLst>
                                    </p:anim>
                                    <p:anim calcmode="lin" valueType="num">
                                      <p:cBhvr>
                                        <p:cTn id="763" dur="1000" fill="hold"/>
                                        <p:tgtEl>
                                          <p:spTgt spid="162"/>
                                        </p:tgtEl>
                                        <p:attrNameLst>
                                          <p:attrName>ppt_y</p:attrName>
                                        </p:attrNameLst>
                                      </p:cBhvr>
                                      <p:tavLst>
                                        <p:tav tm="0">
                                          <p:val>
                                            <p:strVal val="#ppt_y+.1"/>
                                          </p:val>
                                        </p:tav>
                                        <p:tav tm="100000">
                                          <p:val>
                                            <p:strVal val="#ppt_y"/>
                                          </p:val>
                                        </p:tav>
                                      </p:tavLst>
                                    </p:anim>
                                  </p:childTnLst>
                                </p:cTn>
                              </p:par>
                            </p:childTnLst>
                          </p:cTn>
                        </p:par>
                        <p:par>
                          <p:cTn id="764" fill="hold">
                            <p:stCondLst>
                              <p:cond delay="1000"/>
                            </p:stCondLst>
                            <p:childTnLst>
                              <p:par>
                                <p:cTn id="765" presetID="31" presetClass="entr" presetSubtype="0" fill="hold" grpId="0" nodeType="afterEffect">
                                  <p:stCondLst>
                                    <p:cond delay="0"/>
                                  </p:stCondLst>
                                  <p:childTnLst>
                                    <p:set>
                                      <p:cBhvr>
                                        <p:cTn id="766" dur="1" fill="hold">
                                          <p:stCondLst>
                                            <p:cond delay="0"/>
                                          </p:stCondLst>
                                        </p:cTn>
                                        <p:tgtEl>
                                          <p:spTgt spid="146"/>
                                        </p:tgtEl>
                                        <p:attrNameLst>
                                          <p:attrName>style.visibility</p:attrName>
                                        </p:attrNameLst>
                                      </p:cBhvr>
                                      <p:to>
                                        <p:strVal val="visible"/>
                                      </p:to>
                                    </p:set>
                                    <p:anim calcmode="lin" valueType="num">
                                      <p:cBhvr>
                                        <p:cTn id="767" dur="1000" fill="hold"/>
                                        <p:tgtEl>
                                          <p:spTgt spid="146"/>
                                        </p:tgtEl>
                                        <p:attrNameLst>
                                          <p:attrName>ppt_w</p:attrName>
                                        </p:attrNameLst>
                                      </p:cBhvr>
                                      <p:tavLst>
                                        <p:tav tm="0">
                                          <p:val>
                                            <p:fltVal val="0"/>
                                          </p:val>
                                        </p:tav>
                                        <p:tav tm="100000">
                                          <p:val>
                                            <p:strVal val="#ppt_w"/>
                                          </p:val>
                                        </p:tav>
                                      </p:tavLst>
                                    </p:anim>
                                    <p:anim calcmode="lin" valueType="num">
                                      <p:cBhvr>
                                        <p:cTn id="768" dur="1000" fill="hold"/>
                                        <p:tgtEl>
                                          <p:spTgt spid="146"/>
                                        </p:tgtEl>
                                        <p:attrNameLst>
                                          <p:attrName>ppt_h</p:attrName>
                                        </p:attrNameLst>
                                      </p:cBhvr>
                                      <p:tavLst>
                                        <p:tav tm="0">
                                          <p:val>
                                            <p:fltVal val="0"/>
                                          </p:val>
                                        </p:tav>
                                        <p:tav tm="100000">
                                          <p:val>
                                            <p:strVal val="#ppt_h"/>
                                          </p:val>
                                        </p:tav>
                                      </p:tavLst>
                                    </p:anim>
                                    <p:anim calcmode="lin" valueType="num">
                                      <p:cBhvr>
                                        <p:cTn id="769" dur="1000" fill="hold"/>
                                        <p:tgtEl>
                                          <p:spTgt spid="146"/>
                                        </p:tgtEl>
                                        <p:attrNameLst>
                                          <p:attrName>style.rotation</p:attrName>
                                        </p:attrNameLst>
                                      </p:cBhvr>
                                      <p:tavLst>
                                        <p:tav tm="0">
                                          <p:val>
                                            <p:fltVal val="90"/>
                                          </p:val>
                                        </p:tav>
                                        <p:tav tm="100000">
                                          <p:val>
                                            <p:fltVal val="0"/>
                                          </p:val>
                                        </p:tav>
                                      </p:tavLst>
                                    </p:anim>
                                    <p:animEffect transition="in" filter="fade">
                                      <p:cBhvr>
                                        <p:cTn id="770" dur="1000"/>
                                        <p:tgtEl>
                                          <p:spTgt spid="146"/>
                                        </p:tgtEl>
                                      </p:cBhvr>
                                    </p:animEffect>
                                  </p:childTnLst>
                                </p:cTn>
                              </p:par>
                            </p:childTnLst>
                          </p:cTn>
                        </p:par>
                        <p:par>
                          <p:cTn id="771" fill="hold">
                            <p:stCondLst>
                              <p:cond delay="2000"/>
                            </p:stCondLst>
                            <p:childTnLst>
                              <p:par>
                                <p:cTn id="772" presetID="22" presetClass="exit" presetSubtype="1" fill="hold" nodeType="afterEffect">
                                  <p:stCondLst>
                                    <p:cond delay="0"/>
                                  </p:stCondLst>
                                  <p:childTnLst>
                                    <p:animEffect transition="out" filter="wipe(up)">
                                      <p:cBhvr>
                                        <p:cTn id="773" dur="500"/>
                                        <p:tgtEl>
                                          <p:spTgt spid="251"/>
                                        </p:tgtEl>
                                      </p:cBhvr>
                                    </p:animEffect>
                                    <p:set>
                                      <p:cBhvr>
                                        <p:cTn id="774" dur="1" fill="hold">
                                          <p:stCondLst>
                                            <p:cond delay="499"/>
                                          </p:stCondLst>
                                        </p:cTn>
                                        <p:tgtEl>
                                          <p:spTgt spid="251"/>
                                        </p:tgtEl>
                                        <p:attrNameLst>
                                          <p:attrName>style.visibility</p:attrName>
                                        </p:attrNameLst>
                                      </p:cBhvr>
                                      <p:to>
                                        <p:strVal val="hidden"/>
                                      </p:to>
                                    </p:set>
                                  </p:childTnLst>
                                </p:cTn>
                              </p:par>
                              <p:par>
                                <p:cTn id="775" presetID="22" presetClass="entr" presetSubtype="8" fill="hold" nodeType="withEffect">
                                  <p:stCondLst>
                                    <p:cond delay="0"/>
                                  </p:stCondLst>
                                  <p:childTnLst>
                                    <p:set>
                                      <p:cBhvr>
                                        <p:cTn id="776" dur="1" fill="hold">
                                          <p:stCondLst>
                                            <p:cond delay="0"/>
                                          </p:stCondLst>
                                        </p:cTn>
                                        <p:tgtEl>
                                          <p:spTgt spid="252"/>
                                        </p:tgtEl>
                                        <p:attrNameLst>
                                          <p:attrName>style.visibility</p:attrName>
                                        </p:attrNameLst>
                                      </p:cBhvr>
                                      <p:to>
                                        <p:strVal val="visible"/>
                                      </p:to>
                                    </p:set>
                                    <p:animEffect transition="in" filter="wipe(left)">
                                      <p:cBhvr>
                                        <p:cTn id="777" dur="1000"/>
                                        <p:tgtEl>
                                          <p:spTgt spid="252"/>
                                        </p:tgtEl>
                                      </p:cBhvr>
                                    </p:animEffect>
                                  </p:childTnLst>
                                </p:cTn>
                              </p:par>
                            </p:childTnLst>
                          </p:cTn>
                        </p:par>
                      </p:childTnLst>
                    </p:cTn>
                  </p:par>
                  <p:par>
                    <p:cTn id="778" fill="hold">
                      <p:stCondLst>
                        <p:cond delay="indefinite"/>
                      </p:stCondLst>
                      <p:childTnLst>
                        <p:par>
                          <p:cTn id="779" fill="hold">
                            <p:stCondLst>
                              <p:cond delay="0"/>
                            </p:stCondLst>
                            <p:childTnLst>
                              <p:par>
                                <p:cTn id="780" presetID="31" presetClass="entr" presetSubtype="0" fill="hold" grpId="0" nodeType="clickEffect">
                                  <p:stCondLst>
                                    <p:cond delay="0"/>
                                  </p:stCondLst>
                                  <p:childTnLst>
                                    <p:set>
                                      <p:cBhvr>
                                        <p:cTn id="781" dur="1" fill="hold">
                                          <p:stCondLst>
                                            <p:cond delay="0"/>
                                          </p:stCondLst>
                                        </p:cTn>
                                        <p:tgtEl>
                                          <p:spTgt spid="257"/>
                                        </p:tgtEl>
                                        <p:attrNameLst>
                                          <p:attrName>style.visibility</p:attrName>
                                        </p:attrNameLst>
                                      </p:cBhvr>
                                      <p:to>
                                        <p:strVal val="visible"/>
                                      </p:to>
                                    </p:set>
                                    <p:anim calcmode="lin" valueType="num">
                                      <p:cBhvr>
                                        <p:cTn id="782" dur="1000" fill="hold"/>
                                        <p:tgtEl>
                                          <p:spTgt spid="257"/>
                                        </p:tgtEl>
                                        <p:attrNameLst>
                                          <p:attrName>ppt_w</p:attrName>
                                        </p:attrNameLst>
                                      </p:cBhvr>
                                      <p:tavLst>
                                        <p:tav tm="0">
                                          <p:val>
                                            <p:fltVal val="0"/>
                                          </p:val>
                                        </p:tav>
                                        <p:tav tm="100000">
                                          <p:val>
                                            <p:strVal val="#ppt_w"/>
                                          </p:val>
                                        </p:tav>
                                      </p:tavLst>
                                    </p:anim>
                                    <p:anim calcmode="lin" valueType="num">
                                      <p:cBhvr>
                                        <p:cTn id="783" dur="1000" fill="hold"/>
                                        <p:tgtEl>
                                          <p:spTgt spid="257"/>
                                        </p:tgtEl>
                                        <p:attrNameLst>
                                          <p:attrName>ppt_h</p:attrName>
                                        </p:attrNameLst>
                                      </p:cBhvr>
                                      <p:tavLst>
                                        <p:tav tm="0">
                                          <p:val>
                                            <p:fltVal val="0"/>
                                          </p:val>
                                        </p:tav>
                                        <p:tav tm="100000">
                                          <p:val>
                                            <p:strVal val="#ppt_h"/>
                                          </p:val>
                                        </p:tav>
                                      </p:tavLst>
                                    </p:anim>
                                    <p:anim calcmode="lin" valueType="num">
                                      <p:cBhvr>
                                        <p:cTn id="784" dur="1000" fill="hold"/>
                                        <p:tgtEl>
                                          <p:spTgt spid="257"/>
                                        </p:tgtEl>
                                        <p:attrNameLst>
                                          <p:attrName>style.rotation</p:attrName>
                                        </p:attrNameLst>
                                      </p:cBhvr>
                                      <p:tavLst>
                                        <p:tav tm="0">
                                          <p:val>
                                            <p:fltVal val="90"/>
                                          </p:val>
                                        </p:tav>
                                        <p:tav tm="100000">
                                          <p:val>
                                            <p:fltVal val="0"/>
                                          </p:val>
                                        </p:tav>
                                      </p:tavLst>
                                    </p:anim>
                                    <p:animEffect transition="in" filter="fade">
                                      <p:cBhvr>
                                        <p:cTn id="785" dur="1000"/>
                                        <p:tgtEl>
                                          <p:spTgt spid="257"/>
                                        </p:tgtEl>
                                      </p:cBhvr>
                                    </p:animEffect>
                                  </p:childTnLst>
                                </p:cTn>
                              </p:par>
                            </p:childTnLst>
                          </p:cTn>
                        </p:par>
                        <p:par>
                          <p:cTn id="786" fill="hold">
                            <p:stCondLst>
                              <p:cond delay="1000"/>
                            </p:stCondLst>
                            <p:childTnLst>
                              <p:par>
                                <p:cTn id="787" presetID="22" presetClass="exit" presetSubtype="1" fill="hold" nodeType="afterEffect">
                                  <p:stCondLst>
                                    <p:cond delay="0"/>
                                  </p:stCondLst>
                                  <p:childTnLst>
                                    <p:animEffect transition="out" filter="wipe(up)">
                                      <p:cBhvr>
                                        <p:cTn id="788" dur="500"/>
                                        <p:tgtEl>
                                          <p:spTgt spid="252"/>
                                        </p:tgtEl>
                                      </p:cBhvr>
                                    </p:animEffect>
                                    <p:set>
                                      <p:cBhvr>
                                        <p:cTn id="789" dur="1" fill="hold">
                                          <p:stCondLst>
                                            <p:cond delay="499"/>
                                          </p:stCondLst>
                                        </p:cTn>
                                        <p:tgtEl>
                                          <p:spTgt spid="252"/>
                                        </p:tgtEl>
                                        <p:attrNameLst>
                                          <p:attrName>style.visibility</p:attrName>
                                        </p:attrNameLst>
                                      </p:cBhvr>
                                      <p:to>
                                        <p:strVal val="hidden"/>
                                      </p:to>
                                    </p:set>
                                  </p:childTnLst>
                                </p:cTn>
                              </p:par>
                            </p:childTnLst>
                          </p:cTn>
                        </p:par>
                        <p:par>
                          <p:cTn id="790" fill="hold">
                            <p:stCondLst>
                              <p:cond delay="1500"/>
                            </p:stCondLst>
                            <p:childTnLst>
                              <p:par>
                                <p:cTn id="791" presetID="22" presetClass="entr" presetSubtype="1" fill="hold" grpId="0" nodeType="afterEffect">
                                  <p:stCondLst>
                                    <p:cond delay="0"/>
                                  </p:stCondLst>
                                  <p:childTnLst>
                                    <p:set>
                                      <p:cBhvr>
                                        <p:cTn id="792" dur="1" fill="hold">
                                          <p:stCondLst>
                                            <p:cond delay="0"/>
                                          </p:stCondLst>
                                        </p:cTn>
                                        <p:tgtEl>
                                          <p:spTgt spid="256"/>
                                        </p:tgtEl>
                                        <p:attrNameLst>
                                          <p:attrName>style.visibility</p:attrName>
                                        </p:attrNameLst>
                                      </p:cBhvr>
                                      <p:to>
                                        <p:strVal val="visible"/>
                                      </p:to>
                                    </p:set>
                                    <p:animEffect transition="in" filter="wipe(up)">
                                      <p:cBhvr>
                                        <p:cTn id="793" dur="500"/>
                                        <p:tgtEl>
                                          <p:spTgt spid="256"/>
                                        </p:tgtEl>
                                      </p:cBhvr>
                                    </p:animEffect>
                                  </p:childTnLst>
                                </p:cTn>
                              </p:par>
                            </p:childTnLst>
                          </p:cTn>
                        </p:par>
                      </p:childTnLst>
                    </p:cTn>
                  </p:par>
                  <p:par>
                    <p:cTn id="794" fill="hold">
                      <p:stCondLst>
                        <p:cond delay="indefinite"/>
                      </p:stCondLst>
                      <p:childTnLst>
                        <p:par>
                          <p:cTn id="795" fill="hold">
                            <p:stCondLst>
                              <p:cond delay="0"/>
                            </p:stCondLst>
                            <p:childTnLst>
                              <p:par>
                                <p:cTn id="796" presetID="22" presetClass="exit" presetSubtype="1" fill="hold" grpId="1" nodeType="clickEffect">
                                  <p:stCondLst>
                                    <p:cond delay="0"/>
                                  </p:stCondLst>
                                  <p:childTnLst>
                                    <p:animEffect transition="out" filter="wipe(up)">
                                      <p:cBhvr>
                                        <p:cTn id="797" dur="500"/>
                                        <p:tgtEl>
                                          <p:spTgt spid="256"/>
                                        </p:tgtEl>
                                      </p:cBhvr>
                                    </p:animEffect>
                                    <p:set>
                                      <p:cBhvr>
                                        <p:cTn id="798" dur="1" fill="hold">
                                          <p:stCondLst>
                                            <p:cond delay="499"/>
                                          </p:stCondLst>
                                        </p:cTn>
                                        <p:tgtEl>
                                          <p:spTgt spid="256"/>
                                        </p:tgtEl>
                                        <p:attrNameLst>
                                          <p:attrName>style.visibility</p:attrName>
                                        </p:attrNameLst>
                                      </p:cBhvr>
                                      <p:to>
                                        <p:strVal val="hidden"/>
                                      </p:to>
                                    </p:set>
                                  </p:childTnLst>
                                </p:cTn>
                              </p:par>
                              <p:par>
                                <p:cTn id="799" presetID="10" presetClass="exit" presetSubtype="0" fill="hold" grpId="1" nodeType="withEffect">
                                  <p:stCondLst>
                                    <p:cond delay="0"/>
                                  </p:stCondLst>
                                  <p:childTnLst>
                                    <p:animEffect transition="out" filter="fade">
                                      <p:cBhvr>
                                        <p:cTn id="800" dur="500"/>
                                        <p:tgtEl>
                                          <p:spTgt spid="257"/>
                                        </p:tgtEl>
                                      </p:cBhvr>
                                    </p:animEffect>
                                    <p:set>
                                      <p:cBhvr>
                                        <p:cTn id="801" dur="1" fill="hold">
                                          <p:stCondLst>
                                            <p:cond delay="499"/>
                                          </p:stCondLst>
                                        </p:cTn>
                                        <p:tgtEl>
                                          <p:spTgt spid="257"/>
                                        </p:tgtEl>
                                        <p:attrNameLst>
                                          <p:attrName>style.visibility</p:attrName>
                                        </p:attrNameLst>
                                      </p:cBhvr>
                                      <p:to>
                                        <p:strVal val="hidden"/>
                                      </p:to>
                                    </p:set>
                                  </p:childTnLst>
                                </p:cTn>
                              </p:par>
                            </p:childTnLst>
                          </p:cTn>
                        </p:par>
                        <p:par>
                          <p:cTn id="802" fill="hold">
                            <p:stCondLst>
                              <p:cond delay="500"/>
                            </p:stCondLst>
                            <p:childTnLst>
                              <p:par>
                                <p:cTn id="803" presetID="22" presetClass="entr" presetSubtype="1" fill="hold" grpId="0" nodeType="afterEffect">
                                  <p:stCondLst>
                                    <p:cond delay="0"/>
                                  </p:stCondLst>
                                  <p:childTnLst>
                                    <p:set>
                                      <p:cBhvr>
                                        <p:cTn id="804" dur="1" fill="hold">
                                          <p:stCondLst>
                                            <p:cond delay="0"/>
                                          </p:stCondLst>
                                        </p:cTn>
                                        <p:tgtEl>
                                          <p:spTgt spid="254"/>
                                        </p:tgtEl>
                                        <p:attrNameLst>
                                          <p:attrName>style.visibility</p:attrName>
                                        </p:attrNameLst>
                                      </p:cBhvr>
                                      <p:to>
                                        <p:strVal val="visible"/>
                                      </p:to>
                                    </p:set>
                                    <p:animEffect transition="in" filter="wipe(up)">
                                      <p:cBhvr>
                                        <p:cTn id="805" dur="500"/>
                                        <p:tgtEl>
                                          <p:spTgt spid="254"/>
                                        </p:tgtEl>
                                      </p:cBhvr>
                                    </p:animEffect>
                                  </p:childTnLst>
                                </p:cTn>
                              </p:par>
                            </p:childTnLst>
                          </p:cTn>
                        </p:par>
                      </p:childTnLst>
                    </p:cTn>
                  </p:par>
                  <p:par>
                    <p:cTn id="806" fill="hold">
                      <p:stCondLst>
                        <p:cond delay="indefinite"/>
                      </p:stCondLst>
                      <p:childTnLst>
                        <p:par>
                          <p:cTn id="807" fill="hold">
                            <p:stCondLst>
                              <p:cond delay="0"/>
                            </p:stCondLst>
                            <p:childTnLst>
                              <p:par>
                                <p:cTn id="808" presetID="6" presetClass="emph" presetSubtype="0" autoRev="1" fill="hold" grpId="1" nodeType="clickEffect">
                                  <p:stCondLst>
                                    <p:cond delay="0"/>
                                  </p:stCondLst>
                                  <p:childTnLst>
                                    <p:animScale>
                                      <p:cBhvr>
                                        <p:cTn id="809" dur="1000" fill="hold"/>
                                        <p:tgtEl>
                                          <p:spTgt spid="146"/>
                                        </p:tgtEl>
                                      </p:cBhvr>
                                      <p:by x="150000" y="150000"/>
                                    </p:animScale>
                                  </p:childTnLst>
                                </p:cTn>
                              </p:par>
                            </p:childTnLst>
                          </p:cTn>
                        </p:par>
                        <p:par>
                          <p:cTn id="810" fill="hold">
                            <p:stCondLst>
                              <p:cond delay="2000"/>
                            </p:stCondLst>
                            <p:childTnLst>
                              <p:par>
                                <p:cTn id="811" presetID="3" presetClass="emph" presetSubtype="2" fill="hold" grpId="2" nodeType="afterEffect">
                                  <p:stCondLst>
                                    <p:cond delay="0"/>
                                  </p:stCondLst>
                                  <p:childTnLst>
                                    <p:animClr clrSpc="rgb" dir="cw">
                                      <p:cBhvr override="childStyle">
                                        <p:cTn id="812" dur="500" fill="hold"/>
                                        <p:tgtEl>
                                          <p:spTgt spid="146"/>
                                        </p:tgtEl>
                                        <p:attrNameLst>
                                          <p:attrName>style.color</p:attrName>
                                        </p:attrNameLst>
                                      </p:cBhvr>
                                      <p:to>
                                        <a:srgbClr val="FF0000"/>
                                      </p:to>
                                    </p:animClr>
                                  </p:childTnLst>
                                </p:cTn>
                              </p:par>
                            </p:childTnLst>
                          </p:cTn>
                        </p:par>
                        <p:par>
                          <p:cTn id="813" fill="hold">
                            <p:stCondLst>
                              <p:cond delay="2500"/>
                            </p:stCondLst>
                            <p:childTnLst>
                              <p:par>
                                <p:cTn id="814" presetID="42" presetClass="entr" presetSubtype="0" fill="hold" grpId="0" nodeType="afterEffect">
                                  <p:stCondLst>
                                    <p:cond delay="0"/>
                                  </p:stCondLst>
                                  <p:childTnLst>
                                    <p:set>
                                      <p:cBhvr>
                                        <p:cTn id="815" dur="1" fill="hold">
                                          <p:stCondLst>
                                            <p:cond delay="0"/>
                                          </p:stCondLst>
                                        </p:cTn>
                                        <p:tgtEl>
                                          <p:spTgt spid="186"/>
                                        </p:tgtEl>
                                        <p:attrNameLst>
                                          <p:attrName>style.visibility</p:attrName>
                                        </p:attrNameLst>
                                      </p:cBhvr>
                                      <p:to>
                                        <p:strVal val="visible"/>
                                      </p:to>
                                    </p:set>
                                    <p:animEffect transition="in" filter="fade">
                                      <p:cBhvr>
                                        <p:cTn id="816" dur="1000"/>
                                        <p:tgtEl>
                                          <p:spTgt spid="186"/>
                                        </p:tgtEl>
                                      </p:cBhvr>
                                    </p:animEffect>
                                    <p:anim calcmode="lin" valueType="num">
                                      <p:cBhvr>
                                        <p:cTn id="817" dur="1000" fill="hold"/>
                                        <p:tgtEl>
                                          <p:spTgt spid="186"/>
                                        </p:tgtEl>
                                        <p:attrNameLst>
                                          <p:attrName>ppt_x</p:attrName>
                                        </p:attrNameLst>
                                      </p:cBhvr>
                                      <p:tavLst>
                                        <p:tav tm="0">
                                          <p:val>
                                            <p:strVal val="#ppt_x"/>
                                          </p:val>
                                        </p:tav>
                                        <p:tav tm="100000">
                                          <p:val>
                                            <p:strVal val="#ppt_x"/>
                                          </p:val>
                                        </p:tav>
                                      </p:tavLst>
                                    </p:anim>
                                    <p:anim calcmode="lin" valueType="num">
                                      <p:cBhvr>
                                        <p:cTn id="818" dur="1000" fill="hold"/>
                                        <p:tgtEl>
                                          <p:spTgt spid="186"/>
                                        </p:tgtEl>
                                        <p:attrNameLst>
                                          <p:attrName>ppt_y</p:attrName>
                                        </p:attrNameLst>
                                      </p:cBhvr>
                                      <p:tavLst>
                                        <p:tav tm="0">
                                          <p:val>
                                            <p:strVal val="#ppt_y+.1"/>
                                          </p:val>
                                        </p:tav>
                                        <p:tav tm="100000">
                                          <p:val>
                                            <p:strVal val="#ppt_y"/>
                                          </p:val>
                                        </p:tav>
                                      </p:tavLst>
                                    </p:anim>
                                  </p:childTnLst>
                                </p:cTn>
                              </p:par>
                            </p:childTnLst>
                          </p:cTn>
                        </p:par>
                        <p:par>
                          <p:cTn id="819" fill="hold">
                            <p:stCondLst>
                              <p:cond delay="3500"/>
                            </p:stCondLst>
                            <p:childTnLst>
                              <p:par>
                                <p:cTn id="820" presetID="22" presetClass="exit" presetSubtype="1" fill="hold" grpId="1" nodeType="afterEffect">
                                  <p:stCondLst>
                                    <p:cond delay="0"/>
                                  </p:stCondLst>
                                  <p:childTnLst>
                                    <p:animEffect transition="out" filter="wipe(up)">
                                      <p:cBhvr>
                                        <p:cTn id="821" dur="500"/>
                                        <p:tgtEl>
                                          <p:spTgt spid="254"/>
                                        </p:tgtEl>
                                      </p:cBhvr>
                                    </p:animEffect>
                                    <p:set>
                                      <p:cBhvr>
                                        <p:cTn id="822" dur="1" fill="hold">
                                          <p:stCondLst>
                                            <p:cond delay="499"/>
                                          </p:stCondLst>
                                        </p:cTn>
                                        <p:tgtEl>
                                          <p:spTgt spid="254"/>
                                        </p:tgtEl>
                                        <p:attrNameLst>
                                          <p:attrName>style.visibility</p:attrName>
                                        </p:attrNameLst>
                                      </p:cBhvr>
                                      <p:to>
                                        <p:strVal val="hidden"/>
                                      </p:to>
                                    </p:set>
                                  </p:childTnLst>
                                </p:cTn>
                              </p:par>
                            </p:childTnLst>
                          </p:cTn>
                        </p:par>
                        <p:par>
                          <p:cTn id="823" fill="hold">
                            <p:stCondLst>
                              <p:cond delay="4000"/>
                            </p:stCondLst>
                            <p:childTnLst>
                              <p:par>
                                <p:cTn id="824" presetID="22" presetClass="entr" presetSubtype="8" fill="hold" nodeType="afterEffect">
                                  <p:stCondLst>
                                    <p:cond delay="0"/>
                                  </p:stCondLst>
                                  <p:childTnLst>
                                    <p:set>
                                      <p:cBhvr>
                                        <p:cTn id="825" dur="1" fill="hold">
                                          <p:stCondLst>
                                            <p:cond delay="0"/>
                                          </p:stCondLst>
                                        </p:cTn>
                                        <p:tgtEl>
                                          <p:spTgt spid="253"/>
                                        </p:tgtEl>
                                        <p:attrNameLst>
                                          <p:attrName>style.visibility</p:attrName>
                                        </p:attrNameLst>
                                      </p:cBhvr>
                                      <p:to>
                                        <p:strVal val="visible"/>
                                      </p:to>
                                    </p:set>
                                    <p:animEffect transition="in" filter="wipe(left)">
                                      <p:cBhvr>
                                        <p:cTn id="826" dur="1000"/>
                                        <p:tgtEl>
                                          <p:spTgt spid="253"/>
                                        </p:tgtEl>
                                      </p:cBhvr>
                                    </p:animEffect>
                                  </p:childTnLst>
                                </p:cTn>
                              </p:par>
                            </p:childTnLst>
                          </p:cTn>
                        </p:par>
                      </p:childTnLst>
                    </p:cTn>
                  </p:par>
                  <p:par>
                    <p:cTn id="827" fill="hold">
                      <p:stCondLst>
                        <p:cond delay="indefinite"/>
                      </p:stCondLst>
                      <p:childTnLst>
                        <p:par>
                          <p:cTn id="828" fill="hold">
                            <p:stCondLst>
                              <p:cond delay="0"/>
                            </p:stCondLst>
                            <p:childTnLst>
                              <p:par>
                                <p:cTn id="829" presetID="22" presetClass="exit" presetSubtype="1" fill="hold" nodeType="clickEffect">
                                  <p:stCondLst>
                                    <p:cond delay="0"/>
                                  </p:stCondLst>
                                  <p:childTnLst>
                                    <p:animEffect transition="out" filter="wipe(up)">
                                      <p:cBhvr>
                                        <p:cTn id="830" dur="500"/>
                                        <p:tgtEl>
                                          <p:spTgt spid="253"/>
                                        </p:tgtEl>
                                      </p:cBhvr>
                                    </p:animEffect>
                                    <p:set>
                                      <p:cBhvr>
                                        <p:cTn id="831" dur="1" fill="hold">
                                          <p:stCondLst>
                                            <p:cond delay="499"/>
                                          </p:stCondLst>
                                        </p:cTn>
                                        <p:tgtEl>
                                          <p:spTgt spid="253"/>
                                        </p:tgtEl>
                                        <p:attrNameLst>
                                          <p:attrName>style.visibility</p:attrName>
                                        </p:attrNameLst>
                                      </p:cBhvr>
                                      <p:to>
                                        <p:strVal val="hidden"/>
                                      </p:to>
                                    </p:set>
                                  </p:childTnLst>
                                </p:cTn>
                              </p:par>
                            </p:childTnLst>
                          </p:cTn>
                        </p:par>
                        <p:par>
                          <p:cTn id="832" fill="hold">
                            <p:stCondLst>
                              <p:cond delay="500"/>
                            </p:stCondLst>
                            <p:childTnLst>
                              <p:par>
                                <p:cTn id="833" presetID="22" presetClass="entr" presetSubtype="8" fill="hold" nodeType="afterEffect">
                                  <p:stCondLst>
                                    <p:cond delay="0"/>
                                  </p:stCondLst>
                                  <p:childTnLst>
                                    <p:set>
                                      <p:cBhvr>
                                        <p:cTn id="834" dur="1" fill="hold">
                                          <p:stCondLst>
                                            <p:cond delay="0"/>
                                          </p:stCondLst>
                                        </p:cTn>
                                        <p:tgtEl>
                                          <p:spTgt spid="255"/>
                                        </p:tgtEl>
                                        <p:attrNameLst>
                                          <p:attrName>style.visibility</p:attrName>
                                        </p:attrNameLst>
                                      </p:cBhvr>
                                      <p:to>
                                        <p:strVal val="visible"/>
                                      </p:to>
                                    </p:set>
                                    <p:animEffect transition="in" filter="wipe(left)">
                                      <p:cBhvr>
                                        <p:cTn id="835" dur="1000"/>
                                        <p:tgtEl>
                                          <p:spTgt spid="255"/>
                                        </p:tgtEl>
                                      </p:cBhvr>
                                    </p:animEffect>
                                  </p:childTnLst>
                                </p:cTn>
                              </p:par>
                            </p:childTnLst>
                          </p:cTn>
                        </p:par>
                      </p:childTnLst>
                    </p:cTn>
                  </p:par>
                  <p:par>
                    <p:cTn id="836" fill="hold">
                      <p:stCondLst>
                        <p:cond delay="indefinite"/>
                      </p:stCondLst>
                      <p:childTnLst>
                        <p:par>
                          <p:cTn id="837" fill="hold">
                            <p:stCondLst>
                              <p:cond delay="0"/>
                            </p:stCondLst>
                            <p:childTnLst>
                              <p:par>
                                <p:cTn id="838" presetID="22" presetClass="exit" presetSubtype="1" fill="hold" nodeType="clickEffect">
                                  <p:stCondLst>
                                    <p:cond delay="0"/>
                                  </p:stCondLst>
                                  <p:childTnLst>
                                    <p:animEffect transition="out" filter="wipe(up)">
                                      <p:cBhvr>
                                        <p:cTn id="839" dur="500"/>
                                        <p:tgtEl>
                                          <p:spTgt spid="255"/>
                                        </p:tgtEl>
                                      </p:cBhvr>
                                    </p:animEffect>
                                    <p:set>
                                      <p:cBhvr>
                                        <p:cTn id="840" dur="1" fill="hold">
                                          <p:stCondLst>
                                            <p:cond delay="499"/>
                                          </p:stCondLst>
                                        </p:cTn>
                                        <p:tgtEl>
                                          <p:spTgt spid="255"/>
                                        </p:tgtEl>
                                        <p:attrNameLst>
                                          <p:attrName>style.visibility</p:attrName>
                                        </p:attrNameLst>
                                      </p:cBhvr>
                                      <p:to>
                                        <p:strVal val="hidden"/>
                                      </p:to>
                                    </p:set>
                                  </p:childTnLst>
                                </p:cTn>
                              </p:par>
                            </p:childTnLst>
                          </p:cTn>
                        </p:par>
                        <p:par>
                          <p:cTn id="841" fill="hold">
                            <p:stCondLst>
                              <p:cond delay="500"/>
                            </p:stCondLst>
                            <p:childTnLst>
                              <p:par>
                                <p:cTn id="842" presetID="22" presetClass="entr" presetSubtype="8" fill="hold" nodeType="afterEffect">
                                  <p:stCondLst>
                                    <p:cond delay="0"/>
                                  </p:stCondLst>
                                  <p:childTnLst>
                                    <p:set>
                                      <p:cBhvr>
                                        <p:cTn id="843" dur="1" fill="hold">
                                          <p:stCondLst>
                                            <p:cond delay="0"/>
                                          </p:stCondLst>
                                        </p:cTn>
                                        <p:tgtEl>
                                          <p:spTgt spid="258"/>
                                        </p:tgtEl>
                                        <p:attrNameLst>
                                          <p:attrName>style.visibility</p:attrName>
                                        </p:attrNameLst>
                                      </p:cBhvr>
                                      <p:to>
                                        <p:strVal val="visible"/>
                                      </p:to>
                                    </p:set>
                                    <p:animEffect transition="in" filter="wipe(left)">
                                      <p:cBhvr>
                                        <p:cTn id="844" dur="1000"/>
                                        <p:tgtEl>
                                          <p:spTgt spid="258"/>
                                        </p:tgtEl>
                                      </p:cBhvr>
                                    </p:animEffect>
                                  </p:childTnLst>
                                </p:cTn>
                              </p:par>
                            </p:childTnLst>
                          </p:cTn>
                        </p:par>
                      </p:childTnLst>
                    </p:cTn>
                  </p:par>
                  <p:par>
                    <p:cTn id="845" fill="hold">
                      <p:stCondLst>
                        <p:cond delay="indefinite"/>
                      </p:stCondLst>
                      <p:childTnLst>
                        <p:par>
                          <p:cTn id="846" fill="hold">
                            <p:stCondLst>
                              <p:cond delay="0"/>
                            </p:stCondLst>
                            <p:childTnLst>
                              <p:par>
                                <p:cTn id="847" presetID="22" presetClass="exit" presetSubtype="1" fill="hold" nodeType="clickEffect">
                                  <p:stCondLst>
                                    <p:cond delay="0"/>
                                  </p:stCondLst>
                                  <p:childTnLst>
                                    <p:animEffect transition="out" filter="wipe(up)">
                                      <p:cBhvr>
                                        <p:cTn id="848" dur="500"/>
                                        <p:tgtEl>
                                          <p:spTgt spid="258"/>
                                        </p:tgtEl>
                                      </p:cBhvr>
                                    </p:animEffect>
                                    <p:set>
                                      <p:cBhvr>
                                        <p:cTn id="849" dur="1" fill="hold">
                                          <p:stCondLst>
                                            <p:cond delay="499"/>
                                          </p:stCondLst>
                                        </p:cTn>
                                        <p:tgtEl>
                                          <p:spTgt spid="258"/>
                                        </p:tgtEl>
                                        <p:attrNameLst>
                                          <p:attrName>style.visibility</p:attrName>
                                        </p:attrNameLst>
                                      </p:cBhvr>
                                      <p:to>
                                        <p:strVal val="hidden"/>
                                      </p:to>
                                    </p:set>
                                  </p:childTnLst>
                                </p:cTn>
                              </p:par>
                            </p:childTnLst>
                          </p:cTn>
                        </p:par>
                        <p:par>
                          <p:cTn id="850" fill="hold">
                            <p:stCondLst>
                              <p:cond delay="500"/>
                            </p:stCondLst>
                            <p:childTnLst>
                              <p:par>
                                <p:cTn id="851" presetID="31" presetClass="exit" presetSubtype="0" fill="hold" grpId="1" nodeType="afterEffect">
                                  <p:stCondLst>
                                    <p:cond delay="0"/>
                                  </p:stCondLst>
                                  <p:childTnLst>
                                    <p:anim calcmode="lin" valueType="num">
                                      <p:cBhvr>
                                        <p:cTn id="852" dur="1000"/>
                                        <p:tgtEl>
                                          <p:spTgt spid="250"/>
                                        </p:tgtEl>
                                        <p:attrNameLst>
                                          <p:attrName>ppt_w</p:attrName>
                                        </p:attrNameLst>
                                      </p:cBhvr>
                                      <p:tavLst>
                                        <p:tav tm="0">
                                          <p:val>
                                            <p:strVal val="ppt_w"/>
                                          </p:val>
                                        </p:tav>
                                        <p:tav tm="100000">
                                          <p:val>
                                            <p:fltVal val="0"/>
                                          </p:val>
                                        </p:tav>
                                      </p:tavLst>
                                    </p:anim>
                                    <p:anim calcmode="lin" valueType="num">
                                      <p:cBhvr>
                                        <p:cTn id="853" dur="1000"/>
                                        <p:tgtEl>
                                          <p:spTgt spid="250"/>
                                        </p:tgtEl>
                                        <p:attrNameLst>
                                          <p:attrName>ppt_h</p:attrName>
                                        </p:attrNameLst>
                                      </p:cBhvr>
                                      <p:tavLst>
                                        <p:tav tm="0">
                                          <p:val>
                                            <p:strVal val="ppt_h"/>
                                          </p:val>
                                        </p:tav>
                                        <p:tav tm="100000">
                                          <p:val>
                                            <p:fltVal val="0"/>
                                          </p:val>
                                        </p:tav>
                                      </p:tavLst>
                                    </p:anim>
                                    <p:anim calcmode="lin" valueType="num">
                                      <p:cBhvr>
                                        <p:cTn id="854" dur="1000"/>
                                        <p:tgtEl>
                                          <p:spTgt spid="250"/>
                                        </p:tgtEl>
                                        <p:attrNameLst>
                                          <p:attrName>style.rotation</p:attrName>
                                        </p:attrNameLst>
                                      </p:cBhvr>
                                      <p:tavLst>
                                        <p:tav tm="0">
                                          <p:val>
                                            <p:fltVal val="0"/>
                                          </p:val>
                                        </p:tav>
                                        <p:tav tm="100000">
                                          <p:val>
                                            <p:fltVal val="90"/>
                                          </p:val>
                                        </p:tav>
                                      </p:tavLst>
                                    </p:anim>
                                    <p:animEffect transition="out" filter="fade">
                                      <p:cBhvr>
                                        <p:cTn id="855" dur="1000"/>
                                        <p:tgtEl>
                                          <p:spTgt spid="250"/>
                                        </p:tgtEl>
                                      </p:cBhvr>
                                    </p:animEffect>
                                    <p:set>
                                      <p:cBhvr>
                                        <p:cTn id="856" dur="1" fill="hold">
                                          <p:stCondLst>
                                            <p:cond delay="999"/>
                                          </p:stCondLst>
                                        </p:cTn>
                                        <p:tgtEl>
                                          <p:spTgt spid="250"/>
                                        </p:tgtEl>
                                        <p:attrNameLst>
                                          <p:attrName>style.visibility</p:attrName>
                                        </p:attrNameLst>
                                      </p:cBhvr>
                                      <p:to>
                                        <p:strVal val="hidden"/>
                                      </p:to>
                                    </p:set>
                                  </p:childTnLst>
                                </p:cTn>
                              </p:par>
                            </p:childTnLst>
                          </p:cTn>
                        </p:par>
                      </p:childTnLst>
                    </p:cTn>
                  </p:par>
                  <p:par>
                    <p:cTn id="857" fill="hold">
                      <p:stCondLst>
                        <p:cond delay="indefinite"/>
                      </p:stCondLst>
                      <p:childTnLst>
                        <p:par>
                          <p:cTn id="858" fill="hold">
                            <p:stCondLst>
                              <p:cond delay="0"/>
                            </p:stCondLst>
                            <p:childTnLst>
                              <p:par>
                                <p:cTn id="859" presetID="22" presetClass="exit" presetSubtype="1" fill="hold" nodeType="clickEffect">
                                  <p:stCondLst>
                                    <p:cond delay="0"/>
                                  </p:stCondLst>
                                  <p:childTnLst>
                                    <p:animEffect transition="out" filter="wipe(up)">
                                      <p:cBhvr>
                                        <p:cTn id="860" dur="500"/>
                                        <p:tgtEl>
                                          <p:spTgt spid="235"/>
                                        </p:tgtEl>
                                      </p:cBhvr>
                                    </p:animEffect>
                                    <p:set>
                                      <p:cBhvr>
                                        <p:cTn id="861" dur="1" fill="hold">
                                          <p:stCondLst>
                                            <p:cond delay="499"/>
                                          </p:stCondLst>
                                        </p:cTn>
                                        <p:tgtEl>
                                          <p:spTgt spid="235"/>
                                        </p:tgtEl>
                                        <p:attrNameLst>
                                          <p:attrName>style.visibility</p:attrName>
                                        </p:attrNameLst>
                                      </p:cBhvr>
                                      <p:to>
                                        <p:strVal val="hidden"/>
                                      </p:to>
                                    </p:set>
                                  </p:childTnLst>
                                </p:cTn>
                              </p:par>
                              <p:par>
                                <p:cTn id="862" presetID="10" presetClass="exit" presetSubtype="0" fill="hold" grpId="1" nodeType="withEffect">
                                  <p:stCondLst>
                                    <p:cond delay="0"/>
                                  </p:stCondLst>
                                  <p:childTnLst>
                                    <p:animEffect transition="out" filter="fade">
                                      <p:cBhvr>
                                        <p:cTn id="863" dur="500"/>
                                        <p:tgtEl>
                                          <p:spTgt spid="241"/>
                                        </p:tgtEl>
                                      </p:cBhvr>
                                    </p:animEffect>
                                    <p:set>
                                      <p:cBhvr>
                                        <p:cTn id="864" dur="1" fill="hold">
                                          <p:stCondLst>
                                            <p:cond delay="499"/>
                                          </p:stCondLst>
                                        </p:cTn>
                                        <p:tgtEl>
                                          <p:spTgt spid="241"/>
                                        </p:tgtEl>
                                        <p:attrNameLst>
                                          <p:attrName>style.visibility</p:attrName>
                                        </p:attrNameLst>
                                      </p:cBhvr>
                                      <p:to>
                                        <p:strVal val="hidden"/>
                                      </p:to>
                                    </p:set>
                                  </p:childTnLst>
                                </p:cTn>
                              </p:par>
                              <p:par>
                                <p:cTn id="865" presetID="10" presetClass="exit" presetSubtype="0" fill="hold" grpId="1" nodeType="withEffect">
                                  <p:stCondLst>
                                    <p:cond delay="0"/>
                                  </p:stCondLst>
                                  <p:childTnLst>
                                    <p:animEffect transition="out" filter="fade">
                                      <p:cBhvr>
                                        <p:cTn id="866" dur="500"/>
                                        <p:tgtEl>
                                          <p:spTgt spid="242"/>
                                        </p:tgtEl>
                                      </p:cBhvr>
                                    </p:animEffect>
                                    <p:set>
                                      <p:cBhvr>
                                        <p:cTn id="867" dur="1" fill="hold">
                                          <p:stCondLst>
                                            <p:cond delay="499"/>
                                          </p:stCondLst>
                                        </p:cTn>
                                        <p:tgtEl>
                                          <p:spTgt spid="242"/>
                                        </p:tgtEl>
                                        <p:attrNameLst>
                                          <p:attrName>style.visibility</p:attrName>
                                        </p:attrNameLst>
                                      </p:cBhvr>
                                      <p:to>
                                        <p:strVal val="hidden"/>
                                      </p:to>
                                    </p:set>
                                  </p:childTnLst>
                                </p:cTn>
                              </p:par>
                              <p:par>
                                <p:cTn id="868" presetID="10" presetClass="exit" presetSubtype="0" fill="hold" grpId="1" nodeType="withEffect">
                                  <p:stCondLst>
                                    <p:cond delay="0"/>
                                  </p:stCondLst>
                                  <p:childTnLst>
                                    <p:animEffect transition="out" filter="fade">
                                      <p:cBhvr>
                                        <p:cTn id="869" dur="500"/>
                                        <p:tgtEl>
                                          <p:spTgt spid="243"/>
                                        </p:tgtEl>
                                      </p:cBhvr>
                                    </p:animEffect>
                                    <p:set>
                                      <p:cBhvr>
                                        <p:cTn id="870" dur="1" fill="hold">
                                          <p:stCondLst>
                                            <p:cond delay="499"/>
                                          </p:stCondLst>
                                        </p:cTn>
                                        <p:tgtEl>
                                          <p:spTgt spid="243"/>
                                        </p:tgtEl>
                                        <p:attrNameLst>
                                          <p:attrName>style.visibility</p:attrName>
                                        </p:attrNameLst>
                                      </p:cBhvr>
                                      <p:to>
                                        <p:strVal val="hidden"/>
                                      </p:to>
                                    </p:set>
                                  </p:childTnLst>
                                </p:cTn>
                              </p:par>
                            </p:childTnLst>
                          </p:cTn>
                        </p:par>
                        <p:par>
                          <p:cTn id="871" fill="hold">
                            <p:stCondLst>
                              <p:cond delay="500"/>
                            </p:stCondLst>
                            <p:childTnLst>
                              <p:par>
                                <p:cTn id="872" presetID="22" presetClass="entr" presetSubtype="8" fill="hold" nodeType="afterEffect">
                                  <p:stCondLst>
                                    <p:cond delay="0"/>
                                  </p:stCondLst>
                                  <p:childTnLst>
                                    <p:set>
                                      <p:cBhvr>
                                        <p:cTn id="873" dur="1" fill="hold">
                                          <p:stCondLst>
                                            <p:cond delay="0"/>
                                          </p:stCondLst>
                                        </p:cTn>
                                        <p:tgtEl>
                                          <p:spTgt spid="236"/>
                                        </p:tgtEl>
                                        <p:attrNameLst>
                                          <p:attrName>style.visibility</p:attrName>
                                        </p:attrNameLst>
                                      </p:cBhvr>
                                      <p:to>
                                        <p:strVal val="visible"/>
                                      </p:to>
                                    </p:set>
                                    <p:animEffect transition="in" filter="wipe(left)">
                                      <p:cBhvr>
                                        <p:cTn id="874" dur="1000"/>
                                        <p:tgtEl>
                                          <p:spTgt spid="236"/>
                                        </p:tgtEl>
                                      </p:cBhvr>
                                    </p:animEffect>
                                  </p:childTnLst>
                                </p:cTn>
                              </p:par>
                            </p:childTnLst>
                          </p:cTn>
                        </p:par>
                      </p:childTnLst>
                    </p:cTn>
                  </p:par>
                  <p:par>
                    <p:cTn id="875" fill="hold">
                      <p:stCondLst>
                        <p:cond delay="indefinite"/>
                      </p:stCondLst>
                      <p:childTnLst>
                        <p:par>
                          <p:cTn id="876" fill="hold">
                            <p:stCondLst>
                              <p:cond delay="0"/>
                            </p:stCondLst>
                            <p:childTnLst>
                              <p:par>
                                <p:cTn id="877" presetID="22" presetClass="exit" presetSubtype="1" fill="hold" nodeType="clickEffect">
                                  <p:stCondLst>
                                    <p:cond delay="0"/>
                                  </p:stCondLst>
                                  <p:childTnLst>
                                    <p:animEffect transition="out" filter="wipe(up)">
                                      <p:cBhvr>
                                        <p:cTn id="878" dur="500"/>
                                        <p:tgtEl>
                                          <p:spTgt spid="236"/>
                                        </p:tgtEl>
                                      </p:cBhvr>
                                    </p:animEffect>
                                    <p:set>
                                      <p:cBhvr>
                                        <p:cTn id="879" dur="1" fill="hold">
                                          <p:stCondLst>
                                            <p:cond delay="499"/>
                                          </p:stCondLst>
                                        </p:cTn>
                                        <p:tgtEl>
                                          <p:spTgt spid="236"/>
                                        </p:tgtEl>
                                        <p:attrNameLst>
                                          <p:attrName>style.visibility</p:attrName>
                                        </p:attrNameLst>
                                      </p:cBhvr>
                                      <p:to>
                                        <p:strVal val="hidden"/>
                                      </p:to>
                                    </p:set>
                                  </p:childTnLst>
                                </p:cTn>
                              </p:par>
                            </p:childTnLst>
                          </p:cTn>
                        </p:par>
                        <p:par>
                          <p:cTn id="880" fill="hold">
                            <p:stCondLst>
                              <p:cond delay="500"/>
                            </p:stCondLst>
                            <p:childTnLst>
                              <p:par>
                                <p:cTn id="881" presetID="22" presetClass="entr" presetSubtype="8" fill="hold" nodeType="afterEffect">
                                  <p:stCondLst>
                                    <p:cond delay="0"/>
                                  </p:stCondLst>
                                  <p:childTnLst>
                                    <p:set>
                                      <p:cBhvr>
                                        <p:cTn id="882" dur="1" fill="hold">
                                          <p:stCondLst>
                                            <p:cond delay="0"/>
                                          </p:stCondLst>
                                        </p:cTn>
                                        <p:tgtEl>
                                          <p:spTgt spid="237"/>
                                        </p:tgtEl>
                                        <p:attrNameLst>
                                          <p:attrName>style.visibility</p:attrName>
                                        </p:attrNameLst>
                                      </p:cBhvr>
                                      <p:to>
                                        <p:strVal val="visible"/>
                                      </p:to>
                                    </p:set>
                                    <p:animEffect transition="in" filter="wipe(left)">
                                      <p:cBhvr>
                                        <p:cTn id="883" dur="1000"/>
                                        <p:tgtEl>
                                          <p:spTgt spid="237"/>
                                        </p:tgtEl>
                                      </p:cBhvr>
                                    </p:animEffect>
                                  </p:childTnLst>
                                </p:cTn>
                              </p:par>
                            </p:childTnLst>
                          </p:cTn>
                        </p:par>
                      </p:childTnLst>
                    </p:cTn>
                  </p:par>
                  <p:par>
                    <p:cTn id="884" fill="hold">
                      <p:stCondLst>
                        <p:cond delay="indefinite"/>
                      </p:stCondLst>
                      <p:childTnLst>
                        <p:par>
                          <p:cTn id="885" fill="hold">
                            <p:stCondLst>
                              <p:cond delay="0"/>
                            </p:stCondLst>
                            <p:childTnLst>
                              <p:par>
                                <p:cTn id="886" presetID="22" presetClass="entr" presetSubtype="8" fill="hold" nodeType="clickEffect">
                                  <p:stCondLst>
                                    <p:cond delay="0"/>
                                  </p:stCondLst>
                                  <p:childTnLst>
                                    <p:set>
                                      <p:cBhvr>
                                        <p:cTn id="887" dur="1" fill="hold">
                                          <p:stCondLst>
                                            <p:cond delay="0"/>
                                          </p:stCondLst>
                                        </p:cTn>
                                        <p:tgtEl>
                                          <p:spTgt spid="204"/>
                                        </p:tgtEl>
                                        <p:attrNameLst>
                                          <p:attrName>style.visibility</p:attrName>
                                        </p:attrNameLst>
                                      </p:cBhvr>
                                      <p:to>
                                        <p:strVal val="visible"/>
                                      </p:to>
                                    </p:set>
                                    <p:animEffect transition="in" filter="wipe(left)">
                                      <p:cBhvr>
                                        <p:cTn id="888" dur="500"/>
                                        <p:tgtEl>
                                          <p:spTgt spid="204"/>
                                        </p:tgtEl>
                                      </p:cBhvr>
                                    </p:animEffect>
                                  </p:childTnLst>
                                </p:cTn>
                              </p:par>
                            </p:childTnLst>
                          </p:cTn>
                        </p:par>
                        <p:par>
                          <p:cTn id="889" fill="hold">
                            <p:stCondLst>
                              <p:cond delay="500"/>
                            </p:stCondLst>
                            <p:childTnLst>
                              <p:par>
                                <p:cTn id="890" presetID="42" presetClass="entr" presetSubtype="0" fill="hold" nodeType="afterEffect">
                                  <p:stCondLst>
                                    <p:cond delay="0"/>
                                  </p:stCondLst>
                                  <p:childTnLst>
                                    <p:set>
                                      <p:cBhvr>
                                        <p:cTn id="891" dur="1" fill="hold">
                                          <p:stCondLst>
                                            <p:cond delay="0"/>
                                          </p:stCondLst>
                                        </p:cTn>
                                        <p:tgtEl>
                                          <p:spTgt spid="259"/>
                                        </p:tgtEl>
                                        <p:attrNameLst>
                                          <p:attrName>style.visibility</p:attrName>
                                        </p:attrNameLst>
                                      </p:cBhvr>
                                      <p:to>
                                        <p:strVal val="visible"/>
                                      </p:to>
                                    </p:set>
                                    <p:animEffect transition="in" filter="fade">
                                      <p:cBhvr>
                                        <p:cTn id="892" dur="1000"/>
                                        <p:tgtEl>
                                          <p:spTgt spid="259"/>
                                        </p:tgtEl>
                                      </p:cBhvr>
                                    </p:animEffect>
                                    <p:anim calcmode="lin" valueType="num">
                                      <p:cBhvr>
                                        <p:cTn id="893" dur="1000" fill="hold"/>
                                        <p:tgtEl>
                                          <p:spTgt spid="259"/>
                                        </p:tgtEl>
                                        <p:attrNameLst>
                                          <p:attrName>ppt_x</p:attrName>
                                        </p:attrNameLst>
                                      </p:cBhvr>
                                      <p:tavLst>
                                        <p:tav tm="0">
                                          <p:val>
                                            <p:strVal val="#ppt_x"/>
                                          </p:val>
                                        </p:tav>
                                        <p:tav tm="100000">
                                          <p:val>
                                            <p:strVal val="#ppt_x"/>
                                          </p:val>
                                        </p:tav>
                                      </p:tavLst>
                                    </p:anim>
                                    <p:anim calcmode="lin" valueType="num">
                                      <p:cBhvr>
                                        <p:cTn id="894" dur="1000" fill="hold"/>
                                        <p:tgtEl>
                                          <p:spTgt spid="259"/>
                                        </p:tgtEl>
                                        <p:attrNameLst>
                                          <p:attrName>ppt_y</p:attrName>
                                        </p:attrNameLst>
                                      </p:cBhvr>
                                      <p:tavLst>
                                        <p:tav tm="0">
                                          <p:val>
                                            <p:strVal val="#ppt_y+.1"/>
                                          </p:val>
                                        </p:tav>
                                        <p:tav tm="100000">
                                          <p:val>
                                            <p:strVal val="#ppt_y"/>
                                          </p:val>
                                        </p:tav>
                                      </p:tavLst>
                                    </p:anim>
                                  </p:childTnLst>
                                </p:cTn>
                              </p:par>
                            </p:childTnLst>
                          </p:cTn>
                        </p:par>
                        <p:par>
                          <p:cTn id="895" fill="hold">
                            <p:stCondLst>
                              <p:cond delay="1500"/>
                            </p:stCondLst>
                            <p:childTnLst>
                              <p:par>
                                <p:cTn id="896" presetID="42" presetClass="entr" presetSubtype="0" fill="hold" nodeType="afterEffect">
                                  <p:stCondLst>
                                    <p:cond delay="0"/>
                                  </p:stCondLst>
                                  <p:childTnLst>
                                    <p:set>
                                      <p:cBhvr>
                                        <p:cTn id="897" dur="1" fill="hold">
                                          <p:stCondLst>
                                            <p:cond delay="0"/>
                                          </p:stCondLst>
                                        </p:cTn>
                                        <p:tgtEl>
                                          <p:spTgt spid="262"/>
                                        </p:tgtEl>
                                        <p:attrNameLst>
                                          <p:attrName>style.visibility</p:attrName>
                                        </p:attrNameLst>
                                      </p:cBhvr>
                                      <p:to>
                                        <p:strVal val="visible"/>
                                      </p:to>
                                    </p:set>
                                    <p:animEffect transition="in" filter="fade">
                                      <p:cBhvr>
                                        <p:cTn id="898" dur="1000"/>
                                        <p:tgtEl>
                                          <p:spTgt spid="262"/>
                                        </p:tgtEl>
                                      </p:cBhvr>
                                    </p:animEffect>
                                    <p:anim calcmode="lin" valueType="num">
                                      <p:cBhvr>
                                        <p:cTn id="899" dur="1000" fill="hold"/>
                                        <p:tgtEl>
                                          <p:spTgt spid="262"/>
                                        </p:tgtEl>
                                        <p:attrNameLst>
                                          <p:attrName>ppt_x</p:attrName>
                                        </p:attrNameLst>
                                      </p:cBhvr>
                                      <p:tavLst>
                                        <p:tav tm="0">
                                          <p:val>
                                            <p:strVal val="#ppt_x"/>
                                          </p:val>
                                        </p:tav>
                                        <p:tav tm="100000">
                                          <p:val>
                                            <p:strVal val="#ppt_x"/>
                                          </p:val>
                                        </p:tav>
                                      </p:tavLst>
                                    </p:anim>
                                    <p:anim calcmode="lin" valueType="num">
                                      <p:cBhvr>
                                        <p:cTn id="900" dur="1000" fill="hold"/>
                                        <p:tgtEl>
                                          <p:spTgt spid="262"/>
                                        </p:tgtEl>
                                        <p:attrNameLst>
                                          <p:attrName>ppt_y</p:attrName>
                                        </p:attrNameLst>
                                      </p:cBhvr>
                                      <p:tavLst>
                                        <p:tav tm="0">
                                          <p:val>
                                            <p:strVal val="#ppt_y+.1"/>
                                          </p:val>
                                        </p:tav>
                                        <p:tav tm="100000">
                                          <p:val>
                                            <p:strVal val="#ppt_y"/>
                                          </p:val>
                                        </p:tav>
                                      </p:tavLst>
                                    </p:anim>
                                  </p:childTnLst>
                                </p:cTn>
                              </p:par>
                            </p:childTnLst>
                          </p:cTn>
                        </p:par>
                      </p:childTnLst>
                    </p:cTn>
                  </p:par>
                  <p:par>
                    <p:cTn id="901" fill="hold">
                      <p:stCondLst>
                        <p:cond delay="indefinite"/>
                      </p:stCondLst>
                      <p:childTnLst>
                        <p:par>
                          <p:cTn id="902" fill="hold">
                            <p:stCondLst>
                              <p:cond delay="0"/>
                            </p:stCondLst>
                            <p:childTnLst>
                              <p:par>
                                <p:cTn id="903" presetID="31" presetClass="entr" presetSubtype="0" fill="hold" grpId="0" nodeType="clickEffect">
                                  <p:stCondLst>
                                    <p:cond delay="0"/>
                                  </p:stCondLst>
                                  <p:childTnLst>
                                    <p:set>
                                      <p:cBhvr>
                                        <p:cTn id="904" dur="1" fill="hold">
                                          <p:stCondLst>
                                            <p:cond delay="0"/>
                                          </p:stCondLst>
                                        </p:cTn>
                                        <p:tgtEl>
                                          <p:spTgt spid="265"/>
                                        </p:tgtEl>
                                        <p:attrNameLst>
                                          <p:attrName>style.visibility</p:attrName>
                                        </p:attrNameLst>
                                      </p:cBhvr>
                                      <p:to>
                                        <p:strVal val="visible"/>
                                      </p:to>
                                    </p:set>
                                    <p:anim calcmode="lin" valueType="num">
                                      <p:cBhvr>
                                        <p:cTn id="905" dur="1000" fill="hold"/>
                                        <p:tgtEl>
                                          <p:spTgt spid="265"/>
                                        </p:tgtEl>
                                        <p:attrNameLst>
                                          <p:attrName>ppt_w</p:attrName>
                                        </p:attrNameLst>
                                      </p:cBhvr>
                                      <p:tavLst>
                                        <p:tav tm="0">
                                          <p:val>
                                            <p:fltVal val="0"/>
                                          </p:val>
                                        </p:tav>
                                        <p:tav tm="100000">
                                          <p:val>
                                            <p:strVal val="#ppt_w"/>
                                          </p:val>
                                        </p:tav>
                                      </p:tavLst>
                                    </p:anim>
                                    <p:anim calcmode="lin" valueType="num">
                                      <p:cBhvr>
                                        <p:cTn id="906" dur="1000" fill="hold"/>
                                        <p:tgtEl>
                                          <p:spTgt spid="265"/>
                                        </p:tgtEl>
                                        <p:attrNameLst>
                                          <p:attrName>ppt_h</p:attrName>
                                        </p:attrNameLst>
                                      </p:cBhvr>
                                      <p:tavLst>
                                        <p:tav tm="0">
                                          <p:val>
                                            <p:fltVal val="0"/>
                                          </p:val>
                                        </p:tav>
                                        <p:tav tm="100000">
                                          <p:val>
                                            <p:strVal val="#ppt_h"/>
                                          </p:val>
                                        </p:tav>
                                      </p:tavLst>
                                    </p:anim>
                                    <p:anim calcmode="lin" valueType="num">
                                      <p:cBhvr>
                                        <p:cTn id="907" dur="1000" fill="hold"/>
                                        <p:tgtEl>
                                          <p:spTgt spid="265"/>
                                        </p:tgtEl>
                                        <p:attrNameLst>
                                          <p:attrName>style.rotation</p:attrName>
                                        </p:attrNameLst>
                                      </p:cBhvr>
                                      <p:tavLst>
                                        <p:tav tm="0">
                                          <p:val>
                                            <p:fltVal val="90"/>
                                          </p:val>
                                        </p:tav>
                                        <p:tav tm="100000">
                                          <p:val>
                                            <p:fltVal val="0"/>
                                          </p:val>
                                        </p:tav>
                                      </p:tavLst>
                                    </p:anim>
                                    <p:animEffect transition="in" filter="fade">
                                      <p:cBhvr>
                                        <p:cTn id="908" dur="1000"/>
                                        <p:tgtEl>
                                          <p:spTgt spid="265"/>
                                        </p:tgtEl>
                                      </p:cBhvr>
                                    </p:animEffect>
                                  </p:childTnLst>
                                </p:cTn>
                              </p:par>
                            </p:childTnLst>
                          </p:cTn>
                        </p:par>
                        <p:par>
                          <p:cTn id="909" fill="hold">
                            <p:stCondLst>
                              <p:cond delay="1000"/>
                            </p:stCondLst>
                            <p:childTnLst>
                              <p:par>
                                <p:cTn id="910" presetID="22" presetClass="entr" presetSubtype="8" fill="hold" nodeType="afterEffect">
                                  <p:stCondLst>
                                    <p:cond delay="0"/>
                                  </p:stCondLst>
                                  <p:childTnLst>
                                    <p:set>
                                      <p:cBhvr>
                                        <p:cTn id="911" dur="1" fill="hold">
                                          <p:stCondLst>
                                            <p:cond delay="0"/>
                                          </p:stCondLst>
                                        </p:cTn>
                                        <p:tgtEl>
                                          <p:spTgt spid="266"/>
                                        </p:tgtEl>
                                        <p:attrNameLst>
                                          <p:attrName>style.visibility</p:attrName>
                                        </p:attrNameLst>
                                      </p:cBhvr>
                                      <p:to>
                                        <p:strVal val="visible"/>
                                      </p:to>
                                    </p:set>
                                    <p:animEffect transition="in" filter="wipe(left)">
                                      <p:cBhvr>
                                        <p:cTn id="912" dur="1000"/>
                                        <p:tgtEl>
                                          <p:spTgt spid="266"/>
                                        </p:tgtEl>
                                      </p:cBhvr>
                                    </p:animEffect>
                                  </p:childTnLst>
                                </p:cTn>
                              </p:par>
                            </p:childTnLst>
                          </p:cTn>
                        </p:par>
                      </p:childTnLst>
                    </p:cTn>
                  </p:par>
                  <p:par>
                    <p:cTn id="913" fill="hold">
                      <p:stCondLst>
                        <p:cond delay="indefinite"/>
                      </p:stCondLst>
                      <p:childTnLst>
                        <p:par>
                          <p:cTn id="914" fill="hold">
                            <p:stCondLst>
                              <p:cond delay="0"/>
                            </p:stCondLst>
                            <p:childTnLst>
                              <p:par>
                                <p:cTn id="915" presetID="42" presetClass="entr" presetSubtype="0" fill="hold" nodeType="clickEffect">
                                  <p:stCondLst>
                                    <p:cond delay="0"/>
                                  </p:stCondLst>
                                  <p:childTnLst>
                                    <p:set>
                                      <p:cBhvr>
                                        <p:cTn id="916" dur="1" fill="hold">
                                          <p:stCondLst>
                                            <p:cond delay="0"/>
                                          </p:stCondLst>
                                        </p:cTn>
                                        <p:tgtEl>
                                          <p:spTgt spid="170"/>
                                        </p:tgtEl>
                                        <p:attrNameLst>
                                          <p:attrName>style.visibility</p:attrName>
                                        </p:attrNameLst>
                                      </p:cBhvr>
                                      <p:to>
                                        <p:strVal val="visible"/>
                                      </p:to>
                                    </p:set>
                                    <p:animEffect transition="in" filter="fade">
                                      <p:cBhvr>
                                        <p:cTn id="917" dur="1000"/>
                                        <p:tgtEl>
                                          <p:spTgt spid="170"/>
                                        </p:tgtEl>
                                      </p:cBhvr>
                                    </p:animEffect>
                                    <p:anim calcmode="lin" valueType="num">
                                      <p:cBhvr>
                                        <p:cTn id="918" dur="1000" fill="hold"/>
                                        <p:tgtEl>
                                          <p:spTgt spid="170"/>
                                        </p:tgtEl>
                                        <p:attrNameLst>
                                          <p:attrName>ppt_x</p:attrName>
                                        </p:attrNameLst>
                                      </p:cBhvr>
                                      <p:tavLst>
                                        <p:tav tm="0">
                                          <p:val>
                                            <p:strVal val="#ppt_x"/>
                                          </p:val>
                                        </p:tav>
                                        <p:tav tm="100000">
                                          <p:val>
                                            <p:strVal val="#ppt_x"/>
                                          </p:val>
                                        </p:tav>
                                      </p:tavLst>
                                    </p:anim>
                                    <p:anim calcmode="lin" valueType="num">
                                      <p:cBhvr>
                                        <p:cTn id="919" dur="1000" fill="hold"/>
                                        <p:tgtEl>
                                          <p:spTgt spid="170"/>
                                        </p:tgtEl>
                                        <p:attrNameLst>
                                          <p:attrName>ppt_y</p:attrName>
                                        </p:attrNameLst>
                                      </p:cBhvr>
                                      <p:tavLst>
                                        <p:tav tm="0">
                                          <p:val>
                                            <p:strVal val="#ppt_y+.1"/>
                                          </p:val>
                                        </p:tav>
                                        <p:tav tm="100000">
                                          <p:val>
                                            <p:strVal val="#ppt_y"/>
                                          </p:val>
                                        </p:tav>
                                      </p:tavLst>
                                    </p:anim>
                                  </p:childTnLst>
                                </p:cTn>
                              </p:par>
                            </p:childTnLst>
                          </p:cTn>
                        </p:par>
                        <p:par>
                          <p:cTn id="920" fill="hold">
                            <p:stCondLst>
                              <p:cond delay="1000"/>
                            </p:stCondLst>
                            <p:childTnLst>
                              <p:par>
                                <p:cTn id="921" presetID="31" presetClass="entr" presetSubtype="0" fill="hold" grpId="0" nodeType="afterEffect">
                                  <p:stCondLst>
                                    <p:cond delay="0"/>
                                  </p:stCondLst>
                                  <p:childTnLst>
                                    <p:set>
                                      <p:cBhvr>
                                        <p:cTn id="922" dur="1" fill="hold">
                                          <p:stCondLst>
                                            <p:cond delay="0"/>
                                          </p:stCondLst>
                                        </p:cTn>
                                        <p:tgtEl>
                                          <p:spTgt spid="148"/>
                                        </p:tgtEl>
                                        <p:attrNameLst>
                                          <p:attrName>style.visibility</p:attrName>
                                        </p:attrNameLst>
                                      </p:cBhvr>
                                      <p:to>
                                        <p:strVal val="visible"/>
                                      </p:to>
                                    </p:set>
                                    <p:anim calcmode="lin" valueType="num">
                                      <p:cBhvr>
                                        <p:cTn id="923" dur="1000" fill="hold"/>
                                        <p:tgtEl>
                                          <p:spTgt spid="148"/>
                                        </p:tgtEl>
                                        <p:attrNameLst>
                                          <p:attrName>ppt_w</p:attrName>
                                        </p:attrNameLst>
                                      </p:cBhvr>
                                      <p:tavLst>
                                        <p:tav tm="0">
                                          <p:val>
                                            <p:fltVal val="0"/>
                                          </p:val>
                                        </p:tav>
                                        <p:tav tm="100000">
                                          <p:val>
                                            <p:strVal val="#ppt_w"/>
                                          </p:val>
                                        </p:tav>
                                      </p:tavLst>
                                    </p:anim>
                                    <p:anim calcmode="lin" valueType="num">
                                      <p:cBhvr>
                                        <p:cTn id="924" dur="1000" fill="hold"/>
                                        <p:tgtEl>
                                          <p:spTgt spid="148"/>
                                        </p:tgtEl>
                                        <p:attrNameLst>
                                          <p:attrName>ppt_h</p:attrName>
                                        </p:attrNameLst>
                                      </p:cBhvr>
                                      <p:tavLst>
                                        <p:tav tm="0">
                                          <p:val>
                                            <p:fltVal val="0"/>
                                          </p:val>
                                        </p:tav>
                                        <p:tav tm="100000">
                                          <p:val>
                                            <p:strVal val="#ppt_h"/>
                                          </p:val>
                                        </p:tav>
                                      </p:tavLst>
                                    </p:anim>
                                    <p:anim calcmode="lin" valueType="num">
                                      <p:cBhvr>
                                        <p:cTn id="925" dur="1000" fill="hold"/>
                                        <p:tgtEl>
                                          <p:spTgt spid="148"/>
                                        </p:tgtEl>
                                        <p:attrNameLst>
                                          <p:attrName>style.rotation</p:attrName>
                                        </p:attrNameLst>
                                      </p:cBhvr>
                                      <p:tavLst>
                                        <p:tav tm="0">
                                          <p:val>
                                            <p:fltVal val="90"/>
                                          </p:val>
                                        </p:tav>
                                        <p:tav tm="100000">
                                          <p:val>
                                            <p:fltVal val="0"/>
                                          </p:val>
                                        </p:tav>
                                      </p:tavLst>
                                    </p:anim>
                                    <p:animEffect transition="in" filter="fade">
                                      <p:cBhvr>
                                        <p:cTn id="926" dur="1000"/>
                                        <p:tgtEl>
                                          <p:spTgt spid="148"/>
                                        </p:tgtEl>
                                      </p:cBhvr>
                                    </p:animEffect>
                                  </p:childTnLst>
                                </p:cTn>
                              </p:par>
                            </p:childTnLst>
                          </p:cTn>
                        </p:par>
                        <p:par>
                          <p:cTn id="927" fill="hold">
                            <p:stCondLst>
                              <p:cond delay="2000"/>
                            </p:stCondLst>
                            <p:childTnLst>
                              <p:par>
                                <p:cTn id="928" presetID="22" presetClass="exit" presetSubtype="1" fill="hold" nodeType="afterEffect">
                                  <p:stCondLst>
                                    <p:cond delay="0"/>
                                  </p:stCondLst>
                                  <p:childTnLst>
                                    <p:animEffect transition="out" filter="wipe(up)">
                                      <p:cBhvr>
                                        <p:cTn id="929" dur="500"/>
                                        <p:tgtEl>
                                          <p:spTgt spid="266"/>
                                        </p:tgtEl>
                                      </p:cBhvr>
                                    </p:animEffect>
                                    <p:set>
                                      <p:cBhvr>
                                        <p:cTn id="930" dur="1" fill="hold">
                                          <p:stCondLst>
                                            <p:cond delay="499"/>
                                          </p:stCondLst>
                                        </p:cTn>
                                        <p:tgtEl>
                                          <p:spTgt spid="266"/>
                                        </p:tgtEl>
                                        <p:attrNameLst>
                                          <p:attrName>style.visibility</p:attrName>
                                        </p:attrNameLst>
                                      </p:cBhvr>
                                      <p:to>
                                        <p:strVal val="hidden"/>
                                      </p:to>
                                    </p:set>
                                  </p:childTnLst>
                                </p:cTn>
                              </p:par>
                              <p:par>
                                <p:cTn id="931" presetID="22" presetClass="entr" presetSubtype="8" fill="hold" nodeType="withEffect">
                                  <p:stCondLst>
                                    <p:cond delay="0"/>
                                  </p:stCondLst>
                                  <p:childTnLst>
                                    <p:set>
                                      <p:cBhvr>
                                        <p:cTn id="932" dur="1" fill="hold">
                                          <p:stCondLst>
                                            <p:cond delay="0"/>
                                          </p:stCondLst>
                                        </p:cTn>
                                        <p:tgtEl>
                                          <p:spTgt spid="267"/>
                                        </p:tgtEl>
                                        <p:attrNameLst>
                                          <p:attrName>style.visibility</p:attrName>
                                        </p:attrNameLst>
                                      </p:cBhvr>
                                      <p:to>
                                        <p:strVal val="visible"/>
                                      </p:to>
                                    </p:set>
                                    <p:animEffect transition="in" filter="wipe(left)">
                                      <p:cBhvr>
                                        <p:cTn id="933" dur="1000"/>
                                        <p:tgtEl>
                                          <p:spTgt spid="267"/>
                                        </p:tgtEl>
                                      </p:cBhvr>
                                    </p:animEffect>
                                  </p:childTnLst>
                                </p:cTn>
                              </p:par>
                            </p:childTnLst>
                          </p:cTn>
                        </p:par>
                      </p:childTnLst>
                    </p:cTn>
                  </p:par>
                  <p:par>
                    <p:cTn id="934" fill="hold">
                      <p:stCondLst>
                        <p:cond delay="indefinite"/>
                      </p:stCondLst>
                      <p:childTnLst>
                        <p:par>
                          <p:cTn id="935" fill="hold">
                            <p:stCondLst>
                              <p:cond delay="0"/>
                            </p:stCondLst>
                            <p:childTnLst>
                              <p:par>
                                <p:cTn id="936" presetID="31" presetClass="entr" presetSubtype="0" fill="hold" grpId="0" nodeType="clickEffect">
                                  <p:stCondLst>
                                    <p:cond delay="0"/>
                                  </p:stCondLst>
                                  <p:childTnLst>
                                    <p:set>
                                      <p:cBhvr>
                                        <p:cTn id="937" dur="1" fill="hold">
                                          <p:stCondLst>
                                            <p:cond delay="0"/>
                                          </p:stCondLst>
                                        </p:cTn>
                                        <p:tgtEl>
                                          <p:spTgt spid="272"/>
                                        </p:tgtEl>
                                        <p:attrNameLst>
                                          <p:attrName>style.visibility</p:attrName>
                                        </p:attrNameLst>
                                      </p:cBhvr>
                                      <p:to>
                                        <p:strVal val="visible"/>
                                      </p:to>
                                    </p:set>
                                    <p:anim calcmode="lin" valueType="num">
                                      <p:cBhvr>
                                        <p:cTn id="938" dur="1000" fill="hold"/>
                                        <p:tgtEl>
                                          <p:spTgt spid="272"/>
                                        </p:tgtEl>
                                        <p:attrNameLst>
                                          <p:attrName>ppt_w</p:attrName>
                                        </p:attrNameLst>
                                      </p:cBhvr>
                                      <p:tavLst>
                                        <p:tav tm="0">
                                          <p:val>
                                            <p:fltVal val="0"/>
                                          </p:val>
                                        </p:tav>
                                        <p:tav tm="100000">
                                          <p:val>
                                            <p:strVal val="#ppt_w"/>
                                          </p:val>
                                        </p:tav>
                                      </p:tavLst>
                                    </p:anim>
                                    <p:anim calcmode="lin" valueType="num">
                                      <p:cBhvr>
                                        <p:cTn id="939" dur="1000" fill="hold"/>
                                        <p:tgtEl>
                                          <p:spTgt spid="272"/>
                                        </p:tgtEl>
                                        <p:attrNameLst>
                                          <p:attrName>ppt_h</p:attrName>
                                        </p:attrNameLst>
                                      </p:cBhvr>
                                      <p:tavLst>
                                        <p:tav tm="0">
                                          <p:val>
                                            <p:fltVal val="0"/>
                                          </p:val>
                                        </p:tav>
                                        <p:tav tm="100000">
                                          <p:val>
                                            <p:strVal val="#ppt_h"/>
                                          </p:val>
                                        </p:tav>
                                      </p:tavLst>
                                    </p:anim>
                                    <p:anim calcmode="lin" valueType="num">
                                      <p:cBhvr>
                                        <p:cTn id="940" dur="1000" fill="hold"/>
                                        <p:tgtEl>
                                          <p:spTgt spid="272"/>
                                        </p:tgtEl>
                                        <p:attrNameLst>
                                          <p:attrName>style.rotation</p:attrName>
                                        </p:attrNameLst>
                                      </p:cBhvr>
                                      <p:tavLst>
                                        <p:tav tm="0">
                                          <p:val>
                                            <p:fltVal val="90"/>
                                          </p:val>
                                        </p:tav>
                                        <p:tav tm="100000">
                                          <p:val>
                                            <p:fltVal val="0"/>
                                          </p:val>
                                        </p:tav>
                                      </p:tavLst>
                                    </p:anim>
                                    <p:animEffect transition="in" filter="fade">
                                      <p:cBhvr>
                                        <p:cTn id="941" dur="1000"/>
                                        <p:tgtEl>
                                          <p:spTgt spid="272"/>
                                        </p:tgtEl>
                                      </p:cBhvr>
                                    </p:animEffect>
                                  </p:childTnLst>
                                </p:cTn>
                              </p:par>
                            </p:childTnLst>
                          </p:cTn>
                        </p:par>
                        <p:par>
                          <p:cTn id="942" fill="hold">
                            <p:stCondLst>
                              <p:cond delay="1000"/>
                            </p:stCondLst>
                            <p:childTnLst>
                              <p:par>
                                <p:cTn id="943" presetID="22" presetClass="exit" presetSubtype="1" fill="hold" nodeType="afterEffect">
                                  <p:stCondLst>
                                    <p:cond delay="0"/>
                                  </p:stCondLst>
                                  <p:childTnLst>
                                    <p:animEffect transition="out" filter="wipe(up)">
                                      <p:cBhvr>
                                        <p:cTn id="944" dur="500"/>
                                        <p:tgtEl>
                                          <p:spTgt spid="267"/>
                                        </p:tgtEl>
                                      </p:cBhvr>
                                    </p:animEffect>
                                    <p:set>
                                      <p:cBhvr>
                                        <p:cTn id="945" dur="1" fill="hold">
                                          <p:stCondLst>
                                            <p:cond delay="499"/>
                                          </p:stCondLst>
                                        </p:cTn>
                                        <p:tgtEl>
                                          <p:spTgt spid="267"/>
                                        </p:tgtEl>
                                        <p:attrNameLst>
                                          <p:attrName>style.visibility</p:attrName>
                                        </p:attrNameLst>
                                      </p:cBhvr>
                                      <p:to>
                                        <p:strVal val="hidden"/>
                                      </p:to>
                                    </p:set>
                                  </p:childTnLst>
                                </p:cTn>
                              </p:par>
                            </p:childTnLst>
                          </p:cTn>
                        </p:par>
                        <p:par>
                          <p:cTn id="946" fill="hold">
                            <p:stCondLst>
                              <p:cond delay="1500"/>
                            </p:stCondLst>
                            <p:childTnLst>
                              <p:par>
                                <p:cTn id="947" presetID="22" presetClass="entr" presetSubtype="1" fill="hold" grpId="0" nodeType="afterEffect">
                                  <p:stCondLst>
                                    <p:cond delay="0"/>
                                  </p:stCondLst>
                                  <p:childTnLst>
                                    <p:set>
                                      <p:cBhvr>
                                        <p:cTn id="948" dur="1" fill="hold">
                                          <p:stCondLst>
                                            <p:cond delay="0"/>
                                          </p:stCondLst>
                                        </p:cTn>
                                        <p:tgtEl>
                                          <p:spTgt spid="271"/>
                                        </p:tgtEl>
                                        <p:attrNameLst>
                                          <p:attrName>style.visibility</p:attrName>
                                        </p:attrNameLst>
                                      </p:cBhvr>
                                      <p:to>
                                        <p:strVal val="visible"/>
                                      </p:to>
                                    </p:set>
                                    <p:animEffect transition="in" filter="wipe(up)">
                                      <p:cBhvr>
                                        <p:cTn id="949" dur="500"/>
                                        <p:tgtEl>
                                          <p:spTgt spid="271"/>
                                        </p:tgtEl>
                                      </p:cBhvr>
                                    </p:animEffect>
                                  </p:childTnLst>
                                </p:cTn>
                              </p:par>
                            </p:childTnLst>
                          </p:cTn>
                        </p:par>
                      </p:childTnLst>
                    </p:cTn>
                  </p:par>
                  <p:par>
                    <p:cTn id="950" fill="hold">
                      <p:stCondLst>
                        <p:cond delay="indefinite"/>
                      </p:stCondLst>
                      <p:childTnLst>
                        <p:par>
                          <p:cTn id="951" fill="hold">
                            <p:stCondLst>
                              <p:cond delay="0"/>
                            </p:stCondLst>
                            <p:childTnLst>
                              <p:par>
                                <p:cTn id="952" presetID="22" presetClass="exit" presetSubtype="1" fill="hold" grpId="1" nodeType="clickEffect">
                                  <p:stCondLst>
                                    <p:cond delay="0"/>
                                  </p:stCondLst>
                                  <p:childTnLst>
                                    <p:animEffect transition="out" filter="wipe(up)">
                                      <p:cBhvr>
                                        <p:cTn id="953" dur="500"/>
                                        <p:tgtEl>
                                          <p:spTgt spid="271"/>
                                        </p:tgtEl>
                                      </p:cBhvr>
                                    </p:animEffect>
                                    <p:set>
                                      <p:cBhvr>
                                        <p:cTn id="954" dur="1" fill="hold">
                                          <p:stCondLst>
                                            <p:cond delay="499"/>
                                          </p:stCondLst>
                                        </p:cTn>
                                        <p:tgtEl>
                                          <p:spTgt spid="271"/>
                                        </p:tgtEl>
                                        <p:attrNameLst>
                                          <p:attrName>style.visibility</p:attrName>
                                        </p:attrNameLst>
                                      </p:cBhvr>
                                      <p:to>
                                        <p:strVal val="hidden"/>
                                      </p:to>
                                    </p:set>
                                  </p:childTnLst>
                                </p:cTn>
                              </p:par>
                              <p:par>
                                <p:cTn id="955" presetID="10" presetClass="exit" presetSubtype="0" fill="hold" grpId="1" nodeType="withEffect">
                                  <p:stCondLst>
                                    <p:cond delay="0"/>
                                  </p:stCondLst>
                                  <p:childTnLst>
                                    <p:animEffect transition="out" filter="fade">
                                      <p:cBhvr>
                                        <p:cTn id="956" dur="500"/>
                                        <p:tgtEl>
                                          <p:spTgt spid="272"/>
                                        </p:tgtEl>
                                      </p:cBhvr>
                                    </p:animEffect>
                                    <p:set>
                                      <p:cBhvr>
                                        <p:cTn id="957" dur="1" fill="hold">
                                          <p:stCondLst>
                                            <p:cond delay="499"/>
                                          </p:stCondLst>
                                        </p:cTn>
                                        <p:tgtEl>
                                          <p:spTgt spid="272"/>
                                        </p:tgtEl>
                                        <p:attrNameLst>
                                          <p:attrName>style.visibility</p:attrName>
                                        </p:attrNameLst>
                                      </p:cBhvr>
                                      <p:to>
                                        <p:strVal val="hidden"/>
                                      </p:to>
                                    </p:set>
                                  </p:childTnLst>
                                </p:cTn>
                              </p:par>
                            </p:childTnLst>
                          </p:cTn>
                        </p:par>
                        <p:par>
                          <p:cTn id="958" fill="hold">
                            <p:stCondLst>
                              <p:cond delay="500"/>
                            </p:stCondLst>
                            <p:childTnLst>
                              <p:par>
                                <p:cTn id="959" presetID="22" presetClass="entr" presetSubtype="1" fill="hold" grpId="0" nodeType="afterEffect">
                                  <p:stCondLst>
                                    <p:cond delay="0"/>
                                  </p:stCondLst>
                                  <p:childTnLst>
                                    <p:set>
                                      <p:cBhvr>
                                        <p:cTn id="960" dur="1" fill="hold">
                                          <p:stCondLst>
                                            <p:cond delay="0"/>
                                          </p:stCondLst>
                                        </p:cTn>
                                        <p:tgtEl>
                                          <p:spTgt spid="269"/>
                                        </p:tgtEl>
                                        <p:attrNameLst>
                                          <p:attrName>style.visibility</p:attrName>
                                        </p:attrNameLst>
                                      </p:cBhvr>
                                      <p:to>
                                        <p:strVal val="visible"/>
                                      </p:to>
                                    </p:set>
                                    <p:animEffect transition="in" filter="wipe(up)">
                                      <p:cBhvr>
                                        <p:cTn id="961" dur="500"/>
                                        <p:tgtEl>
                                          <p:spTgt spid="269"/>
                                        </p:tgtEl>
                                      </p:cBhvr>
                                    </p:animEffect>
                                  </p:childTnLst>
                                </p:cTn>
                              </p:par>
                            </p:childTnLst>
                          </p:cTn>
                        </p:par>
                      </p:childTnLst>
                    </p:cTn>
                  </p:par>
                  <p:par>
                    <p:cTn id="962" fill="hold">
                      <p:stCondLst>
                        <p:cond delay="indefinite"/>
                      </p:stCondLst>
                      <p:childTnLst>
                        <p:par>
                          <p:cTn id="963" fill="hold">
                            <p:stCondLst>
                              <p:cond delay="0"/>
                            </p:stCondLst>
                            <p:childTnLst>
                              <p:par>
                                <p:cTn id="964" presetID="6" presetClass="emph" presetSubtype="0" autoRev="1" fill="hold" grpId="1" nodeType="clickEffect">
                                  <p:stCondLst>
                                    <p:cond delay="0"/>
                                  </p:stCondLst>
                                  <p:childTnLst>
                                    <p:animScale>
                                      <p:cBhvr>
                                        <p:cTn id="965" dur="500" fill="hold"/>
                                        <p:tgtEl>
                                          <p:spTgt spid="148"/>
                                        </p:tgtEl>
                                      </p:cBhvr>
                                      <p:by x="150000" y="150000"/>
                                    </p:animScale>
                                  </p:childTnLst>
                                </p:cTn>
                              </p:par>
                            </p:childTnLst>
                          </p:cTn>
                        </p:par>
                        <p:par>
                          <p:cTn id="966" fill="hold">
                            <p:stCondLst>
                              <p:cond delay="1000"/>
                            </p:stCondLst>
                            <p:childTnLst>
                              <p:par>
                                <p:cTn id="967" presetID="3" presetClass="emph" presetSubtype="2" fill="hold" grpId="2" nodeType="afterEffect">
                                  <p:stCondLst>
                                    <p:cond delay="0"/>
                                  </p:stCondLst>
                                  <p:childTnLst>
                                    <p:animClr clrSpc="rgb" dir="cw">
                                      <p:cBhvr override="childStyle">
                                        <p:cTn id="968" dur="500" fill="hold"/>
                                        <p:tgtEl>
                                          <p:spTgt spid="148"/>
                                        </p:tgtEl>
                                        <p:attrNameLst>
                                          <p:attrName>style.color</p:attrName>
                                        </p:attrNameLst>
                                      </p:cBhvr>
                                      <p:to>
                                        <a:srgbClr val="FF0000"/>
                                      </p:to>
                                    </p:animClr>
                                  </p:childTnLst>
                                </p:cTn>
                              </p:par>
                            </p:childTnLst>
                          </p:cTn>
                        </p:par>
                        <p:par>
                          <p:cTn id="969" fill="hold">
                            <p:stCondLst>
                              <p:cond delay="1500"/>
                            </p:stCondLst>
                            <p:childTnLst>
                              <p:par>
                                <p:cTn id="970" presetID="42" presetClass="entr" presetSubtype="0" fill="hold" grpId="0" nodeType="afterEffect">
                                  <p:stCondLst>
                                    <p:cond delay="0"/>
                                  </p:stCondLst>
                                  <p:childTnLst>
                                    <p:set>
                                      <p:cBhvr>
                                        <p:cTn id="971" dur="1" fill="hold">
                                          <p:stCondLst>
                                            <p:cond delay="0"/>
                                          </p:stCondLst>
                                        </p:cTn>
                                        <p:tgtEl>
                                          <p:spTgt spid="189"/>
                                        </p:tgtEl>
                                        <p:attrNameLst>
                                          <p:attrName>style.visibility</p:attrName>
                                        </p:attrNameLst>
                                      </p:cBhvr>
                                      <p:to>
                                        <p:strVal val="visible"/>
                                      </p:to>
                                    </p:set>
                                    <p:animEffect transition="in" filter="fade">
                                      <p:cBhvr>
                                        <p:cTn id="972" dur="1000"/>
                                        <p:tgtEl>
                                          <p:spTgt spid="189"/>
                                        </p:tgtEl>
                                      </p:cBhvr>
                                    </p:animEffect>
                                    <p:anim calcmode="lin" valueType="num">
                                      <p:cBhvr>
                                        <p:cTn id="973" dur="1000" fill="hold"/>
                                        <p:tgtEl>
                                          <p:spTgt spid="189"/>
                                        </p:tgtEl>
                                        <p:attrNameLst>
                                          <p:attrName>ppt_x</p:attrName>
                                        </p:attrNameLst>
                                      </p:cBhvr>
                                      <p:tavLst>
                                        <p:tav tm="0">
                                          <p:val>
                                            <p:strVal val="#ppt_x"/>
                                          </p:val>
                                        </p:tav>
                                        <p:tav tm="100000">
                                          <p:val>
                                            <p:strVal val="#ppt_x"/>
                                          </p:val>
                                        </p:tav>
                                      </p:tavLst>
                                    </p:anim>
                                    <p:anim calcmode="lin" valueType="num">
                                      <p:cBhvr>
                                        <p:cTn id="974" dur="1000" fill="hold"/>
                                        <p:tgtEl>
                                          <p:spTgt spid="189"/>
                                        </p:tgtEl>
                                        <p:attrNameLst>
                                          <p:attrName>ppt_y</p:attrName>
                                        </p:attrNameLst>
                                      </p:cBhvr>
                                      <p:tavLst>
                                        <p:tav tm="0">
                                          <p:val>
                                            <p:strVal val="#ppt_y+.1"/>
                                          </p:val>
                                        </p:tav>
                                        <p:tav tm="100000">
                                          <p:val>
                                            <p:strVal val="#ppt_y"/>
                                          </p:val>
                                        </p:tav>
                                      </p:tavLst>
                                    </p:anim>
                                  </p:childTnLst>
                                </p:cTn>
                              </p:par>
                            </p:childTnLst>
                          </p:cTn>
                        </p:par>
                        <p:par>
                          <p:cTn id="975" fill="hold">
                            <p:stCondLst>
                              <p:cond delay="2500"/>
                            </p:stCondLst>
                            <p:childTnLst>
                              <p:par>
                                <p:cTn id="976" presetID="22" presetClass="exit" presetSubtype="1" fill="hold" grpId="1" nodeType="afterEffect">
                                  <p:stCondLst>
                                    <p:cond delay="0"/>
                                  </p:stCondLst>
                                  <p:childTnLst>
                                    <p:animEffect transition="out" filter="wipe(up)">
                                      <p:cBhvr>
                                        <p:cTn id="977" dur="500"/>
                                        <p:tgtEl>
                                          <p:spTgt spid="269"/>
                                        </p:tgtEl>
                                      </p:cBhvr>
                                    </p:animEffect>
                                    <p:set>
                                      <p:cBhvr>
                                        <p:cTn id="978" dur="1" fill="hold">
                                          <p:stCondLst>
                                            <p:cond delay="499"/>
                                          </p:stCondLst>
                                        </p:cTn>
                                        <p:tgtEl>
                                          <p:spTgt spid="269"/>
                                        </p:tgtEl>
                                        <p:attrNameLst>
                                          <p:attrName>style.visibility</p:attrName>
                                        </p:attrNameLst>
                                      </p:cBhvr>
                                      <p:to>
                                        <p:strVal val="hidden"/>
                                      </p:to>
                                    </p:set>
                                  </p:childTnLst>
                                </p:cTn>
                              </p:par>
                            </p:childTnLst>
                          </p:cTn>
                        </p:par>
                        <p:par>
                          <p:cTn id="979" fill="hold">
                            <p:stCondLst>
                              <p:cond delay="3000"/>
                            </p:stCondLst>
                            <p:childTnLst>
                              <p:par>
                                <p:cTn id="980" presetID="22" presetClass="entr" presetSubtype="8" fill="hold" nodeType="afterEffect">
                                  <p:stCondLst>
                                    <p:cond delay="0"/>
                                  </p:stCondLst>
                                  <p:childTnLst>
                                    <p:set>
                                      <p:cBhvr>
                                        <p:cTn id="981" dur="1" fill="hold">
                                          <p:stCondLst>
                                            <p:cond delay="0"/>
                                          </p:stCondLst>
                                        </p:cTn>
                                        <p:tgtEl>
                                          <p:spTgt spid="268"/>
                                        </p:tgtEl>
                                        <p:attrNameLst>
                                          <p:attrName>style.visibility</p:attrName>
                                        </p:attrNameLst>
                                      </p:cBhvr>
                                      <p:to>
                                        <p:strVal val="visible"/>
                                      </p:to>
                                    </p:set>
                                    <p:animEffect transition="in" filter="wipe(left)">
                                      <p:cBhvr>
                                        <p:cTn id="982" dur="1000"/>
                                        <p:tgtEl>
                                          <p:spTgt spid="268"/>
                                        </p:tgtEl>
                                      </p:cBhvr>
                                    </p:animEffect>
                                  </p:childTnLst>
                                </p:cTn>
                              </p:par>
                            </p:childTnLst>
                          </p:cTn>
                        </p:par>
                        <p:par>
                          <p:cTn id="983" fill="hold">
                            <p:stCondLst>
                              <p:cond delay="4000"/>
                            </p:stCondLst>
                            <p:childTnLst>
                              <p:par>
                                <p:cTn id="984" presetID="22" presetClass="exit" presetSubtype="1" fill="hold" nodeType="afterEffect">
                                  <p:stCondLst>
                                    <p:cond delay="0"/>
                                  </p:stCondLst>
                                  <p:childTnLst>
                                    <p:animEffect transition="out" filter="wipe(up)">
                                      <p:cBhvr>
                                        <p:cTn id="985" dur="500"/>
                                        <p:tgtEl>
                                          <p:spTgt spid="268"/>
                                        </p:tgtEl>
                                      </p:cBhvr>
                                    </p:animEffect>
                                    <p:set>
                                      <p:cBhvr>
                                        <p:cTn id="986" dur="1" fill="hold">
                                          <p:stCondLst>
                                            <p:cond delay="499"/>
                                          </p:stCondLst>
                                        </p:cTn>
                                        <p:tgtEl>
                                          <p:spTgt spid="268"/>
                                        </p:tgtEl>
                                        <p:attrNameLst>
                                          <p:attrName>style.visibility</p:attrName>
                                        </p:attrNameLst>
                                      </p:cBhvr>
                                      <p:to>
                                        <p:strVal val="hidden"/>
                                      </p:to>
                                    </p:set>
                                  </p:childTnLst>
                                </p:cTn>
                              </p:par>
                            </p:childTnLst>
                          </p:cTn>
                        </p:par>
                        <p:par>
                          <p:cTn id="987" fill="hold">
                            <p:stCondLst>
                              <p:cond delay="4500"/>
                            </p:stCondLst>
                            <p:childTnLst>
                              <p:par>
                                <p:cTn id="988" presetID="22" presetClass="entr" presetSubtype="8" fill="hold" nodeType="afterEffect">
                                  <p:stCondLst>
                                    <p:cond delay="0"/>
                                  </p:stCondLst>
                                  <p:childTnLst>
                                    <p:set>
                                      <p:cBhvr>
                                        <p:cTn id="989" dur="1" fill="hold">
                                          <p:stCondLst>
                                            <p:cond delay="0"/>
                                          </p:stCondLst>
                                        </p:cTn>
                                        <p:tgtEl>
                                          <p:spTgt spid="270"/>
                                        </p:tgtEl>
                                        <p:attrNameLst>
                                          <p:attrName>style.visibility</p:attrName>
                                        </p:attrNameLst>
                                      </p:cBhvr>
                                      <p:to>
                                        <p:strVal val="visible"/>
                                      </p:to>
                                    </p:set>
                                    <p:animEffect transition="in" filter="wipe(left)">
                                      <p:cBhvr>
                                        <p:cTn id="990" dur="1000"/>
                                        <p:tgtEl>
                                          <p:spTgt spid="270"/>
                                        </p:tgtEl>
                                      </p:cBhvr>
                                    </p:animEffect>
                                  </p:childTnLst>
                                </p:cTn>
                              </p:par>
                            </p:childTnLst>
                          </p:cTn>
                        </p:par>
                        <p:par>
                          <p:cTn id="991" fill="hold">
                            <p:stCondLst>
                              <p:cond delay="5500"/>
                            </p:stCondLst>
                            <p:childTnLst>
                              <p:par>
                                <p:cTn id="992" presetID="22" presetClass="exit" presetSubtype="1" fill="hold" nodeType="afterEffect">
                                  <p:stCondLst>
                                    <p:cond delay="0"/>
                                  </p:stCondLst>
                                  <p:childTnLst>
                                    <p:animEffect transition="out" filter="wipe(up)">
                                      <p:cBhvr>
                                        <p:cTn id="993" dur="500"/>
                                        <p:tgtEl>
                                          <p:spTgt spid="270"/>
                                        </p:tgtEl>
                                      </p:cBhvr>
                                    </p:animEffect>
                                    <p:set>
                                      <p:cBhvr>
                                        <p:cTn id="994" dur="1" fill="hold">
                                          <p:stCondLst>
                                            <p:cond delay="499"/>
                                          </p:stCondLst>
                                        </p:cTn>
                                        <p:tgtEl>
                                          <p:spTgt spid="270"/>
                                        </p:tgtEl>
                                        <p:attrNameLst>
                                          <p:attrName>style.visibility</p:attrName>
                                        </p:attrNameLst>
                                      </p:cBhvr>
                                      <p:to>
                                        <p:strVal val="hidden"/>
                                      </p:to>
                                    </p:set>
                                  </p:childTnLst>
                                </p:cTn>
                              </p:par>
                            </p:childTnLst>
                          </p:cTn>
                        </p:par>
                        <p:par>
                          <p:cTn id="995" fill="hold">
                            <p:stCondLst>
                              <p:cond delay="6000"/>
                            </p:stCondLst>
                            <p:childTnLst>
                              <p:par>
                                <p:cTn id="996" presetID="22" presetClass="entr" presetSubtype="8" fill="hold" nodeType="afterEffect">
                                  <p:stCondLst>
                                    <p:cond delay="0"/>
                                  </p:stCondLst>
                                  <p:childTnLst>
                                    <p:set>
                                      <p:cBhvr>
                                        <p:cTn id="997" dur="1" fill="hold">
                                          <p:stCondLst>
                                            <p:cond delay="0"/>
                                          </p:stCondLst>
                                        </p:cTn>
                                        <p:tgtEl>
                                          <p:spTgt spid="273"/>
                                        </p:tgtEl>
                                        <p:attrNameLst>
                                          <p:attrName>style.visibility</p:attrName>
                                        </p:attrNameLst>
                                      </p:cBhvr>
                                      <p:to>
                                        <p:strVal val="visible"/>
                                      </p:to>
                                    </p:set>
                                    <p:animEffect transition="in" filter="wipe(left)">
                                      <p:cBhvr>
                                        <p:cTn id="998" dur="1000"/>
                                        <p:tgtEl>
                                          <p:spTgt spid="273"/>
                                        </p:tgtEl>
                                      </p:cBhvr>
                                    </p:animEffect>
                                  </p:childTnLst>
                                </p:cTn>
                              </p:par>
                            </p:childTnLst>
                          </p:cTn>
                        </p:par>
                      </p:childTnLst>
                    </p:cTn>
                  </p:par>
                  <p:par>
                    <p:cTn id="999" fill="hold">
                      <p:stCondLst>
                        <p:cond delay="indefinite"/>
                      </p:stCondLst>
                      <p:childTnLst>
                        <p:par>
                          <p:cTn id="1000" fill="hold">
                            <p:stCondLst>
                              <p:cond delay="0"/>
                            </p:stCondLst>
                            <p:childTnLst>
                              <p:par>
                                <p:cTn id="1001" presetID="22" presetClass="exit" presetSubtype="1" fill="hold" nodeType="clickEffect">
                                  <p:stCondLst>
                                    <p:cond delay="0"/>
                                  </p:stCondLst>
                                  <p:childTnLst>
                                    <p:animEffect transition="out" filter="wipe(up)">
                                      <p:cBhvr>
                                        <p:cTn id="1002" dur="500"/>
                                        <p:tgtEl>
                                          <p:spTgt spid="273"/>
                                        </p:tgtEl>
                                      </p:cBhvr>
                                    </p:animEffect>
                                    <p:set>
                                      <p:cBhvr>
                                        <p:cTn id="1003" dur="1" fill="hold">
                                          <p:stCondLst>
                                            <p:cond delay="499"/>
                                          </p:stCondLst>
                                        </p:cTn>
                                        <p:tgtEl>
                                          <p:spTgt spid="273"/>
                                        </p:tgtEl>
                                        <p:attrNameLst>
                                          <p:attrName>style.visibility</p:attrName>
                                        </p:attrNameLst>
                                      </p:cBhvr>
                                      <p:to>
                                        <p:strVal val="hidden"/>
                                      </p:to>
                                    </p:set>
                                  </p:childTnLst>
                                </p:cTn>
                              </p:par>
                            </p:childTnLst>
                          </p:cTn>
                        </p:par>
                        <p:par>
                          <p:cTn id="1004" fill="hold">
                            <p:stCondLst>
                              <p:cond delay="500"/>
                            </p:stCondLst>
                            <p:childTnLst>
                              <p:par>
                                <p:cTn id="1005" presetID="31" presetClass="exit" presetSubtype="0" fill="hold" grpId="1" nodeType="afterEffect">
                                  <p:stCondLst>
                                    <p:cond delay="0"/>
                                  </p:stCondLst>
                                  <p:childTnLst>
                                    <p:anim calcmode="lin" valueType="num">
                                      <p:cBhvr>
                                        <p:cTn id="1006" dur="1000"/>
                                        <p:tgtEl>
                                          <p:spTgt spid="265"/>
                                        </p:tgtEl>
                                        <p:attrNameLst>
                                          <p:attrName>ppt_w</p:attrName>
                                        </p:attrNameLst>
                                      </p:cBhvr>
                                      <p:tavLst>
                                        <p:tav tm="0">
                                          <p:val>
                                            <p:strVal val="ppt_w"/>
                                          </p:val>
                                        </p:tav>
                                        <p:tav tm="100000">
                                          <p:val>
                                            <p:fltVal val="0"/>
                                          </p:val>
                                        </p:tav>
                                      </p:tavLst>
                                    </p:anim>
                                    <p:anim calcmode="lin" valueType="num">
                                      <p:cBhvr>
                                        <p:cTn id="1007" dur="1000"/>
                                        <p:tgtEl>
                                          <p:spTgt spid="265"/>
                                        </p:tgtEl>
                                        <p:attrNameLst>
                                          <p:attrName>ppt_h</p:attrName>
                                        </p:attrNameLst>
                                      </p:cBhvr>
                                      <p:tavLst>
                                        <p:tav tm="0">
                                          <p:val>
                                            <p:strVal val="ppt_h"/>
                                          </p:val>
                                        </p:tav>
                                        <p:tav tm="100000">
                                          <p:val>
                                            <p:fltVal val="0"/>
                                          </p:val>
                                        </p:tav>
                                      </p:tavLst>
                                    </p:anim>
                                    <p:anim calcmode="lin" valueType="num">
                                      <p:cBhvr>
                                        <p:cTn id="1008" dur="1000"/>
                                        <p:tgtEl>
                                          <p:spTgt spid="265"/>
                                        </p:tgtEl>
                                        <p:attrNameLst>
                                          <p:attrName>style.rotation</p:attrName>
                                        </p:attrNameLst>
                                      </p:cBhvr>
                                      <p:tavLst>
                                        <p:tav tm="0">
                                          <p:val>
                                            <p:fltVal val="0"/>
                                          </p:val>
                                        </p:tav>
                                        <p:tav tm="100000">
                                          <p:val>
                                            <p:fltVal val="90"/>
                                          </p:val>
                                        </p:tav>
                                      </p:tavLst>
                                    </p:anim>
                                    <p:animEffect transition="out" filter="fade">
                                      <p:cBhvr>
                                        <p:cTn id="1009" dur="1000"/>
                                        <p:tgtEl>
                                          <p:spTgt spid="265"/>
                                        </p:tgtEl>
                                      </p:cBhvr>
                                    </p:animEffect>
                                    <p:set>
                                      <p:cBhvr>
                                        <p:cTn id="1010" dur="1" fill="hold">
                                          <p:stCondLst>
                                            <p:cond delay="999"/>
                                          </p:stCondLst>
                                        </p:cTn>
                                        <p:tgtEl>
                                          <p:spTgt spid="265"/>
                                        </p:tgtEl>
                                        <p:attrNameLst>
                                          <p:attrName>style.visibility</p:attrName>
                                        </p:attrNameLst>
                                      </p:cBhvr>
                                      <p:to>
                                        <p:strVal val="hidden"/>
                                      </p:to>
                                    </p:set>
                                  </p:childTnLst>
                                </p:cTn>
                              </p:par>
                            </p:childTnLst>
                          </p:cTn>
                        </p:par>
                        <p:par>
                          <p:cTn id="1011" fill="hold">
                            <p:stCondLst>
                              <p:cond delay="1500"/>
                            </p:stCondLst>
                            <p:childTnLst>
                              <p:par>
                                <p:cTn id="1012" presetID="22" presetClass="exit" presetSubtype="1" fill="hold" nodeType="afterEffect">
                                  <p:stCondLst>
                                    <p:cond delay="0"/>
                                  </p:stCondLst>
                                  <p:childTnLst>
                                    <p:animEffect transition="out" filter="wipe(up)">
                                      <p:cBhvr>
                                        <p:cTn id="1013" dur="500"/>
                                        <p:tgtEl>
                                          <p:spTgt spid="237"/>
                                        </p:tgtEl>
                                      </p:cBhvr>
                                    </p:animEffect>
                                    <p:set>
                                      <p:cBhvr>
                                        <p:cTn id="1014" dur="1" fill="hold">
                                          <p:stCondLst>
                                            <p:cond delay="499"/>
                                          </p:stCondLst>
                                        </p:cTn>
                                        <p:tgtEl>
                                          <p:spTgt spid="237"/>
                                        </p:tgtEl>
                                        <p:attrNameLst>
                                          <p:attrName>style.visibility</p:attrName>
                                        </p:attrNameLst>
                                      </p:cBhvr>
                                      <p:to>
                                        <p:strVal val="hidden"/>
                                      </p:to>
                                    </p:set>
                                  </p:childTnLst>
                                </p:cTn>
                              </p:par>
                            </p:childTnLst>
                          </p:cTn>
                        </p:par>
                        <p:par>
                          <p:cTn id="1015" fill="hold">
                            <p:stCondLst>
                              <p:cond delay="2000"/>
                            </p:stCondLst>
                            <p:childTnLst>
                              <p:par>
                                <p:cTn id="1016" presetID="22" presetClass="entr" presetSubtype="8" fill="hold" nodeType="afterEffect">
                                  <p:stCondLst>
                                    <p:cond delay="0"/>
                                  </p:stCondLst>
                                  <p:childTnLst>
                                    <p:set>
                                      <p:cBhvr>
                                        <p:cTn id="1017" dur="1" fill="hold">
                                          <p:stCondLst>
                                            <p:cond delay="0"/>
                                          </p:stCondLst>
                                        </p:cTn>
                                        <p:tgtEl>
                                          <p:spTgt spid="240"/>
                                        </p:tgtEl>
                                        <p:attrNameLst>
                                          <p:attrName>style.visibility</p:attrName>
                                        </p:attrNameLst>
                                      </p:cBhvr>
                                      <p:to>
                                        <p:strVal val="visible"/>
                                      </p:to>
                                    </p:set>
                                    <p:animEffect transition="in" filter="wipe(left)">
                                      <p:cBhvr>
                                        <p:cTn id="1018" dur="1000"/>
                                        <p:tgtEl>
                                          <p:spTgt spid="240"/>
                                        </p:tgtEl>
                                      </p:cBhvr>
                                    </p:animEffect>
                                  </p:childTnLst>
                                </p:cTn>
                              </p:par>
                            </p:childTnLst>
                          </p:cTn>
                        </p:par>
                      </p:childTnLst>
                    </p:cTn>
                  </p:par>
                  <p:par>
                    <p:cTn id="1019" fill="hold">
                      <p:stCondLst>
                        <p:cond delay="indefinite"/>
                      </p:stCondLst>
                      <p:childTnLst>
                        <p:par>
                          <p:cTn id="1020" fill="hold">
                            <p:stCondLst>
                              <p:cond delay="0"/>
                            </p:stCondLst>
                            <p:childTnLst>
                              <p:par>
                                <p:cTn id="1021" presetID="22" presetClass="exit" presetSubtype="1" fill="hold" nodeType="clickEffect">
                                  <p:stCondLst>
                                    <p:cond delay="0"/>
                                  </p:stCondLst>
                                  <p:childTnLst>
                                    <p:animEffect transition="out" filter="wipe(up)">
                                      <p:cBhvr>
                                        <p:cTn id="1022" dur="500"/>
                                        <p:tgtEl>
                                          <p:spTgt spid="240"/>
                                        </p:tgtEl>
                                      </p:cBhvr>
                                    </p:animEffect>
                                    <p:set>
                                      <p:cBhvr>
                                        <p:cTn id="1023" dur="1" fill="hold">
                                          <p:stCondLst>
                                            <p:cond delay="499"/>
                                          </p:stCondLst>
                                        </p:cTn>
                                        <p:tgtEl>
                                          <p:spTgt spid="240"/>
                                        </p:tgtEl>
                                        <p:attrNameLst>
                                          <p:attrName>style.visibility</p:attrName>
                                        </p:attrNameLst>
                                      </p:cBhvr>
                                      <p:to>
                                        <p:strVal val="hidden"/>
                                      </p:to>
                                    </p:set>
                                  </p:childTnLst>
                                </p:cTn>
                              </p:par>
                            </p:childTnLst>
                          </p:cTn>
                        </p:par>
                        <p:par>
                          <p:cTn id="1024" fill="hold">
                            <p:stCondLst>
                              <p:cond delay="500"/>
                            </p:stCondLst>
                            <p:childTnLst>
                              <p:par>
                                <p:cTn id="1025" presetID="31" presetClass="exit" presetSubtype="0" fill="hold" grpId="1" nodeType="afterEffect">
                                  <p:stCondLst>
                                    <p:cond delay="0"/>
                                  </p:stCondLst>
                                  <p:childTnLst>
                                    <p:anim calcmode="lin" valueType="num">
                                      <p:cBhvr>
                                        <p:cTn id="1026" dur="1000"/>
                                        <p:tgtEl>
                                          <p:spTgt spid="230"/>
                                        </p:tgtEl>
                                        <p:attrNameLst>
                                          <p:attrName>ppt_w</p:attrName>
                                        </p:attrNameLst>
                                      </p:cBhvr>
                                      <p:tavLst>
                                        <p:tav tm="0">
                                          <p:val>
                                            <p:strVal val="ppt_w"/>
                                          </p:val>
                                        </p:tav>
                                        <p:tav tm="100000">
                                          <p:val>
                                            <p:fltVal val="0"/>
                                          </p:val>
                                        </p:tav>
                                      </p:tavLst>
                                    </p:anim>
                                    <p:anim calcmode="lin" valueType="num">
                                      <p:cBhvr>
                                        <p:cTn id="1027" dur="1000"/>
                                        <p:tgtEl>
                                          <p:spTgt spid="230"/>
                                        </p:tgtEl>
                                        <p:attrNameLst>
                                          <p:attrName>ppt_h</p:attrName>
                                        </p:attrNameLst>
                                      </p:cBhvr>
                                      <p:tavLst>
                                        <p:tav tm="0">
                                          <p:val>
                                            <p:strVal val="ppt_h"/>
                                          </p:val>
                                        </p:tav>
                                        <p:tav tm="100000">
                                          <p:val>
                                            <p:fltVal val="0"/>
                                          </p:val>
                                        </p:tav>
                                      </p:tavLst>
                                    </p:anim>
                                    <p:anim calcmode="lin" valueType="num">
                                      <p:cBhvr>
                                        <p:cTn id="1028" dur="1000"/>
                                        <p:tgtEl>
                                          <p:spTgt spid="230"/>
                                        </p:tgtEl>
                                        <p:attrNameLst>
                                          <p:attrName>style.rotation</p:attrName>
                                        </p:attrNameLst>
                                      </p:cBhvr>
                                      <p:tavLst>
                                        <p:tav tm="0">
                                          <p:val>
                                            <p:fltVal val="0"/>
                                          </p:val>
                                        </p:tav>
                                        <p:tav tm="100000">
                                          <p:val>
                                            <p:fltVal val="90"/>
                                          </p:val>
                                        </p:tav>
                                      </p:tavLst>
                                    </p:anim>
                                    <p:animEffect transition="out" filter="fade">
                                      <p:cBhvr>
                                        <p:cTn id="1029" dur="1000"/>
                                        <p:tgtEl>
                                          <p:spTgt spid="230"/>
                                        </p:tgtEl>
                                      </p:cBhvr>
                                    </p:animEffect>
                                    <p:set>
                                      <p:cBhvr>
                                        <p:cTn id="1030" dur="1" fill="hold">
                                          <p:stCondLst>
                                            <p:cond delay="999"/>
                                          </p:stCondLst>
                                        </p:cTn>
                                        <p:tgtEl>
                                          <p:spTgt spid="230"/>
                                        </p:tgtEl>
                                        <p:attrNameLst>
                                          <p:attrName>style.visibility</p:attrName>
                                        </p:attrNameLst>
                                      </p:cBhvr>
                                      <p:to>
                                        <p:strVal val="hidden"/>
                                      </p:to>
                                    </p:set>
                                  </p:childTnLst>
                                </p:cTn>
                              </p:par>
                            </p:childTnLst>
                          </p:cTn>
                        </p:par>
                      </p:childTnLst>
                    </p:cTn>
                  </p:par>
                  <p:par>
                    <p:cTn id="1031" fill="hold">
                      <p:stCondLst>
                        <p:cond delay="indefinite"/>
                      </p:stCondLst>
                      <p:childTnLst>
                        <p:par>
                          <p:cTn id="1032" fill="hold">
                            <p:stCondLst>
                              <p:cond delay="0"/>
                            </p:stCondLst>
                            <p:childTnLst>
                              <p:par>
                                <p:cTn id="1033" presetID="22" presetClass="exit" presetSubtype="1" fill="hold" nodeType="clickEffect">
                                  <p:stCondLst>
                                    <p:cond delay="0"/>
                                  </p:stCondLst>
                                  <p:childTnLst>
                                    <p:animEffect transition="out" filter="wipe(up)">
                                      <p:cBhvr>
                                        <p:cTn id="1034" dur="500"/>
                                        <p:tgtEl>
                                          <p:spTgt spid="222"/>
                                        </p:tgtEl>
                                      </p:cBhvr>
                                    </p:animEffect>
                                    <p:set>
                                      <p:cBhvr>
                                        <p:cTn id="1035" dur="1" fill="hold">
                                          <p:stCondLst>
                                            <p:cond delay="499"/>
                                          </p:stCondLst>
                                        </p:cTn>
                                        <p:tgtEl>
                                          <p:spTgt spid="222"/>
                                        </p:tgtEl>
                                        <p:attrNameLst>
                                          <p:attrName>style.visibility</p:attrName>
                                        </p:attrNameLst>
                                      </p:cBhvr>
                                      <p:to>
                                        <p:strVal val="hidden"/>
                                      </p:to>
                                    </p:set>
                                  </p:childTnLst>
                                </p:cTn>
                              </p:par>
                              <p:par>
                                <p:cTn id="1036" presetID="10" presetClass="exit" presetSubtype="0" fill="hold" grpId="1" nodeType="withEffect">
                                  <p:stCondLst>
                                    <p:cond delay="0"/>
                                  </p:stCondLst>
                                  <p:childTnLst>
                                    <p:animEffect transition="out" filter="fade">
                                      <p:cBhvr>
                                        <p:cTn id="1037" dur="500"/>
                                        <p:tgtEl>
                                          <p:spTgt spid="211"/>
                                        </p:tgtEl>
                                      </p:cBhvr>
                                    </p:animEffect>
                                    <p:set>
                                      <p:cBhvr>
                                        <p:cTn id="1038" dur="1" fill="hold">
                                          <p:stCondLst>
                                            <p:cond delay="499"/>
                                          </p:stCondLst>
                                        </p:cTn>
                                        <p:tgtEl>
                                          <p:spTgt spid="211"/>
                                        </p:tgtEl>
                                        <p:attrNameLst>
                                          <p:attrName>style.visibility</p:attrName>
                                        </p:attrNameLst>
                                      </p:cBhvr>
                                      <p:to>
                                        <p:strVal val="hidden"/>
                                      </p:to>
                                    </p:set>
                                  </p:childTnLst>
                                </p:cTn>
                              </p:par>
                              <p:par>
                                <p:cTn id="1039" presetID="10" presetClass="exit" presetSubtype="0" fill="hold" grpId="1" nodeType="withEffect">
                                  <p:stCondLst>
                                    <p:cond delay="0"/>
                                  </p:stCondLst>
                                  <p:childTnLst>
                                    <p:animEffect transition="out" filter="fade">
                                      <p:cBhvr>
                                        <p:cTn id="1040" dur="500"/>
                                        <p:tgtEl>
                                          <p:spTgt spid="213"/>
                                        </p:tgtEl>
                                      </p:cBhvr>
                                    </p:animEffect>
                                    <p:set>
                                      <p:cBhvr>
                                        <p:cTn id="1041" dur="1" fill="hold">
                                          <p:stCondLst>
                                            <p:cond delay="499"/>
                                          </p:stCondLst>
                                        </p:cTn>
                                        <p:tgtEl>
                                          <p:spTgt spid="213"/>
                                        </p:tgtEl>
                                        <p:attrNameLst>
                                          <p:attrName>style.visibility</p:attrName>
                                        </p:attrNameLst>
                                      </p:cBhvr>
                                      <p:to>
                                        <p:strVal val="hidden"/>
                                      </p:to>
                                    </p:set>
                                  </p:childTnLst>
                                </p:cTn>
                              </p:par>
                              <p:par>
                                <p:cTn id="1042" presetID="10" presetClass="exit" presetSubtype="0" fill="hold" grpId="1" nodeType="withEffect">
                                  <p:stCondLst>
                                    <p:cond delay="0"/>
                                  </p:stCondLst>
                                  <p:childTnLst>
                                    <p:animEffect transition="out" filter="fade">
                                      <p:cBhvr>
                                        <p:cTn id="1043" dur="500"/>
                                        <p:tgtEl>
                                          <p:spTgt spid="216"/>
                                        </p:tgtEl>
                                      </p:cBhvr>
                                    </p:animEffect>
                                    <p:set>
                                      <p:cBhvr>
                                        <p:cTn id="1044" dur="1" fill="hold">
                                          <p:stCondLst>
                                            <p:cond delay="499"/>
                                          </p:stCondLst>
                                        </p:cTn>
                                        <p:tgtEl>
                                          <p:spTgt spid="216"/>
                                        </p:tgtEl>
                                        <p:attrNameLst>
                                          <p:attrName>style.visibility</p:attrName>
                                        </p:attrNameLst>
                                      </p:cBhvr>
                                      <p:to>
                                        <p:strVal val="hidden"/>
                                      </p:to>
                                    </p:set>
                                  </p:childTnLst>
                                </p:cTn>
                              </p:par>
                            </p:childTnLst>
                          </p:cTn>
                        </p:par>
                        <p:par>
                          <p:cTn id="1045" fill="hold">
                            <p:stCondLst>
                              <p:cond delay="500"/>
                            </p:stCondLst>
                            <p:childTnLst>
                              <p:par>
                                <p:cTn id="1046" presetID="22" presetClass="entr" presetSubtype="8" fill="hold" nodeType="afterEffect">
                                  <p:stCondLst>
                                    <p:cond delay="0"/>
                                  </p:stCondLst>
                                  <p:childTnLst>
                                    <p:set>
                                      <p:cBhvr>
                                        <p:cTn id="1047" dur="1" fill="hold">
                                          <p:stCondLst>
                                            <p:cond delay="0"/>
                                          </p:stCondLst>
                                        </p:cTn>
                                        <p:tgtEl>
                                          <p:spTgt spid="224"/>
                                        </p:tgtEl>
                                        <p:attrNameLst>
                                          <p:attrName>style.visibility</p:attrName>
                                        </p:attrNameLst>
                                      </p:cBhvr>
                                      <p:to>
                                        <p:strVal val="visible"/>
                                      </p:to>
                                    </p:set>
                                    <p:animEffect transition="in" filter="wipe(left)">
                                      <p:cBhvr>
                                        <p:cTn id="1048" dur="1000"/>
                                        <p:tgtEl>
                                          <p:spTgt spid="224"/>
                                        </p:tgtEl>
                                      </p:cBhvr>
                                    </p:animEffect>
                                  </p:childTnLst>
                                </p:cTn>
                              </p:par>
                            </p:childTnLst>
                          </p:cTn>
                        </p:par>
                      </p:childTnLst>
                    </p:cTn>
                  </p:par>
                  <p:par>
                    <p:cTn id="1049" fill="hold">
                      <p:stCondLst>
                        <p:cond delay="indefinite"/>
                      </p:stCondLst>
                      <p:childTnLst>
                        <p:par>
                          <p:cTn id="1050" fill="hold">
                            <p:stCondLst>
                              <p:cond delay="0"/>
                            </p:stCondLst>
                            <p:childTnLst>
                              <p:par>
                                <p:cTn id="1051" presetID="22" presetClass="exit" presetSubtype="1" fill="hold" nodeType="clickEffect">
                                  <p:stCondLst>
                                    <p:cond delay="0"/>
                                  </p:stCondLst>
                                  <p:childTnLst>
                                    <p:animEffect transition="out" filter="wipe(up)">
                                      <p:cBhvr>
                                        <p:cTn id="1052" dur="500"/>
                                        <p:tgtEl>
                                          <p:spTgt spid="224"/>
                                        </p:tgtEl>
                                      </p:cBhvr>
                                    </p:animEffect>
                                    <p:set>
                                      <p:cBhvr>
                                        <p:cTn id="1053" dur="1" fill="hold">
                                          <p:stCondLst>
                                            <p:cond delay="499"/>
                                          </p:stCondLst>
                                        </p:cTn>
                                        <p:tgtEl>
                                          <p:spTgt spid="224"/>
                                        </p:tgtEl>
                                        <p:attrNameLst>
                                          <p:attrName>style.visibility</p:attrName>
                                        </p:attrNameLst>
                                      </p:cBhvr>
                                      <p:to>
                                        <p:strVal val="hidden"/>
                                      </p:to>
                                    </p:set>
                                  </p:childTnLst>
                                </p:cTn>
                              </p:par>
                            </p:childTnLst>
                          </p:cTn>
                        </p:par>
                        <p:par>
                          <p:cTn id="1054" fill="hold">
                            <p:stCondLst>
                              <p:cond delay="500"/>
                            </p:stCondLst>
                            <p:childTnLst>
                              <p:par>
                                <p:cTn id="1055" presetID="22" presetClass="entr" presetSubtype="8" fill="hold" nodeType="afterEffect">
                                  <p:stCondLst>
                                    <p:cond delay="0"/>
                                  </p:stCondLst>
                                  <p:childTnLst>
                                    <p:set>
                                      <p:cBhvr>
                                        <p:cTn id="1056" dur="1" fill="hold">
                                          <p:stCondLst>
                                            <p:cond delay="0"/>
                                          </p:stCondLst>
                                        </p:cTn>
                                        <p:tgtEl>
                                          <p:spTgt spid="226"/>
                                        </p:tgtEl>
                                        <p:attrNameLst>
                                          <p:attrName>style.visibility</p:attrName>
                                        </p:attrNameLst>
                                      </p:cBhvr>
                                      <p:to>
                                        <p:strVal val="visible"/>
                                      </p:to>
                                    </p:set>
                                    <p:animEffect transition="in" filter="wipe(left)">
                                      <p:cBhvr>
                                        <p:cTn id="1057" dur="1000"/>
                                        <p:tgtEl>
                                          <p:spTgt spid="226"/>
                                        </p:tgtEl>
                                      </p:cBhvr>
                                    </p:animEffect>
                                  </p:childTnLst>
                                </p:cTn>
                              </p:par>
                            </p:childTnLst>
                          </p:cTn>
                        </p:par>
                      </p:childTnLst>
                    </p:cTn>
                  </p:par>
                  <p:par>
                    <p:cTn id="1058" fill="hold">
                      <p:stCondLst>
                        <p:cond delay="indefinite"/>
                      </p:stCondLst>
                      <p:childTnLst>
                        <p:par>
                          <p:cTn id="1059" fill="hold">
                            <p:stCondLst>
                              <p:cond delay="0"/>
                            </p:stCondLst>
                            <p:childTnLst>
                              <p:par>
                                <p:cTn id="1060" presetID="22" presetClass="entr" presetSubtype="8" fill="hold" nodeType="clickEffect">
                                  <p:stCondLst>
                                    <p:cond delay="0"/>
                                  </p:stCondLst>
                                  <p:childTnLst>
                                    <p:set>
                                      <p:cBhvr>
                                        <p:cTn id="1061" dur="1" fill="hold">
                                          <p:stCondLst>
                                            <p:cond delay="0"/>
                                          </p:stCondLst>
                                        </p:cTn>
                                        <p:tgtEl>
                                          <p:spTgt spid="208"/>
                                        </p:tgtEl>
                                        <p:attrNameLst>
                                          <p:attrName>style.visibility</p:attrName>
                                        </p:attrNameLst>
                                      </p:cBhvr>
                                      <p:to>
                                        <p:strVal val="visible"/>
                                      </p:to>
                                    </p:set>
                                    <p:animEffect transition="in" filter="wipe(left)">
                                      <p:cBhvr>
                                        <p:cTn id="1062" dur="500"/>
                                        <p:tgtEl>
                                          <p:spTgt spid="208"/>
                                        </p:tgtEl>
                                      </p:cBhvr>
                                    </p:animEffect>
                                  </p:childTnLst>
                                </p:cTn>
                              </p:par>
                            </p:childTnLst>
                          </p:cTn>
                        </p:par>
                        <p:par>
                          <p:cTn id="1063" fill="hold">
                            <p:stCondLst>
                              <p:cond delay="500"/>
                            </p:stCondLst>
                            <p:childTnLst>
                              <p:par>
                                <p:cTn id="1064" presetID="42" presetClass="entr" presetSubtype="0" fill="hold" nodeType="afterEffect">
                                  <p:stCondLst>
                                    <p:cond delay="0"/>
                                  </p:stCondLst>
                                  <p:childTnLst>
                                    <p:set>
                                      <p:cBhvr>
                                        <p:cTn id="1065" dur="1" fill="hold">
                                          <p:stCondLst>
                                            <p:cond delay="0"/>
                                          </p:stCondLst>
                                        </p:cTn>
                                        <p:tgtEl>
                                          <p:spTgt spid="283"/>
                                        </p:tgtEl>
                                        <p:attrNameLst>
                                          <p:attrName>style.visibility</p:attrName>
                                        </p:attrNameLst>
                                      </p:cBhvr>
                                      <p:to>
                                        <p:strVal val="visible"/>
                                      </p:to>
                                    </p:set>
                                    <p:animEffect transition="in" filter="fade">
                                      <p:cBhvr>
                                        <p:cTn id="1066" dur="1000"/>
                                        <p:tgtEl>
                                          <p:spTgt spid="283"/>
                                        </p:tgtEl>
                                      </p:cBhvr>
                                    </p:animEffect>
                                    <p:anim calcmode="lin" valueType="num">
                                      <p:cBhvr>
                                        <p:cTn id="1067" dur="1000" fill="hold"/>
                                        <p:tgtEl>
                                          <p:spTgt spid="283"/>
                                        </p:tgtEl>
                                        <p:attrNameLst>
                                          <p:attrName>ppt_x</p:attrName>
                                        </p:attrNameLst>
                                      </p:cBhvr>
                                      <p:tavLst>
                                        <p:tav tm="0">
                                          <p:val>
                                            <p:strVal val="#ppt_x"/>
                                          </p:val>
                                        </p:tav>
                                        <p:tav tm="100000">
                                          <p:val>
                                            <p:strVal val="#ppt_x"/>
                                          </p:val>
                                        </p:tav>
                                      </p:tavLst>
                                    </p:anim>
                                    <p:anim calcmode="lin" valueType="num">
                                      <p:cBhvr>
                                        <p:cTn id="1068" dur="1000" fill="hold"/>
                                        <p:tgtEl>
                                          <p:spTgt spid="283"/>
                                        </p:tgtEl>
                                        <p:attrNameLst>
                                          <p:attrName>ppt_y</p:attrName>
                                        </p:attrNameLst>
                                      </p:cBhvr>
                                      <p:tavLst>
                                        <p:tav tm="0">
                                          <p:val>
                                            <p:strVal val="#ppt_y+.1"/>
                                          </p:val>
                                        </p:tav>
                                        <p:tav tm="100000">
                                          <p:val>
                                            <p:strVal val="#ppt_y"/>
                                          </p:val>
                                        </p:tav>
                                      </p:tavLst>
                                    </p:anim>
                                  </p:childTnLst>
                                </p:cTn>
                              </p:par>
                            </p:childTnLst>
                          </p:cTn>
                        </p:par>
                        <p:par>
                          <p:cTn id="1069" fill="hold">
                            <p:stCondLst>
                              <p:cond delay="1500"/>
                            </p:stCondLst>
                            <p:childTnLst>
                              <p:par>
                                <p:cTn id="1070" presetID="42" presetClass="entr" presetSubtype="0" fill="hold" nodeType="afterEffect">
                                  <p:stCondLst>
                                    <p:cond delay="0"/>
                                  </p:stCondLst>
                                  <p:childTnLst>
                                    <p:set>
                                      <p:cBhvr>
                                        <p:cTn id="1071" dur="1" fill="hold">
                                          <p:stCondLst>
                                            <p:cond delay="0"/>
                                          </p:stCondLst>
                                        </p:cTn>
                                        <p:tgtEl>
                                          <p:spTgt spid="286"/>
                                        </p:tgtEl>
                                        <p:attrNameLst>
                                          <p:attrName>style.visibility</p:attrName>
                                        </p:attrNameLst>
                                      </p:cBhvr>
                                      <p:to>
                                        <p:strVal val="visible"/>
                                      </p:to>
                                    </p:set>
                                    <p:animEffect transition="in" filter="fade">
                                      <p:cBhvr>
                                        <p:cTn id="1072" dur="1000"/>
                                        <p:tgtEl>
                                          <p:spTgt spid="286"/>
                                        </p:tgtEl>
                                      </p:cBhvr>
                                    </p:animEffect>
                                    <p:anim calcmode="lin" valueType="num">
                                      <p:cBhvr>
                                        <p:cTn id="1073" dur="1000" fill="hold"/>
                                        <p:tgtEl>
                                          <p:spTgt spid="286"/>
                                        </p:tgtEl>
                                        <p:attrNameLst>
                                          <p:attrName>ppt_x</p:attrName>
                                        </p:attrNameLst>
                                      </p:cBhvr>
                                      <p:tavLst>
                                        <p:tav tm="0">
                                          <p:val>
                                            <p:strVal val="#ppt_x"/>
                                          </p:val>
                                        </p:tav>
                                        <p:tav tm="100000">
                                          <p:val>
                                            <p:strVal val="#ppt_x"/>
                                          </p:val>
                                        </p:tav>
                                      </p:tavLst>
                                    </p:anim>
                                    <p:anim calcmode="lin" valueType="num">
                                      <p:cBhvr>
                                        <p:cTn id="1074" dur="1000" fill="hold"/>
                                        <p:tgtEl>
                                          <p:spTgt spid="286"/>
                                        </p:tgtEl>
                                        <p:attrNameLst>
                                          <p:attrName>ppt_y</p:attrName>
                                        </p:attrNameLst>
                                      </p:cBhvr>
                                      <p:tavLst>
                                        <p:tav tm="0">
                                          <p:val>
                                            <p:strVal val="#ppt_y+.1"/>
                                          </p:val>
                                        </p:tav>
                                        <p:tav tm="100000">
                                          <p:val>
                                            <p:strVal val="#ppt_y"/>
                                          </p:val>
                                        </p:tav>
                                      </p:tavLst>
                                    </p:anim>
                                  </p:childTnLst>
                                </p:cTn>
                              </p:par>
                            </p:childTnLst>
                          </p:cTn>
                        </p:par>
                        <p:par>
                          <p:cTn id="1075" fill="hold">
                            <p:stCondLst>
                              <p:cond delay="2500"/>
                            </p:stCondLst>
                            <p:childTnLst>
                              <p:par>
                                <p:cTn id="1076" presetID="31" presetClass="entr" presetSubtype="0" fill="hold" grpId="0" nodeType="afterEffect">
                                  <p:stCondLst>
                                    <p:cond delay="0"/>
                                  </p:stCondLst>
                                  <p:childTnLst>
                                    <p:set>
                                      <p:cBhvr>
                                        <p:cTn id="1077" dur="1" fill="hold">
                                          <p:stCondLst>
                                            <p:cond delay="0"/>
                                          </p:stCondLst>
                                        </p:cTn>
                                        <p:tgtEl>
                                          <p:spTgt spid="289"/>
                                        </p:tgtEl>
                                        <p:attrNameLst>
                                          <p:attrName>style.visibility</p:attrName>
                                        </p:attrNameLst>
                                      </p:cBhvr>
                                      <p:to>
                                        <p:strVal val="visible"/>
                                      </p:to>
                                    </p:set>
                                    <p:anim calcmode="lin" valueType="num">
                                      <p:cBhvr>
                                        <p:cTn id="1078" dur="1000" fill="hold"/>
                                        <p:tgtEl>
                                          <p:spTgt spid="289"/>
                                        </p:tgtEl>
                                        <p:attrNameLst>
                                          <p:attrName>ppt_w</p:attrName>
                                        </p:attrNameLst>
                                      </p:cBhvr>
                                      <p:tavLst>
                                        <p:tav tm="0">
                                          <p:val>
                                            <p:fltVal val="0"/>
                                          </p:val>
                                        </p:tav>
                                        <p:tav tm="100000">
                                          <p:val>
                                            <p:strVal val="#ppt_w"/>
                                          </p:val>
                                        </p:tav>
                                      </p:tavLst>
                                    </p:anim>
                                    <p:anim calcmode="lin" valueType="num">
                                      <p:cBhvr>
                                        <p:cTn id="1079" dur="1000" fill="hold"/>
                                        <p:tgtEl>
                                          <p:spTgt spid="289"/>
                                        </p:tgtEl>
                                        <p:attrNameLst>
                                          <p:attrName>ppt_h</p:attrName>
                                        </p:attrNameLst>
                                      </p:cBhvr>
                                      <p:tavLst>
                                        <p:tav tm="0">
                                          <p:val>
                                            <p:fltVal val="0"/>
                                          </p:val>
                                        </p:tav>
                                        <p:tav tm="100000">
                                          <p:val>
                                            <p:strVal val="#ppt_h"/>
                                          </p:val>
                                        </p:tav>
                                      </p:tavLst>
                                    </p:anim>
                                    <p:anim calcmode="lin" valueType="num">
                                      <p:cBhvr>
                                        <p:cTn id="1080" dur="1000" fill="hold"/>
                                        <p:tgtEl>
                                          <p:spTgt spid="289"/>
                                        </p:tgtEl>
                                        <p:attrNameLst>
                                          <p:attrName>style.rotation</p:attrName>
                                        </p:attrNameLst>
                                      </p:cBhvr>
                                      <p:tavLst>
                                        <p:tav tm="0">
                                          <p:val>
                                            <p:fltVal val="90"/>
                                          </p:val>
                                        </p:tav>
                                        <p:tav tm="100000">
                                          <p:val>
                                            <p:fltVal val="0"/>
                                          </p:val>
                                        </p:tav>
                                      </p:tavLst>
                                    </p:anim>
                                    <p:animEffect transition="in" filter="fade">
                                      <p:cBhvr>
                                        <p:cTn id="1081" dur="1000"/>
                                        <p:tgtEl>
                                          <p:spTgt spid="289"/>
                                        </p:tgtEl>
                                      </p:cBhvr>
                                    </p:animEffect>
                                  </p:childTnLst>
                                </p:cTn>
                              </p:par>
                            </p:childTnLst>
                          </p:cTn>
                        </p:par>
                        <p:par>
                          <p:cTn id="1082" fill="hold">
                            <p:stCondLst>
                              <p:cond delay="3500"/>
                            </p:stCondLst>
                            <p:childTnLst>
                              <p:par>
                                <p:cTn id="1083" presetID="22" presetClass="entr" presetSubtype="8" fill="hold" nodeType="afterEffect">
                                  <p:stCondLst>
                                    <p:cond delay="0"/>
                                  </p:stCondLst>
                                  <p:childTnLst>
                                    <p:set>
                                      <p:cBhvr>
                                        <p:cTn id="1084" dur="1" fill="hold">
                                          <p:stCondLst>
                                            <p:cond delay="0"/>
                                          </p:stCondLst>
                                        </p:cTn>
                                        <p:tgtEl>
                                          <p:spTgt spid="290"/>
                                        </p:tgtEl>
                                        <p:attrNameLst>
                                          <p:attrName>style.visibility</p:attrName>
                                        </p:attrNameLst>
                                      </p:cBhvr>
                                      <p:to>
                                        <p:strVal val="visible"/>
                                      </p:to>
                                    </p:set>
                                    <p:animEffect transition="in" filter="wipe(left)">
                                      <p:cBhvr>
                                        <p:cTn id="1085" dur="1000"/>
                                        <p:tgtEl>
                                          <p:spTgt spid="290"/>
                                        </p:tgtEl>
                                      </p:cBhvr>
                                    </p:animEffect>
                                  </p:childTnLst>
                                </p:cTn>
                              </p:par>
                            </p:childTnLst>
                          </p:cTn>
                        </p:par>
                      </p:childTnLst>
                    </p:cTn>
                  </p:par>
                  <p:par>
                    <p:cTn id="1086" fill="hold">
                      <p:stCondLst>
                        <p:cond delay="indefinite"/>
                      </p:stCondLst>
                      <p:childTnLst>
                        <p:par>
                          <p:cTn id="1087" fill="hold">
                            <p:stCondLst>
                              <p:cond delay="0"/>
                            </p:stCondLst>
                            <p:childTnLst>
                              <p:par>
                                <p:cTn id="1088" presetID="42" presetClass="entr" presetSubtype="0" fill="hold" nodeType="clickEffect">
                                  <p:stCondLst>
                                    <p:cond delay="0"/>
                                  </p:stCondLst>
                                  <p:childTnLst>
                                    <p:set>
                                      <p:cBhvr>
                                        <p:cTn id="1089" dur="1" fill="hold">
                                          <p:stCondLst>
                                            <p:cond delay="0"/>
                                          </p:stCondLst>
                                        </p:cTn>
                                        <p:tgtEl>
                                          <p:spTgt spid="137"/>
                                        </p:tgtEl>
                                        <p:attrNameLst>
                                          <p:attrName>style.visibility</p:attrName>
                                        </p:attrNameLst>
                                      </p:cBhvr>
                                      <p:to>
                                        <p:strVal val="visible"/>
                                      </p:to>
                                    </p:set>
                                    <p:animEffect transition="in" filter="fade">
                                      <p:cBhvr>
                                        <p:cTn id="1090" dur="1000"/>
                                        <p:tgtEl>
                                          <p:spTgt spid="137"/>
                                        </p:tgtEl>
                                      </p:cBhvr>
                                    </p:animEffect>
                                    <p:anim calcmode="lin" valueType="num">
                                      <p:cBhvr>
                                        <p:cTn id="1091" dur="1000" fill="hold"/>
                                        <p:tgtEl>
                                          <p:spTgt spid="137"/>
                                        </p:tgtEl>
                                        <p:attrNameLst>
                                          <p:attrName>ppt_x</p:attrName>
                                        </p:attrNameLst>
                                      </p:cBhvr>
                                      <p:tavLst>
                                        <p:tav tm="0">
                                          <p:val>
                                            <p:strVal val="#ppt_x"/>
                                          </p:val>
                                        </p:tav>
                                        <p:tav tm="100000">
                                          <p:val>
                                            <p:strVal val="#ppt_x"/>
                                          </p:val>
                                        </p:tav>
                                      </p:tavLst>
                                    </p:anim>
                                    <p:anim calcmode="lin" valueType="num">
                                      <p:cBhvr>
                                        <p:cTn id="1092" dur="1000" fill="hold"/>
                                        <p:tgtEl>
                                          <p:spTgt spid="137"/>
                                        </p:tgtEl>
                                        <p:attrNameLst>
                                          <p:attrName>ppt_y</p:attrName>
                                        </p:attrNameLst>
                                      </p:cBhvr>
                                      <p:tavLst>
                                        <p:tav tm="0">
                                          <p:val>
                                            <p:strVal val="#ppt_y+.1"/>
                                          </p:val>
                                        </p:tav>
                                        <p:tav tm="100000">
                                          <p:val>
                                            <p:strVal val="#ppt_y"/>
                                          </p:val>
                                        </p:tav>
                                      </p:tavLst>
                                    </p:anim>
                                  </p:childTnLst>
                                </p:cTn>
                              </p:par>
                            </p:childTnLst>
                          </p:cTn>
                        </p:par>
                        <p:par>
                          <p:cTn id="1093" fill="hold">
                            <p:stCondLst>
                              <p:cond delay="1000"/>
                            </p:stCondLst>
                            <p:childTnLst>
                              <p:par>
                                <p:cTn id="1094" presetID="31" presetClass="entr" presetSubtype="0" fill="hold" grpId="0" nodeType="afterEffect">
                                  <p:stCondLst>
                                    <p:cond delay="0"/>
                                  </p:stCondLst>
                                  <p:childTnLst>
                                    <p:set>
                                      <p:cBhvr>
                                        <p:cTn id="1095" dur="1" fill="hold">
                                          <p:stCondLst>
                                            <p:cond delay="0"/>
                                          </p:stCondLst>
                                        </p:cTn>
                                        <p:tgtEl>
                                          <p:spTgt spid="111"/>
                                        </p:tgtEl>
                                        <p:attrNameLst>
                                          <p:attrName>style.visibility</p:attrName>
                                        </p:attrNameLst>
                                      </p:cBhvr>
                                      <p:to>
                                        <p:strVal val="visible"/>
                                      </p:to>
                                    </p:set>
                                    <p:anim calcmode="lin" valueType="num">
                                      <p:cBhvr>
                                        <p:cTn id="1096" dur="1000" fill="hold"/>
                                        <p:tgtEl>
                                          <p:spTgt spid="111"/>
                                        </p:tgtEl>
                                        <p:attrNameLst>
                                          <p:attrName>ppt_w</p:attrName>
                                        </p:attrNameLst>
                                      </p:cBhvr>
                                      <p:tavLst>
                                        <p:tav tm="0">
                                          <p:val>
                                            <p:fltVal val="0"/>
                                          </p:val>
                                        </p:tav>
                                        <p:tav tm="100000">
                                          <p:val>
                                            <p:strVal val="#ppt_w"/>
                                          </p:val>
                                        </p:tav>
                                      </p:tavLst>
                                    </p:anim>
                                    <p:anim calcmode="lin" valueType="num">
                                      <p:cBhvr>
                                        <p:cTn id="1097" dur="1000" fill="hold"/>
                                        <p:tgtEl>
                                          <p:spTgt spid="111"/>
                                        </p:tgtEl>
                                        <p:attrNameLst>
                                          <p:attrName>ppt_h</p:attrName>
                                        </p:attrNameLst>
                                      </p:cBhvr>
                                      <p:tavLst>
                                        <p:tav tm="0">
                                          <p:val>
                                            <p:fltVal val="0"/>
                                          </p:val>
                                        </p:tav>
                                        <p:tav tm="100000">
                                          <p:val>
                                            <p:strVal val="#ppt_h"/>
                                          </p:val>
                                        </p:tav>
                                      </p:tavLst>
                                    </p:anim>
                                    <p:anim calcmode="lin" valueType="num">
                                      <p:cBhvr>
                                        <p:cTn id="1098" dur="1000" fill="hold"/>
                                        <p:tgtEl>
                                          <p:spTgt spid="111"/>
                                        </p:tgtEl>
                                        <p:attrNameLst>
                                          <p:attrName>style.rotation</p:attrName>
                                        </p:attrNameLst>
                                      </p:cBhvr>
                                      <p:tavLst>
                                        <p:tav tm="0">
                                          <p:val>
                                            <p:fltVal val="90"/>
                                          </p:val>
                                        </p:tav>
                                        <p:tav tm="100000">
                                          <p:val>
                                            <p:fltVal val="0"/>
                                          </p:val>
                                        </p:tav>
                                      </p:tavLst>
                                    </p:anim>
                                    <p:animEffect transition="in" filter="fade">
                                      <p:cBhvr>
                                        <p:cTn id="1099" dur="1000"/>
                                        <p:tgtEl>
                                          <p:spTgt spid="111"/>
                                        </p:tgtEl>
                                      </p:cBhvr>
                                    </p:animEffect>
                                  </p:childTnLst>
                                </p:cTn>
                              </p:par>
                            </p:childTnLst>
                          </p:cTn>
                        </p:par>
                        <p:par>
                          <p:cTn id="1100" fill="hold">
                            <p:stCondLst>
                              <p:cond delay="2000"/>
                            </p:stCondLst>
                            <p:childTnLst>
                              <p:par>
                                <p:cTn id="1101" presetID="22" presetClass="exit" presetSubtype="1" fill="hold" nodeType="afterEffect">
                                  <p:stCondLst>
                                    <p:cond delay="0"/>
                                  </p:stCondLst>
                                  <p:childTnLst>
                                    <p:animEffect transition="out" filter="wipe(up)">
                                      <p:cBhvr>
                                        <p:cTn id="1102" dur="500"/>
                                        <p:tgtEl>
                                          <p:spTgt spid="290"/>
                                        </p:tgtEl>
                                      </p:cBhvr>
                                    </p:animEffect>
                                    <p:set>
                                      <p:cBhvr>
                                        <p:cTn id="1103" dur="1" fill="hold">
                                          <p:stCondLst>
                                            <p:cond delay="499"/>
                                          </p:stCondLst>
                                        </p:cTn>
                                        <p:tgtEl>
                                          <p:spTgt spid="290"/>
                                        </p:tgtEl>
                                        <p:attrNameLst>
                                          <p:attrName>style.visibility</p:attrName>
                                        </p:attrNameLst>
                                      </p:cBhvr>
                                      <p:to>
                                        <p:strVal val="hidden"/>
                                      </p:to>
                                    </p:set>
                                  </p:childTnLst>
                                </p:cTn>
                              </p:par>
                              <p:par>
                                <p:cTn id="1104" presetID="22" presetClass="entr" presetSubtype="8" fill="hold" nodeType="withEffect">
                                  <p:stCondLst>
                                    <p:cond delay="0"/>
                                  </p:stCondLst>
                                  <p:childTnLst>
                                    <p:set>
                                      <p:cBhvr>
                                        <p:cTn id="1105" dur="1" fill="hold">
                                          <p:stCondLst>
                                            <p:cond delay="0"/>
                                          </p:stCondLst>
                                        </p:cTn>
                                        <p:tgtEl>
                                          <p:spTgt spid="291"/>
                                        </p:tgtEl>
                                        <p:attrNameLst>
                                          <p:attrName>style.visibility</p:attrName>
                                        </p:attrNameLst>
                                      </p:cBhvr>
                                      <p:to>
                                        <p:strVal val="visible"/>
                                      </p:to>
                                    </p:set>
                                    <p:animEffect transition="in" filter="wipe(left)">
                                      <p:cBhvr>
                                        <p:cTn id="1106" dur="1000"/>
                                        <p:tgtEl>
                                          <p:spTgt spid="291"/>
                                        </p:tgtEl>
                                      </p:cBhvr>
                                    </p:animEffect>
                                  </p:childTnLst>
                                </p:cTn>
                              </p:par>
                            </p:childTnLst>
                          </p:cTn>
                        </p:par>
                      </p:childTnLst>
                    </p:cTn>
                  </p:par>
                  <p:par>
                    <p:cTn id="1107" fill="hold">
                      <p:stCondLst>
                        <p:cond delay="indefinite"/>
                      </p:stCondLst>
                      <p:childTnLst>
                        <p:par>
                          <p:cTn id="1108" fill="hold">
                            <p:stCondLst>
                              <p:cond delay="0"/>
                            </p:stCondLst>
                            <p:childTnLst>
                              <p:par>
                                <p:cTn id="1109" presetID="31" presetClass="entr" presetSubtype="0" fill="hold" grpId="0" nodeType="clickEffect">
                                  <p:stCondLst>
                                    <p:cond delay="0"/>
                                  </p:stCondLst>
                                  <p:childTnLst>
                                    <p:set>
                                      <p:cBhvr>
                                        <p:cTn id="1110" dur="1" fill="hold">
                                          <p:stCondLst>
                                            <p:cond delay="0"/>
                                          </p:stCondLst>
                                        </p:cTn>
                                        <p:tgtEl>
                                          <p:spTgt spid="296"/>
                                        </p:tgtEl>
                                        <p:attrNameLst>
                                          <p:attrName>style.visibility</p:attrName>
                                        </p:attrNameLst>
                                      </p:cBhvr>
                                      <p:to>
                                        <p:strVal val="visible"/>
                                      </p:to>
                                    </p:set>
                                    <p:anim calcmode="lin" valueType="num">
                                      <p:cBhvr>
                                        <p:cTn id="1111" dur="1000" fill="hold"/>
                                        <p:tgtEl>
                                          <p:spTgt spid="296"/>
                                        </p:tgtEl>
                                        <p:attrNameLst>
                                          <p:attrName>ppt_w</p:attrName>
                                        </p:attrNameLst>
                                      </p:cBhvr>
                                      <p:tavLst>
                                        <p:tav tm="0">
                                          <p:val>
                                            <p:fltVal val="0"/>
                                          </p:val>
                                        </p:tav>
                                        <p:tav tm="100000">
                                          <p:val>
                                            <p:strVal val="#ppt_w"/>
                                          </p:val>
                                        </p:tav>
                                      </p:tavLst>
                                    </p:anim>
                                    <p:anim calcmode="lin" valueType="num">
                                      <p:cBhvr>
                                        <p:cTn id="1112" dur="1000" fill="hold"/>
                                        <p:tgtEl>
                                          <p:spTgt spid="296"/>
                                        </p:tgtEl>
                                        <p:attrNameLst>
                                          <p:attrName>ppt_h</p:attrName>
                                        </p:attrNameLst>
                                      </p:cBhvr>
                                      <p:tavLst>
                                        <p:tav tm="0">
                                          <p:val>
                                            <p:fltVal val="0"/>
                                          </p:val>
                                        </p:tav>
                                        <p:tav tm="100000">
                                          <p:val>
                                            <p:strVal val="#ppt_h"/>
                                          </p:val>
                                        </p:tav>
                                      </p:tavLst>
                                    </p:anim>
                                    <p:anim calcmode="lin" valueType="num">
                                      <p:cBhvr>
                                        <p:cTn id="1113" dur="1000" fill="hold"/>
                                        <p:tgtEl>
                                          <p:spTgt spid="296"/>
                                        </p:tgtEl>
                                        <p:attrNameLst>
                                          <p:attrName>style.rotation</p:attrName>
                                        </p:attrNameLst>
                                      </p:cBhvr>
                                      <p:tavLst>
                                        <p:tav tm="0">
                                          <p:val>
                                            <p:fltVal val="90"/>
                                          </p:val>
                                        </p:tav>
                                        <p:tav tm="100000">
                                          <p:val>
                                            <p:fltVal val="0"/>
                                          </p:val>
                                        </p:tav>
                                      </p:tavLst>
                                    </p:anim>
                                    <p:animEffect transition="in" filter="fade">
                                      <p:cBhvr>
                                        <p:cTn id="1114" dur="1000"/>
                                        <p:tgtEl>
                                          <p:spTgt spid="296"/>
                                        </p:tgtEl>
                                      </p:cBhvr>
                                    </p:animEffect>
                                  </p:childTnLst>
                                </p:cTn>
                              </p:par>
                            </p:childTnLst>
                          </p:cTn>
                        </p:par>
                        <p:par>
                          <p:cTn id="1115" fill="hold">
                            <p:stCondLst>
                              <p:cond delay="1000"/>
                            </p:stCondLst>
                            <p:childTnLst>
                              <p:par>
                                <p:cTn id="1116" presetID="22" presetClass="exit" presetSubtype="1" fill="hold" nodeType="afterEffect">
                                  <p:stCondLst>
                                    <p:cond delay="0"/>
                                  </p:stCondLst>
                                  <p:childTnLst>
                                    <p:animEffect transition="out" filter="wipe(up)">
                                      <p:cBhvr>
                                        <p:cTn id="1117" dur="500"/>
                                        <p:tgtEl>
                                          <p:spTgt spid="291"/>
                                        </p:tgtEl>
                                      </p:cBhvr>
                                    </p:animEffect>
                                    <p:set>
                                      <p:cBhvr>
                                        <p:cTn id="1118" dur="1" fill="hold">
                                          <p:stCondLst>
                                            <p:cond delay="499"/>
                                          </p:stCondLst>
                                        </p:cTn>
                                        <p:tgtEl>
                                          <p:spTgt spid="291"/>
                                        </p:tgtEl>
                                        <p:attrNameLst>
                                          <p:attrName>style.visibility</p:attrName>
                                        </p:attrNameLst>
                                      </p:cBhvr>
                                      <p:to>
                                        <p:strVal val="hidden"/>
                                      </p:to>
                                    </p:set>
                                  </p:childTnLst>
                                </p:cTn>
                              </p:par>
                            </p:childTnLst>
                          </p:cTn>
                        </p:par>
                        <p:par>
                          <p:cTn id="1119" fill="hold">
                            <p:stCondLst>
                              <p:cond delay="1500"/>
                            </p:stCondLst>
                            <p:childTnLst>
                              <p:par>
                                <p:cTn id="1120" presetID="22" presetClass="entr" presetSubtype="1" fill="hold" grpId="0" nodeType="afterEffect">
                                  <p:stCondLst>
                                    <p:cond delay="0"/>
                                  </p:stCondLst>
                                  <p:childTnLst>
                                    <p:set>
                                      <p:cBhvr>
                                        <p:cTn id="1121" dur="1" fill="hold">
                                          <p:stCondLst>
                                            <p:cond delay="0"/>
                                          </p:stCondLst>
                                        </p:cTn>
                                        <p:tgtEl>
                                          <p:spTgt spid="295"/>
                                        </p:tgtEl>
                                        <p:attrNameLst>
                                          <p:attrName>style.visibility</p:attrName>
                                        </p:attrNameLst>
                                      </p:cBhvr>
                                      <p:to>
                                        <p:strVal val="visible"/>
                                      </p:to>
                                    </p:set>
                                    <p:animEffect transition="in" filter="wipe(up)">
                                      <p:cBhvr>
                                        <p:cTn id="1122" dur="500"/>
                                        <p:tgtEl>
                                          <p:spTgt spid="295"/>
                                        </p:tgtEl>
                                      </p:cBhvr>
                                    </p:animEffect>
                                  </p:childTnLst>
                                </p:cTn>
                              </p:par>
                            </p:childTnLst>
                          </p:cTn>
                        </p:par>
                      </p:childTnLst>
                    </p:cTn>
                  </p:par>
                  <p:par>
                    <p:cTn id="1123" fill="hold">
                      <p:stCondLst>
                        <p:cond delay="indefinite"/>
                      </p:stCondLst>
                      <p:childTnLst>
                        <p:par>
                          <p:cTn id="1124" fill="hold">
                            <p:stCondLst>
                              <p:cond delay="0"/>
                            </p:stCondLst>
                            <p:childTnLst>
                              <p:par>
                                <p:cTn id="1125" presetID="22" presetClass="exit" presetSubtype="1" fill="hold" grpId="1" nodeType="clickEffect">
                                  <p:stCondLst>
                                    <p:cond delay="0"/>
                                  </p:stCondLst>
                                  <p:childTnLst>
                                    <p:animEffect transition="out" filter="wipe(up)">
                                      <p:cBhvr>
                                        <p:cTn id="1126" dur="500"/>
                                        <p:tgtEl>
                                          <p:spTgt spid="295"/>
                                        </p:tgtEl>
                                      </p:cBhvr>
                                    </p:animEffect>
                                    <p:set>
                                      <p:cBhvr>
                                        <p:cTn id="1127" dur="1" fill="hold">
                                          <p:stCondLst>
                                            <p:cond delay="499"/>
                                          </p:stCondLst>
                                        </p:cTn>
                                        <p:tgtEl>
                                          <p:spTgt spid="295"/>
                                        </p:tgtEl>
                                        <p:attrNameLst>
                                          <p:attrName>style.visibility</p:attrName>
                                        </p:attrNameLst>
                                      </p:cBhvr>
                                      <p:to>
                                        <p:strVal val="hidden"/>
                                      </p:to>
                                    </p:set>
                                  </p:childTnLst>
                                </p:cTn>
                              </p:par>
                              <p:par>
                                <p:cTn id="1128" presetID="10" presetClass="exit" presetSubtype="0" fill="hold" grpId="1" nodeType="withEffect">
                                  <p:stCondLst>
                                    <p:cond delay="0"/>
                                  </p:stCondLst>
                                  <p:childTnLst>
                                    <p:animEffect transition="out" filter="fade">
                                      <p:cBhvr>
                                        <p:cTn id="1129" dur="500"/>
                                        <p:tgtEl>
                                          <p:spTgt spid="296"/>
                                        </p:tgtEl>
                                      </p:cBhvr>
                                    </p:animEffect>
                                    <p:set>
                                      <p:cBhvr>
                                        <p:cTn id="1130" dur="1" fill="hold">
                                          <p:stCondLst>
                                            <p:cond delay="499"/>
                                          </p:stCondLst>
                                        </p:cTn>
                                        <p:tgtEl>
                                          <p:spTgt spid="296"/>
                                        </p:tgtEl>
                                        <p:attrNameLst>
                                          <p:attrName>style.visibility</p:attrName>
                                        </p:attrNameLst>
                                      </p:cBhvr>
                                      <p:to>
                                        <p:strVal val="hidden"/>
                                      </p:to>
                                    </p:set>
                                  </p:childTnLst>
                                </p:cTn>
                              </p:par>
                            </p:childTnLst>
                          </p:cTn>
                        </p:par>
                        <p:par>
                          <p:cTn id="1131" fill="hold">
                            <p:stCondLst>
                              <p:cond delay="500"/>
                            </p:stCondLst>
                            <p:childTnLst>
                              <p:par>
                                <p:cTn id="1132" presetID="22" presetClass="entr" presetSubtype="1" fill="hold" grpId="0" nodeType="afterEffect">
                                  <p:stCondLst>
                                    <p:cond delay="0"/>
                                  </p:stCondLst>
                                  <p:childTnLst>
                                    <p:set>
                                      <p:cBhvr>
                                        <p:cTn id="1133" dur="1" fill="hold">
                                          <p:stCondLst>
                                            <p:cond delay="0"/>
                                          </p:stCondLst>
                                        </p:cTn>
                                        <p:tgtEl>
                                          <p:spTgt spid="293"/>
                                        </p:tgtEl>
                                        <p:attrNameLst>
                                          <p:attrName>style.visibility</p:attrName>
                                        </p:attrNameLst>
                                      </p:cBhvr>
                                      <p:to>
                                        <p:strVal val="visible"/>
                                      </p:to>
                                    </p:set>
                                    <p:animEffect transition="in" filter="wipe(up)">
                                      <p:cBhvr>
                                        <p:cTn id="1134" dur="500"/>
                                        <p:tgtEl>
                                          <p:spTgt spid="293"/>
                                        </p:tgtEl>
                                      </p:cBhvr>
                                    </p:animEffect>
                                  </p:childTnLst>
                                </p:cTn>
                              </p:par>
                            </p:childTnLst>
                          </p:cTn>
                        </p:par>
                      </p:childTnLst>
                    </p:cTn>
                  </p:par>
                  <p:par>
                    <p:cTn id="1135" fill="hold">
                      <p:stCondLst>
                        <p:cond delay="indefinite"/>
                      </p:stCondLst>
                      <p:childTnLst>
                        <p:par>
                          <p:cTn id="1136" fill="hold">
                            <p:stCondLst>
                              <p:cond delay="0"/>
                            </p:stCondLst>
                            <p:childTnLst>
                              <p:par>
                                <p:cTn id="1137" presetID="6" presetClass="emph" presetSubtype="0" autoRev="1" fill="hold" grpId="1" nodeType="clickEffect">
                                  <p:stCondLst>
                                    <p:cond delay="0"/>
                                  </p:stCondLst>
                                  <p:childTnLst>
                                    <p:animScale>
                                      <p:cBhvr>
                                        <p:cTn id="1138" dur="500" fill="hold"/>
                                        <p:tgtEl>
                                          <p:spTgt spid="111"/>
                                        </p:tgtEl>
                                      </p:cBhvr>
                                      <p:by x="150000" y="150000"/>
                                    </p:animScale>
                                  </p:childTnLst>
                                </p:cTn>
                              </p:par>
                            </p:childTnLst>
                          </p:cTn>
                        </p:par>
                        <p:par>
                          <p:cTn id="1139" fill="hold">
                            <p:stCondLst>
                              <p:cond delay="1000"/>
                            </p:stCondLst>
                            <p:childTnLst>
                              <p:par>
                                <p:cTn id="1140" presetID="3" presetClass="emph" presetSubtype="2" fill="hold" grpId="2" nodeType="afterEffect">
                                  <p:stCondLst>
                                    <p:cond delay="0"/>
                                  </p:stCondLst>
                                  <p:childTnLst>
                                    <p:animClr clrSpc="rgb" dir="cw">
                                      <p:cBhvr override="childStyle">
                                        <p:cTn id="1141" dur="500" fill="hold"/>
                                        <p:tgtEl>
                                          <p:spTgt spid="111"/>
                                        </p:tgtEl>
                                        <p:attrNameLst>
                                          <p:attrName>style.color</p:attrName>
                                        </p:attrNameLst>
                                      </p:cBhvr>
                                      <p:to>
                                        <a:srgbClr val="FF0000"/>
                                      </p:to>
                                    </p:animClr>
                                  </p:childTnLst>
                                </p:cTn>
                              </p:par>
                            </p:childTnLst>
                          </p:cTn>
                        </p:par>
                        <p:par>
                          <p:cTn id="1142" fill="hold">
                            <p:stCondLst>
                              <p:cond delay="1500"/>
                            </p:stCondLst>
                            <p:childTnLst>
                              <p:par>
                                <p:cTn id="1143" presetID="42" presetClass="entr" presetSubtype="0" fill="hold" grpId="0" nodeType="afterEffect">
                                  <p:stCondLst>
                                    <p:cond delay="0"/>
                                  </p:stCondLst>
                                  <p:childTnLst>
                                    <p:set>
                                      <p:cBhvr>
                                        <p:cTn id="1144" dur="1" fill="hold">
                                          <p:stCondLst>
                                            <p:cond delay="0"/>
                                          </p:stCondLst>
                                        </p:cTn>
                                        <p:tgtEl>
                                          <p:spTgt spid="193"/>
                                        </p:tgtEl>
                                        <p:attrNameLst>
                                          <p:attrName>style.visibility</p:attrName>
                                        </p:attrNameLst>
                                      </p:cBhvr>
                                      <p:to>
                                        <p:strVal val="visible"/>
                                      </p:to>
                                    </p:set>
                                    <p:animEffect transition="in" filter="fade">
                                      <p:cBhvr>
                                        <p:cTn id="1145" dur="1000"/>
                                        <p:tgtEl>
                                          <p:spTgt spid="193"/>
                                        </p:tgtEl>
                                      </p:cBhvr>
                                    </p:animEffect>
                                    <p:anim calcmode="lin" valueType="num">
                                      <p:cBhvr>
                                        <p:cTn id="1146" dur="1000" fill="hold"/>
                                        <p:tgtEl>
                                          <p:spTgt spid="193"/>
                                        </p:tgtEl>
                                        <p:attrNameLst>
                                          <p:attrName>ppt_x</p:attrName>
                                        </p:attrNameLst>
                                      </p:cBhvr>
                                      <p:tavLst>
                                        <p:tav tm="0">
                                          <p:val>
                                            <p:strVal val="#ppt_x"/>
                                          </p:val>
                                        </p:tav>
                                        <p:tav tm="100000">
                                          <p:val>
                                            <p:strVal val="#ppt_x"/>
                                          </p:val>
                                        </p:tav>
                                      </p:tavLst>
                                    </p:anim>
                                    <p:anim calcmode="lin" valueType="num">
                                      <p:cBhvr>
                                        <p:cTn id="1147" dur="1000" fill="hold"/>
                                        <p:tgtEl>
                                          <p:spTgt spid="193"/>
                                        </p:tgtEl>
                                        <p:attrNameLst>
                                          <p:attrName>ppt_y</p:attrName>
                                        </p:attrNameLst>
                                      </p:cBhvr>
                                      <p:tavLst>
                                        <p:tav tm="0">
                                          <p:val>
                                            <p:strVal val="#ppt_y+.1"/>
                                          </p:val>
                                        </p:tav>
                                        <p:tav tm="100000">
                                          <p:val>
                                            <p:strVal val="#ppt_y"/>
                                          </p:val>
                                        </p:tav>
                                      </p:tavLst>
                                    </p:anim>
                                  </p:childTnLst>
                                </p:cTn>
                              </p:par>
                            </p:childTnLst>
                          </p:cTn>
                        </p:par>
                        <p:par>
                          <p:cTn id="1148" fill="hold">
                            <p:stCondLst>
                              <p:cond delay="2500"/>
                            </p:stCondLst>
                            <p:childTnLst>
                              <p:par>
                                <p:cTn id="1149" presetID="22" presetClass="exit" presetSubtype="1" fill="hold" grpId="1" nodeType="afterEffect">
                                  <p:stCondLst>
                                    <p:cond delay="0"/>
                                  </p:stCondLst>
                                  <p:childTnLst>
                                    <p:animEffect transition="out" filter="wipe(up)">
                                      <p:cBhvr>
                                        <p:cTn id="1150" dur="500"/>
                                        <p:tgtEl>
                                          <p:spTgt spid="293"/>
                                        </p:tgtEl>
                                      </p:cBhvr>
                                    </p:animEffect>
                                    <p:set>
                                      <p:cBhvr>
                                        <p:cTn id="1151" dur="1" fill="hold">
                                          <p:stCondLst>
                                            <p:cond delay="499"/>
                                          </p:stCondLst>
                                        </p:cTn>
                                        <p:tgtEl>
                                          <p:spTgt spid="293"/>
                                        </p:tgtEl>
                                        <p:attrNameLst>
                                          <p:attrName>style.visibility</p:attrName>
                                        </p:attrNameLst>
                                      </p:cBhvr>
                                      <p:to>
                                        <p:strVal val="hidden"/>
                                      </p:to>
                                    </p:set>
                                  </p:childTnLst>
                                </p:cTn>
                              </p:par>
                            </p:childTnLst>
                          </p:cTn>
                        </p:par>
                        <p:par>
                          <p:cTn id="1152" fill="hold">
                            <p:stCondLst>
                              <p:cond delay="3000"/>
                            </p:stCondLst>
                            <p:childTnLst>
                              <p:par>
                                <p:cTn id="1153" presetID="22" presetClass="entr" presetSubtype="8" fill="hold" nodeType="afterEffect">
                                  <p:stCondLst>
                                    <p:cond delay="0"/>
                                  </p:stCondLst>
                                  <p:childTnLst>
                                    <p:set>
                                      <p:cBhvr>
                                        <p:cTn id="1154" dur="1" fill="hold">
                                          <p:stCondLst>
                                            <p:cond delay="0"/>
                                          </p:stCondLst>
                                        </p:cTn>
                                        <p:tgtEl>
                                          <p:spTgt spid="292"/>
                                        </p:tgtEl>
                                        <p:attrNameLst>
                                          <p:attrName>style.visibility</p:attrName>
                                        </p:attrNameLst>
                                      </p:cBhvr>
                                      <p:to>
                                        <p:strVal val="visible"/>
                                      </p:to>
                                    </p:set>
                                    <p:animEffect transition="in" filter="wipe(left)">
                                      <p:cBhvr>
                                        <p:cTn id="1155" dur="1000"/>
                                        <p:tgtEl>
                                          <p:spTgt spid="292"/>
                                        </p:tgtEl>
                                      </p:cBhvr>
                                    </p:animEffect>
                                  </p:childTnLst>
                                </p:cTn>
                              </p:par>
                            </p:childTnLst>
                          </p:cTn>
                        </p:par>
                        <p:par>
                          <p:cTn id="1156" fill="hold">
                            <p:stCondLst>
                              <p:cond delay="4000"/>
                            </p:stCondLst>
                            <p:childTnLst>
                              <p:par>
                                <p:cTn id="1157" presetID="22" presetClass="exit" presetSubtype="1" fill="hold" nodeType="afterEffect">
                                  <p:stCondLst>
                                    <p:cond delay="0"/>
                                  </p:stCondLst>
                                  <p:childTnLst>
                                    <p:animEffect transition="out" filter="wipe(up)">
                                      <p:cBhvr>
                                        <p:cTn id="1158" dur="500"/>
                                        <p:tgtEl>
                                          <p:spTgt spid="292"/>
                                        </p:tgtEl>
                                      </p:cBhvr>
                                    </p:animEffect>
                                    <p:set>
                                      <p:cBhvr>
                                        <p:cTn id="1159" dur="1" fill="hold">
                                          <p:stCondLst>
                                            <p:cond delay="499"/>
                                          </p:stCondLst>
                                        </p:cTn>
                                        <p:tgtEl>
                                          <p:spTgt spid="292"/>
                                        </p:tgtEl>
                                        <p:attrNameLst>
                                          <p:attrName>style.visibility</p:attrName>
                                        </p:attrNameLst>
                                      </p:cBhvr>
                                      <p:to>
                                        <p:strVal val="hidden"/>
                                      </p:to>
                                    </p:set>
                                  </p:childTnLst>
                                </p:cTn>
                              </p:par>
                            </p:childTnLst>
                          </p:cTn>
                        </p:par>
                        <p:par>
                          <p:cTn id="1160" fill="hold">
                            <p:stCondLst>
                              <p:cond delay="4500"/>
                            </p:stCondLst>
                            <p:childTnLst>
                              <p:par>
                                <p:cTn id="1161" presetID="22" presetClass="entr" presetSubtype="8" fill="hold" nodeType="afterEffect">
                                  <p:stCondLst>
                                    <p:cond delay="0"/>
                                  </p:stCondLst>
                                  <p:childTnLst>
                                    <p:set>
                                      <p:cBhvr>
                                        <p:cTn id="1162" dur="1" fill="hold">
                                          <p:stCondLst>
                                            <p:cond delay="0"/>
                                          </p:stCondLst>
                                        </p:cTn>
                                        <p:tgtEl>
                                          <p:spTgt spid="294"/>
                                        </p:tgtEl>
                                        <p:attrNameLst>
                                          <p:attrName>style.visibility</p:attrName>
                                        </p:attrNameLst>
                                      </p:cBhvr>
                                      <p:to>
                                        <p:strVal val="visible"/>
                                      </p:to>
                                    </p:set>
                                    <p:animEffect transition="in" filter="wipe(left)">
                                      <p:cBhvr>
                                        <p:cTn id="1163" dur="1000"/>
                                        <p:tgtEl>
                                          <p:spTgt spid="294"/>
                                        </p:tgtEl>
                                      </p:cBhvr>
                                    </p:animEffect>
                                  </p:childTnLst>
                                </p:cTn>
                              </p:par>
                            </p:childTnLst>
                          </p:cTn>
                        </p:par>
                        <p:par>
                          <p:cTn id="1164" fill="hold">
                            <p:stCondLst>
                              <p:cond delay="5500"/>
                            </p:stCondLst>
                            <p:childTnLst>
                              <p:par>
                                <p:cTn id="1165" presetID="22" presetClass="exit" presetSubtype="1" fill="hold" nodeType="afterEffect">
                                  <p:stCondLst>
                                    <p:cond delay="0"/>
                                  </p:stCondLst>
                                  <p:childTnLst>
                                    <p:animEffect transition="out" filter="wipe(up)">
                                      <p:cBhvr>
                                        <p:cTn id="1166" dur="500"/>
                                        <p:tgtEl>
                                          <p:spTgt spid="294"/>
                                        </p:tgtEl>
                                      </p:cBhvr>
                                    </p:animEffect>
                                    <p:set>
                                      <p:cBhvr>
                                        <p:cTn id="1167" dur="1" fill="hold">
                                          <p:stCondLst>
                                            <p:cond delay="499"/>
                                          </p:stCondLst>
                                        </p:cTn>
                                        <p:tgtEl>
                                          <p:spTgt spid="294"/>
                                        </p:tgtEl>
                                        <p:attrNameLst>
                                          <p:attrName>style.visibility</p:attrName>
                                        </p:attrNameLst>
                                      </p:cBhvr>
                                      <p:to>
                                        <p:strVal val="hidden"/>
                                      </p:to>
                                    </p:set>
                                  </p:childTnLst>
                                </p:cTn>
                              </p:par>
                            </p:childTnLst>
                          </p:cTn>
                        </p:par>
                        <p:par>
                          <p:cTn id="1168" fill="hold">
                            <p:stCondLst>
                              <p:cond delay="6000"/>
                            </p:stCondLst>
                            <p:childTnLst>
                              <p:par>
                                <p:cTn id="1169" presetID="22" presetClass="entr" presetSubtype="8" fill="hold" nodeType="afterEffect">
                                  <p:stCondLst>
                                    <p:cond delay="0"/>
                                  </p:stCondLst>
                                  <p:childTnLst>
                                    <p:set>
                                      <p:cBhvr>
                                        <p:cTn id="1170" dur="1" fill="hold">
                                          <p:stCondLst>
                                            <p:cond delay="0"/>
                                          </p:stCondLst>
                                        </p:cTn>
                                        <p:tgtEl>
                                          <p:spTgt spid="297"/>
                                        </p:tgtEl>
                                        <p:attrNameLst>
                                          <p:attrName>style.visibility</p:attrName>
                                        </p:attrNameLst>
                                      </p:cBhvr>
                                      <p:to>
                                        <p:strVal val="visible"/>
                                      </p:to>
                                    </p:set>
                                    <p:animEffect transition="in" filter="wipe(left)">
                                      <p:cBhvr>
                                        <p:cTn id="1171" dur="1000"/>
                                        <p:tgtEl>
                                          <p:spTgt spid="297"/>
                                        </p:tgtEl>
                                      </p:cBhvr>
                                    </p:animEffect>
                                  </p:childTnLst>
                                </p:cTn>
                              </p:par>
                            </p:childTnLst>
                          </p:cTn>
                        </p:par>
                      </p:childTnLst>
                    </p:cTn>
                  </p:par>
                  <p:par>
                    <p:cTn id="1172" fill="hold">
                      <p:stCondLst>
                        <p:cond delay="indefinite"/>
                      </p:stCondLst>
                      <p:childTnLst>
                        <p:par>
                          <p:cTn id="1173" fill="hold">
                            <p:stCondLst>
                              <p:cond delay="0"/>
                            </p:stCondLst>
                            <p:childTnLst>
                              <p:par>
                                <p:cTn id="1174" presetID="22" presetClass="exit" presetSubtype="1" fill="hold" nodeType="clickEffect">
                                  <p:stCondLst>
                                    <p:cond delay="0"/>
                                  </p:stCondLst>
                                  <p:childTnLst>
                                    <p:animEffect transition="out" filter="wipe(up)">
                                      <p:cBhvr>
                                        <p:cTn id="1175" dur="500"/>
                                        <p:tgtEl>
                                          <p:spTgt spid="297"/>
                                        </p:tgtEl>
                                      </p:cBhvr>
                                    </p:animEffect>
                                    <p:set>
                                      <p:cBhvr>
                                        <p:cTn id="1176" dur="1" fill="hold">
                                          <p:stCondLst>
                                            <p:cond delay="499"/>
                                          </p:stCondLst>
                                        </p:cTn>
                                        <p:tgtEl>
                                          <p:spTgt spid="297"/>
                                        </p:tgtEl>
                                        <p:attrNameLst>
                                          <p:attrName>style.visibility</p:attrName>
                                        </p:attrNameLst>
                                      </p:cBhvr>
                                      <p:to>
                                        <p:strVal val="hidden"/>
                                      </p:to>
                                    </p:set>
                                  </p:childTnLst>
                                </p:cTn>
                              </p:par>
                            </p:childTnLst>
                          </p:cTn>
                        </p:par>
                        <p:par>
                          <p:cTn id="1177" fill="hold">
                            <p:stCondLst>
                              <p:cond delay="500"/>
                            </p:stCondLst>
                            <p:childTnLst>
                              <p:par>
                                <p:cTn id="1178" presetID="31" presetClass="exit" presetSubtype="0" fill="hold" grpId="1" nodeType="afterEffect">
                                  <p:stCondLst>
                                    <p:cond delay="0"/>
                                  </p:stCondLst>
                                  <p:childTnLst>
                                    <p:anim calcmode="lin" valueType="num">
                                      <p:cBhvr>
                                        <p:cTn id="1179" dur="1000"/>
                                        <p:tgtEl>
                                          <p:spTgt spid="289"/>
                                        </p:tgtEl>
                                        <p:attrNameLst>
                                          <p:attrName>ppt_w</p:attrName>
                                        </p:attrNameLst>
                                      </p:cBhvr>
                                      <p:tavLst>
                                        <p:tav tm="0">
                                          <p:val>
                                            <p:strVal val="ppt_w"/>
                                          </p:val>
                                        </p:tav>
                                        <p:tav tm="100000">
                                          <p:val>
                                            <p:fltVal val="0"/>
                                          </p:val>
                                        </p:tav>
                                      </p:tavLst>
                                    </p:anim>
                                    <p:anim calcmode="lin" valueType="num">
                                      <p:cBhvr>
                                        <p:cTn id="1180" dur="1000"/>
                                        <p:tgtEl>
                                          <p:spTgt spid="289"/>
                                        </p:tgtEl>
                                        <p:attrNameLst>
                                          <p:attrName>ppt_h</p:attrName>
                                        </p:attrNameLst>
                                      </p:cBhvr>
                                      <p:tavLst>
                                        <p:tav tm="0">
                                          <p:val>
                                            <p:strVal val="ppt_h"/>
                                          </p:val>
                                        </p:tav>
                                        <p:tav tm="100000">
                                          <p:val>
                                            <p:fltVal val="0"/>
                                          </p:val>
                                        </p:tav>
                                      </p:tavLst>
                                    </p:anim>
                                    <p:anim calcmode="lin" valueType="num">
                                      <p:cBhvr>
                                        <p:cTn id="1181" dur="1000"/>
                                        <p:tgtEl>
                                          <p:spTgt spid="289"/>
                                        </p:tgtEl>
                                        <p:attrNameLst>
                                          <p:attrName>style.rotation</p:attrName>
                                        </p:attrNameLst>
                                      </p:cBhvr>
                                      <p:tavLst>
                                        <p:tav tm="0">
                                          <p:val>
                                            <p:fltVal val="0"/>
                                          </p:val>
                                        </p:tav>
                                        <p:tav tm="100000">
                                          <p:val>
                                            <p:fltVal val="90"/>
                                          </p:val>
                                        </p:tav>
                                      </p:tavLst>
                                    </p:anim>
                                    <p:animEffect transition="out" filter="fade">
                                      <p:cBhvr>
                                        <p:cTn id="1182" dur="1000"/>
                                        <p:tgtEl>
                                          <p:spTgt spid="289"/>
                                        </p:tgtEl>
                                      </p:cBhvr>
                                    </p:animEffect>
                                    <p:set>
                                      <p:cBhvr>
                                        <p:cTn id="1183" dur="1" fill="hold">
                                          <p:stCondLst>
                                            <p:cond delay="999"/>
                                          </p:stCondLst>
                                        </p:cTn>
                                        <p:tgtEl>
                                          <p:spTgt spid="289"/>
                                        </p:tgtEl>
                                        <p:attrNameLst>
                                          <p:attrName>style.visibility</p:attrName>
                                        </p:attrNameLst>
                                      </p:cBhvr>
                                      <p:to>
                                        <p:strVal val="hidden"/>
                                      </p:to>
                                    </p:set>
                                  </p:childTnLst>
                                </p:cTn>
                              </p:par>
                            </p:childTnLst>
                          </p:cTn>
                        </p:par>
                        <p:par>
                          <p:cTn id="1184" fill="hold">
                            <p:stCondLst>
                              <p:cond delay="2500"/>
                            </p:stCondLst>
                            <p:childTnLst>
                              <p:par>
                                <p:cTn id="1185" presetID="22" presetClass="exit" presetSubtype="1" fill="hold" nodeType="afterEffect">
                                  <p:stCondLst>
                                    <p:cond delay="0"/>
                                  </p:stCondLst>
                                  <p:childTnLst>
                                    <p:animEffect transition="out" filter="wipe(up)">
                                      <p:cBhvr>
                                        <p:cTn id="1186" dur="500"/>
                                        <p:tgtEl>
                                          <p:spTgt spid="226"/>
                                        </p:tgtEl>
                                      </p:cBhvr>
                                    </p:animEffect>
                                    <p:set>
                                      <p:cBhvr>
                                        <p:cTn id="1187" dur="1" fill="hold">
                                          <p:stCondLst>
                                            <p:cond delay="499"/>
                                          </p:stCondLst>
                                        </p:cTn>
                                        <p:tgtEl>
                                          <p:spTgt spid="226"/>
                                        </p:tgtEl>
                                        <p:attrNameLst>
                                          <p:attrName>style.visibility</p:attrName>
                                        </p:attrNameLst>
                                      </p:cBhvr>
                                      <p:to>
                                        <p:strVal val="hidden"/>
                                      </p:to>
                                    </p:set>
                                  </p:childTnLst>
                                </p:cTn>
                              </p:par>
                            </p:childTnLst>
                          </p:cTn>
                        </p:par>
                        <p:par>
                          <p:cTn id="1188" fill="hold">
                            <p:stCondLst>
                              <p:cond delay="3000"/>
                            </p:stCondLst>
                            <p:childTnLst>
                              <p:par>
                                <p:cTn id="1189" presetID="22" presetClass="entr" presetSubtype="8" fill="hold" nodeType="afterEffect">
                                  <p:stCondLst>
                                    <p:cond delay="0"/>
                                  </p:stCondLst>
                                  <p:childTnLst>
                                    <p:set>
                                      <p:cBhvr>
                                        <p:cTn id="1190" dur="1" fill="hold">
                                          <p:stCondLst>
                                            <p:cond delay="0"/>
                                          </p:stCondLst>
                                        </p:cTn>
                                        <p:tgtEl>
                                          <p:spTgt spid="229"/>
                                        </p:tgtEl>
                                        <p:attrNameLst>
                                          <p:attrName>style.visibility</p:attrName>
                                        </p:attrNameLst>
                                      </p:cBhvr>
                                      <p:to>
                                        <p:strVal val="visible"/>
                                      </p:to>
                                    </p:set>
                                    <p:animEffect transition="in" filter="wipe(left)">
                                      <p:cBhvr>
                                        <p:cTn id="1191" dur="1000"/>
                                        <p:tgtEl>
                                          <p:spTgt spid="229"/>
                                        </p:tgtEl>
                                      </p:cBhvr>
                                    </p:animEffect>
                                  </p:childTnLst>
                                </p:cTn>
                              </p:par>
                            </p:childTnLst>
                          </p:cTn>
                        </p:par>
                        <p:par>
                          <p:cTn id="1192" fill="hold">
                            <p:stCondLst>
                              <p:cond delay="4000"/>
                            </p:stCondLst>
                            <p:childTnLst>
                              <p:par>
                                <p:cTn id="1193" presetID="31" presetClass="exit" presetSubtype="0" fill="hold" grpId="1" nodeType="afterEffect">
                                  <p:stCondLst>
                                    <p:cond delay="0"/>
                                  </p:stCondLst>
                                  <p:childTnLst>
                                    <p:anim calcmode="lin" valueType="num">
                                      <p:cBhvr>
                                        <p:cTn id="1194" dur="1000"/>
                                        <p:tgtEl>
                                          <p:spTgt spid="207"/>
                                        </p:tgtEl>
                                        <p:attrNameLst>
                                          <p:attrName>ppt_w</p:attrName>
                                        </p:attrNameLst>
                                      </p:cBhvr>
                                      <p:tavLst>
                                        <p:tav tm="0">
                                          <p:val>
                                            <p:strVal val="ppt_w"/>
                                          </p:val>
                                        </p:tav>
                                        <p:tav tm="100000">
                                          <p:val>
                                            <p:fltVal val="0"/>
                                          </p:val>
                                        </p:tav>
                                      </p:tavLst>
                                    </p:anim>
                                    <p:anim calcmode="lin" valueType="num">
                                      <p:cBhvr>
                                        <p:cTn id="1195" dur="1000"/>
                                        <p:tgtEl>
                                          <p:spTgt spid="207"/>
                                        </p:tgtEl>
                                        <p:attrNameLst>
                                          <p:attrName>ppt_h</p:attrName>
                                        </p:attrNameLst>
                                      </p:cBhvr>
                                      <p:tavLst>
                                        <p:tav tm="0">
                                          <p:val>
                                            <p:strVal val="ppt_h"/>
                                          </p:val>
                                        </p:tav>
                                        <p:tav tm="100000">
                                          <p:val>
                                            <p:fltVal val="0"/>
                                          </p:val>
                                        </p:tav>
                                      </p:tavLst>
                                    </p:anim>
                                    <p:anim calcmode="lin" valueType="num">
                                      <p:cBhvr>
                                        <p:cTn id="1196" dur="1000"/>
                                        <p:tgtEl>
                                          <p:spTgt spid="207"/>
                                        </p:tgtEl>
                                        <p:attrNameLst>
                                          <p:attrName>style.rotation</p:attrName>
                                        </p:attrNameLst>
                                      </p:cBhvr>
                                      <p:tavLst>
                                        <p:tav tm="0">
                                          <p:val>
                                            <p:fltVal val="0"/>
                                          </p:val>
                                        </p:tav>
                                        <p:tav tm="100000">
                                          <p:val>
                                            <p:fltVal val="90"/>
                                          </p:val>
                                        </p:tav>
                                      </p:tavLst>
                                    </p:anim>
                                    <p:animEffect transition="out" filter="fade">
                                      <p:cBhvr>
                                        <p:cTn id="1197" dur="1000"/>
                                        <p:tgtEl>
                                          <p:spTgt spid="207"/>
                                        </p:tgtEl>
                                      </p:cBhvr>
                                    </p:animEffect>
                                    <p:set>
                                      <p:cBhvr>
                                        <p:cTn id="1198" dur="1" fill="hold">
                                          <p:stCondLst>
                                            <p:cond delay="999"/>
                                          </p:stCondLst>
                                        </p:cTn>
                                        <p:tgtEl>
                                          <p:spTgt spid="207"/>
                                        </p:tgtEl>
                                        <p:attrNameLst>
                                          <p:attrName>style.visibility</p:attrName>
                                        </p:attrNameLst>
                                      </p:cBhvr>
                                      <p:to>
                                        <p:strVal val="hidden"/>
                                      </p:to>
                                    </p:set>
                                  </p:childTnLst>
                                </p:cTn>
                              </p:par>
                            </p:childTnLst>
                          </p:cTn>
                        </p:par>
                        <p:par>
                          <p:cTn id="1199" fill="hold">
                            <p:stCondLst>
                              <p:cond delay="5000"/>
                            </p:stCondLst>
                            <p:childTnLst>
                              <p:par>
                                <p:cTn id="1200" presetID="22" presetClass="exit" presetSubtype="1" fill="hold" nodeType="afterEffect">
                                  <p:stCondLst>
                                    <p:cond delay="0"/>
                                  </p:stCondLst>
                                  <p:childTnLst>
                                    <p:animEffect transition="out" filter="wipe(up)">
                                      <p:cBhvr>
                                        <p:cTn id="1201" dur="500"/>
                                        <p:tgtEl>
                                          <p:spTgt spid="229"/>
                                        </p:tgtEl>
                                      </p:cBhvr>
                                    </p:animEffect>
                                    <p:set>
                                      <p:cBhvr>
                                        <p:cTn id="1202" dur="1" fill="hold">
                                          <p:stCondLst>
                                            <p:cond delay="499"/>
                                          </p:stCondLst>
                                        </p:cTn>
                                        <p:tgtEl>
                                          <p:spTgt spid="229"/>
                                        </p:tgtEl>
                                        <p:attrNameLst>
                                          <p:attrName>style.visibility</p:attrName>
                                        </p:attrNameLst>
                                      </p:cBhvr>
                                      <p:to>
                                        <p:strVal val="hidden"/>
                                      </p:to>
                                    </p:set>
                                  </p:childTnLst>
                                </p:cTn>
                              </p:par>
                            </p:childTnLst>
                          </p:cTn>
                        </p:par>
                        <p:par>
                          <p:cTn id="1203" fill="hold">
                            <p:stCondLst>
                              <p:cond delay="5500"/>
                            </p:stCondLst>
                            <p:childTnLst>
                              <p:par>
                                <p:cTn id="1204" presetID="22" presetClass="exit" presetSubtype="2" fill="hold" nodeType="afterEffect">
                                  <p:stCondLst>
                                    <p:cond delay="0"/>
                                  </p:stCondLst>
                                  <p:childTnLst>
                                    <p:animEffect transition="out" filter="wipe(right)">
                                      <p:cBhvr>
                                        <p:cTn id="1205" dur="500"/>
                                        <p:tgtEl>
                                          <p:spTgt spid="64"/>
                                        </p:tgtEl>
                                      </p:cBhvr>
                                    </p:animEffect>
                                    <p:set>
                                      <p:cBhvr>
                                        <p:cTn id="1206" dur="1" fill="hold">
                                          <p:stCondLst>
                                            <p:cond delay="499"/>
                                          </p:stCondLst>
                                        </p:cTn>
                                        <p:tgtEl>
                                          <p:spTgt spid="64"/>
                                        </p:tgtEl>
                                        <p:attrNameLst>
                                          <p:attrName>style.visibility</p:attrName>
                                        </p:attrNameLst>
                                      </p:cBhvr>
                                      <p:to>
                                        <p:strVal val="hidden"/>
                                      </p:to>
                                    </p:set>
                                  </p:childTnLst>
                                </p:cTn>
                              </p:par>
                            </p:childTnLst>
                          </p:cTn>
                        </p:par>
                        <p:par>
                          <p:cTn id="1207" fill="hold">
                            <p:stCondLst>
                              <p:cond delay="6000"/>
                            </p:stCondLst>
                            <p:childTnLst>
                              <p:par>
                                <p:cTn id="1208" presetID="22" presetClass="exit" presetSubtype="2" fill="hold" nodeType="afterEffect">
                                  <p:stCondLst>
                                    <p:cond delay="0"/>
                                  </p:stCondLst>
                                  <p:childTnLst>
                                    <p:animEffect transition="out" filter="wipe(right)">
                                      <p:cBhvr>
                                        <p:cTn id="1209" dur="500"/>
                                        <p:tgtEl>
                                          <p:spTgt spid="174"/>
                                        </p:tgtEl>
                                      </p:cBhvr>
                                    </p:animEffect>
                                    <p:set>
                                      <p:cBhvr>
                                        <p:cTn id="1210" dur="1" fill="hold">
                                          <p:stCondLst>
                                            <p:cond delay="499"/>
                                          </p:stCondLst>
                                        </p:cTn>
                                        <p:tgtEl>
                                          <p:spTgt spid="174"/>
                                        </p:tgtEl>
                                        <p:attrNameLst>
                                          <p:attrName>style.visibility</p:attrName>
                                        </p:attrNameLst>
                                      </p:cBhvr>
                                      <p:to>
                                        <p:strVal val="hidden"/>
                                      </p:to>
                                    </p:set>
                                  </p:childTnLst>
                                </p:cTn>
                              </p:par>
                            </p:childTnLst>
                          </p:cTn>
                        </p:par>
                      </p:childTnLst>
                    </p:cTn>
                  </p:par>
                  <p:par>
                    <p:cTn id="1211" fill="hold">
                      <p:stCondLst>
                        <p:cond delay="indefinite"/>
                      </p:stCondLst>
                      <p:childTnLst>
                        <p:par>
                          <p:cTn id="1212" fill="hold">
                            <p:stCondLst>
                              <p:cond delay="0"/>
                            </p:stCondLst>
                            <p:childTnLst>
                              <p:par>
                                <p:cTn id="1213" presetID="22" presetClass="exit" presetSubtype="1" fill="hold" nodeType="clickEffect">
                                  <p:stCondLst>
                                    <p:cond delay="0"/>
                                  </p:stCondLst>
                                  <p:childTnLst>
                                    <p:animEffect transition="out" filter="wipe(up)">
                                      <p:cBhvr>
                                        <p:cTn id="1214" dur="500"/>
                                        <p:tgtEl>
                                          <p:spTgt spid="201"/>
                                        </p:tgtEl>
                                      </p:cBhvr>
                                    </p:animEffect>
                                    <p:set>
                                      <p:cBhvr>
                                        <p:cTn id="1215" dur="1" fill="hold">
                                          <p:stCondLst>
                                            <p:cond delay="499"/>
                                          </p:stCondLst>
                                        </p:cTn>
                                        <p:tgtEl>
                                          <p:spTgt spid="201"/>
                                        </p:tgtEl>
                                        <p:attrNameLst>
                                          <p:attrName>style.visibility</p:attrName>
                                        </p:attrNameLst>
                                      </p:cBhvr>
                                      <p:to>
                                        <p:strVal val="hidden"/>
                                      </p:to>
                                    </p:set>
                                  </p:childTnLst>
                                </p:cTn>
                              </p:par>
                              <p:par>
                                <p:cTn id="1216" presetID="10" presetClass="exit" presetSubtype="0" fill="hold" grpId="1" nodeType="withEffect">
                                  <p:stCondLst>
                                    <p:cond delay="0"/>
                                  </p:stCondLst>
                                  <p:childTnLst>
                                    <p:animEffect transition="out" filter="fade">
                                      <p:cBhvr>
                                        <p:cTn id="1217" dur="500"/>
                                        <p:tgtEl>
                                          <p:spTgt spid="203"/>
                                        </p:tgtEl>
                                      </p:cBhvr>
                                    </p:animEffect>
                                    <p:set>
                                      <p:cBhvr>
                                        <p:cTn id="1218" dur="1" fill="hold">
                                          <p:stCondLst>
                                            <p:cond delay="499"/>
                                          </p:stCondLst>
                                        </p:cTn>
                                        <p:tgtEl>
                                          <p:spTgt spid="203"/>
                                        </p:tgtEl>
                                        <p:attrNameLst>
                                          <p:attrName>style.visibility</p:attrName>
                                        </p:attrNameLst>
                                      </p:cBhvr>
                                      <p:to>
                                        <p:strVal val="hidden"/>
                                      </p:to>
                                    </p:set>
                                  </p:childTnLst>
                                </p:cTn>
                              </p:par>
                              <p:par>
                                <p:cTn id="1219" presetID="10" presetClass="exit" presetSubtype="0" fill="hold" grpId="1" nodeType="withEffect">
                                  <p:stCondLst>
                                    <p:cond delay="0"/>
                                  </p:stCondLst>
                                  <p:childTnLst>
                                    <p:animEffect transition="out" filter="fade">
                                      <p:cBhvr>
                                        <p:cTn id="1220" dur="500"/>
                                        <p:tgtEl>
                                          <p:spTgt spid="205"/>
                                        </p:tgtEl>
                                      </p:cBhvr>
                                    </p:animEffect>
                                    <p:set>
                                      <p:cBhvr>
                                        <p:cTn id="1221" dur="1" fill="hold">
                                          <p:stCondLst>
                                            <p:cond delay="499"/>
                                          </p:stCondLst>
                                        </p:cTn>
                                        <p:tgtEl>
                                          <p:spTgt spid="205"/>
                                        </p:tgtEl>
                                        <p:attrNameLst>
                                          <p:attrName>style.visibility</p:attrName>
                                        </p:attrNameLst>
                                      </p:cBhvr>
                                      <p:to>
                                        <p:strVal val="hidden"/>
                                      </p:to>
                                    </p:set>
                                  </p:childTnLst>
                                </p:cTn>
                              </p:par>
                              <p:par>
                                <p:cTn id="1222" presetID="10" presetClass="exit" presetSubtype="0" fill="hold" grpId="1" nodeType="withEffect">
                                  <p:stCondLst>
                                    <p:cond delay="0"/>
                                  </p:stCondLst>
                                  <p:childTnLst>
                                    <p:animEffect transition="out" filter="fade">
                                      <p:cBhvr>
                                        <p:cTn id="1223" dur="500"/>
                                        <p:tgtEl>
                                          <p:spTgt spid="206"/>
                                        </p:tgtEl>
                                      </p:cBhvr>
                                    </p:animEffect>
                                    <p:set>
                                      <p:cBhvr>
                                        <p:cTn id="1224" dur="1" fill="hold">
                                          <p:stCondLst>
                                            <p:cond delay="499"/>
                                          </p:stCondLst>
                                        </p:cTn>
                                        <p:tgtEl>
                                          <p:spTgt spid="206"/>
                                        </p:tgtEl>
                                        <p:attrNameLst>
                                          <p:attrName>style.visibility</p:attrName>
                                        </p:attrNameLst>
                                      </p:cBhvr>
                                      <p:to>
                                        <p:strVal val="hidden"/>
                                      </p:to>
                                    </p:set>
                                  </p:childTnLst>
                                </p:cTn>
                              </p:par>
                            </p:childTnLst>
                          </p:cTn>
                        </p:par>
                        <p:par>
                          <p:cTn id="1225" fill="hold">
                            <p:stCondLst>
                              <p:cond delay="500"/>
                            </p:stCondLst>
                            <p:childTnLst>
                              <p:par>
                                <p:cTn id="1226" presetID="22" presetClass="entr" presetSubtype="8" fill="hold" nodeType="afterEffect">
                                  <p:stCondLst>
                                    <p:cond delay="0"/>
                                  </p:stCondLst>
                                  <p:childTnLst>
                                    <p:set>
                                      <p:cBhvr>
                                        <p:cTn id="1227" dur="1" fill="hold">
                                          <p:stCondLst>
                                            <p:cond delay="0"/>
                                          </p:stCondLst>
                                        </p:cTn>
                                        <p:tgtEl>
                                          <p:spTgt spid="200"/>
                                        </p:tgtEl>
                                        <p:attrNameLst>
                                          <p:attrName>style.visibility</p:attrName>
                                        </p:attrNameLst>
                                      </p:cBhvr>
                                      <p:to>
                                        <p:strVal val="visible"/>
                                      </p:to>
                                    </p:set>
                                    <p:animEffect transition="in" filter="wipe(left)">
                                      <p:cBhvr>
                                        <p:cTn id="1228" dur="1000"/>
                                        <p:tgtEl>
                                          <p:spTgt spid="200"/>
                                        </p:tgtEl>
                                      </p:cBhvr>
                                    </p:animEffect>
                                  </p:childTnLst>
                                </p:cTn>
                              </p:par>
                            </p:childTnLst>
                          </p:cTn>
                        </p:par>
                      </p:childTnLst>
                    </p:cTn>
                  </p:par>
                  <p:par>
                    <p:cTn id="1229" fill="hold">
                      <p:stCondLst>
                        <p:cond delay="indefinite"/>
                      </p:stCondLst>
                      <p:childTnLst>
                        <p:par>
                          <p:cTn id="1230" fill="hold">
                            <p:stCondLst>
                              <p:cond delay="0"/>
                            </p:stCondLst>
                            <p:childTnLst>
                              <p:par>
                                <p:cTn id="1231" presetID="22" presetClass="exit" presetSubtype="1" fill="hold" nodeType="clickEffect">
                                  <p:stCondLst>
                                    <p:cond delay="0"/>
                                  </p:stCondLst>
                                  <p:childTnLst>
                                    <p:animEffect transition="out" filter="wipe(up)">
                                      <p:cBhvr>
                                        <p:cTn id="1232" dur="500"/>
                                        <p:tgtEl>
                                          <p:spTgt spid="200"/>
                                        </p:tgtEl>
                                      </p:cBhvr>
                                    </p:animEffect>
                                    <p:set>
                                      <p:cBhvr>
                                        <p:cTn id="1233" dur="1" fill="hold">
                                          <p:stCondLst>
                                            <p:cond delay="499"/>
                                          </p:stCondLst>
                                        </p:cTn>
                                        <p:tgtEl>
                                          <p:spTgt spid="200"/>
                                        </p:tgtEl>
                                        <p:attrNameLst>
                                          <p:attrName>style.visibility</p:attrName>
                                        </p:attrNameLst>
                                      </p:cBhvr>
                                      <p:to>
                                        <p:strVal val="hidden"/>
                                      </p:to>
                                    </p:set>
                                  </p:childTnLst>
                                </p:cTn>
                              </p:par>
                            </p:childTnLst>
                          </p:cTn>
                        </p:par>
                        <p:par>
                          <p:cTn id="1234" fill="hold">
                            <p:stCondLst>
                              <p:cond delay="500"/>
                            </p:stCondLst>
                            <p:childTnLst>
                              <p:par>
                                <p:cTn id="1235" presetID="22" presetClass="entr" presetSubtype="8" fill="hold" nodeType="afterEffect">
                                  <p:stCondLst>
                                    <p:cond delay="0"/>
                                  </p:stCondLst>
                                  <p:childTnLst>
                                    <p:set>
                                      <p:cBhvr>
                                        <p:cTn id="1236" dur="1" fill="hold">
                                          <p:stCondLst>
                                            <p:cond delay="0"/>
                                          </p:stCondLst>
                                        </p:cTn>
                                        <p:tgtEl>
                                          <p:spTgt spid="202"/>
                                        </p:tgtEl>
                                        <p:attrNameLst>
                                          <p:attrName>style.visibility</p:attrName>
                                        </p:attrNameLst>
                                      </p:cBhvr>
                                      <p:to>
                                        <p:strVal val="visible"/>
                                      </p:to>
                                    </p:set>
                                    <p:animEffect transition="in" filter="wipe(left)">
                                      <p:cBhvr>
                                        <p:cTn id="1237" dur="1000"/>
                                        <p:tgtEl>
                                          <p:spTgt spid="202"/>
                                        </p:tgtEl>
                                      </p:cBhvr>
                                    </p:animEffect>
                                  </p:childTnLst>
                                </p:cTn>
                              </p:par>
                            </p:childTnLst>
                          </p:cTn>
                        </p:par>
                      </p:childTnLst>
                    </p:cTn>
                  </p:par>
                  <p:par>
                    <p:cTn id="1238" fill="hold">
                      <p:stCondLst>
                        <p:cond delay="indefinite"/>
                      </p:stCondLst>
                      <p:childTnLst>
                        <p:par>
                          <p:cTn id="1239" fill="hold">
                            <p:stCondLst>
                              <p:cond delay="0"/>
                            </p:stCondLst>
                            <p:childTnLst>
                              <p:par>
                                <p:cTn id="1240" presetID="22" presetClass="entr" presetSubtype="8" fill="hold" nodeType="clickEffect">
                                  <p:stCondLst>
                                    <p:cond delay="0"/>
                                  </p:stCondLst>
                                  <p:childTnLst>
                                    <p:set>
                                      <p:cBhvr>
                                        <p:cTn id="1241" dur="1" fill="hold">
                                          <p:stCondLst>
                                            <p:cond delay="0"/>
                                          </p:stCondLst>
                                        </p:cTn>
                                        <p:tgtEl>
                                          <p:spTgt spid="212"/>
                                        </p:tgtEl>
                                        <p:attrNameLst>
                                          <p:attrName>style.visibility</p:attrName>
                                        </p:attrNameLst>
                                      </p:cBhvr>
                                      <p:to>
                                        <p:strVal val="visible"/>
                                      </p:to>
                                    </p:set>
                                    <p:animEffect transition="in" filter="wipe(left)">
                                      <p:cBhvr>
                                        <p:cTn id="1242" dur="500"/>
                                        <p:tgtEl>
                                          <p:spTgt spid="212"/>
                                        </p:tgtEl>
                                      </p:cBhvr>
                                    </p:animEffect>
                                  </p:childTnLst>
                                </p:cTn>
                              </p:par>
                            </p:childTnLst>
                          </p:cTn>
                        </p:par>
                        <p:par>
                          <p:cTn id="1243" fill="hold">
                            <p:stCondLst>
                              <p:cond delay="500"/>
                            </p:stCondLst>
                            <p:childTnLst>
                              <p:par>
                                <p:cTn id="1244" presetID="42" presetClass="entr" presetSubtype="0" fill="hold" nodeType="afterEffect">
                                  <p:stCondLst>
                                    <p:cond delay="0"/>
                                  </p:stCondLst>
                                  <p:childTnLst>
                                    <p:set>
                                      <p:cBhvr>
                                        <p:cTn id="1245" dur="1" fill="hold">
                                          <p:stCondLst>
                                            <p:cond delay="0"/>
                                          </p:stCondLst>
                                        </p:cTn>
                                        <p:tgtEl>
                                          <p:spTgt spid="96"/>
                                        </p:tgtEl>
                                        <p:attrNameLst>
                                          <p:attrName>style.visibility</p:attrName>
                                        </p:attrNameLst>
                                      </p:cBhvr>
                                      <p:to>
                                        <p:strVal val="visible"/>
                                      </p:to>
                                    </p:set>
                                    <p:animEffect transition="in" filter="fade">
                                      <p:cBhvr>
                                        <p:cTn id="1246" dur="1000"/>
                                        <p:tgtEl>
                                          <p:spTgt spid="96"/>
                                        </p:tgtEl>
                                      </p:cBhvr>
                                    </p:animEffect>
                                    <p:anim calcmode="lin" valueType="num">
                                      <p:cBhvr>
                                        <p:cTn id="1247" dur="1000" fill="hold"/>
                                        <p:tgtEl>
                                          <p:spTgt spid="96"/>
                                        </p:tgtEl>
                                        <p:attrNameLst>
                                          <p:attrName>ppt_x</p:attrName>
                                        </p:attrNameLst>
                                      </p:cBhvr>
                                      <p:tavLst>
                                        <p:tav tm="0">
                                          <p:val>
                                            <p:strVal val="#ppt_x"/>
                                          </p:val>
                                        </p:tav>
                                        <p:tav tm="100000">
                                          <p:val>
                                            <p:strVal val="#ppt_x"/>
                                          </p:val>
                                        </p:tav>
                                      </p:tavLst>
                                    </p:anim>
                                    <p:anim calcmode="lin" valueType="num">
                                      <p:cBhvr>
                                        <p:cTn id="1248" dur="1000" fill="hold"/>
                                        <p:tgtEl>
                                          <p:spTgt spid="96"/>
                                        </p:tgtEl>
                                        <p:attrNameLst>
                                          <p:attrName>ppt_y</p:attrName>
                                        </p:attrNameLst>
                                      </p:cBhvr>
                                      <p:tavLst>
                                        <p:tav tm="0">
                                          <p:val>
                                            <p:strVal val="#ppt_y+.1"/>
                                          </p:val>
                                        </p:tav>
                                        <p:tav tm="100000">
                                          <p:val>
                                            <p:strVal val="#ppt_y"/>
                                          </p:val>
                                        </p:tav>
                                      </p:tavLst>
                                    </p:anim>
                                  </p:childTnLst>
                                </p:cTn>
                              </p:par>
                            </p:childTnLst>
                          </p:cTn>
                        </p:par>
                        <p:par>
                          <p:cTn id="1249" fill="hold">
                            <p:stCondLst>
                              <p:cond delay="1500"/>
                            </p:stCondLst>
                            <p:childTnLst>
                              <p:par>
                                <p:cTn id="1250" presetID="42" presetClass="entr" presetSubtype="0" fill="hold" nodeType="afterEffect">
                                  <p:stCondLst>
                                    <p:cond delay="0"/>
                                  </p:stCondLst>
                                  <p:childTnLst>
                                    <p:set>
                                      <p:cBhvr>
                                        <p:cTn id="1251" dur="1" fill="hold">
                                          <p:stCondLst>
                                            <p:cond delay="0"/>
                                          </p:stCondLst>
                                        </p:cTn>
                                        <p:tgtEl>
                                          <p:spTgt spid="99"/>
                                        </p:tgtEl>
                                        <p:attrNameLst>
                                          <p:attrName>style.visibility</p:attrName>
                                        </p:attrNameLst>
                                      </p:cBhvr>
                                      <p:to>
                                        <p:strVal val="visible"/>
                                      </p:to>
                                    </p:set>
                                    <p:animEffect transition="in" filter="fade">
                                      <p:cBhvr>
                                        <p:cTn id="1252" dur="1000"/>
                                        <p:tgtEl>
                                          <p:spTgt spid="99"/>
                                        </p:tgtEl>
                                      </p:cBhvr>
                                    </p:animEffect>
                                    <p:anim calcmode="lin" valueType="num">
                                      <p:cBhvr>
                                        <p:cTn id="1253" dur="1000" fill="hold"/>
                                        <p:tgtEl>
                                          <p:spTgt spid="99"/>
                                        </p:tgtEl>
                                        <p:attrNameLst>
                                          <p:attrName>ppt_x</p:attrName>
                                        </p:attrNameLst>
                                      </p:cBhvr>
                                      <p:tavLst>
                                        <p:tav tm="0">
                                          <p:val>
                                            <p:strVal val="#ppt_x"/>
                                          </p:val>
                                        </p:tav>
                                        <p:tav tm="100000">
                                          <p:val>
                                            <p:strVal val="#ppt_x"/>
                                          </p:val>
                                        </p:tav>
                                      </p:tavLst>
                                    </p:anim>
                                    <p:anim calcmode="lin" valueType="num">
                                      <p:cBhvr>
                                        <p:cTn id="1254" dur="1000" fill="hold"/>
                                        <p:tgtEl>
                                          <p:spTgt spid="99"/>
                                        </p:tgtEl>
                                        <p:attrNameLst>
                                          <p:attrName>ppt_y</p:attrName>
                                        </p:attrNameLst>
                                      </p:cBhvr>
                                      <p:tavLst>
                                        <p:tav tm="0">
                                          <p:val>
                                            <p:strVal val="#ppt_y+.1"/>
                                          </p:val>
                                        </p:tav>
                                        <p:tav tm="100000">
                                          <p:val>
                                            <p:strVal val="#ppt_y"/>
                                          </p:val>
                                        </p:tav>
                                      </p:tavLst>
                                    </p:anim>
                                  </p:childTnLst>
                                </p:cTn>
                              </p:par>
                            </p:childTnLst>
                          </p:cTn>
                        </p:par>
                        <p:par>
                          <p:cTn id="1255" fill="hold">
                            <p:stCondLst>
                              <p:cond delay="2500"/>
                            </p:stCondLst>
                            <p:childTnLst>
                              <p:par>
                                <p:cTn id="1256" presetID="22" presetClass="exit" presetSubtype="1" fill="hold" nodeType="afterEffect">
                                  <p:stCondLst>
                                    <p:cond delay="0"/>
                                  </p:stCondLst>
                                  <p:childTnLst>
                                    <p:animEffect transition="out" filter="wipe(up)">
                                      <p:cBhvr>
                                        <p:cTn id="1257" dur="500"/>
                                        <p:tgtEl>
                                          <p:spTgt spid="202"/>
                                        </p:tgtEl>
                                      </p:cBhvr>
                                    </p:animEffect>
                                    <p:set>
                                      <p:cBhvr>
                                        <p:cTn id="1258" dur="1" fill="hold">
                                          <p:stCondLst>
                                            <p:cond delay="499"/>
                                          </p:stCondLst>
                                        </p:cTn>
                                        <p:tgtEl>
                                          <p:spTgt spid="202"/>
                                        </p:tgtEl>
                                        <p:attrNameLst>
                                          <p:attrName>style.visibility</p:attrName>
                                        </p:attrNameLst>
                                      </p:cBhvr>
                                      <p:to>
                                        <p:strVal val="hidden"/>
                                      </p:to>
                                    </p:set>
                                  </p:childTnLst>
                                </p:cTn>
                              </p:par>
                            </p:childTnLst>
                          </p:cTn>
                        </p:par>
                        <p:par>
                          <p:cTn id="1259" fill="hold">
                            <p:stCondLst>
                              <p:cond delay="3000"/>
                            </p:stCondLst>
                            <p:childTnLst>
                              <p:par>
                                <p:cTn id="1260" presetID="31" presetClass="entr" presetSubtype="0" fill="hold" grpId="0" nodeType="afterEffect">
                                  <p:stCondLst>
                                    <p:cond delay="0"/>
                                  </p:stCondLst>
                                  <p:childTnLst>
                                    <p:set>
                                      <p:cBhvr>
                                        <p:cTn id="1261" dur="1" fill="hold">
                                          <p:stCondLst>
                                            <p:cond delay="0"/>
                                          </p:stCondLst>
                                        </p:cTn>
                                        <p:tgtEl>
                                          <p:spTgt spid="298"/>
                                        </p:tgtEl>
                                        <p:attrNameLst>
                                          <p:attrName>style.visibility</p:attrName>
                                        </p:attrNameLst>
                                      </p:cBhvr>
                                      <p:to>
                                        <p:strVal val="visible"/>
                                      </p:to>
                                    </p:set>
                                    <p:anim calcmode="lin" valueType="num">
                                      <p:cBhvr>
                                        <p:cTn id="1262" dur="1000" fill="hold"/>
                                        <p:tgtEl>
                                          <p:spTgt spid="298"/>
                                        </p:tgtEl>
                                        <p:attrNameLst>
                                          <p:attrName>ppt_w</p:attrName>
                                        </p:attrNameLst>
                                      </p:cBhvr>
                                      <p:tavLst>
                                        <p:tav tm="0">
                                          <p:val>
                                            <p:fltVal val="0"/>
                                          </p:val>
                                        </p:tav>
                                        <p:tav tm="100000">
                                          <p:val>
                                            <p:strVal val="#ppt_w"/>
                                          </p:val>
                                        </p:tav>
                                      </p:tavLst>
                                    </p:anim>
                                    <p:anim calcmode="lin" valueType="num">
                                      <p:cBhvr>
                                        <p:cTn id="1263" dur="1000" fill="hold"/>
                                        <p:tgtEl>
                                          <p:spTgt spid="298"/>
                                        </p:tgtEl>
                                        <p:attrNameLst>
                                          <p:attrName>ppt_h</p:attrName>
                                        </p:attrNameLst>
                                      </p:cBhvr>
                                      <p:tavLst>
                                        <p:tav tm="0">
                                          <p:val>
                                            <p:fltVal val="0"/>
                                          </p:val>
                                        </p:tav>
                                        <p:tav tm="100000">
                                          <p:val>
                                            <p:strVal val="#ppt_h"/>
                                          </p:val>
                                        </p:tav>
                                      </p:tavLst>
                                    </p:anim>
                                    <p:anim calcmode="lin" valueType="num">
                                      <p:cBhvr>
                                        <p:cTn id="1264" dur="1000" fill="hold"/>
                                        <p:tgtEl>
                                          <p:spTgt spid="298"/>
                                        </p:tgtEl>
                                        <p:attrNameLst>
                                          <p:attrName>style.rotation</p:attrName>
                                        </p:attrNameLst>
                                      </p:cBhvr>
                                      <p:tavLst>
                                        <p:tav tm="0">
                                          <p:val>
                                            <p:fltVal val="90"/>
                                          </p:val>
                                        </p:tav>
                                        <p:tav tm="100000">
                                          <p:val>
                                            <p:fltVal val="0"/>
                                          </p:val>
                                        </p:tav>
                                      </p:tavLst>
                                    </p:anim>
                                    <p:animEffect transition="in" filter="fade">
                                      <p:cBhvr>
                                        <p:cTn id="1265" dur="1000"/>
                                        <p:tgtEl>
                                          <p:spTgt spid="298"/>
                                        </p:tgtEl>
                                      </p:cBhvr>
                                    </p:animEffect>
                                  </p:childTnLst>
                                </p:cTn>
                              </p:par>
                            </p:childTnLst>
                          </p:cTn>
                        </p:par>
                        <p:par>
                          <p:cTn id="1266" fill="hold">
                            <p:stCondLst>
                              <p:cond delay="4000"/>
                            </p:stCondLst>
                            <p:childTnLst>
                              <p:par>
                                <p:cTn id="1267" presetID="22" presetClass="entr" presetSubtype="8" fill="hold" nodeType="afterEffect">
                                  <p:stCondLst>
                                    <p:cond delay="0"/>
                                  </p:stCondLst>
                                  <p:childTnLst>
                                    <p:set>
                                      <p:cBhvr>
                                        <p:cTn id="1268" dur="1" fill="hold">
                                          <p:stCondLst>
                                            <p:cond delay="0"/>
                                          </p:stCondLst>
                                        </p:cTn>
                                        <p:tgtEl>
                                          <p:spTgt spid="299"/>
                                        </p:tgtEl>
                                        <p:attrNameLst>
                                          <p:attrName>style.visibility</p:attrName>
                                        </p:attrNameLst>
                                      </p:cBhvr>
                                      <p:to>
                                        <p:strVal val="visible"/>
                                      </p:to>
                                    </p:set>
                                    <p:animEffect transition="in" filter="wipe(left)">
                                      <p:cBhvr>
                                        <p:cTn id="1269" dur="1000"/>
                                        <p:tgtEl>
                                          <p:spTgt spid="299"/>
                                        </p:tgtEl>
                                      </p:cBhvr>
                                    </p:animEffect>
                                  </p:childTnLst>
                                </p:cTn>
                              </p:par>
                            </p:childTnLst>
                          </p:cTn>
                        </p:par>
                      </p:childTnLst>
                    </p:cTn>
                  </p:par>
                  <p:par>
                    <p:cTn id="1270" fill="hold">
                      <p:stCondLst>
                        <p:cond delay="indefinite"/>
                      </p:stCondLst>
                      <p:childTnLst>
                        <p:par>
                          <p:cTn id="1271" fill="hold">
                            <p:stCondLst>
                              <p:cond delay="0"/>
                            </p:stCondLst>
                            <p:childTnLst>
                              <p:par>
                                <p:cTn id="1272" presetID="42" presetClass="entr" presetSubtype="0" fill="hold" nodeType="clickEffect">
                                  <p:stCondLst>
                                    <p:cond delay="0"/>
                                  </p:stCondLst>
                                  <p:childTnLst>
                                    <p:set>
                                      <p:cBhvr>
                                        <p:cTn id="1273" dur="1" fill="hold">
                                          <p:stCondLst>
                                            <p:cond delay="0"/>
                                          </p:stCondLst>
                                        </p:cTn>
                                        <p:tgtEl>
                                          <p:spTgt spid="102"/>
                                        </p:tgtEl>
                                        <p:attrNameLst>
                                          <p:attrName>style.visibility</p:attrName>
                                        </p:attrNameLst>
                                      </p:cBhvr>
                                      <p:to>
                                        <p:strVal val="visible"/>
                                      </p:to>
                                    </p:set>
                                    <p:animEffect transition="in" filter="fade">
                                      <p:cBhvr>
                                        <p:cTn id="1274" dur="1000"/>
                                        <p:tgtEl>
                                          <p:spTgt spid="102"/>
                                        </p:tgtEl>
                                      </p:cBhvr>
                                    </p:animEffect>
                                    <p:anim calcmode="lin" valueType="num">
                                      <p:cBhvr>
                                        <p:cTn id="1275" dur="1000" fill="hold"/>
                                        <p:tgtEl>
                                          <p:spTgt spid="102"/>
                                        </p:tgtEl>
                                        <p:attrNameLst>
                                          <p:attrName>ppt_x</p:attrName>
                                        </p:attrNameLst>
                                      </p:cBhvr>
                                      <p:tavLst>
                                        <p:tav tm="0">
                                          <p:val>
                                            <p:strVal val="#ppt_x"/>
                                          </p:val>
                                        </p:tav>
                                        <p:tav tm="100000">
                                          <p:val>
                                            <p:strVal val="#ppt_x"/>
                                          </p:val>
                                        </p:tav>
                                      </p:tavLst>
                                    </p:anim>
                                    <p:anim calcmode="lin" valueType="num">
                                      <p:cBhvr>
                                        <p:cTn id="1276" dur="1000" fill="hold"/>
                                        <p:tgtEl>
                                          <p:spTgt spid="102"/>
                                        </p:tgtEl>
                                        <p:attrNameLst>
                                          <p:attrName>ppt_y</p:attrName>
                                        </p:attrNameLst>
                                      </p:cBhvr>
                                      <p:tavLst>
                                        <p:tav tm="0">
                                          <p:val>
                                            <p:strVal val="#ppt_y+.1"/>
                                          </p:val>
                                        </p:tav>
                                        <p:tav tm="100000">
                                          <p:val>
                                            <p:strVal val="#ppt_y"/>
                                          </p:val>
                                        </p:tav>
                                      </p:tavLst>
                                    </p:anim>
                                  </p:childTnLst>
                                </p:cTn>
                              </p:par>
                            </p:childTnLst>
                          </p:cTn>
                        </p:par>
                        <p:par>
                          <p:cTn id="1277" fill="hold">
                            <p:stCondLst>
                              <p:cond delay="1000"/>
                            </p:stCondLst>
                            <p:childTnLst>
                              <p:par>
                                <p:cTn id="1278" presetID="31" presetClass="entr" presetSubtype="0" fill="hold" grpId="0" nodeType="afterEffect">
                                  <p:stCondLst>
                                    <p:cond delay="0"/>
                                  </p:stCondLst>
                                  <p:childTnLst>
                                    <p:set>
                                      <p:cBhvr>
                                        <p:cTn id="1279" dur="1" fill="hold">
                                          <p:stCondLst>
                                            <p:cond delay="0"/>
                                          </p:stCondLst>
                                        </p:cTn>
                                        <p:tgtEl>
                                          <p:spTgt spid="82"/>
                                        </p:tgtEl>
                                        <p:attrNameLst>
                                          <p:attrName>style.visibility</p:attrName>
                                        </p:attrNameLst>
                                      </p:cBhvr>
                                      <p:to>
                                        <p:strVal val="visible"/>
                                      </p:to>
                                    </p:set>
                                    <p:anim calcmode="lin" valueType="num">
                                      <p:cBhvr>
                                        <p:cTn id="1280" dur="1000" fill="hold"/>
                                        <p:tgtEl>
                                          <p:spTgt spid="82"/>
                                        </p:tgtEl>
                                        <p:attrNameLst>
                                          <p:attrName>ppt_w</p:attrName>
                                        </p:attrNameLst>
                                      </p:cBhvr>
                                      <p:tavLst>
                                        <p:tav tm="0">
                                          <p:val>
                                            <p:fltVal val="0"/>
                                          </p:val>
                                        </p:tav>
                                        <p:tav tm="100000">
                                          <p:val>
                                            <p:strVal val="#ppt_w"/>
                                          </p:val>
                                        </p:tav>
                                      </p:tavLst>
                                    </p:anim>
                                    <p:anim calcmode="lin" valueType="num">
                                      <p:cBhvr>
                                        <p:cTn id="1281" dur="1000" fill="hold"/>
                                        <p:tgtEl>
                                          <p:spTgt spid="82"/>
                                        </p:tgtEl>
                                        <p:attrNameLst>
                                          <p:attrName>ppt_h</p:attrName>
                                        </p:attrNameLst>
                                      </p:cBhvr>
                                      <p:tavLst>
                                        <p:tav tm="0">
                                          <p:val>
                                            <p:fltVal val="0"/>
                                          </p:val>
                                        </p:tav>
                                        <p:tav tm="100000">
                                          <p:val>
                                            <p:strVal val="#ppt_h"/>
                                          </p:val>
                                        </p:tav>
                                      </p:tavLst>
                                    </p:anim>
                                    <p:anim calcmode="lin" valueType="num">
                                      <p:cBhvr>
                                        <p:cTn id="1282" dur="1000" fill="hold"/>
                                        <p:tgtEl>
                                          <p:spTgt spid="82"/>
                                        </p:tgtEl>
                                        <p:attrNameLst>
                                          <p:attrName>style.rotation</p:attrName>
                                        </p:attrNameLst>
                                      </p:cBhvr>
                                      <p:tavLst>
                                        <p:tav tm="0">
                                          <p:val>
                                            <p:fltVal val="90"/>
                                          </p:val>
                                        </p:tav>
                                        <p:tav tm="100000">
                                          <p:val>
                                            <p:fltVal val="0"/>
                                          </p:val>
                                        </p:tav>
                                      </p:tavLst>
                                    </p:anim>
                                    <p:animEffect transition="in" filter="fade">
                                      <p:cBhvr>
                                        <p:cTn id="1283" dur="1000"/>
                                        <p:tgtEl>
                                          <p:spTgt spid="82"/>
                                        </p:tgtEl>
                                      </p:cBhvr>
                                    </p:animEffect>
                                  </p:childTnLst>
                                </p:cTn>
                              </p:par>
                            </p:childTnLst>
                          </p:cTn>
                        </p:par>
                        <p:par>
                          <p:cTn id="1284" fill="hold">
                            <p:stCondLst>
                              <p:cond delay="2000"/>
                            </p:stCondLst>
                            <p:childTnLst>
                              <p:par>
                                <p:cTn id="1285" presetID="22" presetClass="exit" presetSubtype="1" fill="hold" nodeType="afterEffect">
                                  <p:stCondLst>
                                    <p:cond delay="0"/>
                                  </p:stCondLst>
                                  <p:childTnLst>
                                    <p:animEffect transition="out" filter="wipe(up)">
                                      <p:cBhvr>
                                        <p:cTn id="1286" dur="500"/>
                                        <p:tgtEl>
                                          <p:spTgt spid="299"/>
                                        </p:tgtEl>
                                      </p:cBhvr>
                                    </p:animEffect>
                                    <p:set>
                                      <p:cBhvr>
                                        <p:cTn id="1287" dur="1" fill="hold">
                                          <p:stCondLst>
                                            <p:cond delay="499"/>
                                          </p:stCondLst>
                                        </p:cTn>
                                        <p:tgtEl>
                                          <p:spTgt spid="299"/>
                                        </p:tgtEl>
                                        <p:attrNameLst>
                                          <p:attrName>style.visibility</p:attrName>
                                        </p:attrNameLst>
                                      </p:cBhvr>
                                      <p:to>
                                        <p:strVal val="hidden"/>
                                      </p:to>
                                    </p:set>
                                  </p:childTnLst>
                                </p:cTn>
                              </p:par>
                              <p:par>
                                <p:cTn id="1288" presetID="22" presetClass="entr" presetSubtype="8" fill="hold" nodeType="withEffect">
                                  <p:stCondLst>
                                    <p:cond delay="0"/>
                                  </p:stCondLst>
                                  <p:childTnLst>
                                    <p:set>
                                      <p:cBhvr>
                                        <p:cTn id="1289" dur="1" fill="hold">
                                          <p:stCondLst>
                                            <p:cond delay="0"/>
                                          </p:stCondLst>
                                        </p:cTn>
                                        <p:tgtEl>
                                          <p:spTgt spid="300"/>
                                        </p:tgtEl>
                                        <p:attrNameLst>
                                          <p:attrName>style.visibility</p:attrName>
                                        </p:attrNameLst>
                                      </p:cBhvr>
                                      <p:to>
                                        <p:strVal val="visible"/>
                                      </p:to>
                                    </p:set>
                                    <p:animEffect transition="in" filter="wipe(left)">
                                      <p:cBhvr>
                                        <p:cTn id="1290" dur="1000"/>
                                        <p:tgtEl>
                                          <p:spTgt spid="300"/>
                                        </p:tgtEl>
                                      </p:cBhvr>
                                    </p:animEffect>
                                  </p:childTnLst>
                                </p:cTn>
                              </p:par>
                            </p:childTnLst>
                          </p:cTn>
                        </p:par>
                      </p:childTnLst>
                    </p:cTn>
                  </p:par>
                  <p:par>
                    <p:cTn id="1291" fill="hold">
                      <p:stCondLst>
                        <p:cond delay="indefinite"/>
                      </p:stCondLst>
                      <p:childTnLst>
                        <p:par>
                          <p:cTn id="1292" fill="hold">
                            <p:stCondLst>
                              <p:cond delay="0"/>
                            </p:stCondLst>
                            <p:childTnLst>
                              <p:par>
                                <p:cTn id="1293" presetID="31" presetClass="entr" presetSubtype="0" fill="hold" grpId="0" nodeType="clickEffect">
                                  <p:stCondLst>
                                    <p:cond delay="0"/>
                                  </p:stCondLst>
                                  <p:childTnLst>
                                    <p:set>
                                      <p:cBhvr>
                                        <p:cTn id="1294" dur="1" fill="hold">
                                          <p:stCondLst>
                                            <p:cond delay="0"/>
                                          </p:stCondLst>
                                        </p:cTn>
                                        <p:tgtEl>
                                          <p:spTgt spid="305"/>
                                        </p:tgtEl>
                                        <p:attrNameLst>
                                          <p:attrName>style.visibility</p:attrName>
                                        </p:attrNameLst>
                                      </p:cBhvr>
                                      <p:to>
                                        <p:strVal val="visible"/>
                                      </p:to>
                                    </p:set>
                                    <p:anim calcmode="lin" valueType="num">
                                      <p:cBhvr>
                                        <p:cTn id="1295" dur="1000" fill="hold"/>
                                        <p:tgtEl>
                                          <p:spTgt spid="305"/>
                                        </p:tgtEl>
                                        <p:attrNameLst>
                                          <p:attrName>ppt_w</p:attrName>
                                        </p:attrNameLst>
                                      </p:cBhvr>
                                      <p:tavLst>
                                        <p:tav tm="0">
                                          <p:val>
                                            <p:fltVal val="0"/>
                                          </p:val>
                                        </p:tav>
                                        <p:tav tm="100000">
                                          <p:val>
                                            <p:strVal val="#ppt_w"/>
                                          </p:val>
                                        </p:tav>
                                      </p:tavLst>
                                    </p:anim>
                                    <p:anim calcmode="lin" valueType="num">
                                      <p:cBhvr>
                                        <p:cTn id="1296" dur="1000" fill="hold"/>
                                        <p:tgtEl>
                                          <p:spTgt spid="305"/>
                                        </p:tgtEl>
                                        <p:attrNameLst>
                                          <p:attrName>ppt_h</p:attrName>
                                        </p:attrNameLst>
                                      </p:cBhvr>
                                      <p:tavLst>
                                        <p:tav tm="0">
                                          <p:val>
                                            <p:fltVal val="0"/>
                                          </p:val>
                                        </p:tav>
                                        <p:tav tm="100000">
                                          <p:val>
                                            <p:strVal val="#ppt_h"/>
                                          </p:val>
                                        </p:tav>
                                      </p:tavLst>
                                    </p:anim>
                                    <p:anim calcmode="lin" valueType="num">
                                      <p:cBhvr>
                                        <p:cTn id="1297" dur="1000" fill="hold"/>
                                        <p:tgtEl>
                                          <p:spTgt spid="305"/>
                                        </p:tgtEl>
                                        <p:attrNameLst>
                                          <p:attrName>style.rotation</p:attrName>
                                        </p:attrNameLst>
                                      </p:cBhvr>
                                      <p:tavLst>
                                        <p:tav tm="0">
                                          <p:val>
                                            <p:fltVal val="90"/>
                                          </p:val>
                                        </p:tav>
                                        <p:tav tm="100000">
                                          <p:val>
                                            <p:fltVal val="0"/>
                                          </p:val>
                                        </p:tav>
                                      </p:tavLst>
                                    </p:anim>
                                    <p:animEffect transition="in" filter="fade">
                                      <p:cBhvr>
                                        <p:cTn id="1298" dur="1000"/>
                                        <p:tgtEl>
                                          <p:spTgt spid="305"/>
                                        </p:tgtEl>
                                      </p:cBhvr>
                                    </p:animEffect>
                                  </p:childTnLst>
                                </p:cTn>
                              </p:par>
                            </p:childTnLst>
                          </p:cTn>
                        </p:par>
                        <p:par>
                          <p:cTn id="1299" fill="hold">
                            <p:stCondLst>
                              <p:cond delay="1000"/>
                            </p:stCondLst>
                            <p:childTnLst>
                              <p:par>
                                <p:cTn id="1300" presetID="22" presetClass="exit" presetSubtype="1" fill="hold" nodeType="afterEffect">
                                  <p:stCondLst>
                                    <p:cond delay="0"/>
                                  </p:stCondLst>
                                  <p:childTnLst>
                                    <p:animEffect transition="out" filter="wipe(up)">
                                      <p:cBhvr>
                                        <p:cTn id="1301" dur="500"/>
                                        <p:tgtEl>
                                          <p:spTgt spid="300"/>
                                        </p:tgtEl>
                                      </p:cBhvr>
                                    </p:animEffect>
                                    <p:set>
                                      <p:cBhvr>
                                        <p:cTn id="1302" dur="1" fill="hold">
                                          <p:stCondLst>
                                            <p:cond delay="499"/>
                                          </p:stCondLst>
                                        </p:cTn>
                                        <p:tgtEl>
                                          <p:spTgt spid="300"/>
                                        </p:tgtEl>
                                        <p:attrNameLst>
                                          <p:attrName>style.visibility</p:attrName>
                                        </p:attrNameLst>
                                      </p:cBhvr>
                                      <p:to>
                                        <p:strVal val="hidden"/>
                                      </p:to>
                                    </p:set>
                                  </p:childTnLst>
                                </p:cTn>
                              </p:par>
                            </p:childTnLst>
                          </p:cTn>
                        </p:par>
                        <p:par>
                          <p:cTn id="1303" fill="hold">
                            <p:stCondLst>
                              <p:cond delay="1500"/>
                            </p:stCondLst>
                            <p:childTnLst>
                              <p:par>
                                <p:cTn id="1304" presetID="22" presetClass="entr" presetSubtype="1" fill="hold" grpId="0" nodeType="afterEffect">
                                  <p:stCondLst>
                                    <p:cond delay="0"/>
                                  </p:stCondLst>
                                  <p:childTnLst>
                                    <p:set>
                                      <p:cBhvr>
                                        <p:cTn id="1305" dur="1" fill="hold">
                                          <p:stCondLst>
                                            <p:cond delay="0"/>
                                          </p:stCondLst>
                                        </p:cTn>
                                        <p:tgtEl>
                                          <p:spTgt spid="304"/>
                                        </p:tgtEl>
                                        <p:attrNameLst>
                                          <p:attrName>style.visibility</p:attrName>
                                        </p:attrNameLst>
                                      </p:cBhvr>
                                      <p:to>
                                        <p:strVal val="visible"/>
                                      </p:to>
                                    </p:set>
                                    <p:animEffect transition="in" filter="wipe(up)">
                                      <p:cBhvr>
                                        <p:cTn id="1306" dur="500"/>
                                        <p:tgtEl>
                                          <p:spTgt spid="304"/>
                                        </p:tgtEl>
                                      </p:cBhvr>
                                    </p:animEffect>
                                  </p:childTnLst>
                                </p:cTn>
                              </p:par>
                            </p:childTnLst>
                          </p:cTn>
                        </p:par>
                      </p:childTnLst>
                    </p:cTn>
                  </p:par>
                  <p:par>
                    <p:cTn id="1307" fill="hold">
                      <p:stCondLst>
                        <p:cond delay="indefinite"/>
                      </p:stCondLst>
                      <p:childTnLst>
                        <p:par>
                          <p:cTn id="1308" fill="hold">
                            <p:stCondLst>
                              <p:cond delay="0"/>
                            </p:stCondLst>
                            <p:childTnLst>
                              <p:par>
                                <p:cTn id="1309" presetID="31" presetClass="entr" presetSubtype="0" fill="hold" grpId="0" nodeType="clickEffect">
                                  <p:stCondLst>
                                    <p:cond delay="0"/>
                                  </p:stCondLst>
                                  <p:childTnLst>
                                    <p:set>
                                      <p:cBhvr>
                                        <p:cTn id="1310" dur="1" fill="hold">
                                          <p:stCondLst>
                                            <p:cond delay="0"/>
                                          </p:stCondLst>
                                        </p:cTn>
                                        <p:tgtEl>
                                          <p:spTgt spid="83"/>
                                        </p:tgtEl>
                                        <p:attrNameLst>
                                          <p:attrName>style.visibility</p:attrName>
                                        </p:attrNameLst>
                                      </p:cBhvr>
                                      <p:to>
                                        <p:strVal val="visible"/>
                                      </p:to>
                                    </p:set>
                                    <p:anim calcmode="lin" valueType="num">
                                      <p:cBhvr>
                                        <p:cTn id="1311" dur="1000" fill="hold"/>
                                        <p:tgtEl>
                                          <p:spTgt spid="83"/>
                                        </p:tgtEl>
                                        <p:attrNameLst>
                                          <p:attrName>ppt_w</p:attrName>
                                        </p:attrNameLst>
                                      </p:cBhvr>
                                      <p:tavLst>
                                        <p:tav tm="0">
                                          <p:val>
                                            <p:fltVal val="0"/>
                                          </p:val>
                                        </p:tav>
                                        <p:tav tm="100000">
                                          <p:val>
                                            <p:strVal val="#ppt_w"/>
                                          </p:val>
                                        </p:tav>
                                      </p:tavLst>
                                    </p:anim>
                                    <p:anim calcmode="lin" valueType="num">
                                      <p:cBhvr>
                                        <p:cTn id="1312" dur="1000" fill="hold"/>
                                        <p:tgtEl>
                                          <p:spTgt spid="83"/>
                                        </p:tgtEl>
                                        <p:attrNameLst>
                                          <p:attrName>ppt_h</p:attrName>
                                        </p:attrNameLst>
                                      </p:cBhvr>
                                      <p:tavLst>
                                        <p:tav tm="0">
                                          <p:val>
                                            <p:fltVal val="0"/>
                                          </p:val>
                                        </p:tav>
                                        <p:tav tm="100000">
                                          <p:val>
                                            <p:strVal val="#ppt_h"/>
                                          </p:val>
                                        </p:tav>
                                      </p:tavLst>
                                    </p:anim>
                                    <p:anim calcmode="lin" valueType="num">
                                      <p:cBhvr>
                                        <p:cTn id="1313" dur="1000" fill="hold"/>
                                        <p:tgtEl>
                                          <p:spTgt spid="83"/>
                                        </p:tgtEl>
                                        <p:attrNameLst>
                                          <p:attrName>style.rotation</p:attrName>
                                        </p:attrNameLst>
                                      </p:cBhvr>
                                      <p:tavLst>
                                        <p:tav tm="0">
                                          <p:val>
                                            <p:fltVal val="90"/>
                                          </p:val>
                                        </p:tav>
                                        <p:tav tm="100000">
                                          <p:val>
                                            <p:fltVal val="0"/>
                                          </p:val>
                                        </p:tav>
                                      </p:tavLst>
                                    </p:anim>
                                    <p:animEffect transition="in" filter="fade">
                                      <p:cBhvr>
                                        <p:cTn id="1314" dur="1000"/>
                                        <p:tgtEl>
                                          <p:spTgt spid="83"/>
                                        </p:tgtEl>
                                      </p:cBhvr>
                                    </p:animEffect>
                                  </p:childTnLst>
                                </p:cTn>
                              </p:par>
                            </p:childTnLst>
                          </p:cTn>
                        </p:par>
                        <p:par>
                          <p:cTn id="1315" fill="hold">
                            <p:stCondLst>
                              <p:cond delay="1000"/>
                            </p:stCondLst>
                            <p:childTnLst>
                              <p:par>
                                <p:cTn id="1316" presetID="63" presetClass="path" presetSubtype="0" accel="50000" decel="50000" fill="hold" nodeType="afterEffect">
                                  <p:stCondLst>
                                    <p:cond delay="0"/>
                                  </p:stCondLst>
                                  <p:childTnLst>
                                    <p:animMotion origin="layout" path="M 0 -1.85185E-6 L 0.02109 -0.00023 " pathEditMode="relative" rAng="0" ptsTypes="AA">
                                      <p:cBhvr>
                                        <p:cTn id="1317" dur="2000" fill="hold"/>
                                        <p:tgtEl>
                                          <p:spTgt spid="102"/>
                                        </p:tgtEl>
                                        <p:attrNameLst>
                                          <p:attrName>ppt_x</p:attrName>
                                          <p:attrName>ppt_y</p:attrName>
                                        </p:attrNameLst>
                                      </p:cBhvr>
                                      <p:rCtr x="1055" y="-23"/>
                                    </p:animMotion>
                                  </p:childTnLst>
                                </p:cTn>
                              </p:par>
                            </p:childTnLst>
                          </p:cTn>
                        </p:par>
                        <p:par>
                          <p:cTn id="1318" fill="hold">
                            <p:stCondLst>
                              <p:cond delay="3000"/>
                            </p:stCondLst>
                            <p:childTnLst>
                              <p:par>
                                <p:cTn id="1319" presetID="31" presetClass="entr" presetSubtype="0" fill="hold" grpId="0" nodeType="afterEffect">
                                  <p:stCondLst>
                                    <p:cond delay="0"/>
                                  </p:stCondLst>
                                  <p:childTnLst>
                                    <p:set>
                                      <p:cBhvr>
                                        <p:cTn id="1320" dur="1" fill="hold">
                                          <p:stCondLst>
                                            <p:cond delay="0"/>
                                          </p:stCondLst>
                                        </p:cTn>
                                        <p:tgtEl>
                                          <p:spTgt spid="84"/>
                                        </p:tgtEl>
                                        <p:attrNameLst>
                                          <p:attrName>style.visibility</p:attrName>
                                        </p:attrNameLst>
                                      </p:cBhvr>
                                      <p:to>
                                        <p:strVal val="visible"/>
                                      </p:to>
                                    </p:set>
                                    <p:anim calcmode="lin" valueType="num">
                                      <p:cBhvr>
                                        <p:cTn id="1321" dur="1000" fill="hold"/>
                                        <p:tgtEl>
                                          <p:spTgt spid="84"/>
                                        </p:tgtEl>
                                        <p:attrNameLst>
                                          <p:attrName>ppt_w</p:attrName>
                                        </p:attrNameLst>
                                      </p:cBhvr>
                                      <p:tavLst>
                                        <p:tav tm="0">
                                          <p:val>
                                            <p:fltVal val="0"/>
                                          </p:val>
                                        </p:tav>
                                        <p:tav tm="100000">
                                          <p:val>
                                            <p:strVal val="#ppt_w"/>
                                          </p:val>
                                        </p:tav>
                                      </p:tavLst>
                                    </p:anim>
                                    <p:anim calcmode="lin" valueType="num">
                                      <p:cBhvr>
                                        <p:cTn id="1322" dur="1000" fill="hold"/>
                                        <p:tgtEl>
                                          <p:spTgt spid="84"/>
                                        </p:tgtEl>
                                        <p:attrNameLst>
                                          <p:attrName>ppt_h</p:attrName>
                                        </p:attrNameLst>
                                      </p:cBhvr>
                                      <p:tavLst>
                                        <p:tav tm="0">
                                          <p:val>
                                            <p:fltVal val="0"/>
                                          </p:val>
                                        </p:tav>
                                        <p:tav tm="100000">
                                          <p:val>
                                            <p:strVal val="#ppt_h"/>
                                          </p:val>
                                        </p:tav>
                                      </p:tavLst>
                                    </p:anim>
                                    <p:anim calcmode="lin" valueType="num">
                                      <p:cBhvr>
                                        <p:cTn id="1323" dur="1000" fill="hold"/>
                                        <p:tgtEl>
                                          <p:spTgt spid="84"/>
                                        </p:tgtEl>
                                        <p:attrNameLst>
                                          <p:attrName>style.rotation</p:attrName>
                                        </p:attrNameLst>
                                      </p:cBhvr>
                                      <p:tavLst>
                                        <p:tav tm="0">
                                          <p:val>
                                            <p:fltVal val="90"/>
                                          </p:val>
                                        </p:tav>
                                        <p:tav tm="100000">
                                          <p:val>
                                            <p:fltVal val="0"/>
                                          </p:val>
                                        </p:tav>
                                      </p:tavLst>
                                    </p:anim>
                                    <p:animEffect transition="in" filter="fade">
                                      <p:cBhvr>
                                        <p:cTn id="1324" dur="1000"/>
                                        <p:tgtEl>
                                          <p:spTgt spid="84"/>
                                        </p:tgtEl>
                                      </p:cBhvr>
                                    </p:animEffect>
                                  </p:childTnLst>
                                </p:cTn>
                              </p:par>
                            </p:childTnLst>
                          </p:cTn>
                        </p:par>
                      </p:childTnLst>
                    </p:cTn>
                  </p:par>
                  <p:par>
                    <p:cTn id="1325" fill="hold">
                      <p:stCondLst>
                        <p:cond delay="indefinite"/>
                      </p:stCondLst>
                      <p:childTnLst>
                        <p:par>
                          <p:cTn id="1326" fill="hold">
                            <p:stCondLst>
                              <p:cond delay="0"/>
                            </p:stCondLst>
                            <p:childTnLst>
                              <p:par>
                                <p:cTn id="1327" presetID="22" presetClass="exit" presetSubtype="1" fill="hold" grpId="1" nodeType="clickEffect">
                                  <p:stCondLst>
                                    <p:cond delay="0"/>
                                  </p:stCondLst>
                                  <p:childTnLst>
                                    <p:animEffect transition="out" filter="wipe(up)">
                                      <p:cBhvr>
                                        <p:cTn id="1328" dur="500"/>
                                        <p:tgtEl>
                                          <p:spTgt spid="304"/>
                                        </p:tgtEl>
                                      </p:cBhvr>
                                    </p:animEffect>
                                    <p:set>
                                      <p:cBhvr>
                                        <p:cTn id="1329" dur="1" fill="hold">
                                          <p:stCondLst>
                                            <p:cond delay="499"/>
                                          </p:stCondLst>
                                        </p:cTn>
                                        <p:tgtEl>
                                          <p:spTgt spid="304"/>
                                        </p:tgtEl>
                                        <p:attrNameLst>
                                          <p:attrName>style.visibility</p:attrName>
                                        </p:attrNameLst>
                                      </p:cBhvr>
                                      <p:to>
                                        <p:strVal val="hidden"/>
                                      </p:to>
                                    </p:set>
                                  </p:childTnLst>
                                </p:cTn>
                              </p:par>
                              <p:par>
                                <p:cTn id="1330" presetID="10" presetClass="exit" presetSubtype="0" fill="hold" grpId="1" nodeType="withEffect">
                                  <p:stCondLst>
                                    <p:cond delay="0"/>
                                  </p:stCondLst>
                                  <p:childTnLst>
                                    <p:animEffect transition="out" filter="fade">
                                      <p:cBhvr>
                                        <p:cTn id="1331" dur="500"/>
                                        <p:tgtEl>
                                          <p:spTgt spid="305"/>
                                        </p:tgtEl>
                                      </p:cBhvr>
                                    </p:animEffect>
                                    <p:set>
                                      <p:cBhvr>
                                        <p:cTn id="1332" dur="1" fill="hold">
                                          <p:stCondLst>
                                            <p:cond delay="499"/>
                                          </p:stCondLst>
                                        </p:cTn>
                                        <p:tgtEl>
                                          <p:spTgt spid="305"/>
                                        </p:tgtEl>
                                        <p:attrNameLst>
                                          <p:attrName>style.visibility</p:attrName>
                                        </p:attrNameLst>
                                      </p:cBhvr>
                                      <p:to>
                                        <p:strVal val="hidden"/>
                                      </p:to>
                                    </p:set>
                                  </p:childTnLst>
                                </p:cTn>
                              </p:par>
                            </p:childTnLst>
                          </p:cTn>
                        </p:par>
                        <p:par>
                          <p:cTn id="1333" fill="hold">
                            <p:stCondLst>
                              <p:cond delay="500"/>
                            </p:stCondLst>
                            <p:childTnLst>
                              <p:par>
                                <p:cTn id="1334" presetID="22" presetClass="entr" presetSubtype="1" fill="hold" grpId="0" nodeType="afterEffect">
                                  <p:stCondLst>
                                    <p:cond delay="0"/>
                                  </p:stCondLst>
                                  <p:childTnLst>
                                    <p:set>
                                      <p:cBhvr>
                                        <p:cTn id="1335" dur="1" fill="hold">
                                          <p:stCondLst>
                                            <p:cond delay="0"/>
                                          </p:stCondLst>
                                        </p:cTn>
                                        <p:tgtEl>
                                          <p:spTgt spid="302"/>
                                        </p:tgtEl>
                                        <p:attrNameLst>
                                          <p:attrName>style.visibility</p:attrName>
                                        </p:attrNameLst>
                                      </p:cBhvr>
                                      <p:to>
                                        <p:strVal val="visible"/>
                                      </p:to>
                                    </p:set>
                                    <p:animEffect transition="in" filter="wipe(up)">
                                      <p:cBhvr>
                                        <p:cTn id="1336" dur="500"/>
                                        <p:tgtEl>
                                          <p:spTgt spid="302"/>
                                        </p:tgtEl>
                                      </p:cBhvr>
                                    </p:animEffect>
                                  </p:childTnLst>
                                </p:cTn>
                              </p:par>
                            </p:childTnLst>
                          </p:cTn>
                        </p:par>
                      </p:childTnLst>
                    </p:cTn>
                  </p:par>
                  <p:par>
                    <p:cTn id="1337" fill="hold">
                      <p:stCondLst>
                        <p:cond delay="indefinite"/>
                      </p:stCondLst>
                      <p:childTnLst>
                        <p:par>
                          <p:cTn id="1338" fill="hold">
                            <p:stCondLst>
                              <p:cond delay="0"/>
                            </p:stCondLst>
                            <p:childTnLst>
                              <p:par>
                                <p:cTn id="1339" presetID="6" presetClass="emph" presetSubtype="0" autoRev="1" fill="hold" grpId="1" nodeType="clickEffect">
                                  <p:stCondLst>
                                    <p:cond delay="0"/>
                                  </p:stCondLst>
                                  <p:childTnLst>
                                    <p:animScale>
                                      <p:cBhvr>
                                        <p:cTn id="1340" dur="500" fill="hold"/>
                                        <p:tgtEl>
                                          <p:spTgt spid="83"/>
                                        </p:tgtEl>
                                      </p:cBhvr>
                                      <p:by x="150000" y="150000"/>
                                    </p:animScale>
                                  </p:childTnLst>
                                </p:cTn>
                              </p:par>
                            </p:childTnLst>
                          </p:cTn>
                        </p:par>
                        <p:par>
                          <p:cTn id="1341" fill="hold">
                            <p:stCondLst>
                              <p:cond delay="1000"/>
                            </p:stCondLst>
                            <p:childTnLst>
                              <p:par>
                                <p:cTn id="1342" presetID="3" presetClass="emph" presetSubtype="2" fill="hold" grpId="2" nodeType="afterEffect">
                                  <p:stCondLst>
                                    <p:cond delay="0"/>
                                  </p:stCondLst>
                                  <p:childTnLst>
                                    <p:animClr clrSpc="rgb" dir="cw">
                                      <p:cBhvr override="childStyle">
                                        <p:cTn id="1343" dur="500" fill="hold"/>
                                        <p:tgtEl>
                                          <p:spTgt spid="83"/>
                                        </p:tgtEl>
                                        <p:attrNameLst>
                                          <p:attrName>style.color</p:attrName>
                                        </p:attrNameLst>
                                      </p:cBhvr>
                                      <p:to>
                                        <a:srgbClr val="FF0000"/>
                                      </p:to>
                                    </p:animClr>
                                  </p:childTnLst>
                                </p:cTn>
                              </p:par>
                            </p:childTnLst>
                          </p:cTn>
                        </p:par>
                        <p:par>
                          <p:cTn id="1344" fill="hold">
                            <p:stCondLst>
                              <p:cond delay="1500"/>
                            </p:stCondLst>
                            <p:childTnLst>
                              <p:par>
                                <p:cTn id="1345" presetID="42" presetClass="entr" presetSubtype="0" fill="hold" grpId="0" nodeType="afterEffect">
                                  <p:stCondLst>
                                    <p:cond delay="0"/>
                                  </p:stCondLst>
                                  <p:childTnLst>
                                    <p:set>
                                      <p:cBhvr>
                                        <p:cTn id="1346" dur="1" fill="hold">
                                          <p:stCondLst>
                                            <p:cond delay="0"/>
                                          </p:stCondLst>
                                        </p:cTn>
                                        <p:tgtEl>
                                          <p:spTgt spid="194"/>
                                        </p:tgtEl>
                                        <p:attrNameLst>
                                          <p:attrName>style.visibility</p:attrName>
                                        </p:attrNameLst>
                                      </p:cBhvr>
                                      <p:to>
                                        <p:strVal val="visible"/>
                                      </p:to>
                                    </p:set>
                                    <p:animEffect transition="in" filter="fade">
                                      <p:cBhvr>
                                        <p:cTn id="1347" dur="1000"/>
                                        <p:tgtEl>
                                          <p:spTgt spid="194"/>
                                        </p:tgtEl>
                                      </p:cBhvr>
                                    </p:animEffect>
                                    <p:anim calcmode="lin" valueType="num">
                                      <p:cBhvr>
                                        <p:cTn id="1348" dur="1000" fill="hold"/>
                                        <p:tgtEl>
                                          <p:spTgt spid="194"/>
                                        </p:tgtEl>
                                        <p:attrNameLst>
                                          <p:attrName>ppt_x</p:attrName>
                                        </p:attrNameLst>
                                      </p:cBhvr>
                                      <p:tavLst>
                                        <p:tav tm="0">
                                          <p:val>
                                            <p:strVal val="#ppt_x"/>
                                          </p:val>
                                        </p:tav>
                                        <p:tav tm="100000">
                                          <p:val>
                                            <p:strVal val="#ppt_x"/>
                                          </p:val>
                                        </p:tav>
                                      </p:tavLst>
                                    </p:anim>
                                    <p:anim calcmode="lin" valueType="num">
                                      <p:cBhvr>
                                        <p:cTn id="1349" dur="1000" fill="hold"/>
                                        <p:tgtEl>
                                          <p:spTgt spid="194"/>
                                        </p:tgtEl>
                                        <p:attrNameLst>
                                          <p:attrName>ppt_y</p:attrName>
                                        </p:attrNameLst>
                                      </p:cBhvr>
                                      <p:tavLst>
                                        <p:tav tm="0">
                                          <p:val>
                                            <p:strVal val="#ppt_y+.1"/>
                                          </p:val>
                                        </p:tav>
                                        <p:tav tm="100000">
                                          <p:val>
                                            <p:strVal val="#ppt_y"/>
                                          </p:val>
                                        </p:tav>
                                      </p:tavLst>
                                    </p:anim>
                                  </p:childTnLst>
                                </p:cTn>
                              </p:par>
                            </p:childTnLst>
                          </p:cTn>
                        </p:par>
                        <p:par>
                          <p:cTn id="1350" fill="hold">
                            <p:stCondLst>
                              <p:cond delay="2500"/>
                            </p:stCondLst>
                            <p:childTnLst>
                              <p:par>
                                <p:cTn id="1351" presetID="22" presetClass="exit" presetSubtype="1" fill="hold" grpId="1" nodeType="afterEffect">
                                  <p:stCondLst>
                                    <p:cond delay="0"/>
                                  </p:stCondLst>
                                  <p:childTnLst>
                                    <p:animEffect transition="out" filter="wipe(up)">
                                      <p:cBhvr>
                                        <p:cTn id="1352" dur="500"/>
                                        <p:tgtEl>
                                          <p:spTgt spid="302"/>
                                        </p:tgtEl>
                                      </p:cBhvr>
                                    </p:animEffect>
                                    <p:set>
                                      <p:cBhvr>
                                        <p:cTn id="1353" dur="1" fill="hold">
                                          <p:stCondLst>
                                            <p:cond delay="499"/>
                                          </p:stCondLst>
                                        </p:cTn>
                                        <p:tgtEl>
                                          <p:spTgt spid="302"/>
                                        </p:tgtEl>
                                        <p:attrNameLst>
                                          <p:attrName>style.visibility</p:attrName>
                                        </p:attrNameLst>
                                      </p:cBhvr>
                                      <p:to>
                                        <p:strVal val="hidden"/>
                                      </p:to>
                                    </p:set>
                                  </p:childTnLst>
                                </p:cTn>
                              </p:par>
                            </p:childTnLst>
                          </p:cTn>
                        </p:par>
                        <p:par>
                          <p:cTn id="1354" fill="hold">
                            <p:stCondLst>
                              <p:cond delay="3000"/>
                            </p:stCondLst>
                            <p:childTnLst>
                              <p:par>
                                <p:cTn id="1355" presetID="22" presetClass="entr" presetSubtype="8" fill="hold" nodeType="afterEffect">
                                  <p:stCondLst>
                                    <p:cond delay="0"/>
                                  </p:stCondLst>
                                  <p:childTnLst>
                                    <p:set>
                                      <p:cBhvr>
                                        <p:cTn id="1356" dur="1" fill="hold">
                                          <p:stCondLst>
                                            <p:cond delay="0"/>
                                          </p:stCondLst>
                                        </p:cTn>
                                        <p:tgtEl>
                                          <p:spTgt spid="301"/>
                                        </p:tgtEl>
                                        <p:attrNameLst>
                                          <p:attrName>style.visibility</p:attrName>
                                        </p:attrNameLst>
                                      </p:cBhvr>
                                      <p:to>
                                        <p:strVal val="visible"/>
                                      </p:to>
                                    </p:set>
                                    <p:animEffect transition="in" filter="wipe(left)">
                                      <p:cBhvr>
                                        <p:cTn id="1357" dur="1000"/>
                                        <p:tgtEl>
                                          <p:spTgt spid="301"/>
                                        </p:tgtEl>
                                      </p:cBhvr>
                                    </p:animEffect>
                                  </p:childTnLst>
                                </p:cTn>
                              </p:par>
                            </p:childTnLst>
                          </p:cTn>
                        </p:par>
                      </p:childTnLst>
                    </p:cTn>
                  </p:par>
                  <p:par>
                    <p:cTn id="1358" fill="hold">
                      <p:stCondLst>
                        <p:cond delay="indefinite"/>
                      </p:stCondLst>
                      <p:childTnLst>
                        <p:par>
                          <p:cTn id="1359" fill="hold">
                            <p:stCondLst>
                              <p:cond delay="0"/>
                            </p:stCondLst>
                            <p:childTnLst>
                              <p:par>
                                <p:cTn id="1360" presetID="22" presetClass="exit" presetSubtype="1" fill="hold" nodeType="clickEffect">
                                  <p:stCondLst>
                                    <p:cond delay="0"/>
                                  </p:stCondLst>
                                  <p:childTnLst>
                                    <p:animEffect transition="out" filter="wipe(up)">
                                      <p:cBhvr>
                                        <p:cTn id="1361" dur="500"/>
                                        <p:tgtEl>
                                          <p:spTgt spid="301"/>
                                        </p:tgtEl>
                                      </p:cBhvr>
                                    </p:animEffect>
                                    <p:set>
                                      <p:cBhvr>
                                        <p:cTn id="1362" dur="1" fill="hold">
                                          <p:stCondLst>
                                            <p:cond delay="499"/>
                                          </p:stCondLst>
                                        </p:cTn>
                                        <p:tgtEl>
                                          <p:spTgt spid="301"/>
                                        </p:tgtEl>
                                        <p:attrNameLst>
                                          <p:attrName>style.visibility</p:attrName>
                                        </p:attrNameLst>
                                      </p:cBhvr>
                                      <p:to>
                                        <p:strVal val="hidden"/>
                                      </p:to>
                                    </p:set>
                                  </p:childTnLst>
                                </p:cTn>
                              </p:par>
                            </p:childTnLst>
                          </p:cTn>
                        </p:par>
                        <p:par>
                          <p:cTn id="1363" fill="hold">
                            <p:stCondLst>
                              <p:cond delay="500"/>
                            </p:stCondLst>
                            <p:childTnLst>
                              <p:par>
                                <p:cTn id="1364" presetID="22" presetClass="entr" presetSubtype="8" fill="hold" nodeType="afterEffect">
                                  <p:stCondLst>
                                    <p:cond delay="0"/>
                                  </p:stCondLst>
                                  <p:childTnLst>
                                    <p:set>
                                      <p:cBhvr>
                                        <p:cTn id="1365" dur="1" fill="hold">
                                          <p:stCondLst>
                                            <p:cond delay="0"/>
                                          </p:stCondLst>
                                        </p:cTn>
                                        <p:tgtEl>
                                          <p:spTgt spid="303"/>
                                        </p:tgtEl>
                                        <p:attrNameLst>
                                          <p:attrName>style.visibility</p:attrName>
                                        </p:attrNameLst>
                                      </p:cBhvr>
                                      <p:to>
                                        <p:strVal val="visible"/>
                                      </p:to>
                                    </p:set>
                                    <p:animEffect transition="in" filter="wipe(left)">
                                      <p:cBhvr>
                                        <p:cTn id="1366" dur="1000"/>
                                        <p:tgtEl>
                                          <p:spTgt spid="303"/>
                                        </p:tgtEl>
                                      </p:cBhvr>
                                    </p:animEffect>
                                  </p:childTnLst>
                                </p:cTn>
                              </p:par>
                            </p:childTnLst>
                          </p:cTn>
                        </p:par>
                      </p:childTnLst>
                    </p:cTn>
                  </p:par>
                  <p:par>
                    <p:cTn id="1367" fill="hold">
                      <p:stCondLst>
                        <p:cond delay="indefinite"/>
                      </p:stCondLst>
                      <p:childTnLst>
                        <p:par>
                          <p:cTn id="1368" fill="hold">
                            <p:stCondLst>
                              <p:cond delay="0"/>
                            </p:stCondLst>
                            <p:childTnLst>
                              <p:par>
                                <p:cTn id="1369" presetID="22" presetClass="entr" presetSubtype="2" fill="hold" nodeType="clickEffect">
                                  <p:stCondLst>
                                    <p:cond delay="0"/>
                                  </p:stCondLst>
                                  <p:childTnLst>
                                    <p:set>
                                      <p:cBhvr>
                                        <p:cTn id="1370" dur="1" fill="hold">
                                          <p:stCondLst>
                                            <p:cond delay="0"/>
                                          </p:stCondLst>
                                        </p:cTn>
                                        <p:tgtEl>
                                          <p:spTgt spid="214"/>
                                        </p:tgtEl>
                                        <p:attrNameLst>
                                          <p:attrName>style.visibility</p:attrName>
                                        </p:attrNameLst>
                                      </p:cBhvr>
                                      <p:to>
                                        <p:strVal val="visible"/>
                                      </p:to>
                                    </p:set>
                                    <p:animEffect transition="in" filter="wipe(right)">
                                      <p:cBhvr>
                                        <p:cTn id="1371" dur="500"/>
                                        <p:tgtEl>
                                          <p:spTgt spid="214"/>
                                        </p:tgtEl>
                                      </p:cBhvr>
                                    </p:animEffect>
                                  </p:childTnLst>
                                </p:cTn>
                              </p:par>
                            </p:childTnLst>
                          </p:cTn>
                        </p:par>
                        <p:par>
                          <p:cTn id="1372" fill="hold">
                            <p:stCondLst>
                              <p:cond delay="500"/>
                            </p:stCondLst>
                            <p:childTnLst>
                              <p:par>
                                <p:cTn id="1373" presetID="42" presetClass="entr" presetSubtype="0" fill="hold" nodeType="afterEffect">
                                  <p:stCondLst>
                                    <p:cond delay="0"/>
                                  </p:stCondLst>
                                  <p:childTnLst>
                                    <p:set>
                                      <p:cBhvr>
                                        <p:cTn id="1374" dur="1" fill="hold">
                                          <p:stCondLst>
                                            <p:cond delay="0"/>
                                          </p:stCondLst>
                                        </p:cTn>
                                        <p:tgtEl>
                                          <p:spTgt spid="309"/>
                                        </p:tgtEl>
                                        <p:attrNameLst>
                                          <p:attrName>style.visibility</p:attrName>
                                        </p:attrNameLst>
                                      </p:cBhvr>
                                      <p:to>
                                        <p:strVal val="visible"/>
                                      </p:to>
                                    </p:set>
                                    <p:animEffect transition="in" filter="fade">
                                      <p:cBhvr>
                                        <p:cTn id="1375" dur="1000"/>
                                        <p:tgtEl>
                                          <p:spTgt spid="309"/>
                                        </p:tgtEl>
                                      </p:cBhvr>
                                    </p:animEffect>
                                    <p:anim calcmode="lin" valueType="num">
                                      <p:cBhvr>
                                        <p:cTn id="1376" dur="1000" fill="hold"/>
                                        <p:tgtEl>
                                          <p:spTgt spid="309"/>
                                        </p:tgtEl>
                                        <p:attrNameLst>
                                          <p:attrName>ppt_x</p:attrName>
                                        </p:attrNameLst>
                                      </p:cBhvr>
                                      <p:tavLst>
                                        <p:tav tm="0">
                                          <p:val>
                                            <p:strVal val="#ppt_x"/>
                                          </p:val>
                                        </p:tav>
                                        <p:tav tm="100000">
                                          <p:val>
                                            <p:strVal val="#ppt_x"/>
                                          </p:val>
                                        </p:tav>
                                      </p:tavLst>
                                    </p:anim>
                                    <p:anim calcmode="lin" valueType="num">
                                      <p:cBhvr>
                                        <p:cTn id="1377" dur="1000" fill="hold"/>
                                        <p:tgtEl>
                                          <p:spTgt spid="309"/>
                                        </p:tgtEl>
                                        <p:attrNameLst>
                                          <p:attrName>ppt_y</p:attrName>
                                        </p:attrNameLst>
                                      </p:cBhvr>
                                      <p:tavLst>
                                        <p:tav tm="0">
                                          <p:val>
                                            <p:strVal val="#ppt_y+.1"/>
                                          </p:val>
                                        </p:tav>
                                        <p:tav tm="100000">
                                          <p:val>
                                            <p:strVal val="#ppt_y"/>
                                          </p:val>
                                        </p:tav>
                                      </p:tavLst>
                                    </p:anim>
                                  </p:childTnLst>
                                </p:cTn>
                              </p:par>
                            </p:childTnLst>
                          </p:cTn>
                        </p:par>
                        <p:par>
                          <p:cTn id="1378" fill="hold">
                            <p:stCondLst>
                              <p:cond delay="1500"/>
                            </p:stCondLst>
                            <p:childTnLst>
                              <p:par>
                                <p:cTn id="1379" presetID="42" presetClass="entr" presetSubtype="0" fill="hold" nodeType="afterEffect">
                                  <p:stCondLst>
                                    <p:cond delay="0"/>
                                  </p:stCondLst>
                                  <p:childTnLst>
                                    <p:set>
                                      <p:cBhvr>
                                        <p:cTn id="1380" dur="1" fill="hold">
                                          <p:stCondLst>
                                            <p:cond delay="0"/>
                                          </p:stCondLst>
                                        </p:cTn>
                                        <p:tgtEl>
                                          <p:spTgt spid="312"/>
                                        </p:tgtEl>
                                        <p:attrNameLst>
                                          <p:attrName>style.visibility</p:attrName>
                                        </p:attrNameLst>
                                      </p:cBhvr>
                                      <p:to>
                                        <p:strVal val="visible"/>
                                      </p:to>
                                    </p:set>
                                    <p:animEffect transition="in" filter="fade">
                                      <p:cBhvr>
                                        <p:cTn id="1381" dur="1000"/>
                                        <p:tgtEl>
                                          <p:spTgt spid="312"/>
                                        </p:tgtEl>
                                      </p:cBhvr>
                                    </p:animEffect>
                                    <p:anim calcmode="lin" valueType="num">
                                      <p:cBhvr>
                                        <p:cTn id="1382" dur="1000" fill="hold"/>
                                        <p:tgtEl>
                                          <p:spTgt spid="312"/>
                                        </p:tgtEl>
                                        <p:attrNameLst>
                                          <p:attrName>ppt_x</p:attrName>
                                        </p:attrNameLst>
                                      </p:cBhvr>
                                      <p:tavLst>
                                        <p:tav tm="0">
                                          <p:val>
                                            <p:strVal val="#ppt_x"/>
                                          </p:val>
                                        </p:tav>
                                        <p:tav tm="100000">
                                          <p:val>
                                            <p:strVal val="#ppt_x"/>
                                          </p:val>
                                        </p:tav>
                                      </p:tavLst>
                                    </p:anim>
                                    <p:anim calcmode="lin" valueType="num">
                                      <p:cBhvr>
                                        <p:cTn id="1383" dur="1000" fill="hold"/>
                                        <p:tgtEl>
                                          <p:spTgt spid="312"/>
                                        </p:tgtEl>
                                        <p:attrNameLst>
                                          <p:attrName>ppt_y</p:attrName>
                                        </p:attrNameLst>
                                      </p:cBhvr>
                                      <p:tavLst>
                                        <p:tav tm="0">
                                          <p:val>
                                            <p:strVal val="#ppt_y+.1"/>
                                          </p:val>
                                        </p:tav>
                                        <p:tav tm="100000">
                                          <p:val>
                                            <p:strVal val="#ppt_y"/>
                                          </p:val>
                                        </p:tav>
                                      </p:tavLst>
                                    </p:anim>
                                  </p:childTnLst>
                                </p:cTn>
                              </p:par>
                            </p:childTnLst>
                          </p:cTn>
                        </p:par>
                        <p:par>
                          <p:cTn id="1384" fill="hold">
                            <p:stCondLst>
                              <p:cond delay="3500"/>
                            </p:stCondLst>
                            <p:childTnLst>
                              <p:par>
                                <p:cTn id="1385" presetID="31" presetClass="entr" presetSubtype="0" fill="hold" grpId="0" nodeType="afterEffect">
                                  <p:stCondLst>
                                    <p:cond delay="0"/>
                                  </p:stCondLst>
                                  <p:childTnLst>
                                    <p:set>
                                      <p:cBhvr>
                                        <p:cTn id="1386" dur="1" fill="hold">
                                          <p:stCondLst>
                                            <p:cond delay="0"/>
                                          </p:stCondLst>
                                        </p:cTn>
                                        <p:tgtEl>
                                          <p:spTgt spid="315"/>
                                        </p:tgtEl>
                                        <p:attrNameLst>
                                          <p:attrName>style.visibility</p:attrName>
                                        </p:attrNameLst>
                                      </p:cBhvr>
                                      <p:to>
                                        <p:strVal val="visible"/>
                                      </p:to>
                                    </p:set>
                                    <p:anim calcmode="lin" valueType="num">
                                      <p:cBhvr>
                                        <p:cTn id="1387" dur="1000" fill="hold"/>
                                        <p:tgtEl>
                                          <p:spTgt spid="315"/>
                                        </p:tgtEl>
                                        <p:attrNameLst>
                                          <p:attrName>ppt_w</p:attrName>
                                        </p:attrNameLst>
                                      </p:cBhvr>
                                      <p:tavLst>
                                        <p:tav tm="0">
                                          <p:val>
                                            <p:fltVal val="0"/>
                                          </p:val>
                                        </p:tav>
                                        <p:tav tm="100000">
                                          <p:val>
                                            <p:strVal val="#ppt_w"/>
                                          </p:val>
                                        </p:tav>
                                      </p:tavLst>
                                    </p:anim>
                                    <p:anim calcmode="lin" valueType="num">
                                      <p:cBhvr>
                                        <p:cTn id="1388" dur="1000" fill="hold"/>
                                        <p:tgtEl>
                                          <p:spTgt spid="315"/>
                                        </p:tgtEl>
                                        <p:attrNameLst>
                                          <p:attrName>ppt_h</p:attrName>
                                        </p:attrNameLst>
                                      </p:cBhvr>
                                      <p:tavLst>
                                        <p:tav tm="0">
                                          <p:val>
                                            <p:fltVal val="0"/>
                                          </p:val>
                                        </p:tav>
                                        <p:tav tm="100000">
                                          <p:val>
                                            <p:strVal val="#ppt_h"/>
                                          </p:val>
                                        </p:tav>
                                      </p:tavLst>
                                    </p:anim>
                                    <p:anim calcmode="lin" valueType="num">
                                      <p:cBhvr>
                                        <p:cTn id="1389" dur="1000" fill="hold"/>
                                        <p:tgtEl>
                                          <p:spTgt spid="315"/>
                                        </p:tgtEl>
                                        <p:attrNameLst>
                                          <p:attrName>style.rotation</p:attrName>
                                        </p:attrNameLst>
                                      </p:cBhvr>
                                      <p:tavLst>
                                        <p:tav tm="0">
                                          <p:val>
                                            <p:fltVal val="90"/>
                                          </p:val>
                                        </p:tav>
                                        <p:tav tm="100000">
                                          <p:val>
                                            <p:fltVal val="0"/>
                                          </p:val>
                                        </p:tav>
                                      </p:tavLst>
                                    </p:anim>
                                    <p:animEffect transition="in" filter="fade">
                                      <p:cBhvr>
                                        <p:cTn id="1390" dur="1000"/>
                                        <p:tgtEl>
                                          <p:spTgt spid="315"/>
                                        </p:tgtEl>
                                      </p:cBhvr>
                                    </p:animEffect>
                                  </p:childTnLst>
                                </p:cTn>
                              </p:par>
                            </p:childTnLst>
                          </p:cTn>
                        </p:par>
                        <p:par>
                          <p:cTn id="1391" fill="hold">
                            <p:stCondLst>
                              <p:cond delay="4500"/>
                            </p:stCondLst>
                            <p:childTnLst>
                              <p:par>
                                <p:cTn id="1392" presetID="22" presetClass="entr" presetSubtype="8" fill="hold" nodeType="afterEffect">
                                  <p:stCondLst>
                                    <p:cond delay="0"/>
                                  </p:stCondLst>
                                  <p:childTnLst>
                                    <p:set>
                                      <p:cBhvr>
                                        <p:cTn id="1393" dur="1" fill="hold">
                                          <p:stCondLst>
                                            <p:cond delay="0"/>
                                          </p:stCondLst>
                                        </p:cTn>
                                        <p:tgtEl>
                                          <p:spTgt spid="316"/>
                                        </p:tgtEl>
                                        <p:attrNameLst>
                                          <p:attrName>style.visibility</p:attrName>
                                        </p:attrNameLst>
                                      </p:cBhvr>
                                      <p:to>
                                        <p:strVal val="visible"/>
                                      </p:to>
                                    </p:set>
                                    <p:animEffect transition="in" filter="wipe(left)">
                                      <p:cBhvr>
                                        <p:cTn id="1394" dur="1000"/>
                                        <p:tgtEl>
                                          <p:spTgt spid="316"/>
                                        </p:tgtEl>
                                      </p:cBhvr>
                                    </p:animEffect>
                                  </p:childTnLst>
                                </p:cTn>
                              </p:par>
                            </p:childTnLst>
                          </p:cTn>
                        </p:par>
                      </p:childTnLst>
                    </p:cTn>
                  </p:par>
                  <p:par>
                    <p:cTn id="1395" fill="hold">
                      <p:stCondLst>
                        <p:cond delay="indefinite"/>
                      </p:stCondLst>
                      <p:childTnLst>
                        <p:par>
                          <p:cTn id="1396" fill="hold">
                            <p:stCondLst>
                              <p:cond delay="0"/>
                            </p:stCondLst>
                            <p:childTnLst>
                              <p:par>
                                <p:cTn id="1397" presetID="42" presetClass="entr" presetSubtype="0" fill="hold" nodeType="clickEffect">
                                  <p:stCondLst>
                                    <p:cond delay="0"/>
                                  </p:stCondLst>
                                  <p:childTnLst>
                                    <p:set>
                                      <p:cBhvr>
                                        <p:cTn id="1398" dur="1" fill="hold">
                                          <p:stCondLst>
                                            <p:cond delay="0"/>
                                          </p:stCondLst>
                                        </p:cTn>
                                        <p:tgtEl>
                                          <p:spTgt spid="133"/>
                                        </p:tgtEl>
                                        <p:attrNameLst>
                                          <p:attrName>style.visibility</p:attrName>
                                        </p:attrNameLst>
                                      </p:cBhvr>
                                      <p:to>
                                        <p:strVal val="visible"/>
                                      </p:to>
                                    </p:set>
                                    <p:animEffect transition="in" filter="fade">
                                      <p:cBhvr>
                                        <p:cTn id="1399" dur="1000"/>
                                        <p:tgtEl>
                                          <p:spTgt spid="133"/>
                                        </p:tgtEl>
                                      </p:cBhvr>
                                    </p:animEffect>
                                    <p:anim calcmode="lin" valueType="num">
                                      <p:cBhvr>
                                        <p:cTn id="1400" dur="1000" fill="hold"/>
                                        <p:tgtEl>
                                          <p:spTgt spid="133"/>
                                        </p:tgtEl>
                                        <p:attrNameLst>
                                          <p:attrName>ppt_x</p:attrName>
                                        </p:attrNameLst>
                                      </p:cBhvr>
                                      <p:tavLst>
                                        <p:tav tm="0">
                                          <p:val>
                                            <p:strVal val="#ppt_x"/>
                                          </p:val>
                                        </p:tav>
                                        <p:tav tm="100000">
                                          <p:val>
                                            <p:strVal val="#ppt_x"/>
                                          </p:val>
                                        </p:tav>
                                      </p:tavLst>
                                    </p:anim>
                                    <p:anim calcmode="lin" valueType="num">
                                      <p:cBhvr>
                                        <p:cTn id="1401" dur="1000" fill="hold"/>
                                        <p:tgtEl>
                                          <p:spTgt spid="133"/>
                                        </p:tgtEl>
                                        <p:attrNameLst>
                                          <p:attrName>ppt_y</p:attrName>
                                        </p:attrNameLst>
                                      </p:cBhvr>
                                      <p:tavLst>
                                        <p:tav tm="0">
                                          <p:val>
                                            <p:strVal val="#ppt_y+.1"/>
                                          </p:val>
                                        </p:tav>
                                        <p:tav tm="100000">
                                          <p:val>
                                            <p:strVal val="#ppt_y"/>
                                          </p:val>
                                        </p:tav>
                                      </p:tavLst>
                                    </p:anim>
                                  </p:childTnLst>
                                </p:cTn>
                              </p:par>
                            </p:childTnLst>
                          </p:cTn>
                        </p:par>
                        <p:par>
                          <p:cTn id="1402" fill="hold">
                            <p:stCondLst>
                              <p:cond delay="1000"/>
                            </p:stCondLst>
                            <p:childTnLst>
                              <p:par>
                                <p:cTn id="1403" presetID="31" presetClass="entr" presetSubtype="0" fill="hold" grpId="0" nodeType="afterEffect">
                                  <p:stCondLst>
                                    <p:cond delay="0"/>
                                  </p:stCondLst>
                                  <p:childTnLst>
                                    <p:set>
                                      <p:cBhvr>
                                        <p:cTn id="1404" dur="1" fill="hold">
                                          <p:stCondLst>
                                            <p:cond delay="0"/>
                                          </p:stCondLst>
                                        </p:cTn>
                                        <p:tgtEl>
                                          <p:spTgt spid="113"/>
                                        </p:tgtEl>
                                        <p:attrNameLst>
                                          <p:attrName>style.visibility</p:attrName>
                                        </p:attrNameLst>
                                      </p:cBhvr>
                                      <p:to>
                                        <p:strVal val="visible"/>
                                      </p:to>
                                    </p:set>
                                    <p:anim calcmode="lin" valueType="num">
                                      <p:cBhvr>
                                        <p:cTn id="1405" dur="1000" fill="hold"/>
                                        <p:tgtEl>
                                          <p:spTgt spid="113"/>
                                        </p:tgtEl>
                                        <p:attrNameLst>
                                          <p:attrName>ppt_w</p:attrName>
                                        </p:attrNameLst>
                                      </p:cBhvr>
                                      <p:tavLst>
                                        <p:tav tm="0">
                                          <p:val>
                                            <p:fltVal val="0"/>
                                          </p:val>
                                        </p:tav>
                                        <p:tav tm="100000">
                                          <p:val>
                                            <p:strVal val="#ppt_w"/>
                                          </p:val>
                                        </p:tav>
                                      </p:tavLst>
                                    </p:anim>
                                    <p:anim calcmode="lin" valueType="num">
                                      <p:cBhvr>
                                        <p:cTn id="1406" dur="1000" fill="hold"/>
                                        <p:tgtEl>
                                          <p:spTgt spid="113"/>
                                        </p:tgtEl>
                                        <p:attrNameLst>
                                          <p:attrName>ppt_h</p:attrName>
                                        </p:attrNameLst>
                                      </p:cBhvr>
                                      <p:tavLst>
                                        <p:tav tm="0">
                                          <p:val>
                                            <p:fltVal val="0"/>
                                          </p:val>
                                        </p:tav>
                                        <p:tav tm="100000">
                                          <p:val>
                                            <p:strVal val="#ppt_h"/>
                                          </p:val>
                                        </p:tav>
                                      </p:tavLst>
                                    </p:anim>
                                    <p:anim calcmode="lin" valueType="num">
                                      <p:cBhvr>
                                        <p:cTn id="1407" dur="1000" fill="hold"/>
                                        <p:tgtEl>
                                          <p:spTgt spid="113"/>
                                        </p:tgtEl>
                                        <p:attrNameLst>
                                          <p:attrName>style.rotation</p:attrName>
                                        </p:attrNameLst>
                                      </p:cBhvr>
                                      <p:tavLst>
                                        <p:tav tm="0">
                                          <p:val>
                                            <p:fltVal val="90"/>
                                          </p:val>
                                        </p:tav>
                                        <p:tav tm="100000">
                                          <p:val>
                                            <p:fltVal val="0"/>
                                          </p:val>
                                        </p:tav>
                                      </p:tavLst>
                                    </p:anim>
                                    <p:animEffect transition="in" filter="fade">
                                      <p:cBhvr>
                                        <p:cTn id="1408" dur="1000"/>
                                        <p:tgtEl>
                                          <p:spTgt spid="113"/>
                                        </p:tgtEl>
                                      </p:cBhvr>
                                    </p:animEffect>
                                  </p:childTnLst>
                                </p:cTn>
                              </p:par>
                            </p:childTnLst>
                          </p:cTn>
                        </p:par>
                        <p:par>
                          <p:cTn id="1409" fill="hold">
                            <p:stCondLst>
                              <p:cond delay="2000"/>
                            </p:stCondLst>
                            <p:childTnLst>
                              <p:par>
                                <p:cTn id="1410" presetID="22" presetClass="exit" presetSubtype="1" fill="hold" nodeType="afterEffect">
                                  <p:stCondLst>
                                    <p:cond delay="0"/>
                                  </p:stCondLst>
                                  <p:childTnLst>
                                    <p:animEffect transition="out" filter="wipe(up)">
                                      <p:cBhvr>
                                        <p:cTn id="1411" dur="500"/>
                                        <p:tgtEl>
                                          <p:spTgt spid="316"/>
                                        </p:tgtEl>
                                      </p:cBhvr>
                                    </p:animEffect>
                                    <p:set>
                                      <p:cBhvr>
                                        <p:cTn id="1412" dur="1" fill="hold">
                                          <p:stCondLst>
                                            <p:cond delay="499"/>
                                          </p:stCondLst>
                                        </p:cTn>
                                        <p:tgtEl>
                                          <p:spTgt spid="316"/>
                                        </p:tgtEl>
                                        <p:attrNameLst>
                                          <p:attrName>style.visibility</p:attrName>
                                        </p:attrNameLst>
                                      </p:cBhvr>
                                      <p:to>
                                        <p:strVal val="hidden"/>
                                      </p:to>
                                    </p:set>
                                  </p:childTnLst>
                                </p:cTn>
                              </p:par>
                              <p:par>
                                <p:cTn id="1413" presetID="22" presetClass="entr" presetSubtype="8" fill="hold" nodeType="withEffect">
                                  <p:stCondLst>
                                    <p:cond delay="0"/>
                                  </p:stCondLst>
                                  <p:childTnLst>
                                    <p:set>
                                      <p:cBhvr>
                                        <p:cTn id="1414" dur="1" fill="hold">
                                          <p:stCondLst>
                                            <p:cond delay="0"/>
                                          </p:stCondLst>
                                        </p:cTn>
                                        <p:tgtEl>
                                          <p:spTgt spid="317"/>
                                        </p:tgtEl>
                                        <p:attrNameLst>
                                          <p:attrName>style.visibility</p:attrName>
                                        </p:attrNameLst>
                                      </p:cBhvr>
                                      <p:to>
                                        <p:strVal val="visible"/>
                                      </p:to>
                                    </p:set>
                                    <p:animEffect transition="in" filter="wipe(left)">
                                      <p:cBhvr>
                                        <p:cTn id="1415" dur="1000"/>
                                        <p:tgtEl>
                                          <p:spTgt spid="317"/>
                                        </p:tgtEl>
                                      </p:cBhvr>
                                    </p:animEffect>
                                  </p:childTnLst>
                                </p:cTn>
                              </p:par>
                            </p:childTnLst>
                          </p:cTn>
                        </p:par>
                      </p:childTnLst>
                    </p:cTn>
                  </p:par>
                  <p:par>
                    <p:cTn id="1416" fill="hold">
                      <p:stCondLst>
                        <p:cond delay="indefinite"/>
                      </p:stCondLst>
                      <p:childTnLst>
                        <p:par>
                          <p:cTn id="1417" fill="hold">
                            <p:stCondLst>
                              <p:cond delay="0"/>
                            </p:stCondLst>
                            <p:childTnLst>
                              <p:par>
                                <p:cTn id="1418" presetID="31" presetClass="entr" presetSubtype="0" fill="hold" grpId="0" nodeType="clickEffect">
                                  <p:stCondLst>
                                    <p:cond delay="0"/>
                                  </p:stCondLst>
                                  <p:childTnLst>
                                    <p:set>
                                      <p:cBhvr>
                                        <p:cTn id="1419" dur="1" fill="hold">
                                          <p:stCondLst>
                                            <p:cond delay="0"/>
                                          </p:stCondLst>
                                        </p:cTn>
                                        <p:tgtEl>
                                          <p:spTgt spid="322"/>
                                        </p:tgtEl>
                                        <p:attrNameLst>
                                          <p:attrName>style.visibility</p:attrName>
                                        </p:attrNameLst>
                                      </p:cBhvr>
                                      <p:to>
                                        <p:strVal val="visible"/>
                                      </p:to>
                                    </p:set>
                                    <p:anim calcmode="lin" valueType="num">
                                      <p:cBhvr>
                                        <p:cTn id="1420" dur="1000" fill="hold"/>
                                        <p:tgtEl>
                                          <p:spTgt spid="322"/>
                                        </p:tgtEl>
                                        <p:attrNameLst>
                                          <p:attrName>ppt_w</p:attrName>
                                        </p:attrNameLst>
                                      </p:cBhvr>
                                      <p:tavLst>
                                        <p:tav tm="0">
                                          <p:val>
                                            <p:fltVal val="0"/>
                                          </p:val>
                                        </p:tav>
                                        <p:tav tm="100000">
                                          <p:val>
                                            <p:strVal val="#ppt_w"/>
                                          </p:val>
                                        </p:tav>
                                      </p:tavLst>
                                    </p:anim>
                                    <p:anim calcmode="lin" valueType="num">
                                      <p:cBhvr>
                                        <p:cTn id="1421" dur="1000" fill="hold"/>
                                        <p:tgtEl>
                                          <p:spTgt spid="322"/>
                                        </p:tgtEl>
                                        <p:attrNameLst>
                                          <p:attrName>ppt_h</p:attrName>
                                        </p:attrNameLst>
                                      </p:cBhvr>
                                      <p:tavLst>
                                        <p:tav tm="0">
                                          <p:val>
                                            <p:fltVal val="0"/>
                                          </p:val>
                                        </p:tav>
                                        <p:tav tm="100000">
                                          <p:val>
                                            <p:strVal val="#ppt_h"/>
                                          </p:val>
                                        </p:tav>
                                      </p:tavLst>
                                    </p:anim>
                                    <p:anim calcmode="lin" valueType="num">
                                      <p:cBhvr>
                                        <p:cTn id="1422" dur="1000" fill="hold"/>
                                        <p:tgtEl>
                                          <p:spTgt spid="322"/>
                                        </p:tgtEl>
                                        <p:attrNameLst>
                                          <p:attrName>style.rotation</p:attrName>
                                        </p:attrNameLst>
                                      </p:cBhvr>
                                      <p:tavLst>
                                        <p:tav tm="0">
                                          <p:val>
                                            <p:fltVal val="90"/>
                                          </p:val>
                                        </p:tav>
                                        <p:tav tm="100000">
                                          <p:val>
                                            <p:fltVal val="0"/>
                                          </p:val>
                                        </p:tav>
                                      </p:tavLst>
                                    </p:anim>
                                    <p:animEffect transition="in" filter="fade">
                                      <p:cBhvr>
                                        <p:cTn id="1423" dur="1000"/>
                                        <p:tgtEl>
                                          <p:spTgt spid="322"/>
                                        </p:tgtEl>
                                      </p:cBhvr>
                                    </p:animEffect>
                                  </p:childTnLst>
                                </p:cTn>
                              </p:par>
                            </p:childTnLst>
                          </p:cTn>
                        </p:par>
                        <p:par>
                          <p:cTn id="1424" fill="hold">
                            <p:stCondLst>
                              <p:cond delay="1000"/>
                            </p:stCondLst>
                            <p:childTnLst>
                              <p:par>
                                <p:cTn id="1425" presetID="22" presetClass="exit" presetSubtype="1" fill="hold" nodeType="afterEffect">
                                  <p:stCondLst>
                                    <p:cond delay="0"/>
                                  </p:stCondLst>
                                  <p:childTnLst>
                                    <p:animEffect transition="out" filter="wipe(up)">
                                      <p:cBhvr>
                                        <p:cTn id="1426" dur="500"/>
                                        <p:tgtEl>
                                          <p:spTgt spid="317"/>
                                        </p:tgtEl>
                                      </p:cBhvr>
                                    </p:animEffect>
                                    <p:set>
                                      <p:cBhvr>
                                        <p:cTn id="1427" dur="1" fill="hold">
                                          <p:stCondLst>
                                            <p:cond delay="499"/>
                                          </p:stCondLst>
                                        </p:cTn>
                                        <p:tgtEl>
                                          <p:spTgt spid="317"/>
                                        </p:tgtEl>
                                        <p:attrNameLst>
                                          <p:attrName>style.visibility</p:attrName>
                                        </p:attrNameLst>
                                      </p:cBhvr>
                                      <p:to>
                                        <p:strVal val="hidden"/>
                                      </p:to>
                                    </p:set>
                                  </p:childTnLst>
                                </p:cTn>
                              </p:par>
                            </p:childTnLst>
                          </p:cTn>
                        </p:par>
                        <p:par>
                          <p:cTn id="1428" fill="hold">
                            <p:stCondLst>
                              <p:cond delay="1500"/>
                            </p:stCondLst>
                            <p:childTnLst>
                              <p:par>
                                <p:cTn id="1429" presetID="22" presetClass="entr" presetSubtype="1" fill="hold" grpId="0" nodeType="afterEffect">
                                  <p:stCondLst>
                                    <p:cond delay="0"/>
                                  </p:stCondLst>
                                  <p:childTnLst>
                                    <p:set>
                                      <p:cBhvr>
                                        <p:cTn id="1430" dur="1" fill="hold">
                                          <p:stCondLst>
                                            <p:cond delay="0"/>
                                          </p:stCondLst>
                                        </p:cTn>
                                        <p:tgtEl>
                                          <p:spTgt spid="321"/>
                                        </p:tgtEl>
                                        <p:attrNameLst>
                                          <p:attrName>style.visibility</p:attrName>
                                        </p:attrNameLst>
                                      </p:cBhvr>
                                      <p:to>
                                        <p:strVal val="visible"/>
                                      </p:to>
                                    </p:set>
                                    <p:animEffect transition="in" filter="wipe(up)">
                                      <p:cBhvr>
                                        <p:cTn id="1431" dur="500"/>
                                        <p:tgtEl>
                                          <p:spTgt spid="321"/>
                                        </p:tgtEl>
                                      </p:cBhvr>
                                    </p:animEffect>
                                  </p:childTnLst>
                                </p:cTn>
                              </p:par>
                            </p:childTnLst>
                          </p:cTn>
                        </p:par>
                      </p:childTnLst>
                    </p:cTn>
                  </p:par>
                  <p:par>
                    <p:cTn id="1432" fill="hold">
                      <p:stCondLst>
                        <p:cond delay="indefinite"/>
                      </p:stCondLst>
                      <p:childTnLst>
                        <p:par>
                          <p:cTn id="1433" fill="hold">
                            <p:stCondLst>
                              <p:cond delay="0"/>
                            </p:stCondLst>
                            <p:childTnLst>
                              <p:par>
                                <p:cTn id="1434" presetID="22" presetClass="exit" presetSubtype="1" fill="hold" grpId="1" nodeType="clickEffect">
                                  <p:stCondLst>
                                    <p:cond delay="0"/>
                                  </p:stCondLst>
                                  <p:childTnLst>
                                    <p:animEffect transition="out" filter="wipe(up)">
                                      <p:cBhvr>
                                        <p:cTn id="1435" dur="500"/>
                                        <p:tgtEl>
                                          <p:spTgt spid="321"/>
                                        </p:tgtEl>
                                      </p:cBhvr>
                                    </p:animEffect>
                                    <p:set>
                                      <p:cBhvr>
                                        <p:cTn id="1436" dur="1" fill="hold">
                                          <p:stCondLst>
                                            <p:cond delay="499"/>
                                          </p:stCondLst>
                                        </p:cTn>
                                        <p:tgtEl>
                                          <p:spTgt spid="321"/>
                                        </p:tgtEl>
                                        <p:attrNameLst>
                                          <p:attrName>style.visibility</p:attrName>
                                        </p:attrNameLst>
                                      </p:cBhvr>
                                      <p:to>
                                        <p:strVal val="hidden"/>
                                      </p:to>
                                    </p:set>
                                  </p:childTnLst>
                                </p:cTn>
                              </p:par>
                              <p:par>
                                <p:cTn id="1437" presetID="10" presetClass="exit" presetSubtype="0" fill="hold" grpId="1" nodeType="withEffect">
                                  <p:stCondLst>
                                    <p:cond delay="0"/>
                                  </p:stCondLst>
                                  <p:childTnLst>
                                    <p:animEffect transition="out" filter="fade">
                                      <p:cBhvr>
                                        <p:cTn id="1438" dur="500"/>
                                        <p:tgtEl>
                                          <p:spTgt spid="322"/>
                                        </p:tgtEl>
                                      </p:cBhvr>
                                    </p:animEffect>
                                    <p:set>
                                      <p:cBhvr>
                                        <p:cTn id="1439" dur="1" fill="hold">
                                          <p:stCondLst>
                                            <p:cond delay="499"/>
                                          </p:stCondLst>
                                        </p:cTn>
                                        <p:tgtEl>
                                          <p:spTgt spid="322"/>
                                        </p:tgtEl>
                                        <p:attrNameLst>
                                          <p:attrName>style.visibility</p:attrName>
                                        </p:attrNameLst>
                                      </p:cBhvr>
                                      <p:to>
                                        <p:strVal val="hidden"/>
                                      </p:to>
                                    </p:set>
                                  </p:childTnLst>
                                </p:cTn>
                              </p:par>
                            </p:childTnLst>
                          </p:cTn>
                        </p:par>
                        <p:par>
                          <p:cTn id="1440" fill="hold">
                            <p:stCondLst>
                              <p:cond delay="500"/>
                            </p:stCondLst>
                            <p:childTnLst>
                              <p:par>
                                <p:cTn id="1441" presetID="22" presetClass="entr" presetSubtype="1" fill="hold" grpId="0" nodeType="afterEffect">
                                  <p:stCondLst>
                                    <p:cond delay="0"/>
                                  </p:stCondLst>
                                  <p:childTnLst>
                                    <p:set>
                                      <p:cBhvr>
                                        <p:cTn id="1442" dur="1" fill="hold">
                                          <p:stCondLst>
                                            <p:cond delay="0"/>
                                          </p:stCondLst>
                                        </p:cTn>
                                        <p:tgtEl>
                                          <p:spTgt spid="319"/>
                                        </p:tgtEl>
                                        <p:attrNameLst>
                                          <p:attrName>style.visibility</p:attrName>
                                        </p:attrNameLst>
                                      </p:cBhvr>
                                      <p:to>
                                        <p:strVal val="visible"/>
                                      </p:to>
                                    </p:set>
                                    <p:animEffect transition="in" filter="wipe(up)">
                                      <p:cBhvr>
                                        <p:cTn id="1443" dur="500"/>
                                        <p:tgtEl>
                                          <p:spTgt spid="319"/>
                                        </p:tgtEl>
                                      </p:cBhvr>
                                    </p:animEffect>
                                  </p:childTnLst>
                                </p:cTn>
                              </p:par>
                            </p:childTnLst>
                          </p:cTn>
                        </p:par>
                      </p:childTnLst>
                    </p:cTn>
                  </p:par>
                  <p:par>
                    <p:cTn id="1444" fill="hold">
                      <p:stCondLst>
                        <p:cond delay="indefinite"/>
                      </p:stCondLst>
                      <p:childTnLst>
                        <p:par>
                          <p:cTn id="1445" fill="hold">
                            <p:stCondLst>
                              <p:cond delay="0"/>
                            </p:stCondLst>
                            <p:childTnLst>
                              <p:par>
                                <p:cTn id="1446" presetID="6" presetClass="emph" presetSubtype="0" autoRev="1" fill="hold" grpId="1" nodeType="clickEffect">
                                  <p:stCondLst>
                                    <p:cond delay="0"/>
                                  </p:stCondLst>
                                  <p:childTnLst>
                                    <p:animScale>
                                      <p:cBhvr>
                                        <p:cTn id="1447" dur="500" fill="hold"/>
                                        <p:tgtEl>
                                          <p:spTgt spid="113"/>
                                        </p:tgtEl>
                                      </p:cBhvr>
                                      <p:by x="150000" y="150000"/>
                                    </p:animScale>
                                  </p:childTnLst>
                                </p:cTn>
                              </p:par>
                            </p:childTnLst>
                          </p:cTn>
                        </p:par>
                        <p:par>
                          <p:cTn id="1448" fill="hold">
                            <p:stCondLst>
                              <p:cond delay="1000"/>
                            </p:stCondLst>
                            <p:childTnLst>
                              <p:par>
                                <p:cTn id="1449" presetID="3" presetClass="emph" presetSubtype="2" fill="hold" grpId="2" nodeType="afterEffect">
                                  <p:stCondLst>
                                    <p:cond delay="0"/>
                                  </p:stCondLst>
                                  <p:childTnLst>
                                    <p:animClr clrSpc="rgb" dir="cw">
                                      <p:cBhvr override="childStyle">
                                        <p:cTn id="1450" dur="500" fill="hold"/>
                                        <p:tgtEl>
                                          <p:spTgt spid="113"/>
                                        </p:tgtEl>
                                        <p:attrNameLst>
                                          <p:attrName>style.color</p:attrName>
                                        </p:attrNameLst>
                                      </p:cBhvr>
                                      <p:to>
                                        <a:srgbClr val="FF0000"/>
                                      </p:to>
                                    </p:animClr>
                                  </p:childTnLst>
                                </p:cTn>
                              </p:par>
                            </p:childTnLst>
                          </p:cTn>
                        </p:par>
                        <p:par>
                          <p:cTn id="1451" fill="hold">
                            <p:stCondLst>
                              <p:cond delay="1500"/>
                            </p:stCondLst>
                            <p:childTnLst>
                              <p:par>
                                <p:cTn id="1452" presetID="42" presetClass="entr" presetSubtype="0" fill="hold" grpId="0" nodeType="afterEffect">
                                  <p:stCondLst>
                                    <p:cond delay="0"/>
                                  </p:stCondLst>
                                  <p:childTnLst>
                                    <p:set>
                                      <p:cBhvr>
                                        <p:cTn id="1453" dur="1" fill="hold">
                                          <p:stCondLst>
                                            <p:cond delay="0"/>
                                          </p:stCondLst>
                                        </p:cTn>
                                        <p:tgtEl>
                                          <p:spTgt spid="195"/>
                                        </p:tgtEl>
                                        <p:attrNameLst>
                                          <p:attrName>style.visibility</p:attrName>
                                        </p:attrNameLst>
                                      </p:cBhvr>
                                      <p:to>
                                        <p:strVal val="visible"/>
                                      </p:to>
                                    </p:set>
                                    <p:animEffect transition="in" filter="fade">
                                      <p:cBhvr>
                                        <p:cTn id="1454" dur="1000"/>
                                        <p:tgtEl>
                                          <p:spTgt spid="195"/>
                                        </p:tgtEl>
                                      </p:cBhvr>
                                    </p:animEffect>
                                    <p:anim calcmode="lin" valueType="num">
                                      <p:cBhvr>
                                        <p:cTn id="1455" dur="1000" fill="hold"/>
                                        <p:tgtEl>
                                          <p:spTgt spid="195"/>
                                        </p:tgtEl>
                                        <p:attrNameLst>
                                          <p:attrName>ppt_x</p:attrName>
                                        </p:attrNameLst>
                                      </p:cBhvr>
                                      <p:tavLst>
                                        <p:tav tm="0">
                                          <p:val>
                                            <p:strVal val="#ppt_x"/>
                                          </p:val>
                                        </p:tav>
                                        <p:tav tm="100000">
                                          <p:val>
                                            <p:strVal val="#ppt_x"/>
                                          </p:val>
                                        </p:tav>
                                      </p:tavLst>
                                    </p:anim>
                                    <p:anim calcmode="lin" valueType="num">
                                      <p:cBhvr>
                                        <p:cTn id="1456" dur="1000" fill="hold"/>
                                        <p:tgtEl>
                                          <p:spTgt spid="195"/>
                                        </p:tgtEl>
                                        <p:attrNameLst>
                                          <p:attrName>ppt_y</p:attrName>
                                        </p:attrNameLst>
                                      </p:cBhvr>
                                      <p:tavLst>
                                        <p:tav tm="0">
                                          <p:val>
                                            <p:strVal val="#ppt_y+.1"/>
                                          </p:val>
                                        </p:tav>
                                        <p:tav tm="100000">
                                          <p:val>
                                            <p:strVal val="#ppt_y"/>
                                          </p:val>
                                        </p:tav>
                                      </p:tavLst>
                                    </p:anim>
                                  </p:childTnLst>
                                </p:cTn>
                              </p:par>
                            </p:childTnLst>
                          </p:cTn>
                        </p:par>
                        <p:par>
                          <p:cTn id="1457" fill="hold">
                            <p:stCondLst>
                              <p:cond delay="2500"/>
                            </p:stCondLst>
                            <p:childTnLst>
                              <p:par>
                                <p:cTn id="1458" presetID="22" presetClass="exit" presetSubtype="1" fill="hold" grpId="1" nodeType="afterEffect">
                                  <p:stCondLst>
                                    <p:cond delay="0"/>
                                  </p:stCondLst>
                                  <p:childTnLst>
                                    <p:animEffect transition="out" filter="wipe(up)">
                                      <p:cBhvr>
                                        <p:cTn id="1459" dur="500"/>
                                        <p:tgtEl>
                                          <p:spTgt spid="319"/>
                                        </p:tgtEl>
                                      </p:cBhvr>
                                    </p:animEffect>
                                    <p:set>
                                      <p:cBhvr>
                                        <p:cTn id="1460" dur="1" fill="hold">
                                          <p:stCondLst>
                                            <p:cond delay="499"/>
                                          </p:stCondLst>
                                        </p:cTn>
                                        <p:tgtEl>
                                          <p:spTgt spid="319"/>
                                        </p:tgtEl>
                                        <p:attrNameLst>
                                          <p:attrName>style.visibility</p:attrName>
                                        </p:attrNameLst>
                                      </p:cBhvr>
                                      <p:to>
                                        <p:strVal val="hidden"/>
                                      </p:to>
                                    </p:set>
                                  </p:childTnLst>
                                </p:cTn>
                              </p:par>
                            </p:childTnLst>
                          </p:cTn>
                        </p:par>
                        <p:par>
                          <p:cTn id="1461" fill="hold">
                            <p:stCondLst>
                              <p:cond delay="3000"/>
                            </p:stCondLst>
                            <p:childTnLst>
                              <p:par>
                                <p:cTn id="1462" presetID="22" presetClass="entr" presetSubtype="8" fill="hold" nodeType="afterEffect">
                                  <p:stCondLst>
                                    <p:cond delay="0"/>
                                  </p:stCondLst>
                                  <p:childTnLst>
                                    <p:set>
                                      <p:cBhvr>
                                        <p:cTn id="1463" dur="1" fill="hold">
                                          <p:stCondLst>
                                            <p:cond delay="0"/>
                                          </p:stCondLst>
                                        </p:cTn>
                                        <p:tgtEl>
                                          <p:spTgt spid="318"/>
                                        </p:tgtEl>
                                        <p:attrNameLst>
                                          <p:attrName>style.visibility</p:attrName>
                                        </p:attrNameLst>
                                      </p:cBhvr>
                                      <p:to>
                                        <p:strVal val="visible"/>
                                      </p:to>
                                    </p:set>
                                    <p:animEffect transition="in" filter="wipe(left)">
                                      <p:cBhvr>
                                        <p:cTn id="1464" dur="1000"/>
                                        <p:tgtEl>
                                          <p:spTgt spid="318"/>
                                        </p:tgtEl>
                                      </p:cBhvr>
                                    </p:animEffect>
                                  </p:childTnLst>
                                </p:cTn>
                              </p:par>
                            </p:childTnLst>
                          </p:cTn>
                        </p:par>
                        <p:par>
                          <p:cTn id="1465" fill="hold">
                            <p:stCondLst>
                              <p:cond delay="4000"/>
                            </p:stCondLst>
                            <p:childTnLst>
                              <p:par>
                                <p:cTn id="1466" presetID="22" presetClass="exit" presetSubtype="1" fill="hold" nodeType="afterEffect">
                                  <p:stCondLst>
                                    <p:cond delay="0"/>
                                  </p:stCondLst>
                                  <p:childTnLst>
                                    <p:animEffect transition="out" filter="wipe(up)">
                                      <p:cBhvr>
                                        <p:cTn id="1467" dur="500"/>
                                        <p:tgtEl>
                                          <p:spTgt spid="318"/>
                                        </p:tgtEl>
                                      </p:cBhvr>
                                    </p:animEffect>
                                    <p:set>
                                      <p:cBhvr>
                                        <p:cTn id="1468" dur="1" fill="hold">
                                          <p:stCondLst>
                                            <p:cond delay="499"/>
                                          </p:stCondLst>
                                        </p:cTn>
                                        <p:tgtEl>
                                          <p:spTgt spid="318"/>
                                        </p:tgtEl>
                                        <p:attrNameLst>
                                          <p:attrName>style.visibility</p:attrName>
                                        </p:attrNameLst>
                                      </p:cBhvr>
                                      <p:to>
                                        <p:strVal val="hidden"/>
                                      </p:to>
                                    </p:set>
                                  </p:childTnLst>
                                </p:cTn>
                              </p:par>
                            </p:childTnLst>
                          </p:cTn>
                        </p:par>
                        <p:par>
                          <p:cTn id="1469" fill="hold">
                            <p:stCondLst>
                              <p:cond delay="4500"/>
                            </p:stCondLst>
                            <p:childTnLst>
                              <p:par>
                                <p:cTn id="1470" presetID="22" presetClass="entr" presetSubtype="8" fill="hold" nodeType="afterEffect">
                                  <p:stCondLst>
                                    <p:cond delay="0"/>
                                  </p:stCondLst>
                                  <p:childTnLst>
                                    <p:set>
                                      <p:cBhvr>
                                        <p:cTn id="1471" dur="1" fill="hold">
                                          <p:stCondLst>
                                            <p:cond delay="0"/>
                                          </p:stCondLst>
                                        </p:cTn>
                                        <p:tgtEl>
                                          <p:spTgt spid="323"/>
                                        </p:tgtEl>
                                        <p:attrNameLst>
                                          <p:attrName>style.visibility</p:attrName>
                                        </p:attrNameLst>
                                      </p:cBhvr>
                                      <p:to>
                                        <p:strVal val="visible"/>
                                      </p:to>
                                    </p:set>
                                    <p:animEffect transition="in" filter="wipe(left)">
                                      <p:cBhvr>
                                        <p:cTn id="1472" dur="1000"/>
                                        <p:tgtEl>
                                          <p:spTgt spid="323"/>
                                        </p:tgtEl>
                                      </p:cBhvr>
                                    </p:animEffect>
                                  </p:childTnLst>
                                </p:cTn>
                              </p:par>
                            </p:childTnLst>
                          </p:cTn>
                        </p:par>
                        <p:par>
                          <p:cTn id="1473" fill="hold">
                            <p:stCondLst>
                              <p:cond delay="5500"/>
                            </p:stCondLst>
                            <p:childTnLst>
                              <p:par>
                                <p:cTn id="1474" presetID="22" presetClass="exit" presetSubtype="1" fill="hold" nodeType="afterEffect">
                                  <p:stCondLst>
                                    <p:cond delay="0"/>
                                  </p:stCondLst>
                                  <p:childTnLst>
                                    <p:animEffect transition="out" filter="wipe(up)">
                                      <p:cBhvr>
                                        <p:cTn id="1475" dur="500"/>
                                        <p:tgtEl>
                                          <p:spTgt spid="323"/>
                                        </p:tgtEl>
                                      </p:cBhvr>
                                    </p:animEffect>
                                    <p:set>
                                      <p:cBhvr>
                                        <p:cTn id="1476" dur="1" fill="hold">
                                          <p:stCondLst>
                                            <p:cond delay="499"/>
                                          </p:stCondLst>
                                        </p:cTn>
                                        <p:tgtEl>
                                          <p:spTgt spid="323"/>
                                        </p:tgtEl>
                                        <p:attrNameLst>
                                          <p:attrName>style.visibility</p:attrName>
                                        </p:attrNameLst>
                                      </p:cBhvr>
                                      <p:to>
                                        <p:strVal val="hidden"/>
                                      </p:to>
                                    </p:set>
                                  </p:childTnLst>
                                </p:cTn>
                              </p:par>
                            </p:childTnLst>
                          </p:cTn>
                        </p:par>
                        <p:par>
                          <p:cTn id="1477" fill="hold">
                            <p:stCondLst>
                              <p:cond delay="6000"/>
                            </p:stCondLst>
                            <p:childTnLst>
                              <p:par>
                                <p:cTn id="1478" presetID="22" presetClass="entr" presetSubtype="8" fill="hold" nodeType="afterEffect">
                                  <p:stCondLst>
                                    <p:cond delay="0"/>
                                  </p:stCondLst>
                                  <p:childTnLst>
                                    <p:set>
                                      <p:cBhvr>
                                        <p:cTn id="1479" dur="1" fill="hold">
                                          <p:stCondLst>
                                            <p:cond delay="0"/>
                                          </p:stCondLst>
                                        </p:cTn>
                                        <p:tgtEl>
                                          <p:spTgt spid="325"/>
                                        </p:tgtEl>
                                        <p:attrNameLst>
                                          <p:attrName>style.visibility</p:attrName>
                                        </p:attrNameLst>
                                      </p:cBhvr>
                                      <p:to>
                                        <p:strVal val="visible"/>
                                      </p:to>
                                    </p:set>
                                    <p:animEffect transition="in" filter="wipe(left)">
                                      <p:cBhvr>
                                        <p:cTn id="1480" dur="1000"/>
                                        <p:tgtEl>
                                          <p:spTgt spid="325"/>
                                        </p:tgtEl>
                                      </p:cBhvr>
                                    </p:animEffect>
                                  </p:childTnLst>
                                </p:cTn>
                              </p:par>
                            </p:childTnLst>
                          </p:cTn>
                        </p:par>
                      </p:childTnLst>
                    </p:cTn>
                  </p:par>
                  <p:par>
                    <p:cTn id="1481" fill="hold">
                      <p:stCondLst>
                        <p:cond delay="indefinite"/>
                      </p:stCondLst>
                      <p:childTnLst>
                        <p:par>
                          <p:cTn id="1482" fill="hold">
                            <p:stCondLst>
                              <p:cond delay="0"/>
                            </p:stCondLst>
                            <p:childTnLst>
                              <p:par>
                                <p:cTn id="1483" presetID="22" presetClass="exit" presetSubtype="1" fill="hold" nodeType="clickEffect">
                                  <p:stCondLst>
                                    <p:cond delay="0"/>
                                  </p:stCondLst>
                                  <p:childTnLst>
                                    <p:animEffect transition="out" filter="wipe(up)">
                                      <p:cBhvr>
                                        <p:cTn id="1484" dur="500"/>
                                        <p:tgtEl>
                                          <p:spTgt spid="325"/>
                                        </p:tgtEl>
                                      </p:cBhvr>
                                    </p:animEffect>
                                    <p:set>
                                      <p:cBhvr>
                                        <p:cTn id="1485" dur="1" fill="hold">
                                          <p:stCondLst>
                                            <p:cond delay="499"/>
                                          </p:stCondLst>
                                        </p:cTn>
                                        <p:tgtEl>
                                          <p:spTgt spid="325"/>
                                        </p:tgtEl>
                                        <p:attrNameLst>
                                          <p:attrName>style.visibility</p:attrName>
                                        </p:attrNameLst>
                                      </p:cBhvr>
                                      <p:to>
                                        <p:strVal val="hidden"/>
                                      </p:to>
                                    </p:set>
                                  </p:childTnLst>
                                </p:cTn>
                              </p:par>
                            </p:childTnLst>
                          </p:cTn>
                        </p:par>
                        <p:par>
                          <p:cTn id="1486" fill="hold">
                            <p:stCondLst>
                              <p:cond delay="500"/>
                            </p:stCondLst>
                            <p:childTnLst>
                              <p:par>
                                <p:cTn id="1487" presetID="31" presetClass="exit" presetSubtype="0" fill="hold" grpId="1" nodeType="afterEffect">
                                  <p:stCondLst>
                                    <p:cond delay="0"/>
                                  </p:stCondLst>
                                  <p:childTnLst>
                                    <p:anim calcmode="lin" valueType="num">
                                      <p:cBhvr>
                                        <p:cTn id="1488" dur="1000"/>
                                        <p:tgtEl>
                                          <p:spTgt spid="315"/>
                                        </p:tgtEl>
                                        <p:attrNameLst>
                                          <p:attrName>ppt_w</p:attrName>
                                        </p:attrNameLst>
                                      </p:cBhvr>
                                      <p:tavLst>
                                        <p:tav tm="0">
                                          <p:val>
                                            <p:strVal val="ppt_w"/>
                                          </p:val>
                                        </p:tav>
                                        <p:tav tm="100000">
                                          <p:val>
                                            <p:fltVal val="0"/>
                                          </p:val>
                                        </p:tav>
                                      </p:tavLst>
                                    </p:anim>
                                    <p:anim calcmode="lin" valueType="num">
                                      <p:cBhvr>
                                        <p:cTn id="1489" dur="1000"/>
                                        <p:tgtEl>
                                          <p:spTgt spid="315"/>
                                        </p:tgtEl>
                                        <p:attrNameLst>
                                          <p:attrName>ppt_h</p:attrName>
                                        </p:attrNameLst>
                                      </p:cBhvr>
                                      <p:tavLst>
                                        <p:tav tm="0">
                                          <p:val>
                                            <p:strVal val="ppt_h"/>
                                          </p:val>
                                        </p:tav>
                                        <p:tav tm="100000">
                                          <p:val>
                                            <p:fltVal val="0"/>
                                          </p:val>
                                        </p:tav>
                                      </p:tavLst>
                                    </p:anim>
                                    <p:anim calcmode="lin" valueType="num">
                                      <p:cBhvr>
                                        <p:cTn id="1490" dur="1000"/>
                                        <p:tgtEl>
                                          <p:spTgt spid="315"/>
                                        </p:tgtEl>
                                        <p:attrNameLst>
                                          <p:attrName>style.rotation</p:attrName>
                                        </p:attrNameLst>
                                      </p:cBhvr>
                                      <p:tavLst>
                                        <p:tav tm="0">
                                          <p:val>
                                            <p:fltVal val="0"/>
                                          </p:val>
                                        </p:tav>
                                        <p:tav tm="100000">
                                          <p:val>
                                            <p:fltVal val="90"/>
                                          </p:val>
                                        </p:tav>
                                      </p:tavLst>
                                    </p:anim>
                                    <p:animEffect transition="out" filter="fade">
                                      <p:cBhvr>
                                        <p:cTn id="1491" dur="1000"/>
                                        <p:tgtEl>
                                          <p:spTgt spid="315"/>
                                        </p:tgtEl>
                                      </p:cBhvr>
                                    </p:animEffect>
                                    <p:set>
                                      <p:cBhvr>
                                        <p:cTn id="1492" dur="1" fill="hold">
                                          <p:stCondLst>
                                            <p:cond delay="999"/>
                                          </p:stCondLst>
                                        </p:cTn>
                                        <p:tgtEl>
                                          <p:spTgt spid="315"/>
                                        </p:tgtEl>
                                        <p:attrNameLst>
                                          <p:attrName>style.visibility</p:attrName>
                                        </p:attrNameLst>
                                      </p:cBhvr>
                                      <p:to>
                                        <p:strVal val="hidden"/>
                                      </p:to>
                                    </p:set>
                                  </p:childTnLst>
                                </p:cTn>
                              </p:par>
                            </p:childTnLst>
                          </p:cTn>
                        </p:par>
                      </p:childTnLst>
                    </p:cTn>
                  </p:par>
                  <p:par>
                    <p:cTn id="1493" fill="hold">
                      <p:stCondLst>
                        <p:cond delay="indefinite"/>
                      </p:stCondLst>
                      <p:childTnLst>
                        <p:par>
                          <p:cTn id="1494" fill="hold">
                            <p:stCondLst>
                              <p:cond delay="0"/>
                            </p:stCondLst>
                            <p:childTnLst>
                              <p:par>
                                <p:cTn id="1495" presetID="22" presetClass="exit" presetSubtype="1" fill="hold" nodeType="clickEffect">
                                  <p:stCondLst>
                                    <p:cond delay="0"/>
                                  </p:stCondLst>
                                  <p:childTnLst>
                                    <p:animEffect transition="out" filter="wipe(up)">
                                      <p:cBhvr>
                                        <p:cTn id="1496" dur="500"/>
                                        <p:tgtEl>
                                          <p:spTgt spid="303"/>
                                        </p:tgtEl>
                                      </p:cBhvr>
                                    </p:animEffect>
                                    <p:set>
                                      <p:cBhvr>
                                        <p:cTn id="1497" dur="1" fill="hold">
                                          <p:stCondLst>
                                            <p:cond delay="499"/>
                                          </p:stCondLst>
                                        </p:cTn>
                                        <p:tgtEl>
                                          <p:spTgt spid="303"/>
                                        </p:tgtEl>
                                        <p:attrNameLst>
                                          <p:attrName>style.visibility</p:attrName>
                                        </p:attrNameLst>
                                      </p:cBhvr>
                                      <p:to>
                                        <p:strVal val="hidden"/>
                                      </p:to>
                                    </p:set>
                                  </p:childTnLst>
                                </p:cTn>
                              </p:par>
                            </p:childTnLst>
                          </p:cTn>
                        </p:par>
                        <p:par>
                          <p:cTn id="1498" fill="hold">
                            <p:stCondLst>
                              <p:cond delay="500"/>
                            </p:stCondLst>
                            <p:childTnLst>
                              <p:par>
                                <p:cTn id="1499" presetID="22" presetClass="entr" presetSubtype="8" fill="hold" nodeType="afterEffect">
                                  <p:stCondLst>
                                    <p:cond delay="0"/>
                                  </p:stCondLst>
                                  <p:childTnLst>
                                    <p:set>
                                      <p:cBhvr>
                                        <p:cTn id="1500" dur="1" fill="hold">
                                          <p:stCondLst>
                                            <p:cond delay="0"/>
                                          </p:stCondLst>
                                        </p:cTn>
                                        <p:tgtEl>
                                          <p:spTgt spid="306"/>
                                        </p:tgtEl>
                                        <p:attrNameLst>
                                          <p:attrName>style.visibility</p:attrName>
                                        </p:attrNameLst>
                                      </p:cBhvr>
                                      <p:to>
                                        <p:strVal val="visible"/>
                                      </p:to>
                                    </p:set>
                                    <p:animEffect transition="in" filter="wipe(left)">
                                      <p:cBhvr>
                                        <p:cTn id="1501" dur="1000"/>
                                        <p:tgtEl>
                                          <p:spTgt spid="306"/>
                                        </p:tgtEl>
                                      </p:cBhvr>
                                    </p:animEffect>
                                  </p:childTnLst>
                                </p:cTn>
                              </p:par>
                            </p:childTnLst>
                          </p:cTn>
                        </p:par>
                      </p:childTnLst>
                    </p:cTn>
                  </p:par>
                  <p:par>
                    <p:cTn id="1502" fill="hold">
                      <p:stCondLst>
                        <p:cond delay="indefinite"/>
                      </p:stCondLst>
                      <p:childTnLst>
                        <p:par>
                          <p:cTn id="1503" fill="hold">
                            <p:stCondLst>
                              <p:cond delay="0"/>
                            </p:stCondLst>
                            <p:childTnLst>
                              <p:par>
                                <p:cTn id="1504" presetID="22" presetClass="exit" presetSubtype="1" fill="hold" nodeType="clickEffect">
                                  <p:stCondLst>
                                    <p:cond delay="0"/>
                                  </p:stCondLst>
                                  <p:childTnLst>
                                    <p:animEffect transition="out" filter="wipe(up)">
                                      <p:cBhvr>
                                        <p:cTn id="1505" dur="500"/>
                                        <p:tgtEl>
                                          <p:spTgt spid="306"/>
                                        </p:tgtEl>
                                      </p:cBhvr>
                                    </p:animEffect>
                                    <p:set>
                                      <p:cBhvr>
                                        <p:cTn id="1506" dur="1" fill="hold">
                                          <p:stCondLst>
                                            <p:cond delay="499"/>
                                          </p:stCondLst>
                                        </p:cTn>
                                        <p:tgtEl>
                                          <p:spTgt spid="306"/>
                                        </p:tgtEl>
                                        <p:attrNameLst>
                                          <p:attrName>style.visibility</p:attrName>
                                        </p:attrNameLst>
                                      </p:cBhvr>
                                      <p:to>
                                        <p:strVal val="hidden"/>
                                      </p:to>
                                    </p:set>
                                  </p:childTnLst>
                                </p:cTn>
                              </p:par>
                            </p:childTnLst>
                          </p:cTn>
                        </p:par>
                        <p:par>
                          <p:cTn id="1507" fill="hold">
                            <p:stCondLst>
                              <p:cond delay="500"/>
                            </p:stCondLst>
                            <p:childTnLst>
                              <p:par>
                                <p:cTn id="1508" presetID="22" presetClass="entr" presetSubtype="8" fill="hold" nodeType="afterEffect">
                                  <p:stCondLst>
                                    <p:cond delay="0"/>
                                  </p:stCondLst>
                                  <p:childTnLst>
                                    <p:set>
                                      <p:cBhvr>
                                        <p:cTn id="1509" dur="1" fill="hold">
                                          <p:stCondLst>
                                            <p:cond delay="0"/>
                                          </p:stCondLst>
                                        </p:cTn>
                                        <p:tgtEl>
                                          <p:spTgt spid="307"/>
                                        </p:tgtEl>
                                        <p:attrNameLst>
                                          <p:attrName>style.visibility</p:attrName>
                                        </p:attrNameLst>
                                      </p:cBhvr>
                                      <p:to>
                                        <p:strVal val="visible"/>
                                      </p:to>
                                    </p:set>
                                    <p:animEffect transition="in" filter="wipe(left)">
                                      <p:cBhvr>
                                        <p:cTn id="1510" dur="1000"/>
                                        <p:tgtEl>
                                          <p:spTgt spid="307"/>
                                        </p:tgtEl>
                                      </p:cBhvr>
                                    </p:animEffect>
                                  </p:childTnLst>
                                </p:cTn>
                              </p:par>
                            </p:childTnLst>
                          </p:cTn>
                        </p:par>
                      </p:childTnLst>
                    </p:cTn>
                  </p:par>
                  <p:par>
                    <p:cTn id="1511" fill="hold">
                      <p:stCondLst>
                        <p:cond delay="indefinite"/>
                      </p:stCondLst>
                      <p:childTnLst>
                        <p:par>
                          <p:cTn id="1512" fill="hold">
                            <p:stCondLst>
                              <p:cond delay="0"/>
                            </p:stCondLst>
                            <p:childTnLst>
                              <p:par>
                                <p:cTn id="1513" presetID="22" presetClass="entr" presetSubtype="8" fill="hold" nodeType="clickEffect">
                                  <p:stCondLst>
                                    <p:cond delay="0"/>
                                  </p:stCondLst>
                                  <p:childTnLst>
                                    <p:set>
                                      <p:cBhvr>
                                        <p:cTn id="1514" dur="1" fill="hold">
                                          <p:stCondLst>
                                            <p:cond delay="0"/>
                                          </p:stCondLst>
                                        </p:cTn>
                                        <p:tgtEl>
                                          <p:spTgt spid="215"/>
                                        </p:tgtEl>
                                        <p:attrNameLst>
                                          <p:attrName>style.visibility</p:attrName>
                                        </p:attrNameLst>
                                      </p:cBhvr>
                                      <p:to>
                                        <p:strVal val="visible"/>
                                      </p:to>
                                    </p:set>
                                    <p:animEffect transition="in" filter="wipe(left)">
                                      <p:cBhvr>
                                        <p:cTn id="1515" dur="500"/>
                                        <p:tgtEl>
                                          <p:spTgt spid="215"/>
                                        </p:tgtEl>
                                      </p:cBhvr>
                                    </p:animEffect>
                                  </p:childTnLst>
                                </p:cTn>
                              </p:par>
                            </p:childTnLst>
                          </p:cTn>
                        </p:par>
                        <p:par>
                          <p:cTn id="1516" fill="hold">
                            <p:stCondLst>
                              <p:cond delay="500"/>
                            </p:stCondLst>
                            <p:childTnLst>
                              <p:par>
                                <p:cTn id="1517" presetID="42" presetClass="entr" presetSubtype="0" fill="hold" nodeType="afterEffect">
                                  <p:stCondLst>
                                    <p:cond delay="0"/>
                                  </p:stCondLst>
                                  <p:childTnLst>
                                    <p:set>
                                      <p:cBhvr>
                                        <p:cTn id="1518" dur="1" fill="hold">
                                          <p:stCondLst>
                                            <p:cond delay="0"/>
                                          </p:stCondLst>
                                        </p:cTn>
                                        <p:tgtEl>
                                          <p:spTgt spid="332"/>
                                        </p:tgtEl>
                                        <p:attrNameLst>
                                          <p:attrName>style.visibility</p:attrName>
                                        </p:attrNameLst>
                                      </p:cBhvr>
                                      <p:to>
                                        <p:strVal val="visible"/>
                                      </p:to>
                                    </p:set>
                                    <p:animEffect transition="in" filter="fade">
                                      <p:cBhvr>
                                        <p:cTn id="1519" dur="1000"/>
                                        <p:tgtEl>
                                          <p:spTgt spid="332"/>
                                        </p:tgtEl>
                                      </p:cBhvr>
                                    </p:animEffect>
                                    <p:anim calcmode="lin" valueType="num">
                                      <p:cBhvr>
                                        <p:cTn id="1520" dur="1000" fill="hold"/>
                                        <p:tgtEl>
                                          <p:spTgt spid="332"/>
                                        </p:tgtEl>
                                        <p:attrNameLst>
                                          <p:attrName>ppt_x</p:attrName>
                                        </p:attrNameLst>
                                      </p:cBhvr>
                                      <p:tavLst>
                                        <p:tav tm="0">
                                          <p:val>
                                            <p:strVal val="#ppt_x"/>
                                          </p:val>
                                        </p:tav>
                                        <p:tav tm="100000">
                                          <p:val>
                                            <p:strVal val="#ppt_x"/>
                                          </p:val>
                                        </p:tav>
                                      </p:tavLst>
                                    </p:anim>
                                    <p:anim calcmode="lin" valueType="num">
                                      <p:cBhvr>
                                        <p:cTn id="1521" dur="1000" fill="hold"/>
                                        <p:tgtEl>
                                          <p:spTgt spid="332"/>
                                        </p:tgtEl>
                                        <p:attrNameLst>
                                          <p:attrName>ppt_y</p:attrName>
                                        </p:attrNameLst>
                                      </p:cBhvr>
                                      <p:tavLst>
                                        <p:tav tm="0">
                                          <p:val>
                                            <p:strVal val="#ppt_y+.1"/>
                                          </p:val>
                                        </p:tav>
                                        <p:tav tm="100000">
                                          <p:val>
                                            <p:strVal val="#ppt_y"/>
                                          </p:val>
                                        </p:tav>
                                      </p:tavLst>
                                    </p:anim>
                                  </p:childTnLst>
                                </p:cTn>
                              </p:par>
                            </p:childTnLst>
                          </p:cTn>
                        </p:par>
                        <p:par>
                          <p:cTn id="1522" fill="hold">
                            <p:stCondLst>
                              <p:cond delay="1500"/>
                            </p:stCondLst>
                            <p:childTnLst>
                              <p:par>
                                <p:cTn id="1523" presetID="42" presetClass="entr" presetSubtype="0" fill="hold" nodeType="afterEffect">
                                  <p:stCondLst>
                                    <p:cond delay="0"/>
                                  </p:stCondLst>
                                  <p:childTnLst>
                                    <p:set>
                                      <p:cBhvr>
                                        <p:cTn id="1524" dur="1" fill="hold">
                                          <p:stCondLst>
                                            <p:cond delay="0"/>
                                          </p:stCondLst>
                                        </p:cTn>
                                        <p:tgtEl>
                                          <p:spTgt spid="329"/>
                                        </p:tgtEl>
                                        <p:attrNameLst>
                                          <p:attrName>style.visibility</p:attrName>
                                        </p:attrNameLst>
                                      </p:cBhvr>
                                      <p:to>
                                        <p:strVal val="visible"/>
                                      </p:to>
                                    </p:set>
                                    <p:animEffect transition="in" filter="fade">
                                      <p:cBhvr>
                                        <p:cTn id="1525" dur="1000"/>
                                        <p:tgtEl>
                                          <p:spTgt spid="329"/>
                                        </p:tgtEl>
                                      </p:cBhvr>
                                    </p:animEffect>
                                    <p:anim calcmode="lin" valueType="num">
                                      <p:cBhvr>
                                        <p:cTn id="1526" dur="1000" fill="hold"/>
                                        <p:tgtEl>
                                          <p:spTgt spid="329"/>
                                        </p:tgtEl>
                                        <p:attrNameLst>
                                          <p:attrName>ppt_x</p:attrName>
                                        </p:attrNameLst>
                                      </p:cBhvr>
                                      <p:tavLst>
                                        <p:tav tm="0">
                                          <p:val>
                                            <p:strVal val="#ppt_x"/>
                                          </p:val>
                                        </p:tav>
                                        <p:tav tm="100000">
                                          <p:val>
                                            <p:strVal val="#ppt_x"/>
                                          </p:val>
                                        </p:tav>
                                      </p:tavLst>
                                    </p:anim>
                                    <p:anim calcmode="lin" valueType="num">
                                      <p:cBhvr>
                                        <p:cTn id="1527" dur="1000" fill="hold"/>
                                        <p:tgtEl>
                                          <p:spTgt spid="329"/>
                                        </p:tgtEl>
                                        <p:attrNameLst>
                                          <p:attrName>ppt_y</p:attrName>
                                        </p:attrNameLst>
                                      </p:cBhvr>
                                      <p:tavLst>
                                        <p:tav tm="0">
                                          <p:val>
                                            <p:strVal val="#ppt_y+.1"/>
                                          </p:val>
                                        </p:tav>
                                        <p:tav tm="100000">
                                          <p:val>
                                            <p:strVal val="#ppt_y"/>
                                          </p:val>
                                        </p:tav>
                                      </p:tavLst>
                                    </p:anim>
                                  </p:childTnLst>
                                </p:cTn>
                              </p:par>
                            </p:childTnLst>
                          </p:cTn>
                        </p:par>
                        <p:par>
                          <p:cTn id="1528" fill="hold">
                            <p:stCondLst>
                              <p:cond delay="2500"/>
                            </p:stCondLst>
                            <p:childTnLst>
                              <p:par>
                                <p:cTn id="1529" presetID="31" presetClass="entr" presetSubtype="0" fill="hold" grpId="0" nodeType="afterEffect">
                                  <p:stCondLst>
                                    <p:cond delay="0"/>
                                  </p:stCondLst>
                                  <p:childTnLst>
                                    <p:set>
                                      <p:cBhvr>
                                        <p:cTn id="1530" dur="1" fill="hold">
                                          <p:stCondLst>
                                            <p:cond delay="0"/>
                                          </p:stCondLst>
                                        </p:cTn>
                                        <p:tgtEl>
                                          <p:spTgt spid="335"/>
                                        </p:tgtEl>
                                        <p:attrNameLst>
                                          <p:attrName>style.visibility</p:attrName>
                                        </p:attrNameLst>
                                      </p:cBhvr>
                                      <p:to>
                                        <p:strVal val="visible"/>
                                      </p:to>
                                    </p:set>
                                    <p:anim calcmode="lin" valueType="num">
                                      <p:cBhvr>
                                        <p:cTn id="1531" dur="1000" fill="hold"/>
                                        <p:tgtEl>
                                          <p:spTgt spid="335"/>
                                        </p:tgtEl>
                                        <p:attrNameLst>
                                          <p:attrName>ppt_w</p:attrName>
                                        </p:attrNameLst>
                                      </p:cBhvr>
                                      <p:tavLst>
                                        <p:tav tm="0">
                                          <p:val>
                                            <p:fltVal val="0"/>
                                          </p:val>
                                        </p:tav>
                                        <p:tav tm="100000">
                                          <p:val>
                                            <p:strVal val="#ppt_w"/>
                                          </p:val>
                                        </p:tav>
                                      </p:tavLst>
                                    </p:anim>
                                    <p:anim calcmode="lin" valueType="num">
                                      <p:cBhvr>
                                        <p:cTn id="1532" dur="1000" fill="hold"/>
                                        <p:tgtEl>
                                          <p:spTgt spid="335"/>
                                        </p:tgtEl>
                                        <p:attrNameLst>
                                          <p:attrName>ppt_h</p:attrName>
                                        </p:attrNameLst>
                                      </p:cBhvr>
                                      <p:tavLst>
                                        <p:tav tm="0">
                                          <p:val>
                                            <p:fltVal val="0"/>
                                          </p:val>
                                        </p:tav>
                                        <p:tav tm="100000">
                                          <p:val>
                                            <p:strVal val="#ppt_h"/>
                                          </p:val>
                                        </p:tav>
                                      </p:tavLst>
                                    </p:anim>
                                    <p:anim calcmode="lin" valueType="num">
                                      <p:cBhvr>
                                        <p:cTn id="1533" dur="1000" fill="hold"/>
                                        <p:tgtEl>
                                          <p:spTgt spid="335"/>
                                        </p:tgtEl>
                                        <p:attrNameLst>
                                          <p:attrName>style.rotation</p:attrName>
                                        </p:attrNameLst>
                                      </p:cBhvr>
                                      <p:tavLst>
                                        <p:tav tm="0">
                                          <p:val>
                                            <p:fltVal val="90"/>
                                          </p:val>
                                        </p:tav>
                                        <p:tav tm="100000">
                                          <p:val>
                                            <p:fltVal val="0"/>
                                          </p:val>
                                        </p:tav>
                                      </p:tavLst>
                                    </p:anim>
                                    <p:animEffect transition="in" filter="fade">
                                      <p:cBhvr>
                                        <p:cTn id="1534" dur="1000"/>
                                        <p:tgtEl>
                                          <p:spTgt spid="335"/>
                                        </p:tgtEl>
                                      </p:cBhvr>
                                    </p:animEffect>
                                  </p:childTnLst>
                                </p:cTn>
                              </p:par>
                            </p:childTnLst>
                          </p:cTn>
                        </p:par>
                        <p:par>
                          <p:cTn id="1535" fill="hold">
                            <p:stCondLst>
                              <p:cond delay="3500"/>
                            </p:stCondLst>
                            <p:childTnLst>
                              <p:par>
                                <p:cTn id="1536" presetID="22" presetClass="entr" presetSubtype="8" fill="hold" nodeType="afterEffect">
                                  <p:stCondLst>
                                    <p:cond delay="0"/>
                                  </p:stCondLst>
                                  <p:childTnLst>
                                    <p:set>
                                      <p:cBhvr>
                                        <p:cTn id="1537" dur="1" fill="hold">
                                          <p:stCondLst>
                                            <p:cond delay="0"/>
                                          </p:stCondLst>
                                        </p:cTn>
                                        <p:tgtEl>
                                          <p:spTgt spid="336"/>
                                        </p:tgtEl>
                                        <p:attrNameLst>
                                          <p:attrName>style.visibility</p:attrName>
                                        </p:attrNameLst>
                                      </p:cBhvr>
                                      <p:to>
                                        <p:strVal val="visible"/>
                                      </p:to>
                                    </p:set>
                                    <p:animEffect transition="in" filter="wipe(left)">
                                      <p:cBhvr>
                                        <p:cTn id="1538" dur="1000"/>
                                        <p:tgtEl>
                                          <p:spTgt spid="336"/>
                                        </p:tgtEl>
                                      </p:cBhvr>
                                    </p:animEffect>
                                  </p:childTnLst>
                                </p:cTn>
                              </p:par>
                            </p:childTnLst>
                          </p:cTn>
                        </p:par>
                      </p:childTnLst>
                    </p:cTn>
                  </p:par>
                  <p:par>
                    <p:cTn id="1539" fill="hold">
                      <p:stCondLst>
                        <p:cond delay="indefinite"/>
                      </p:stCondLst>
                      <p:childTnLst>
                        <p:par>
                          <p:cTn id="1540" fill="hold">
                            <p:stCondLst>
                              <p:cond delay="0"/>
                            </p:stCondLst>
                            <p:childTnLst>
                              <p:par>
                                <p:cTn id="1541" presetID="42" presetClass="entr" presetSubtype="0" fill="hold" nodeType="clickEffect">
                                  <p:stCondLst>
                                    <p:cond delay="0"/>
                                  </p:stCondLst>
                                  <p:childTnLst>
                                    <p:set>
                                      <p:cBhvr>
                                        <p:cTn id="1542" dur="1" fill="hold">
                                          <p:stCondLst>
                                            <p:cond delay="0"/>
                                          </p:stCondLst>
                                        </p:cTn>
                                        <p:tgtEl>
                                          <p:spTgt spid="326"/>
                                        </p:tgtEl>
                                        <p:attrNameLst>
                                          <p:attrName>style.visibility</p:attrName>
                                        </p:attrNameLst>
                                      </p:cBhvr>
                                      <p:to>
                                        <p:strVal val="visible"/>
                                      </p:to>
                                    </p:set>
                                    <p:animEffect transition="in" filter="fade">
                                      <p:cBhvr>
                                        <p:cTn id="1543" dur="1000"/>
                                        <p:tgtEl>
                                          <p:spTgt spid="326"/>
                                        </p:tgtEl>
                                      </p:cBhvr>
                                    </p:animEffect>
                                    <p:anim calcmode="lin" valueType="num">
                                      <p:cBhvr>
                                        <p:cTn id="1544" dur="1000" fill="hold"/>
                                        <p:tgtEl>
                                          <p:spTgt spid="326"/>
                                        </p:tgtEl>
                                        <p:attrNameLst>
                                          <p:attrName>ppt_x</p:attrName>
                                        </p:attrNameLst>
                                      </p:cBhvr>
                                      <p:tavLst>
                                        <p:tav tm="0">
                                          <p:val>
                                            <p:strVal val="#ppt_x"/>
                                          </p:val>
                                        </p:tav>
                                        <p:tav tm="100000">
                                          <p:val>
                                            <p:strVal val="#ppt_x"/>
                                          </p:val>
                                        </p:tav>
                                      </p:tavLst>
                                    </p:anim>
                                    <p:anim calcmode="lin" valueType="num">
                                      <p:cBhvr>
                                        <p:cTn id="1545" dur="1000" fill="hold"/>
                                        <p:tgtEl>
                                          <p:spTgt spid="326"/>
                                        </p:tgtEl>
                                        <p:attrNameLst>
                                          <p:attrName>ppt_y</p:attrName>
                                        </p:attrNameLst>
                                      </p:cBhvr>
                                      <p:tavLst>
                                        <p:tav tm="0">
                                          <p:val>
                                            <p:strVal val="#ppt_y+.1"/>
                                          </p:val>
                                        </p:tav>
                                        <p:tav tm="100000">
                                          <p:val>
                                            <p:strVal val="#ppt_y"/>
                                          </p:val>
                                        </p:tav>
                                      </p:tavLst>
                                    </p:anim>
                                  </p:childTnLst>
                                </p:cTn>
                              </p:par>
                            </p:childTnLst>
                          </p:cTn>
                        </p:par>
                        <p:par>
                          <p:cTn id="1546" fill="hold">
                            <p:stCondLst>
                              <p:cond delay="1000"/>
                            </p:stCondLst>
                            <p:childTnLst>
                              <p:par>
                                <p:cTn id="1547" presetID="31" presetClass="entr" presetSubtype="0" fill="hold" grpId="0" nodeType="afterEffect">
                                  <p:stCondLst>
                                    <p:cond delay="0"/>
                                  </p:stCondLst>
                                  <p:childTnLst>
                                    <p:set>
                                      <p:cBhvr>
                                        <p:cTn id="1548" dur="1" fill="hold">
                                          <p:stCondLst>
                                            <p:cond delay="0"/>
                                          </p:stCondLst>
                                        </p:cTn>
                                        <p:tgtEl>
                                          <p:spTgt spid="115"/>
                                        </p:tgtEl>
                                        <p:attrNameLst>
                                          <p:attrName>style.visibility</p:attrName>
                                        </p:attrNameLst>
                                      </p:cBhvr>
                                      <p:to>
                                        <p:strVal val="visible"/>
                                      </p:to>
                                    </p:set>
                                    <p:anim calcmode="lin" valueType="num">
                                      <p:cBhvr>
                                        <p:cTn id="1549" dur="1000" fill="hold"/>
                                        <p:tgtEl>
                                          <p:spTgt spid="115"/>
                                        </p:tgtEl>
                                        <p:attrNameLst>
                                          <p:attrName>ppt_w</p:attrName>
                                        </p:attrNameLst>
                                      </p:cBhvr>
                                      <p:tavLst>
                                        <p:tav tm="0">
                                          <p:val>
                                            <p:fltVal val="0"/>
                                          </p:val>
                                        </p:tav>
                                        <p:tav tm="100000">
                                          <p:val>
                                            <p:strVal val="#ppt_w"/>
                                          </p:val>
                                        </p:tav>
                                      </p:tavLst>
                                    </p:anim>
                                    <p:anim calcmode="lin" valueType="num">
                                      <p:cBhvr>
                                        <p:cTn id="1550" dur="1000" fill="hold"/>
                                        <p:tgtEl>
                                          <p:spTgt spid="115"/>
                                        </p:tgtEl>
                                        <p:attrNameLst>
                                          <p:attrName>ppt_h</p:attrName>
                                        </p:attrNameLst>
                                      </p:cBhvr>
                                      <p:tavLst>
                                        <p:tav tm="0">
                                          <p:val>
                                            <p:fltVal val="0"/>
                                          </p:val>
                                        </p:tav>
                                        <p:tav tm="100000">
                                          <p:val>
                                            <p:strVal val="#ppt_h"/>
                                          </p:val>
                                        </p:tav>
                                      </p:tavLst>
                                    </p:anim>
                                    <p:anim calcmode="lin" valueType="num">
                                      <p:cBhvr>
                                        <p:cTn id="1551" dur="1000" fill="hold"/>
                                        <p:tgtEl>
                                          <p:spTgt spid="115"/>
                                        </p:tgtEl>
                                        <p:attrNameLst>
                                          <p:attrName>style.rotation</p:attrName>
                                        </p:attrNameLst>
                                      </p:cBhvr>
                                      <p:tavLst>
                                        <p:tav tm="0">
                                          <p:val>
                                            <p:fltVal val="90"/>
                                          </p:val>
                                        </p:tav>
                                        <p:tav tm="100000">
                                          <p:val>
                                            <p:fltVal val="0"/>
                                          </p:val>
                                        </p:tav>
                                      </p:tavLst>
                                    </p:anim>
                                    <p:animEffect transition="in" filter="fade">
                                      <p:cBhvr>
                                        <p:cTn id="1552" dur="1000"/>
                                        <p:tgtEl>
                                          <p:spTgt spid="115"/>
                                        </p:tgtEl>
                                      </p:cBhvr>
                                    </p:animEffect>
                                  </p:childTnLst>
                                </p:cTn>
                              </p:par>
                            </p:childTnLst>
                          </p:cTn>
                        </p:par>
                        <p:par>
                          <p:cTn id="1553" fill="hold">
                            <p:stCondLst>
                              <p:cond delay="2000"/>
                            </p:stCondLst>
                            <p:childTnLst>
                              <p:par>
                                <p:cTn id="1554" presetID="22" presetClass="exit" presetSubtype="1" fill="hold" nodeType="afterEffect">
                                  <p:stCondLst>
                                    <p:cond delay="0"/>
                                  </p:stCondLst>
                                  <p:childTnLst>
                                    <p:animEffect transition="out" filter="wipe(up)">
                                      <p:cBhvr>
                                        <p:cTn id="1555" dur="500"/>
                                        <p:tgtEl>
                                          <p:spTgt spid="336"/>
                                        </p:tgtEl>
                                      </p:cBhvr>
                                    </p:animEffect>
                                    <p:set>
                                      <p:cBhvr>
                                        <p:cTn id="1556" dur="1" fill="hold">
                                          <p:stCondLst>
                                            <p:cond delay="499"/>
                                          </p:stCondLst>
                                        </p:cTn>
                                        <p:tgtEl>
                                          <p:spTgt spid="336"/>
                                        </p:tgtEl>
                                        <p:attrNameLst>
                                          <p:attrName>style.visibility</p:attrName>
                                        </p:attrNameLst>
                                      </p:cBhvr>
                                      <p:to>
                                        <p:strVal val="hidden"/>
                                      </p:to>
                                    </p:set>
                                  </p:childTnLst>
                                </p:cTn>
                              </p:par>
                              <p:par>
                                <p:cTn id="1557" presetID="22" presetClass="entr" presetSubtype="8" fill="hold" nodeType="withEffect">
                                  <p:stCondLst>
                                    <p:cond delay="0"/>
                                  </p:stCondLst>
                                  <p:childTnLst>
                                    <p:set>
                                      <p:cBhvr>
                                        <p:cTn id="1558" dur="1" fill="hold">
                                          <p:stCondLst>
                                            <p:cond delay="0"/>
                                          </p:stCondLst>
                                        </p:cTn>
                                        <p:tgtEl>
                                          <p:spTgt spid="337"/>
                                        </p:tgtEl>
                                        <p:attrNameLst>
                                          <p:attrName>style.visibility</p:attrName>
                                        </p:attrNameLst>
                                      </p:cBhvr>
                                      <p:to>
                                        <p:strVal val="visible"/>
                                      </p:to>
                                    </p:set>
                                    <p:animEffect transition="in" filter="wipe(left)">
                                      <p:cBhvr>
                                        <p:cTn id="1559" dur="1000"/>
                                        <p:tgtEl>
                                          <p:spTgt spid="337"/>
                                        </p:tgtEl>
                                      </p:cBhvr>
                                    </p:animEffect>
                                  </p:childTnLst>
                                </p:cTn>
                              </p:par>
                            </p:childTnLst>
                          </p:cTn>
                        </p:par>
                      </p:childTnLst>
                    </p:cTn>
                  </p:par>
                  <p:par>
                    <p:cTn id="1560" fill="hold">
                      <p:stCondLst>
                        <p:cond delay="indefinite"/>
                      </p:stCondLst>
                      <p:childTnLst>
                        <p:par>
                          <p:cTn id="1561" fill="hold">
                            <p:stCondLst>
                              <p:cond delay="0"/>
                            </p:stCondLst>
                            <p:childTnLst>
                              <p:par>
                                <p:cTn id="1562" presetID="31" presetClass="entr" presetSubtype="0" fill="hold" grpId="0" nodeType="clickEffect">
                                  <p:stCondLst>
                                    <p:cond delay="0"/>
                                  </p:stCondLst>
                                  <p:childTnLst>
                                    <p:set>
                                      <p:cBhvr>
                                        <p:cTn id="1563" dur="1" fill="hold">
                                          <p:stCondLst>
                                            <p:cond delay="0"/>
                                          </p:stCondLst>
                                        </p:cTn>
                                        <p:tgtEl>
                                          <p:spTgt spid="341"/>
                                        </p:tgtEl>
                                        <p:attrNameLst>
                                          <p:attrName>style.visibility</p:attrName>
                                        </p:attrNameLst>
                                      </p:cBhvr>
                                      <p:to>
                                        <p:strVal val="visible"/>
                                      </p:to>
                                    </p:set>
                                    <p:anim calcmode="lin" valueType="num">
                                      <p:cBhvr>
                                        <p:cTn id="1564" dur="1000" fill="hold"/>
                                        <p:tgtEl>
                                          <p:spTgt spid="341"/>
                                        </p:tgtEl>
                                        <p:attrNameLst>
                                          <p:attrName>ppt_w</p:attrName>
                                        </p:attrNameLst>
                                      </p:cBhvr>
                                      <p:tavLst>
                                        <p:tav tm="0">
                                          <p:val>
                                            <p:fltVal val="0"/>
                                          </p:val>
                                        </p:tav>
                                        <p:tav tm="100000">
                                          <p:val>
                                            <p:strVal val="#ppt_w"/>
                                          </p:val>
                                        </p:tav>
                                      </p:tavLst>
                                    </p:anim>
                                    <p:anim calcmode="lin" valueType="num">
                                      <p:cBhvr>
                                        <p:cTn id="1565" dur="1000" fill="hold"/>
                                        <p:tgtEl>
                                          <p:spTgt spid="341"/>
                                        </p:tgtEl>
                                        <p:attrNameLst>
                                          <p:attrName>ppt_h</p:attrName>
                                        </p:attrNameLst>
                                      </p:cBhvr>
                                      <p:tavLst>
                                        <p:tav tm="0">
                                          <p:val>
                                            <p:fltVal val="0"/>
                                          </p:val>
                                        </p:tav>
                                        <p:tav tm="100000">
                                          <p:val>
                                            <p:strVal val="#ppt_h"/>
                                          </p:val>
                                        </p:tav>
                                      </p:tavLst>
                                    </p:anim>
                                    <p:anim calcmode="lin" valueType="num">
                                      <p:cBhvr>
                                        <p:cTn id="1566" dur="1000" fill="hold"/>
                                        <p:tgtEl>
                                          <p:spTgt spid="341"/>
                                        </p:tgtEl>
                                        <p:attrNameLst>
                                          <p:attrName>style.rotation</p:attrName>
                                        </p:attrNameLst>
                                      </p:cBhvr>
                                      <p:tavLst>
                                        <p:tav tm="0">
                                          <p:val>
                                            <p:fltVal val="90"/>
                                          </p:val>
                                        </p:tav>
                                        <p:tav tm="100000">
                                          <p:val>
                                            <p:fltVal val="0"/>
                                          </p:val>
                                        </p:tav>
                                      </p:tavLst>
                                    </p:anim>
                                    <p:animEffect transition="in" filter="fade">
                                      <p:cBhvr>
                                        <p:cTn id="1567" dur="1000"/>
                                        <p:tgtEl>
                                          <p:spTgt spid="341"/>
                                        </p:tgtEl>
                                      </p:cBhvr>
                                    </p:animEffect>
                                  </p:childTnLst>
                                </p:cTn>
                              </p:par>
                            </p:childTnLst>
                          </p:cTn>
                        </p:par>
                        <p:par>
                          <p:cTn id="1568" fill="hold">
                            <p:stCondLst>
                              <p:cond delay="1000"/>
                            </p:stCondLst>
                            <p:childTnLst>
                              <p:par>
                                <p:cTn id="1569" presetID="22" presetClass="exit" presetSubtype="1" fill="hold" nodeType="afterEffect">
                                  <p:stCondLst>
                                    <p:cond delay="0"/>
                                  </p:stCondLst>
                                  <p:childTnLst>
                                    <p:animEffect transition="out" filter="wipe(up)">
                                      <p:cBhvr>
                                        <p:cTn id="1570" dur="500"/>
                                        <p:tgtEl>
                                          <p:spTgt spid="337"/>
                                        </p:tgtEl>
                                      </p:cBhvr>
                                    </p:animEffect>
                                    <p:set>
                                      <p:cBhvr>
                                        <p:cTn id="1571" dur="1" fill="hold">
                                          <p:stCondLst>
                                            <p:cond delay="499"/>
                                          </p:stCondLst>
                                        </p:cTn>
                                        <p:tgtEl>
                                          <p:spTgt spid="337"/>
                                        </p:tgtEl>
                                        <p:attrNameLst>
                                          <p:attrName>style.visibility</p:attrName>
                                        </p:attrNameLst>
                                      </p:cBhvr>
                                      <p:to>
                                        <p:strVal val="hidden"/>
                                      </p:to>
                                    </p:set>
                                  </p:childTnLst>
                                </p:cTn>
                              </p:par>
                            </p:childTnLst>
                          </p:cTn>
                        </p:par>
                        <p:par>
                          <p:cTn id="1572" fill="hold">
                            <p:stCondLst>
                              <p:cond delay="1500"/>
                            </p:stCondLst>
                            <p:childTnLst>
                              <p:par>
                                <p:cTn id="1573" presetID="22" presetClass="entr" presetSubtype="1" fill="hold" grpId="0" nodeType="afterEffect">
                                  <p:stCondLst>
                                    <p:cond delay="0"/>
                                  </p:stCondLst>
                                  <p:childTnLst>
                                    <p:set>
                                      <p:cBhvr>
                                        <p:cTn id="1574" dur="1" fill="hold">
                                          <p:stCondLst>
                                            <p:cond delay="0"/>
                                          </p:stCondLst>
                                        </p:cTn>
                                        <p:tgtEl>
                                          <p:spTgt spid="340"/>
                                        </p:tgtEl>
                                        <p:attrNameLst>
                                          <p:attrName>style.visibility</p:attrName>
                                        </p:attrNameLst>
                                      </p:cBhvr>
                                      <p:to>
                                        <p:strVal val="visible"/>
                                      </p:to>
                                    </p:set>
                                    <p:animEffect transition="in" filter="wipe(up)">
                                      <p:cBhvr>
                                        <p:cTn id="1575" dur="500"/>
                                        <p:tgtEl>
                                          <p:spTgt spid="340"/>
                                        </p:tgtEl>
                                      </p:cBhvr>
                                    </p:animEffect>
                                  </p:childTnLst>
                                </p:cTn>
                              </p:par>
                            </p:childTnLst>
                          </p:cTn>
                        </p:par>
                      </p:childTnLst>
                    </p:cTn>
                  </p:par>
                  <p:par>
                    <p:cTn id="1576" fill="hold">
                      <p:stCondLst>
                        <p:cond delay="indefinite"/>
                      </p:stCondLst>
                      <p:childTnLst>
                        <p:par>
                          <p:cTn id="1577" fill="hold">
                            <p:stCondLst>
                              <p:cond delay="0"/>
                            </p:stCondLst>
                            <p:childTnLst>
                              <p:par>
                                <p:cTn id="1578" presetID="22" presetClass="exit" presetSubtype="1" fill="hold" grpId="1" nodeType="clickEffect">
                                  <p:stCondLst>
                                    <p:cond delay="0"/>
                                  </p:stCondLst>
                                  <p:childTnLst>
                                    <p:animEffect transition="out" filter="wipe(up)">
                                      <p:cBhvr>
                                        <p:cTn id="1579" dur="500"/>
                                        <p:tgtEl>
                                          <p:spTgt spid="340"/>
                                        </p:tgtEl>
                                      </p:cBhvr>
                                    </p:animEffect>
                                    <p:set>
                                      <p:cBhvr>
                                        <p:cTn id="1580" dur="1" fill="hold">
                                          <p:stCondLst>
                                            <p:cond delay="499"/>
                                          </p:stCondLst>
                                        </p:cTn>
                                        <p:tgtEl>
                                          <p:spTgt spid="340"/>
                                        </p:tgtEl>
                                        <p:attrNameLst>
                                          <p:attrName>style.visibility</p:attrName>
                                        </p:attrNameLst>
                                      </p:cBhvr>
                                      <p:to>
                                        <p:strVal val="hidden"/>
                                      </p:to>
                                    </p:set>
                                  </p:childTnLst>
                                </p:cTn>
                              </p:par>
                              <p:par>
                                <p:cTn id="1581" presetID="10" presetClass="exit" presetSubtype="0" fill="hold" grpId="1" nodeType="withEffect">
                                  <p:stCondLst>
                                    <p:cond delay="0"/>
                                  </p:stCondLst>
                                  <p:childTnLst>
                                    <p:animEffect transition="out" filter="fade">
                                      <p:cBhvr>
                                        <p:cTn id="1582" dur="500"/>
                                        <p:tgtEl>
                                          <p:spTgt spid="341"/>
                                        </p:tgtEl>
                                      </p:cBhvr>
                                    </p:animEffect>
                                    <p:set>
                                      <p:cBhvr>
                                        <p:cTn id="1583" dur="1" fill="hold">
                                          <p:stCondLst>
                                            <p:cond delay="499"/>
                                          </p:stCondLst>
                                        </p:cTn>
                                        <p:tgtEl>
                                          <p:spTgt spid="341"/>
                                        </p:tgtEl>
                                        <p:attrNameLst>
                                          <p:attrName>style.visibility</p:attrName>
                                        </p:attrNameLst>
                                      </p:cBhvr>
                                      <p:to>
                                        <p:strVal val="hidden"/>
                                      </p:to>
                                    </p:set>
                                  </p:childTnLst>
                                </p:cTn>
                              </p:par>
                            </p:childTnLst>
                          </p:cTn>
                        </p:par>
                        <p:par>
                          <p:cTn id="1584" fill="hold">
                            <p:stCondLst>
                              <p:cond delay="500"/>
                            </p:stCondLst>
                            <p:childTnLst>
                              <p:par>
                                <p:cTn id="1585" presetID="22" presetClass="entr" presetSubtype="1" fill="hold" grpId="0" nodeType="afterEffect">
                                  <p:stCondLst>
                                    <p:cond delay="0"/>
                                  </p:stCondLst>
                                  <p:childTnLst>
                                    <p:set>
                                      <p:cBhvr>
                                        <p:cTn id="1586" dur="1" fill="hold">
                                          <p:stCondLst>
                                            <p:cond delay="0"/>
                                          </p:stCondLst>
                                        </p:cTn>
                                        <p:tgtEl>
                                          <p:spTgt spid="339"/>
                                        </p:tgtEl>
                                        <p:attrNameLst>
                                          <p:attrName>style.visibility</p:attrName>
                                        </p:attrNameLst>
                                      </p:cBhvr>
                                      <p:to>
                                        <p:strVal val="visible"/>
                                      </p:to>
                                    </p:set>
                                    <p:animEffect transition="in" filter="wipe(up)">
                                      <p:cBhvr>
                                        <p:cTn id="1587" dur="500"/>
                                        <p:tgtEl>
                                          <p:spTgt spid="339"/>
                                        </p:tgtEl>
                                      </p:cBhvr>
                                    </p:animEffect>
                                  </p:childTnLst>
                                </p:cTn>
                              </p:par>
                            </p:childTnLst>
                          </p:cTn>
                        </p:par>
                      </p:childTnLst>
                    </p:cTn>
                  </p:par>
                  <p:par>
                    <p:cTn id="1588" fill="hold">
                      <p:stCondLst>
                        <p:cond delay="indefinite"/>
                      </p:stCondLst>
                      <p:childTnLst>
                        <p:par>
                          <p:cTn id="1589" fill="hold">
                            <p:stCondLst>
                              <p:cond delay="0"/>
                            </p:stCondLst>
                            <p:childTnLst>
                              <p:par>
                                <p:cTn id="1590" presetID="6" presetClass="emph" presetSubtype="0" autoRev="1" fill="hold" grpId="1" nodeType="clickEffect">
                                  <p:stCondLst>
                                    <p:cond delay="0"/>
                                  </p:stCondLst>
                                  <p:childTnLst>
                                    <p:animScale>
                                      <p:cBhvr>
                                        <p:cTn id="1591" dur="500" fill="hold"/>
                                        <p:tgtEl>
                                          <p:spTgt spid="115"/>
                                        </p:tgtEl>
                                      </p:cBhvr>
                                      <p:by x="150000" y="150000"/>
                                    </p:animScale>
                                  </p:childTnLst>
                                </p:cTn>
                              </p:par>
                              <p:par>
                                <p:cTn id="1592" presetID="3" presetClass="emph" presetSubtype="2" fill="hold" grpId="2" nodeType="withEffect">
                                  <p:stCondLst>
                                    <p:cond delay="0"/>
                                  </p:stCondLst>
                                  <p:childTnLst>
                                    <p:animClr clrSpc="rgb" dir="cw">
                                      <p:cBhvr override="childStyle">
                                        <p:cTn id="1593" dur="2000" fill="hold"/>
                                        <p:tgtEl>
                                          <p:spTgt spid="115"/>
                                        </p:tgtEl>
                                        <p:attrNameLst>
                                          <p:attrName>style.color</p:attrName>
                                        </p:attrNameLst>
                                      </p:cBhvr>
                                      <p:to>
                                        <a:srgbClr val="FF0000"/>
                                      </p:to>
                                    </p:animClr>
                                  </p:childTnLst>
                                </p:cTn>
                              </p:par>
                            </p:childTnLst>
                          </p:cTn>
                        </p:par>
                        <p:par>
                          <p:cTn id="1594" fill="hold">
                            <p:stCondLst>
                              <p:cond delay="2000"/>
                            </p:stCondLst>
                            <p:childTnLst>
                              <p:par>
                                <p:cTn id="1595" presetID="42" presetClass="entr" presetSubtype="0" fill="hold" grpId="0" nodeType="afterEffect">
                                  <p:stCondLst>
                                    <p:cond delay="0"/>
                                  </p:stCondLst>
                                  <p:childTnLst>
                                    <p:set>
                                      <p:cBhvr>
                                        <p:cTn id="1596" dur="1" fill="hold">
                                          <p:stCondLst>
                                            <p:cond delay="0"/>
                                          </p:stCondLst>
                                        </p:cTn>
                                        <p:tgtEl>
                                          <p:spTgt spid="196"/>
                                        </p:tgtEl>
                                        <p:attrNameLst>
                                          <p:attrName>style.visibility</p:attrName>
                                        </p:attrNameLst>
                                      </p:cBhvr>
                                      <p:to>
                                        <p:strVal val="visible"/>
                                      </p:to>
                                    </p:set>
                                    <p:animEffect transition="in" filter="fade">
                                      <p:cBhvr>
                                        <p:cTn id="1597" dur="1000"/>
                                        <p:tgtEl>
                                          <p:spTgt spid="196"/>
                                        </p:tgtEl>
                                      </p:cBhvr>
                                    </p:animEffect>
                                    <p:anim calcmode="lin" valueType="num">
                                      <p:cBhvr>
                                        <p:cTn id="1598" dur="1000" fill="hold"/>
                                        <p:tgtEl>
                                          <p:spTgt spid="196"/>
                                        </p:tgtEl>
                                        <p:attrNameLst>
                                          <p:attrName>ppt_x</p:attrName>
                                        </p:attrNameLst>
                                      </p:cBhvr>
                                      <p:tavLst>
                                        <p:tav tm="0">
                                          <p:val>
                                            <p:strVal val="#ppt_x"/>
                                          </p:val>
                                        </p:tav>
                                        <p:tav tm="100000">
                                          <p:val>
                                            <p:strVal val="#ppt_x"/>
                                          </p:val>
                                        </p:tav>
                                      </p:tavLst>
                                    </p:anim>
                                    <p:anim calcmode="lin" valueType="num">
                                      <p:cBhvr>
                                        <p:cTn id="1599" dur="1000" fill="hold"/>
                                        <p:tgtEl>
                                          <p:spTgt spid="196"/>
                                        </p:tgtEl>
                                        <p:attrNameLst>
                                          <p:attrName>ppt_y</p:attrName>
                                        </p:attrNameLst>
                                      </p:cBhvr>
                                      <p:tavLst>
                                        <p:tav tm="0">
                                          <p:val>
                                            <p:strVal val="#ppt_y+.1"/>
                                          </p:val>
                                        </p:tav>
                                        <p:tav tm="100000">
                                          <p:val>
                                            <p:strVal val="#ppt_y"/>
                                          </p:val>
                                        </p:tav>
                                      </p:tavLst>
                                    </p:anim>
                                  </p:childTnLst>
                                </p:cTn>
                              </p:par>
                            </p:childTnLst>
                          </p:cTn>
                        </p:par>
                        <p:par>
                          <p:cTn id="1600" fill="hold">
                            <p:stCondLst>
                              <p:cond delay="3000"/>
                            </p:stCondLst>
                            <p:childTnLst>
                              <p:par>
                                <p:cTn id="1601" presetID="22" presetClass="exit" presetSubtype="1" fill="hold" grpId="1" nodeType="afterEffect">
                                  <p:stCondLst>
                                    <p:cond delay="0"/>
                                  </p:stCondLst>
                                  <p:childTnLst>
                                    <p:animEffect transition="out" filter="wipe(up)">
                                      <p:cBhvr>
                                        <p:cTn id="1602" dur="500"/>
                                        <p:tgtEl>
                                          <p:spTgt spid="339"/>
                                        </p:tgtEl>
                                      </p:cBhvr>
                                    </p:animEffect>
                                    <p:set>
                                      <p:cBhvr>
                                        <p:cTn id="1603" dur="1" fill="hold">
                                          <p:stCondLst>
                                            <p:cond delay="499"/>
                                          </p:stCondLst>
                                        </p:cTn>
                                        <p:tgtEl>
                                          <p:spTgt spid="339"/>
                                        </p:tgtEl>
                                        <p:attrNameLst>
                                          <p:attrName>style.visibility</p:attrName>
                                        </p:attrNameLst>
                                      </p:cBhvr>
                                      <p:to>
                                        <p:strVal val="hidden"/>
                                      </p:to>
                                    </p:set>
                                  </p:childTnLst>
                                </p:cTn>
                              </p:par>
                            </p:childTnLst>
                          </p:cTn>
                        </p:par>
                        <p:par>
                          <p:cTn id="1604" fill="hold">
                            <p:stCondLst>
                              <p:cond delay="3500"/>
                            </p:stCondLst>
                            <p:childTnLst>
                              <p:par>
                                <p:cTn id="1605" presetID="22" presetClass="entr" presetSubtype="8" fill="hold" nodeType="afterEffect">
                                  <p:stCondLst>
                                    <p:cond delay="0"/>
                                  </p:stCondLst>
                                  <p:childTnLst>
                                    <p:set>
                                      <p:cBhvr>
                                        <p:cTn id="1606" dur="1" fill="hold">
                                          <p:stCondLst>
                                            <p:cond delay="0"/>
                                          </p:stCondLst>
                                        </p:cTn>
                                        <p:tgtEl>
                                          <p:spTgt spid="338"/>
                                        </p:tgtEl>
                                        <p:attrNameLst>
                                          <p:attrName>style.visibility</p:attrName>
                                        </p:attrNameLst>
                                      </p:cBhvr>
                                      <p:to>
                                        <p:strVal val="visible"/>
                                      </p:to>
                                    </p:set>
                                    <p:animEffect transition="in" filter="wipe(left)">
                                      <p:cBhvr>
                                        <p:cTn id="1607" dur="1000"/>
                                        <p:tgtEl>
                                          <p:spTgt spid="338"/>
                                        </p:tgtEl>
                                      </p:cBhvr>
                                    </p:animEffect>
                                  </p:childTnLst>
                                </p:cTn>
                              </p:par>
                            </p:childTnLst>
                          </p:cTn>
                        </p:par>
                        <p:par>
                          <p:cTn id="1608" fill="hold">
                            <p:stCondLst>
                              <p:cond delay="4500"/>
                            </p:stCondLst>
                            <p:childTnLst>
                              <p:par>
                                <p:cTn id="1609" presetID="22" presetClass="exit" presetSubtype="1" fill="hold" nodeType="afterEffect">
                                  <p:stCondLst>
                                    <p:cond delay="0"/>
                                  </p:stCondLst>
                                  <p:childTnLst>
                                    <p:animEffect transition="out" filter="wipe(up)">
                                      <p:cBhvr>
                                        <p:cTn id="1610" dur="500"/>
                                        <p:tgtEl>
                                          <p:spTgt spid="338"/>
                                        </p:tgtEl>
                                      </p:cBhvr>
                                    </p:animEffect>
                                    <p:set>
                                      <p:cBhvr>
                                        <p:cTn id="1611" dur="1" fill="hold">
                                          <p:stCondLst>
                                            <p:cond delay="499"/>
                                          </p:stCondLst>
                                        </p:cTn>
                                        <p:tgtEl>
                                          <p:spTgt spid="338"/>
                                        </p:tgtEl>
                                        <p:attrNameLst>
                                          <p:attrName>style.visibility</p:attrName>
                                        </p:attrNameLst>
                                      </p:cBhvr>
                                      <p:to>
                                        <p:strVal val="hidden"/>
                                      </p:to>
                                    </p:set>
                                  </p:childTnLst>
                                </p:cTn>
                              </p:par>
                            </p:childTnLst>
                          </p:cTn>
                        </p:par>
                        <p:par>
                          <p:cTn id="1612" fill="hold">
                            <p:stCondLst>
                              <p:cond delay="5000"/>
                            </p:stCondLst>
                            <p:childTnLst>
                              <p:par>
                                <p:cTn id="1613" presetID="22" presetClass="entr" presetSubtype="8" fill="hold" nodeType="afterEffect">
                                  <p:stCondLst>
                                    <p:cond delay="0"/>
                                  </p:stCondLst>
                                  <p:childTnLst>
                                    <p:set>
                                      <p:cBhvr>
                                        <p:cTn id="1614" dur="1" fill="hold">
                                          <p:stCondLst>
                                            <p:cond delay="0"/>
                                          </p:stCondLst>
                                        </p:cTn>
                                        <p:tgtEl>
                                          <p:spTgt spid="342"/>
                                        </p:tgtEl>
                                        <p:attrNameLst>
                                          <p:attrName>style.visibility</p:attrName>
                                        </p:attrNameLst>
                                      </p:cBhvr>
                                      <p:to>
                                        <p:strVal val="visible"/>
                                      </p:to>
                                    </p:set>
                                    <p:animEffect transition="in" filter="wipe(left)">
                                      <p:cBhvr>
                                        <p:cTn id="1615" dur="1000"/>
                                        <p:tgtEl>
                                          <p:spTgt spid="342"/>
                                        </p:tgtEl>
                                      </p:cBhvr>
                                    </p:animEffect>
                                  </p:childTnLst>
                                </p:cTn>
                              </p:par>
                            </p:childTnLst>
                          </p:cTn>
                        </p:par>
                        <p:par>
                          <p:cTn id="1616" fill="hold">
                            <p:stCondLst>
                              <p:cond delay="6000"/>
                            </p:stCondLst>
                            <p:childTnLst>
                              <p:par>
                                <p:cTn id="1617" presetID="22" presetClass="exit" presetSubtype="1" fill="hold" nodeType="afterEffect">
                                  <p:stCondLst>
                                    <p:cond delay="0"/>
                                  </p:stCondLst>
                                  <p:childTnLst>
                                    <p:animEffect transition="out" filter="wipe(up)">
                                      <p:cBhvr>
                                        <p:cTn id="1618" dur="500"/>
                                        <p:tgtEl>
                                          <p:spTgt spid="342"/>
                                        </p:tgtEl>
                                      </p:cBhvr>
                                    </p:animEffect>
                                    <p:set>
                                      <p:cBhvr>
                                        <p:cTn id="1619" dur="1" fill="hold">
                                          <p:stCondLst>
                                            <p:cond delay="499"/>
                                          </p:stCondLst>
                                        </p:cTn>
                                        <p:tgtEl>
                                          <p:spTgt spid="342"/>
                                        </p:tgtEl>
                                        <p:attrNameLst>
                                          <p:attrName>style.visibility</p:attrName>
                                        </p:attrNameLst>
                                      </p:cBhvr>
                                      <p:to>
                                        <p:strVal val="hidden"/>
                                      </p:to>
                                    </p:set>
                                  </p:childTnLst>
                                </p:cTn>
                              </p:par>
                            </p:childTnLst>
                          </p:cTn>
                        </p:par>
                        <p:par>
                          <p:cTn id="1620" fill="hold">
                            <p:stCondLst>
                              <p:cond delay="6500"/>
                            </p:stCondLst>
                            <p:childTnLst>
                              <p:par>
                                <p:cTn id="1621" presetID="22" presetClass="entr" presetSubtype="8" fill="hold" nodeType="afterEffect">
                                  <p:stCondLst>
                                    <p:cond delay="0"/>
                                  </p:stCondLst>
                                  <p:childTnLst>
                                    <p:set>
                                      <p:cBhvr>
                                        <p:cTn id="1622" dur="1" fill="hold">
                                          <p:stCondLst>
                                            <p:cond delay="0"/>
                                          </p:stCondLst>
                                        </p:cTn>
                                        <p:tgtEl>
                                          <p:spTgt spid="343"/>
                                        </p:tgtEl>
                                        <p:attrNameLst>
                                          <p:attrName>style.visibility</p:attrName>
                                        </p:attrNameLst>
                                      </p:cBhvr>
                                      <p:to>
                                        <p:strVal val="visible"/>
                                      </p:to>
                                    </p:set>
                                    <p:animEffect transition="in" filter="wipe(left)">
                                      <p:cBhvr>
                                        <p:cTn id="1623" dur="1000"/>
                                        <p:tgtEl>
                                          <p:spTgt spid="343"/>
                                        </p:tgtEl>
                                      </p:cBhvr>
                                    </p:animEffect>
                                  </p:childTnLst>
                                </p:cTn>
                              </p:par>
                            </p:childTnLst>
                          </p:cTn>
                        </p:par>
                      </p:childTnLst>
                    </p:cTn>
                  </p:par>
                  <p:par>
                    <p:cTn id="1624" fill="hold">
                      <p:stCondLst>
                        <p:cond delay="indefinite"/>
                      </p:stCondLst>
                      <p:childTnLst>
                        <p:par>
                          <p:cTn id="1625" fill="hold">
                            <p:stCondLst>
                              <p:cond delay="0"/>
                            </p:stCondLst>
                            <p:childTnLst>
                              <p:par>
                                <p:cTn id="1626" presetID="22" presetClass="exit" presetSubtype="1" fill="hold" nodeType="clickEffect">
                                  <p:stCondLst>
                                    <p:cond delay="0"/>
                                  </p:stCondLst>
                                  <p:childTnLst>
                                    <p:animEffect transition="out" filter="wipe(up)">
                                      <p:cBhvr>
                                        <p:cTn id="1627" dur="500"/>
                                        <p:tgtEl>
                                          <p:spTgt spid="343"/>
                                        </p:tgtEl>
                                      </p:cBhvr>
                                    </p:animEffect>
                                    <p:set>
                                      <p:cBhvr>
                                        <p:cTn id="1628" dur="1" fill="hold">
                                          <p:stCondLst>
                                            <p:cond delay="499"/>
                                          </p:stCondLst>
                                        </p:cTn>
                                        <p:tgtEl>
                                          <p:spTgt spid="343"/>
                                        </p:tgtEl>
                                        <p:attrNameLst>
                                          <p:attrName>style.visibility</p:attrName>
                                        </p:attrNameLst>
                                      </p:cBhvr>
                                      <p:to>
                                        <p:strVal val="hidden"/>
                                      </p:to>
                                    </p:set>
                                  </p:childTnLst>
                                </p:cTn>
                              </p:par>
                            </p:childTnLst>
                          </p:cTn>
                        </p:par>
                        <p:par>
                          <p:cTn id="1629" fill="hold">
                            <p:stCondLst>
                              <p:cond delay="500"/>
                            </p:stCondLst>
                            <p:childTnLst>
                              <p:par>
                                <p:cTn id="1630" presetID="31" presetClass="exit" presetSubtype="0" fill="hold" grpId="1" nodeType="afterEffect">
                                  <p:stCondLst>
                                    <p:cond delay="0"/>
                                  </p:stCondLst>
                                  <p:childTnLst>
                                    <p:anim calcmode="lin" valueType="num">
                                      <p:cBhvr>
                                        <p:cTn id="1631" dur="1000"/>
                                        <p:tgtEl>
                                          <p:spTgt spid="335"/>
                                        </p:tgtEl>
                                        <p:attrNameLst>
                                          <p:attrName>ppt_w</p:attrName>
                                        </p:attrNameLst>
                                      </p:cBhvr>
                                      <p:tavLst>
                                        <p:tav tm="0">
                                          <p:val>
                                            <p:strVal val="ppt_w"/>
                                          </p:val>
                                        </p:tav>
                                        <p:tav tm="100000">
                                          <p:val>
                                            <p:fltVal val="0"/>
                                          </p:val>
                                        </p:tav>
                                      </p:tavLst>
                                    </p:anim>
                                    <p:anim calcmode="lin" valueType="num">
                                      <p:cBhvr>
                                        <p:cTn id="1632" dur="1000"/>
                                        <p:tgtEl>
                                          <p:spTgt spid="335"/>
                                        </p:tgtEl>
                                        <p:attrNameLst>
                                          <p:attrName>ppt_h</p:attrName>
                                        </p:attrNameLst>
                                      </p:cBhvr>
                                      <p:tavLst>
                                        <p:tav tm="0">
                                          <p:val>
                                            <p:strVal val="ppt_h"/>
                                          </p:val>
                                        </p:tav>
                                        <p:tav tm="100000">
                                          <p:val>
                                            <p:fltVal val="0"/>
                                          </p:val>
                                        </p:tav>
                                      </p:tavLst>
                                    </p:anim>
                                    <p:anim calcmode="lin" valueType="num">
                                      <p:cBhvr>
                                        <p:cTn id="1633" dur="1000"/>
                                        <p:tgtEl>
                                          <p:spTgt spid="335"/>
                                        </p:tgtEl>
                                        <p:attrNameLst>
                                          <p:attrName>style.rotation</p:attrName>
                                        </p:attrNameLst>
                                      </p:cBhvr>
                                      <p:tavLst>
                                        <p:tav tm="0">
                                          <p:val>
                                            <p:fltVal val="0"/>
                                          </p:val>
                                        </p:tav>
                                        <p:tav tm="100000">
                                          <p:val>
                                            <p:fltVal val="90"/>
                                          </p:val>
                                        </p:tav>
                                      </p:tavLst>
                                    </p:anim>
                                    <p:animEffect transition="out" filter="fade">
                                      <p:cBhvr>
                                        <p:cTn id="1634" dur="1000"/>
                                        <p:tgtEl>
                                          <p:spTgt spid="335"/>
                                        </p:tgtEl>
                                      </p:cBhvr>
                                    </p:animEffect>
                                    <p:set>
                                      <p:cBhvr>
                                        <p:cTn id="1635" dur="1" fill="hold">
                                          <p:stCondLst>
                                            <p:cond delay="999"/>
                                          </p:stCondLst>
                                        </p:cTn>
                                        <p:tgtEl>
                                          <p:spTgt spid="335"/>
                                        </p:tgtEl>
                                        <p:attrNameLst>
                                          <p:attrName>style.visibility</p:attrName>
                                        </p:attrNameLst>
                                      </p:cBhvr>
                                      <p:to>
                                        <p:strVal val="hidden"/>
                                      </p:to>
                                    </p:set>
                                  </p:childTnLst>
                                </p:cTn>
                              </p:par>
                            </p:childTnLst>
                          </p:cTn>
                        </p:par>
                      </p:childTnLst>
                    </p:cTn>
                  </p:par>
                  <p:par>
                    <p:cTn id="1636" fill="hold">
                      <p:stCondLst>
                        <p:cond delay="indefinite"/>
                      </p:stCondLst>
                      <p:childTnLst>
                        <p:par>
                          <p:cTn id="1637" fill="hold">
                            <p:stCondLst>
                              <p:cond delay="0"/>
                            </p:stCondLst>
                            <p:childTnLst>
                              <p:par>
                                <p:cTn id="1638" presetID="22" presetClass="exit" presetSubtype="1" fill="hold" nodeType="clickEffect">
                                  <p:stCondLst>
                                    <p:cond delay="0"/>
                                  </p:stCondLst>
                                  <p:childTnLst>
                                    <p:animEffect transition="out" filter="wipe(up)">
                                      <p:cBhvr>
                                        <p:cTn id="1639" dur="500"/>
                                        <p:tgtEl>
                                          <p:spTgt spid="307"/>
                                        </p:tgtEl>
                                      </p:cBhvr>
                                    </p:animEffect>
                                    <p:set>
                                      <p:cBhvr>
                                        <p:cTn id="1640" dur="1" fill="hold">
                                          <p:stCondLst>
                                            <p:cond delay="499"/>
                                          </p:stCondLst>
                                        </p:cTn>
                                        <p:tgtEl>
                                          <p:spTgt spid="307"/>
                                        </p:tgtEl>
                                        <p:attrNameLst>
                                          <p:attrName>style.visibility</p:attrName>
                                        </p:attrNameLst>
                                      </p:cBhvr>
                                      <p:to>
                                        <p:strVal val="hidden"/>
                                      </p:to>
                                    </p:set>
                                  </p:childTnLst>
                                </p:cTn>
                              </p:par>
                            </p:childTnLst>
                          </p:cTn>
                        </p:par>
                        <p:par>
                          <p:cTn id="1641" fill="hold">
                            <p:stCondLst>
                              <p:cond delay="500"/>
                            </p:stCondLst>
                            <p:childTnLst>
                              <p:par>
                                <p:cTn id="1642" presetID="22" presetClass="entr" presetSubtype="8" fill="hold" nodeType="afterEffect">
                                  <p:stCondLst>
                                    <p:cond delay="0"/>
                                  </p:stCondLst>
                                  <p:childTnLst>
                                    <p:set>
                                      <p:cBhvr>
                                        <p:cTn id="1643" dur="1" fill="hold">
                                          <p:stCondLst>
                                            <p:cond delay="0"/>
                                          </p:stCondLst>
                                        </p:cTn>
                                        <p:tgtEl>
                                          <p:spTgt spid="308"/>
                                        </p:tgtEl>
                                        <p:attrNameLst>
                                          <p:attrName>style.visibility</p:attrName>
                                        </p:attrNameLst>
                                      </p:cBhvr>
                                      <p:to>
                                        <p:strVal val="visible"/>
                                      </p:to>
                                    </p:set>
                                    <p:animEffect transition="in" filter="wipe(left)">
                                      <p:cBhvr>
                                        <p:cTn id="1644" dur="1000"/>
                                        <p:tgtEl>
                                          <p:spTgt spid="308"/>
                                        </p:tgtEl>
                                      </p:cBhvr>
                                    </p:animEffect>
                                  </p:childTnLst>
                                </p:cTn>
                              </p:par>
                            </p:childTnLst>
                          </p:cTn>
                        </p:par>
                      </p:childTnLst>
                    </p:cTn>
                  </p:par>
                  <p:par>
                    <p:cTn id="1645" fill="hold">
                      <p:stCondLst>
                        <p:cond delay="indefinite"/>
                      </p:stCondLst>
                      <p:childTnLst>
                        <p:par>
                          <p:cTn id="1646" fill="hold">
                            <p:stCondLst>
                              <p:cond delay="0"/>
                            </p:stCondLst>
                            <p:childTnLst>
                              <p:par>
                                <p:cTn id="1647" presetID="22" presetClass="exit" presetSubtype="1" fill="hold" nodeType="clickEffect">
                                  <p:stCondLst>
                                    <p:cond delay="0"/>
                                  </p:stCondLst>
                                  <p:childTnLst>
                                    <p:animEffect transition="out" filter="wipe(up)">
                                      <p:cBhvr>
                                        <p:cTn id="1648" dur="500"/>
                                        <p:tgtEl>
                                          <p:spTgt spid="308"/>
                                        </p:tgtEl>
                                      </p:cBhvr>
                                    </p:animEffect>
                                    <p:set>
                                      <p:cBhvr>
                                        <p:cTn id="1649" dur="1" fill="hold">
                                          <p:stCondLst>
                                            <p:cond delay="499"/>
                                          </p:stCondLst>
                                        </p:cTn>
                                        <p:tgtEl>
                                          <p:spTgt spid="308"/>
                                        </p:tgtEl>
                                        <p:attrNameLst>
                                          <p:attrName>style.visibility</p:attrName>
                                        </p:attrNameLst>
                                      </p:cBhvr>
                                      <p:to>
                                        <p:strVal val="hidden"/>
                                      </p:to>
                                    </p:set>
                                  </p:childTnLst>
                                </p:cTn>
                              </p:par>
                            </p:childTnLst>
                          </p:cTn>
                        </p:par>
                        <p:par>
                          <p:cTn id="1650" fill="hold">
                            <p:stCondLst>
                              <p:cond delay="500"/>
                            </p:stCondLst>
                            <p:childTnLst>
                              <p:par>
                                <p:cTn id="1651" presetID="31" presetClass="exit" presetSubtype="0" fill="hold" grpId="1" nodeType="afterEffect">
                                  <p:stCondLst>
                                    <p:cond delay="0"/>
                                  </p:stCondLst>
                                  <p:childTnLst>
                                    <p:anim calcmode="lin" valueType="num">
                                      <p:cBhvr>
                                        <p:cTn id="1652" dur="1000"/>
                                        <p:tgtEl>
                                          <p:spTgt spid="298"/>
                                        </p:tgtEl>
                                        <p:attrNameLst>
                                          <p:attrName>ppt_w</p:attrName>
                                        </p:attrNameLst>
                                      </p:cBhvr>
                                      <p:tavLst>
                                        <p:tav tm="0">
                                          <p:val>
                                            <p:strVal val="ppt_w"/>
                                          </p:val>
                                        </p:tav>
                                        <p:tav tm="100000">
                                          <p:val>
                                            <p:fltVal val="0"/>
                                          </p:val>
                                        </p:tav>
                                      </p:tavLst>
                                    </p:anim>
                                    <p:anim calcmode="lin" valueType="num">
                                      <p:cBhvr>
                                        <p:cTn id="1653" dur="1000"/>
                                        <p:tgtEl>
                                          <p:spTgt spid="298"/>
                                        </p:tgtEl>
                                        <p:attrNameLst>
                                          <p:attrName>ppt_h</p:attrName>
                                        </p:attrNameLst>
                                      </p:cBhvr>
                                      <p:tavLst>
                                        <p:tav tm="0">
                                          <p:val>
                                            <p:strVal val="ppt_h"/>
                                          </p:val>
                                        </p:tav>
                                        <p:tav tm="100000">
                                          <p:val>
                                            <p:fltVal val="0"/>
                                          </p:val>
                                        </p:tav>
                                      </p:tavLst>
                                    </p:anim>
                                    <p:anim calcmode="lin" valueType="num">
                                      <p:cBhvr>
                                        <p:cTn id="1654" dur="1000"/>
                                        <p:tgtEl>
                                          <p:spTgt spid="298"/>
                                        </p:tgtEl>
                                        <p:attrNameLst>
                                          <p:attrName>style.rotation</p:attrName>
                                        </p:attrNameLst>
                                      </p:cBhvr>
                                      <p:tavLst>
                                        <p:tav tm="0">
                                          <p:val>
                                            <p:fltVal val="0"/>
                                          </p:val>
                                        </p:tav>
                                        <p:tav tm="100000">
                                          <p:val>
                                            <p:fltVal val="90"/>
                                          </p:val>
                                        </p:tav>
                                      </p:tavLst>
                                    </p:anim>
                                    <p:animEffect transition="out" filter="fade">
                                      <p:cBhvr>
                                        <p:cTn id="1655" dur="1000"/>
                                        <p:tgtEl>
                                          <p:spTgt spid="298"/>
                                        </p:tgtEl>
                                      </p:cBhvr>
                                    </p:animEffect>
                                    <p:set>
                                      <p:cBhvr>
                                        <p:cTn id="1656" dur="1" fill="hold">
                                          <p:stCondLst>
                                            <p:cond delay="999"/>
                                          </p:stCondLst>
                                        </p:cTn>
                                        <p:tgtEl>
                                          <p:spTgt spid="2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p:bldP spid="9" grpId="0"/>
      <p:bldP spid="9" grpId="1"/>
      <p:bldP spid="9" grpId="2"/>
      <p:bldP spid="10" grpId="0"/>
      <p:bldP spid="11" grpId="0"/>
      <p:bldP spid="12" grpId="0"/>
      <p:bldP spid="13" grpId="0"/>
      <p:bldP spid="16" grpId="1" animBg="1"/>
      <p:bldP spid="16" grpId="2" animBg="1"/>
      <p:bldP spid="16" grpId="3" animBg="1"/>
      <p:bldP spid="17" grpId="1" animBg="1"/>
      <p:bldP spid="17" grpId="2" animBg="1"/>
      <p:bldP spid="18" grpId="1" animBg="1"/>
      <p:bldP spid="18" grpId="2" animBg="1"/>
      <p:bldP spid="19" grpId="1" animBg="1"/>
      <p:bldP spid="19" grpId="2" animBg="1"/>
      <p:bldP spid="20" grpId="1" animBg="1"/>
      <p:bldP spid="20" grpId="2" animBg="1"/>
      <p:bldP spid="20" grpId="3" animBg="1"/>
      <p:bldP spid="21" grpId="1" animBg="1"/>
      <p:bldP spid="21" grpId="2" animBg="1"/>
      <p:bldP spid="22" grpId="1" animBg="1"/>
      <p:bldP spid="22" grpId="2" animBg="1"/>
      <p:bldP spid="23" grpId="1" animBg="1"/>
      <p:bldP spid="23" grpId="2" animBg="1"/>
      <p:bldP spid="24" grpId="1" animBg="1"/>
      <p:bldP spid="24" grpId="2" animBg="1"/>
      <p:bldP spid="24" grpId="3" animBg="1"/>
      <p:bldP spid="26" grpId="1" animBg="1"/>
      <p:bldP spid="76" grpId="0"/>
      <p:bldP spid="77" grpId="0"/>
      <p:bldP spid="78" grpId="0"/>
      <p:bldP spid="79" grpId="0"/>
      <p:bldP spid="79" grpId="1"/>
      <p:bldP spid="79" grpId="2"/>
      <p:bldP spid="80" grpId="0"/>
      <p:bldP spid="82" grpId="0"/>
      <p:bldP spid="83" grpId="0"/>
      <p:bldP spid="83" grpId="1"/>
      <p:bldP spid="83" grpId="2"/>
      <p:bldP spid="84" grpId="0"/>
      <p:bldP spid="85" grpId="0"/>
      <p:bldP spid="107" grpId="0"/>
      <p:bldP spid="108" grpId="0"/>
      <p:bldP spid="108" grpId="1"/>
      <p:bldP spid="108" grpId="2"/>
      <p:bldP spid="109" grpId="0"/>
      <p:bldP spid="111" grpId="0"/>
      <p:bldP spid="111" grpId="1"/>
      <p:bldP spid="111" grpId="2"/>
      <p:bldP spid="113" grpId="0"/>
      <p:bldP spid="113" grpId="1"/>
      <p:bldP spid="113" grpId="2"/>
      <p:bldP spid="115" grpId="0"/>
      <p:bldP spid="115" grpId="1"/>
      <p:bldP spid="115" grpId="2"/>
      <p:bldP spid="116" grpId="0"/>
      <p:bldP spid="146" grpId="0"/>
      <p:bldP spid="146" grpId="1"/>
      <p:bldP spid="146" grpId="2"/>
      <p:bldP spid="148" grpId="0"/>
      <p:bldP spid="148" grpId="1"/>
      <p:bldP spid="148" grpId="2"/>
      <p:bldP spid="155" grpId="0"/>
      <p:bldP spid="15" grpId="0" animBg="1"/>
      <p:bldP spid="127" grpId="0" animBg="1"/>
      <p:bldP spid="169" grpId="0" animBg="1"/>
      <p:bldP spid="175" grpId="0" animBg="1"/>
      <p:bldP spid="176" grpId="0" animBg="1"/>
      <p:bldP spid="190" grpId="0"/>
      <p:bldP spid="190" grpId="1"/>
      <p:bldP spid="190" grpId="2"/>
      <p:bldP spid="191" grpId="0"/>
      <p:bldP spid="191" grpId="1"/>
      <p:bldP spid="191" grpId="2"/>
      <p:bldP spid="191" grpId="3"/>
      <p:bldP spid="191" grpId="4"/>
      <p:bldP spid="191" grpId="5"/>
      <p:bldP spid="191" grpId="6"/>
      <p:bldP spid="191" grpId="7"/>
      <p:bldP spid="191" grpId="8"/>
      <p:bldP spid="128" grpId="0" animBg="1"/>
      <p:bldP spid="182" grpId="0" animBg="1"/>
      <p:bldP spid="184" grpId="0" animBg="1"/>
      <p:bldP spid="186" grpId="0" animBg="1"/>
      <p:bldP spid="189" grpId="0" animBg="1"/>
      <p:bldP spid="193" grpId="0" animBg="1"/>
      <p:bldP spid="194" grpId="0" animBg="1"/>
      <p:bldP spid="195" grpId="0" animBg="1"/>
      <p:bldP spid="196" grpId="0" animBg="1"/>
      <p:bldP spid="73" grpId="0" animBg="1"/>
      <p:bldP spid="73" grpId="1" animBg="1"/>
      <p:bldP spid="203" grpId="0" animBg="1"/>
      <p:bldP spid="203" grpId="1" animBg="1"/>
      <p:bldP spid="205" grpId="0" animBg="1"/>
      <p:bldP spid="205" grpId="1" animBg="1"/>
      <p:bldP spid="206" grpId="0" animBg="1"/>
      <p:bldP spid="206" grpId="1" animBg="1"/>
      <p:bldP spid="207" grpId="0" animBg="1"/>
      <p:bldP spid="207" grpId="1" animBg="1"/>
      <p:bldP spid="221" grpId="0" animBg="1"/>
      <p:bldP spid="221" grpId="1" animBg="1"/>
      <p:bldP spid="227" grpId="0" animBg="1"/>
      <p:bldP spid="227" grpId="1" animBg="1"/>
      <p:bldP spid="228" grpId="0"/>
      <p:bldP spid="211" grpId="0" animBg="1"/>
      <p:bldP spid="211" grpId="1" animBg="1"/>
      <p:bldP spid="213" grpId="0" animBg="1"/>
      <p:bldP spid="213" grpId="1" animBg="1"/>
      <p:bldP spid="216" grpId="0" animBg="1"/>
      <p:bldP spid="216" grpId="1" animBg="1"/>
      <p:bldP spid="230" grpId="0" animBg="1"/>
      <p:bldP spid="230" grpId="1" animBg="1"/>
      <p:bldP spid="234" grpId="0" animBg="1"/>
      <p:bldP spid="234" grpId="1" animBg="1"/>
      <p:bldP spid="238" grpId="0" animBg="1"/>
      <p:bldP spid="238" grpId="1" animBg="1"/>
      <p:bldP spid="239" grpId="0"/>
      <p:bldP spid="239" grpId="1"/>
      <p:bldP spid="241" grpId="0" animBg="1"/>
      <p:bldP spid="241" grpId="1" animBg="1"/>
      <p:bldP spid="242" grpId="0" animBg="1"/>
      <p:bldP spid="242" grpId="1" animBg="1"/>
      <p:bldP spid="243" grpId="0" animBg="1"/>
      <p:bldP spid="243" grpId="1" animBg="1"/>
      <p:bldP spid="250" grpId="0" animBg="1"/>
      <p:bldP spid="250" grpId="1" animBg="1"/>
      <p:bldP spid="254" grpId="0" animBg="1"/>
      <p:bldP spid="254" grpId="1" animBg="1"/>
      <p:bldP spid="256" grpId="0" animBg="1"/>
      <p:bldP spid="256" grpId="1" animBg="1"/>
      <p:bldP spid="257" grpId="0"/>
      <p:bldP spid="257" grpId="1"/>
      <p:bldP spid="265" grpId="0" animBg="1"/>
      <p:bldP spid="265" grpId="1" animBg="1"/>
      <p:bldP spid="269" grpId="0" animBg="1"/>
      <p:bldP spid="269" grpId="1" animBg="1"/>
      <p:bldP spid="271" grpId="0" animBg="1"/>
      <p:bldP spid="271" grpId="1" animBg="1"/>
      <p:bldP spid="272" grpId="0"/>
      <p:bldP spid="272" grpId="1"/>
      <p:bldP spid="289" grpId="0" animBg="1"/>
      <p:bldP spid="289" grpId="1" animBg="1"/>
      <p:bldP spid="293" grpId="0" animBg="1"/>
      <p:bldP spid="293" grpId="1" animBg="1"/>
      <p:bldP spid="295" grpId="0" animBg="1"/>
      <p:bldP spid="295" grpId="1" animBg="1"/>
      <p:bldP spid="296" grpId="0"/>
      <p:bldP spid="296" grpId="1"/>
      <p:bldP spid="298" grpId="0" animBg="1"/>
      <p:bldP spid="298" grpId="1" animBg="1"/>
      <p:bldP spid="302" grpId="0" animBg="1"/>
      <p:bldP spid="302" grpId="1" animBg="1"/>
      <p:bldP spid="304" grpId="0" animBg="1"/>
      <p:bldP spid="304" grpId="1" animBg="1"/>
      <p:bldP spid="305" grpId="0"/>
      <p:bldP spid="305" grpId="1"/>
      <p:bldP spid="315" grpId="0" animBg="1"/>
      <p:bldP spid="315" grpId="1" animBg="1"/>
      <p:bldP spid="319" grpId="0" animBg="1"/>
      <p:bldP spid="319" grpId="1" animBg="1"/>
      <p:bldP spid="321" grpId="0" animBg="1"/>
      <p:bldP spid="321" grpId="1" animBg="1"/>
      <p:bldP spid="322" grpId="0"/>
      <p:bldP spid="322" grpId="1"/>
      <p:bldP spid="335" grpId="0" animBg="1"/>
      <p:bldP spid="335" grpId="1" animBg="1"/>
      <p:bldP spid="339" grpId="0" animBg="1"/>
      <p:bldP spid="339" grpId="1" animBg="1"/>
      <p:bldP spid="340" grpId="0" animBg="1"/>
      <p:bldP spid="340" grpId="1" animBg="1"/>
      <p:bldP spid="341" grpId="0"/>
      <p:bldP spid="341" grpId="1"/>
      <p:bldP spid="1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a:extLst>
              <a:ext uri="{FF2B5EF4-FFF2-40B4-BE49-F238E27FC236}">
                <a16:creationId xmlns:a16="http://schemas.microsoft.com/office/drawing/2014/main" id="{34E13E99-6033-4182-8A22-842A51CCF8EF}"/>
              </a:ext>
            </a:extLst>
          </p:cNvPr>
          <p:cNvSpPr txBox="1"/>
          <p:nvPr/>
        </p:nvSpPr>
        <p:spPr>
          <a:xfrm>
            <a:off x="1316802" y="4266870"/>
            <a:ext cx="9687694" cy="1569660"/>
          </a:xfrm>
          <a:prstGeom prst="rect">
            <a:avLst/>
          </a:prstGeom>
          <a:solidFill>
            <a:schemeClr val="bg2"/>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a:t>
            </a:r>
            <a:endParaRPr lang="zh-CN" altLang="en-US"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12" name="直接连接符 11">
            <a:extLst>
              <a:ext uri="{FF2B5EF4-FFF2-40B4-BE49-F238E27FC236}">
                <a16:creationId xmlns:a16="http://schemas.microsoft.com/office/drawing/2014/main" id="{60C87A3D-1002-7615-F4BD-5A36576F4FCD}"/>
              </a:ext>
            </a:extLst>
          </p:cNvPr>
          <p:cNvCxnSpPr>
            <a:cxnSpLocks/>
          </p:cNvCxnSpPr>
          <p:nvPr/>
        </p:nvCxnSpPr>
        <p:spPr>
          <a:xfrm>
            <a:off x="2225567" y="5509108"/>
            <a:ext cx="1862339" cy="1371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2E45B15-25BF-7060-DD6C-52065B98AA4B}"/>
              </a:ext>
            </a:extLst>
          </p:cNvPr>
          <p:cNvCxnSpPr>
            <a:cxnSpLocks/>
          </p:cNvCxnSpPr>
          <p:nvPr/>
        </p:nvCxnSpPr>
        <p:spPr>
          <a:xfrm>
            <a:off x="1648936" y="5288141"/>
            <a:ext cx="332034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18CB9EB8-1667-49A2-9DAE-0609D46693A0}"/>
              </a:ext>
            </a:extLst>
          </p:cNvPr>
          <p:cNvCxnSpPr>
            <a:stCxn id="29" idx="3"/>
            <a:endCxn id="30" idx="7"/>
          </p:cNvCxnSpPr>
          <p:nvPr/>
        </p:nvCxnSpPr>
        <p:spPr>
          <a:xfrm flipH="1">
            <a:off x="8047107" y="1697281"/>
            <a:ext cx="668379" cy="26931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83510470-9169-45DA-BA10-3A606EF3D0F9}"/>
              </a:ext>
            </a:extLst>
          </p:cNvPr>
          <p:cNvCxnSpPr>
            <a:cxnSpLocks/>
          </p:cNvCxnSpPr>
          <p:nvPr/>
        </p:nvCxnSpPr>
        <p:spPr>
          <a:xfrm flipH="1">
            <a:off x="8057695" y="1641391"/>
            <a:ext cx="765718" cy="311838"/>
          </a:xfrm>
          <a:prstGeom prst="straightConnector1">
            <a:avLst/>
          </a:prstGeom>
          <a:ln w="28575">
            <a:solidFill>
              <a:srgbClr val="FF0000"/>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98C8939-4672-42C0-A821-03B0C535B5F4}"/>
              </a:ext>
            </a:extLst>
          </p:cNvPr>
          <p:cNvCxnSpPr>
            <a:cxnSpLocks/>
          </p:cNvCxnSpPr>
          <p:nvPr/>
        </p:nvCxnSpPr>
        <p:spPr>
          <a:xfrm>
            <a:off x="9915101" y="3303736"/>
            <a:ext cx="182478" cy="5342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92615A6-4D89-4F13-A22B-6D70033DB168}"/>
              </a:ext>
            </a:extLst>
          </p:cNvPr>
          <p:cNvCxnSpPr>
            <a:cxnSpLocks/>
          </p:cNvCxnSpPr>
          <p:nvPr/>
        </p:nvCxnSpPr>
        <p:spPr>
          <a:xfrm flipH="1">
            <a:off x="9907888" y="2745855"/>
            <a:ext cx="359852" cy="5303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C1ACD54-F24C-426A-B22A-7C474276CEA7}"/>
              </a:ext>
            </a:extLst>
          </p:cNvPr>
          <p:cNvCxnSpPr>
            <a:cxnSpLocks/>
          </p:cNvCxnSpPr>
          <p:nvPr/>
        </p:nvCxnSpPr>
        <p:spPr>
          <a:xfrm flipH="1">
            <a:off x="7904554" y="3408641"/>
            <a:ext cx="175610" cy="5391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D42E616C-2EA1-4B4D-8563-F3317FC6B797}"/>
              </a:ext>
            </a:extLst>
          </p:cNvPr>
          <p:cNvCxnSpPr>
            <a:cxnSpLocks/>
          </p:cNvCxnSpPr>
          <p:nvPr/>
        </p:nvCxnSpPr>
        <p:spPr>
          <a:xfrm flipH="1">
            <a:off x="8134730" y="2853015"/>
            <a:ext cx="309805" cy="43891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2DD64EED-0699-46DD-ABCB-4970C0EB3B4F}"/>
              </a:ext>
            </a:extLst>
          </p:cNvPr>
          <p:cNvSpPr/>
          <p:nvPr/>
        </p:nvSpPr>
        <p:spPr>
          <a:xfrm>
            <a:off x="8656439" y="1390002"/>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50</a:t>
            </a:r>
            <a:endParaRPr lang="zh-CN" altLang="en-US" sz="2000" b="1" dirty="0">
              <a:solidFill>
                <a:srgbClr val="002060"/>
              </a:solidFill>
            </a:endParaRPr>
          </a:p>
        </p:txBody>
      </p:sp>
      <p:sp>
        <p:nvSpPr>
          <p:cNvPr id="30" name="椭圆 29">
            <a:extLst>
              <a:ext uri="{FF2B5EF4-FFF2-40B4-BE49-F238E27FC236}">
                <a16:creationId xmlns:a16="http://schemas.microsoft.com/office/drawing/2014/main" id="{4C707033-7C41-44AC-9B97-4BAFCC2527E1}"/>
              </a:ext>
            </a:extLst>
          </p:cNvPr>
          <p:cNvSpPr/>
          <p:nvPr/>
        </p:nvSpPr>
        <p:spPr>
          <a:xfrm>
            <a:off x="7702954" y="191387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30</a:t>
            </a:r>
            <a:endParaRPr lang="zh-CN" altLang="en-US" sz="2000" b="1" dirty="0">
              <a:solidFill>
                <a:srgbClr val="002060"/>
              </a:solidFill>
            </a:endParaRPr>
          </a:p>
        </p:txBody>
      </p:sp>
      <p:sp>
        <p:nvSpPr>
          <p:cNvPr id="31" name="椭圆 30">
            <a:extLst>
              <a:ext uri="{FF2B5EF4-FFF2-40B4-BE49-F238E27FC236}">
                <a16:creationId xmlns:a16="http://schemas.microsoft.com/office/drawing/2014/main" id="{1BD7D206-0717-4054-8E00-1A0DE772C59A}"/>
              </a:ext>
            </a:extLst>
          </p:cNvPr>
          <p:cNvSpPr/>
          <p:nvPr/>
        </p:nvSpPr>
        <p:spPr>
          <a:xfrm>
            <a:off x="7083861" y="251072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20</a:t>
            </a:r>
            <a:endParaRPr lang="zh-CN" altLang="en-US" sz="2000" b="1" dirty="0">
              <a:solidFill>
                <a:srgbClr val="002060"/>
              </a:solidFill>
            </a:endParaRPr>
          </a:p>
        </p:txBody>
      </p:sp>
      <p:sp>
        <p:nvSpPr>
          <p:cNvPr id="32" name="椭圆 31">
            <a:extLst>
              <a:ext uri="{FF2B5EF4-FFF2-40B4-BE49-F238E27FC236}">
                <a16:creationId xmlns:a16="http://schemas.microsoft.com/office/drawing/2014/main" id="{5C6B67E5-4EB5-4955-8DE5-BE8D108058F8}"/>
              </a:ext>
            </a:extLst>
          </p:cNvPr>
          <p:cNvSpPr/>
          <p:nvPr/>
        </p:nvSpPr>
        <p:spPr>
          <a:xfrm>
            <a:off x="8343474" y="251072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40</a:t>
            </a:r>
            <a:endParaRPr lang="zh-CN" altLang="en-US" sz="2000" b="1" dirty="0">
              <a:solidFill>
                <a:srgbClr val="002060"/>
              </a:solidFill>
            </a:endParaRPr>
          </a:p>
        </p:txBody>
      </p:sp>
      <p:sp>
        <p:nvSpPr>
          <p:cNvPr id="33" name="椭圆 32">
            <a:extLst>
              <a:ext uri="{FF2B5EF4-FFF2-40B4-BE49-F238E27FC236}">
                <a16:creationId xmlns:a16="http://schemas.microsoft.com/office/drawing/2014/main" id="{386DD4D1-1EE2-415F-B0BE-1618EC9872F0}"/>
              </a:ext>
            </a:extLst>
          </p:cNvPr>
          <p:cNvSpPr/>
          <p:nvPr/>
        </p:nvSpPr>
        <p:spPr>
          <a:xfrm>
            <a:off x="7933130" y="309623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35</a:t>
            </a:r>
            <a:endParaRPr lang="zh-CN" altLang="en-US" sz="2000" b="1" dirty="0">
              <a:solidFill>
                <a:srgbClr val="002060"/>
              </a:solidFill>
            </a:endParaRPr>
          </a:p>
        </p:txBody>
      </p:sp>
      <p:sp>
        <p:nvSpPr>
          <p:cNvPr id="34" name="椭圆 33">
            <a:extLst>
              <a:ext uri="{FF2B5EF4-FFF2-40B4-BE49-F238E27FC236}">
                <a16:creationId xmlns:a16="http://schemas.microsoft.com/office/drawing/2014/main" id="{D2E9A52B-36BE-48CC-8ADD-A8D5A9B4B41C}"/>
              </a:ext>
            </a:extLst>
          </p:cNvPr>
          <p:cNvSpPr/>
          <p:nvPr/>
        </p:nvSpPr>
        <p:spPr>
          <a:xfrm>
            <a:off x="7688666" y="3767743"/>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32</a:t>
            </a:r>
            <a:endParaRPr lang="zh-CN" altLang="en-US" sz="2000" b="1" dirty="0">
              <a:solidFill>
                <a:srgbClr val="002060"/>
              </a:solidFill>
            </a:endParaRPr>
          </a:p>
        </p:txBody>
      </p:sp>
      <p:sp>
        <p:nvSpPr>
          <p:cNvPr id="35" name="椭圆 34">
            <a:extLst>
              <a:ext uri="{FF2B5EF4-FFF2-40B4-BE49-F238E27FC236}">
                <a16:creationId xmlns:a16="http://schemas.microsoft.com/office/drawing/2014/main" id="{E747A51E-2DA0-40C8-A501-B5B734A2245E}"/>
              </a:ext>
            </a:extLst>
          </p:cNvPr>
          <p:cNvSpPr/>
          <p:nvPr/>
        </p:nvSpPr>
        <p:spPr>
          <a:xfrm>
            <a:off x="9454752" y="191387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80</a:t>
            </a:r>
            <a:endParaRPr lang="zh-CN" altLang="en-US" sz="2000" b="1" dirty="0">
              <a:solidFill>
                <a:srgbClr val="002060"/>
              </a:solidFill>
            </a:endParaRPr>
          </a:p>
        </p:txBody>
      </p:sp>
      <p:sp>
        <p:nvSpPr>
          <p:cNvPr id="36" name="椭圆 35">
            <a:extLst>
              <a:ext uri="{FF2B5EF4-FFF2-40B4-BE49-F238E27FC236}">
                <a16:creationId xmlns:a16="http://schemas.microsoft.com/office/drawing/2014/main" id="{A7FE902E-B0E6-42B9-825C-BE16F7A26FE9}"/>
              </a:ext>
            </a:extLst>
          </p:cNvPr>
          <p:cNvSpPr/>
          <p:nvPr/>
        </p:nvSpPr>
        <p:spPr>
          <a:xfrm>
            <a:off x="10066140" y="251072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90</a:t>
            </a:r>
            <a:endParaRPr lang="zh-CN" altLang="en-US" sz="2000" b="1" dirty="0">
              <a:solidFill>
                <a:srgbClr val="002060"/>
              </a:solidFill>
            </a:endParaRPr>
          </a:p>
        </p:txBody>
      </p:sp>
      <p:sp>
        <p:nvSpPr>
          <p:cNvPr id="37" name="椭圆 36">
            <a:extLst>
              <a:ext uri="{FF2B5EF4-FFF2-40B4-BE49-F238E27FC236}">
                <a16:creationId xmlns:a16="http://schemas.microsoft.com/office/drawing/2014/main" id="{D2332BAB-6062-4A43-A458-441DDBF382E3}"/>
              </a:ext>
            </a:extLst>
          </p:cNvPr>
          <p:cNvSpPr/>
          <p:nvPr/>
        </p:nvSpPr>
        <p:spPr>
          <a:xfrm>
            <a:off x="9694379" y="311192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85</a:t>
            </a:r>
            <a:endParaRPr lang="zh-CN" altLang="en-US" sz="2000" b="1" dirty="0">
              <a:solidFill>
                <a:srgbClr val="002060"/>
              </a:solidFill>
            </a:endParaRPr>
          </a:p>
        </p:txBody>
      </p:sp>
      <p:sp>
        <p:nvSpPr>
          <p:cNvPr id="38" name="椭圆 37">
            <a:extLst>
              <a:ext uri="{FF2B5EF4-FFF2-40B4-BE49-F238E27FC236}">
                <a16:creationId xmlns:a16="http://schemas.microsoft.com/office/drawing/2014/main" id="{0A9C1738-9BAE-4ACC-BBDC-E5C4D3F73E0E}"/>
              </a:ext>
            </a:extLst>
          </p:cNvPr>
          <p:cNvSpPr/>
          <p:nvPr/>
        </p:nvSpPr>
        <p:spPr>
          <a:xfrm>
            <a:off x="9930404" y="3767743"/>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88</a:t>
            </a:r>
            <a:endParaRPr lang="zh-CN" altLang="en-US" sz="2000" b="1" dirty="0">
              <a:solidFill>
                <a:srgbClr val="002060"/>
              </a:solidFill>
            </a:endParaRPr>
          </a:p>
        </p:txBody>
      </p:sp>
      <p:cxnSp>
        <p:nvCxnSpPr>
          <p:cNvPr id="40" name="直接连接符 39">
            <a:extLst>
              <a:ext uri="{FF2B5EF4-FFF2-40B4-BE49-F238E27FC236}">
                <a16:creationId xmlns:a16="http://schemas.microsoft.com/office/drawing/2014/main" id="{44B41959-7832-4DC9-B4C5-5184F5C1F171}"/>
              </a:ext>
            </a:extLst>
          </p:cNvPr>
          <p:cNvCxnSpPr>
            <a:cxnSpLocks/>
            <a:stCxn id="30" idx="3"/>
            <a:endCxn id="31" idx="7"/>
          </p:cNvCxnSpPr>
          <p:nvPr/>
        </p:nvCxnSpPr>
        <p:spPr>
          <a:xfrm flipH="1">
            <a:off x="7428014" y="2221156"/>
            <a:ext cx="333987" cy="3422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777462BE-85F0-45E8-BDE3-FEE9C7AA6FF2}"/>
              </a:ext>
            </a:extLst>
          </p:cNvPr>
          <p:cNvCxnSpPr>
            <a:cxnSpLocks/>
            <a:stCxn id="32" idx="1"/>
            <a:endCxn id="30" idx="5"/>
          </p:cNvCxnSpPr>
          <p:nvPr/>
        </p:nvCxnSpPr>
        <p:spPr>
          <a:xfrm flipH="1" flipV="1">
            <a:off x="8047107" y="2221156"/>
            <a:ext cx="355414" cy="3422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D9C0005E-16CF-4D18-A92E-A2619C714921}"/>
              </a:ext>
            </a:extLst>
          </p:cNvPr>
          <p:cNvCxnSpPr>
            <a:cxnSpLocks/>
            <a:endCxn id="36" idx="1"/>
          </p:cNvCxnSpPr>
          <p:nvPr/>
        </p:nvCxnSpPr>
        <p:spPr>
          <a:xfrm>
            <a:off x="9762029" y="2241408"/>
            <a:ext cx="363158" cy="32203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6EC10ABB-5F05-4DF7-81FB-A6E63BF5BC7B}"/>
              </a:ext>
            </a:extLst>
          </p:cNvPr>
          <p:cNvCxnSpPr>
            <a:cxnSpLocks/>
            <a:stCxn id="29" idx="5"/>
            <a:endCxn id="35" idx="1"/>
          </p:cNvCxnSpPr>
          <p:nvPr/>
        </p:nvCxnSpPr>
        <p:spPr>
          <a:xfrm>
            <a:off x="9000592" y="1697281"/>
            <a:ext cx="513207" cy="26931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5" name="矩形: 圆角 44">
            <a:extLst>
              <a:ext uri="{FF2B5EF4-FFF2-40B4-BE49-F238E27FC236}">
                <a16:creationId xmlns:a16="http://schemas.microsoft.com/office/drawing/2014/main" id="{78917E93-5D51-4EDF-9244-B8CE119CA305}"/>
              </a:ext>
            </a:extLst>
          </p:cNvPr>
          <p:cNvSpPr/>
          <p:nvPr/>
        </p:nvSpPr>
        <p:spPr>
          <a:xfrm>
            <a:off x="4558913" y="293257"/>
            <a:ext cx="3036094" cy="461665"/>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二叉排序树的查找</a:t>
            </a:r>
          </a:p>
        </p:txBody>
      </p:sp>
      <p:sp>
        <p:nvSpPr>
          <p:cNvPr id="46" name="文本框 45">
            <a:extLst>
              <a:ext uri="{FF2B5EF4-FFF2-40B4-BE49-F238E27FC236}">
                <a16:creationId xmlns:a16="http://schemas.microsoft.com/office/drawing/2014/main" id="{1A190425-AC4C-4BE3-9ADF-9FF275749FBE}"/>
              </a:ext>
            </a:extLst>
          </p:cNvPr>
          <p:cNvSpPr txBox="1"/>
          <p:nvPr/>
        </p:nvSpPr>
        <p:spPr>
          <a:xfrm>
            <a:off x="677066" y="1234524"/>
            <a:ext cx="5812445" cy="2657843"/>
          </a:xfrm>
          <a:prstGeom prst="rect">
            <a:avLst/>
          </a:prstGeom>
          <a:noFill/>
        </p:spPr>
        <p:txBody>
          <a:bodyPr wrap="square" rtlCol="0">
            <a:spAutoFit/>
          </a:bodyPr>
          <a:lstStyle/>
          <a:p>
            <a:pPr algn="just">
              <a:lnSpc>
                <a:spcPct val="120000"/>
              </a:lnSpc>
            </a:pPr>
            <a:r>
              <a:rPr lang="zh-CN" altLang="en-US" sz="2000" b="1" dirty="0">
                <a:solidFill>
                  <a:srgbClr val="C00000"/>
                </a:solidFill>
              </a:rPr>
              <a:t>算法</a:t>
            </a:r>
            <a:r>
              <a:rPr lang="en-US" altLang="zh-CN" sz="2000" b="1" dirty="0">
                <a:solidFill>
                  <a:srgbClr val="C00000"/>
                </a:solidFill>
              </a:rPr>
              <a:t>9.6 </a:t>
            </a:r>
            <a:r>
              <a:rPr lang="zh-CN" altLang="en-US" sz="20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在根指针T所指二叉排序树中递归地查找其关键字等于key的数据元素</a:t>
            </a:r>
            <a:endParaRPr lang="en-US" altLang="zh-CN" sz="20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gn="just">
              <a:lnSpc>
                <a:spcPct val="120000"/>
              </a:lnSpc>
            </a:pPr>
            <a:r>
              <a:rPr lang="zh-CN" altLang="en-US" sz="20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若查找成功，则指针p指向该数据元素结点，并返回TRUE，</a:t>
            </a:r>
            <a:endParaRPr lang="en-US" altLang="zh-CN" sz="20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gn="just">
              <a:lnSpc>
                <a:spcPct val="120000"/>
              </a:lnSpc>
            </a:pPr>
            <a:r>
              <a:rPr lang="zh-CN" altLang="en-US" sz="20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否则指针p指向查找路径上访问的最后一个结点并返回FALSE，</a:t>
            </a:r>
            <a:endParaRPr lang="en-US" altLang="zh-CN" sz="20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gn="just">
              <a:lnSpc>
                <a:spcPct val="120000"/>
              </a:lnSpc>
            </a:pPr>
            <a:r>
              <a:rPr lang="zh-CN" altLang="en-US" sz="20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指针f指向T的双亲，其初始调用值为NULL。</a:t>
            </a:r>
          </a:p>
        </p:txBody>
      </p:sp>
      <p:grpSp>
        <p:nvGrpSpPr>
          <p:cNvPr id="50" name="组合 49">
            <a:extLst>
              <a:ext uri="{FF2B5EF4-FFF2-40B4-BE49-F238E27FC236}">
                <a16:creationId xmlns:a16="http://schemas.microsoft.com/office/drawing/2014/main" id="{C1CD5C3C-6569-4247-8C70-A3191E8EE2B9}"/>
              </a:ext>
            </a:extLst>
          </p:cNvPr>
          <p:cNvGrpSpPr/>
          <p:nvPr/>
        </p:nvGrpSpPr>
        <p:grpSpPr>
          <a:xfrm>
            <a:off x="8399272" y="935287"/>
            <a:ext cx="316205" cy="507436"/>
            <a:chOff x="8293610" y="511290"/>
            <a:chExt cx="331036" cy="410963"/>
          </a:xfrm>
        </p:grpSpPr>
        <p:sp>
          <p:nvSpPr>
            <p:cNvPr id="47" name="文本框 46">
              <a:extLst>
                <a:ext uri="{FF2B5EF4-FFF2-40B4-BE49-F238E27FC236}">
                  <a16:creationId xmlns:a16="http://schemas.microsoft.com/office/drawing/2014/main" id="{5CC7B50D-AB85-48B7-9DDF-D152B2AAE567}"/>
                </a:ext>
              </a:extLst>
            </p:cNvPr>
            <p:cNvSpPr txBox="1"/>
            <p:nvPr/>
          </p:nvSpPr>
          <p:spPr>
            <a:xfrm>
              <a:off x="8293610" y="511290"/>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49" name="直接箭头连接符 48">
              <a:extLst>
                <a:ext uri="{FF2B5EF4-FFF2-40B4-BE49-F238E27FC236}">
                  <a16:creationId xmlns:a16="http://schemas.microsoft.com/office/drawing/2014/main" id="{14AA23B7-1781-4B49-89F5-38555ABF38B4}"/>
                </a:ext>
              </a:extLst>
            </p:cNvPr>
            <p:cNvCxnSpPr>
              <a:cxnSpLocks/>
              <a:endCxn id="29" idx="1"/>
            </p:cNvCxnSpPr>
            <p:nvPr/>
          </p:nvCxnSpPr>
          <p:spPr>
            <a:xfrm>
              <a:off x="8488046" y="679501"/>
              <a:ext cx="136600" cy="242752"/>
            </a:xfrm>
            <a:prstGeom prst="straightConnector1">
              <a:avLst/>
            </a:prstGeom>
            <a:ln w="28575">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cxnSp>
        <p:nvCxnSpPr>
          <p:cNvPr id="63" name="直接连接符 62">
            <a:extLst>
              <a:ext uri="{FF2B5EF4-FFF2-40B4-BE49-F238E27FC236}">
                <a16:creationId xmlns:a16="http://schemas.microsoft.com/office/drawing/2014/main" id="{A2139FB7-9995-4F6F-A527-58BCC7153FF0}"/>
              </a:ext>
            </a:extLst>
          </p:cNvPr>
          <p:cNvCxnSpPr>
            <a:cxnSpLocks/>
          </p:cNvCxnSpPr>
          <p:nvPr/>
        </p:nvCxnSpPr>
        <p:spPr>
          <a:xfrm>
            <a:off x="1627092" y="4805189"/>
            <a:ext cx="15296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E445929E-937D-40C6-8AB8-2CD85DAC4C3F}"/>
              </a:ext>
            </a:extLst>
          </p:cNvPr>
          <p:cNvCxnSpPr>
            <a:cxnSpLocks/>
          </p:cNvCxnSpPr>
          <p:nvPr/>
        </p:nvCxnSpPr>
        <p:spPr>
          <a:xfrm flipV="1">
            <a:off x="1627092" y="5036453"/>
            <a:ext cx="5658369" cy="1526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50D7F627-3F74-4805-A79A-37E189B2D097}"/>
              </a:ext>
            </a:extLst>
          </p:cNvPr>
          <p:cNvSpPr txBox="1"/>
          <p:nvPr/>
        </p:nvSpPr>
        <p:spPr>
          <a:xfrm>
            <a:off x="9513799" y="776548"/>
            <a:ext cx="2344824" cy="307777"/>
          </a:xfrm>
          <a:prstGeom prst="rect">
            <a:avLst/>
          </a:prstGeom>
          <a:noFill/>
        </p:spPr>
        <p:txBody>
          <a:bodyPr wrap="square" lIns="0" tIns="0" rIns="0" bIns="0" rtlCol="0">
            <a:spAutoFit/>
          </a:bodyPr>
          <a:lstStyle/>
          <a:p>
            <a:r>
              <a:rPr lang="en-US" altLang="zh-CN" sz="2000" b="1" dirty="0">
                <a:solidFill>
                  <a:srgbClr val="8B32A0"/>
                </a:solidFill>
                <a:latin typeface="Courier New" panose="02070309020205020404" pitchFamily="49" charset="0"/>
                <a:cs typeface="Courier New" panose="02070309020205020404" pitchFamily="49" charset="0"/>
              </a:rPr>
              <a:t>p = Find(T, </a:t>
            </a:r>
            <a:r>
              <a:rPr lang="en-US" altLang="zh-CN" sz="2000" b="1" dirty="0" err="1">
                <a:solidFill>
                  <a:srgbClr val="8B32A0"/>
                </a:solidFill>
                <a:latin typeface="Courier New" panose="02070309020205020404" pitchFamily="49" charset="0"/>
                <a:cs typeface="Courier New" panose="02070309020205020404" pitchFamily="49" charset="0"/>
              </a:rPr>
              <a:t>e1</a:t>
            </a:r>
            <a:r>
              <a:rPr lang="en-US" altLang="zh-CN" sz="2000" b="1" dirty="0">
                <a:solidFill>
                  <a:srgbClr val="8B32A0"/>
                </a:solidFill>
                <a:latin typeface="Courier New" panose="02070309020205020404" pitchFamily="49" charset="0"/>
                <a:cs typeface="Courier New" panose="02070309020205020404" pitchFamily="49" charset="0"/>
              </a:rPr>
              <a:t>);</a:t>
            </a:r>
            <a:endParaRPr lang="zh-CN" altLang="en-US" sz="2000" b="1" dirty="0">
              <a:solidFill>
                <a:srgbClr val="8B32A0"/>
              </a:solidFill>
              <a:latin typeface="Courier New" panose="02070309020205020404" pitchFamily="49" charset="0"/>
              <a:cs typeface="Courier New" panose="02070309020205020404" pitchFamily="49" charset="0"/>
            </a:endParaRPr>
          </a:p>
        </p:txBody>
      </p:sp>
      <p:sp>
        <p:nvSpPr>
          <p:cNvPr id="75" name="文本框 74">
            <a:extLst>
              <a:ext uri="{FF2B5EF4-FFF2-40B4-BE49-F238E27FC236}">
                <a16:creationId xmlns:a16="http://schemas.microsoft.com/office/drawing/2014/main" id="{BB5AF867-6C8A-4FA9-8942-4F19FB33FA54}"/>
              </a:ext>
            </a:extLst>
          </p:cNvPr>
          <p:cNvSpPr txBox="1"/>
          <p:nvPr/>
        </p:nvSpPr>
        <p:spPr>
          <a:xfrm>
            <a:off x="8636162" y="427960"/>
            <a:ext cx="846954" cy="307777"/>
          </a:xfrm>
          <a:prstGeom prst="rect">
            <a:avLst/>
          </a:prstGeom>
          <a:noFill/>
        </p:spPr>
        <p:txBody>
          <a:bodyPr wrap="none" lIns="36000" tIns="0" rIns="36000" bIns="0" rtlCol="0">
            <a:spAutoFit/>
          </a:bodyPr>
          <a:lstStyle/>
          <a:p>
            <a:r>
              <a:rPr lang="zh-CN" altLang="en-US" sz="2000" b="1" dirty="0"/>
              <a:t>查找：</a:t>
            </a:r>
          </a:p>
        </p:txBody>
      </p:sp>
      <p:sp>
        <p:nvSpPr>
          <p:cNvPr id="85" name="文本框 84">
            <a:extLst>
              <a:ext uri="{FF2B5EF4-FFF2-40B4-BE49-F238E27FC236}">
                <a16:creationId xmlns:a16="http://schemas.microsoft.com/office/drawing/2014/main" id="{A127ED46-2BA7-4A45-B7EF-10E3F884838D}"/>
              </a:ext>
            </a:extLst>
          </p:cNvPr>
          <p:cNvSpPr txBox="1"/>
          <p:nvPr/>
        </p:nvSpPr>
        <p:spPr>
          <a:xfrm>
            <a:off x="983706" y="4505192"/>
            <a:ext cx="9647017" cy="1569660"/>
          </a:xfrm>
          <a:prstGeom prst="rect">
            <a:avLst/>
          </a:prstGeom>
          <a:solidFill>
            <a:srgbClr val="FFF6DD"/>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a:t>
            </a:r>
            <a:endParaRPr lang="zh-CN" altLang="en-US"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86" name="直接连接符 85">
            <a:extLst>
              <a:ext uri="{FF2B5EF4-FFF2-40B4-BE49-F238E27FC236}">
                <a16:creationId xmlns:a16="http://schemas.microsoft.com/office/drawing/2014/main" id="{CE339C26-0858-49CD-A8A9-FE3BC9EAB809}"/>
              </a:ext>
            </a:extLst>
          </p:cNvPr>
          <p:cNvCxnSpPr>
            <a:cxnSpLocks/>
          </p:cNvCxnSpPr>
          <p:nvPr/>
        </p:nvCxnSpPr>
        <p:spPr>
          <a:xfrm>
            <a:off x="1315131" y="5021785"/>
            <a:ext cx="149733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01177F00-648C-4168-B51E-AC71516ECA9E}"/>
              </a:ext>
            </a:extLst>
          </p:cNvPr>
          <p:cNvCxnSpPr>
            <a:cxnSpLocks/>
          </p:cNvCxnSpPr>
          <p:nvPr/>
        </p:nvCxnSpPr>
        <p:spPr>
          <a:xfrm>
            <a:off x="1315131" y="5268315"/>
            <a:ext cx="237944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C39A0200-6B09-48AB-8169-AE9B5B5ED623}"/>
              </a:ext>
            </a:extLst>
          </p:cNvPr>
          <p:cNvCxnSpPr>
            <a:cxnSpLocks/>
          </p:cNvCxnSpPr>
          <p:nvPr/>
        </p:nvCxnSpPr>
        <p:spPr>
          <a:xfrm>
            <a:off x="1313541" y="5503005"/>
            <a:ext cx="6591013" cy="1982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A7F35AD6-4D43-40DC-A5EC-4CCD796BBDE0}"/>
              </a:ext>
            </a:extLst>
          </p:cNvPr>
          <p:cNvSpPr txBox="1"/>
          <p:nvPr/>
        </p:nvSpPr>
        <p:spPr>
          <a:xfrm>
            <a:off x="1315212" y="4764250"/>
            <a:ext cx="9689284" cy="1569660"/>
          </a:xfrm>
          <a:prstGeom prst="rect">
            <a:avLst/>
          </a:prstGeom>
          <a:solidFill>
            <a:srgbClr val="FCEEE4"/>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a:t>
            </a:r>
            <a:endParaRPr lang="zh-CN" altLang="en-US"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101" name="直接连接符 100">
            <a:extLst>
              <a:ext uri="{FF2B5EF4-FFF2-40B4-BE49-F238E27FC236}">
                <a16:creationId xmlns:a16="http://schemas.microsoft.com/office/drawing/2014/main" id="{ED82B5D5-6751-499E-9B91-3C932AE70336}"/>
              </a:ext>
            </a:extLst>
          </p:cNvPr>
          <p:cNvCxnSpPr>
            <a:cxnSpLocks/>
          </p:cNvCxnSpPr>
          <p:nvPr/>
        </p:nvCxnSpPr>
        <p:spPr>
          <a:xfrm flipV="1">
            <a:off x="1627092" y="5281854"/>
            <a:ext cx="1489177" cy="849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D221EDBA-EFF2-42AE-AFF5-CEB293DB6ACC}"/>
              </a:ext>
            </a:extLst>
          </p:cNvPr>
          <p:cNvCxnSpPr>
            <a:cxnSpLocks/>
          </p:cNvCxnSpPr>
          <p:nvPr/>
        </p:nvCxnSpPr>
        <p:spPr>
          <a:xfrm>
            <a:off x="1627092" y="5522827"/>
            <a:ext cx="5592415" cy="2038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C0DB060E-CC01-4A95-8BEF-49514EA46468}"/>
              </a:ext>
            </a:extLst>
          </p:cNvPr>
          <p:cNvSpPr txBox="1"/>
          <p:nvPr/>
        </p:nvSpPr>
        <p:spPr>
          <a:xfrm>
            <a:off x="985259" y="5010415"/>
            <a:ext cx="9648606" cy="1569660"/>
          </a:xfrm>
          <a:prstGeom prst="rect">
            <a:avLst/>
          </a:prstGeom>
          <a:solidFill>
            <a:schemeClr val="accent2">
              <a:lumMod val="20000"/>
              <a:lumOff val="80000"/>
            </a:schemeClr>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a:t>
            </a:r>
            <a:endParaRPr lang="zh-CN" altLang="en-US" sz="1600" b="1" dirty="0">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111" name="直接连接符 110">
            <a:extLst>
              <a:ext uri="{FF2B5EF4-FFF2-40B4-BE49-F238E27FC236}">
                <a16:creationId xmlns:a16="http://schemas.microsoft.com/office/drawing/2014/main" id="{62174885-84E0-4E01-9940-12083D4D4211}"/>
              </a:ext>
            </a:extLst>
          </p:cNvPr>
          <p:cNvCxnSpPr>
            <a:cxnSpLocks/>
          </p:cNvCxnSpPr>
          <p:nvPr/>
        </p:nvCxnSpPr>
        <p:spPr>
          <a:xfrm>
            <a:off x="1313541" y="5543212"/>
            <a:ext cx="154130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39C20A6A-9C70-4B75-9DD8-B20B34D69176}"/>
              </a:ext>
            </a:extLst>
          </p:cNvPr>
          <p:cNvCxnSpPr>
            <a:cxnSpLocks/>
          </p:cNvCxnSpPr>
          <p:nvPr/>
        </p:nvCxnSpPr>
        <p:spPr>
          <a:xfrm>
            <a:off x="1275193" y="5783675"/>
            <a:ext cx="237064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8C10B93C-83A6-49BB-9A04-ADDFA86B6668}"/>
              </a:ext>
            </a:extLst>
          </p:cNvPr>
          <p:cNvCxnSpPr>
            <a:cxnSpLocks/>
          </p:cNvCxnSpPr>
          <p:nvPr/>
        </p:nvCxnSpPr>
        <p:spPr>
          <a:xfrm>
            <a:off x="8018310" y="2212841"/>
            <a:ext cx="387861" cy="333225"/>
          </a:xfrm>
          <a:prstGeom prst="straightConnector1">
            <a:avLst/>
          </a:prstGeom>
          <a:ln w="28575">
            <a:solidFill>
              <a:srgbClr val="FF0000"/>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82CB34BF-13A2-4B57-9E6C-01154B285C5B}"/>
              </a:ext>
            </a:extLst>
          </p:cNvPr>
          <p:cNvCxnSpPr>
            <a:cxnSpLocks/>
          </p:cNvCxnSpPr>
          <p:nvPr/>
        </p:nvCxnSpPr>
        <p:spPr>
          <a:xfrm flipH="1">
            <a:off x="8230476" y="2866484"/>
            <a:ext cx="225996" cy="276955"/>
          </a:xfrm>
          <a:prstGeom prst="straightConnector1">
            <a:avLst/>
          </a:prstGeom>
          <a:ln w="28575">
            <a:solidFill>
              <a:srgbClr val="FF000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5369D4DF-AD18-4E12-B251-9C64CF962318}"/>
              </a:ext>
            </a:extLst>
          </p:cNvPr>
          <p:cNvSpPr txBox="1"/>
          <p:nvPr/>
        </p:nvSpPr>
        <p:spPr>
          <a:xfrm>
            <a:off x="8353076" y="1504757"/>
            <a:ext cx="162937" cy="307777"/>
          </a:xfrm>
          <a:prstGeom prst="rect">
            <a:avLst/>
          </a:prstGeom>
          <a:noFill/>
        </p:spPr>
        <p:txBody>
          <a:bodyPr wrap="square" lIns="0" tIns="0" rIns="0" bIns="0" rtlCol="0">
            <a:spAutoFit/>
          </a:bodyPr>
          <a:lstStyle/>
          <a:p>
            <a:r>
              <a:rPr lang="en-US" altLang="zh-CN" sz="2000" b="1" dirty="0">
                <a:solidFill>
                  <a:srgbClr val="CC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endParaRPr lang="zh-CN" altLang="en-US" sz="2000" b="1" dirty="0">
              <a:solidFill>
                <a:srgbClr val="CC99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8" name="文本框 77">
            <a:extLst>
              <a:ext uri="{FF2B5EF4-FFF2-40B4-BE49-F238E27FC236}">
                <a16:creationId xmlns:a16="http://schemas.microsoft.com/office/drawing/2014/main" id="{A8DCCD08-9262-4CBC-9803-9908FC27882E}"/>
              </a:ext>
            </a:extLst>
          </p:cNvPr>
          <p:cNvSpPr txBox="1"/>
          <p:nvPr/>
        </p:nvSpPr>
        <p:spPr>
          <a:xfrm>
            <a:off x="8155338" y="2082889"/>
            <a:ext cx="162937" cy="307777"/>
          </a:xfrm>
          <a:prstGeom prst="rect">
            <a:avLst/>
          </a:prstGeom>
          <a:noFill/>
        </p:spPr>
        <p:txBody>
          <a:bodyPr wrap="square" lIns="0" tIns="0" rIns="0" bIns="0" rtlCol="0">
            <a:spAutoFit/>
          </a:bodyPr>
          <a:lstStyle/>
          <a:p>
            <a:r>
              <a:rPr lang="en-US" altLang="zh-CN" sz="20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endParaRPr lang="zh-CN" altLang="en-US" sz="20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9" name="文本框 78">
            <a:extLst>
              <a:ext uri="{FF2B5EF4-FFF2-40B4-BE49-F238E27FC236}">
                <a16:creationId xmlns:a16="http://schemas.microsoft.com/office/drawing/2014/main" id="{BAB68E22-984E-478E-922D-20E6A612EB3A}"/>
              </a:ext>
            </a:extLst>
          </p:cNvPr>
          <p:cNvSpPr txBox="1"/>
          <p:nvPr/>
        </p:nvSpPr>
        <p:spPr>
          <a:xfrm>
            <a:off x="8168600" y="2739333"/>
            <a:ext cx="162937" cy="307777"/>
          </a:xfrm>
          <a:prstGeom prst="rect">
            <a:avLst/>
          </a:prstGeom>
          <a:noFill/>
        </p:spPr>
        <p:txBody>
          <a:bodyPr wrap="square" lIns="0" tIns="0" rIns="0" bIns="0" rtlCol="0">
            <a:spAutoFit/>
          </a:bodyPr>
          <a:lstStyle/>
          <a:p>
            <a:r>
              <a:rPr lang="en-US" altLang="zh-CN" sz="2000" b="1"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endParaRPr lang="zh-CN" altLang="en-US" sz="2000" b="1"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E6B9E1D9-C293-873A-4FF1-1622B089AAC8}"/>
              </a:ext>
            </a:extLst>
          </p:cNvPr>
          <p:cNvSpPr txBox="1"/>
          <p:nvPr/>
        </p:nvSpPr>
        <p:spPr>
          <a:xfrm>
            <a:off x="9394885" y="456281"/>
            <a:ext cx="2031325" cy="400110"/>
          </a:xfrm>
          <a:prstGeom prst="rect">
            <a:avLst/>
          </a:prstGeom>
          <a:noFill/>
        </p:spPr>
        <p:txBody>
          <a:bodyPr wrap="none" rtlCol="0">
            <a:spAutoFit/>
          </a:bodyPr>
          <a:lstStyle/>
          <a:p>
            <a:r>
              <a:rPr lang="en-US" altLang="zh-CN" sz="2000" b="1" dirty="0" err="1">
                <a:solidFill>
                  <a:srgbClr val="8B32A0"/>
                </a:solidFill>
                <a:latin typeface="Courier New" panose="02070309020205020404" pitchFamily="49" charset="0"/>
                <a:cs typeface="Courier New" panose="02070309020205020404" pitchFamily="49" charset="0"/>
              </a:rPr>
              <a:t>e1.key</a:t>
            </a:r>
            <a:r>
              <a:rPr lang="en-US" altLang="zh-CN" sz="2000" b="1" dirty="0">
                <a:solidFill>
                  <a:srgbClr val="8B32A0"/>
                </a:solidFill>
                <a:latin typeface="Courier New" panose="02070309020205020404" pitchFamily="49" charset="0"/>
                <a:cs typeface="Courier New" panose="02070309020205020404" pitchFamily="49" charset="0"/>
              </a:rPr>
              <a:t> = 50;</a:t>
            </a:r>
            <a:endParaRPr lang="zh-CN" altLang="en-US" sz="2000" b="1" dirty="0">
              <a:solidFill>
                <a:srgbClr val="8B32A0"/>
              </a:solidFill>
              <a:latin typeface="Courier New" panose="02070309020205020404" pitchFamily="49" charset="0"/>
              <a:cs typeface="Courier New" panose="02070309020205020404" pitchFamily="49" charset="0"/>
            </a:endParaRPr>
          </a:p>
        </p:txBody>
      </p:sp>
      <p:sp>
        <p:nvSpPr>
          <p:cNvPr id="14" name="文本框 13">
            <a:extLst>
              <a:ext uri="{FF2B5EF4-FFF2-40B4-BE49-F238E27FC236}">
                <a16:creationId xmlns:a16="http://schemas.microsoft.com/office/drawing/2014/main" id="{DF3406B7-AB8C-9FC5-D875-A066CDE907CD}"/>
              </a:ext>
            </a:extLst>
          </p:cNvPr>
          <p:cNvSpPr txBox="1"/>
          <p:nvPr/>
        </p:nvSpPr>
        <p:spPr>
          <a:xfrm>
            <a:off x="9403792" y="1075829"/>
            <a:ext cx="2031325" cy="400110"/>
          </a:xfrm>
          <a:prstGeom prst="rect">
            <a:avLst/>
          </a:prstGeom>
          <a:noFill/>
        </p:spPr>
        <p:txBody>
          <a:bodyPr wrap="none" rtlCol="0">
            <a:spAutoFit/>
          </a:bodyPr>
          <a:lstStyle/>
          <a:p>
            <a:r>
              <a:rPr lang="en-US" altLang="zh-CN" sz="2000" b="1" dirty="0" err="1">
                <a:solidFill>
                  <a:schemeClr val="accent5">
                    <a:lumMod val="50000"/>
                  </a:schemeClr>
                </a:solidFill>
                <a:latin typeface="Courier New" panose="02070309020205020404" pitchFamily="49" charset="0"/>
                <a:cs typeface="Courier New" panose="02070309020205020404" pitchFamily="49" charset="0"/>
              </a:rPr>
              <a:t>e2.key</a:t>
            </a:r>
            <a:r>
              <a:rPr lang="en-US" altLang="zh-CN" sz="2000" b="1" dirty="0">
                <a:solidFill>
                  <a:schemeClr val="accent5">
                    <a:lumMod val="50000"/>
                  </a:schemeClr>
                </a:solidFill>
                <a:latin typeface="Courier New" panose="02070309020205020404" pitchFamily="49" charset="0"/>
                <a:cs typeface="Courier New" panose="02070309020205020404" pitchFamily="49" charset="0"/>
              </a:rPr>
              <a:t> = 35;</a:t>
            </a:r>
            <a:endParaRPr lang="zh-CN" altLang="en-US" sz="20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15" name="文本框 14">
            <a:extLst>
              <a:ext uri="{FF2B5EF4-FFF2-40B4-BE49-F238E27FC236}">
                <a16:creationId xmlns:a16="http://schemas.microsoft.com/office/drawing/2014/main" id="{15ADF9C6-141A-5F7D-AA28-8E677411203C}"/>
              </a:ext>
            </a:extLst>
          </p:cNvPr>
          <p:cNvSpPr txBox="1"/>
          <p:nvPr/>
        </p:nvSpPr>
        <p:spPr>
          <a:xfrm>
            <a:off x="9510905" y="1410457"/>
            <a:ext cx="2344824" cy="307777"/>
          </a:xfrm>
          <a:prstGeom prst="rect">
            <a:avLst/>
          </a:prstGeom>
          <a:noFill/>
        </p:spPr>
        <p:txBody>
          <a:bodyPr wrap="square" lIns="0" tIns="0" rIns="0" bIns="0" rtlCol="0">
            <a:spAutoFit/>
          </a:bodyPr>
          <a:lstStyle/>
          <a:p>
            <a:r>
              <a:rPr lang="en-US" altLang="zh-CN" sz="2000" b="1" dirty="0">
                <a:solidFill>
                  <a:schemeClr val="accent5">
                    <a:lumMod val="50000"/>
                  </a:schemeClr>
                </a:solidFill>
                <a:latin typeface="Courier New" panose="02070309020205020404" pitchFamily="49" charset="0"/>
                <a:cs typeface="Courier New" panose="02070309020205020404" pitchFamily="49" charset="0"/>
              </a:rPr>
              <a:t>q = Find(T, </a:t>
            </a:r>
            <a:r>
              <a:rPr lang="en-US" altLang="zh-CN" sz="2000" b="1" dirty="0" err="1">
                <a:solidFill>
                  <a:schemeClr val="accent5">
                    <a:lumMod val="50000"/>
                  </a:schemeClr>
                </a:solidFill>
                <a:latin typeface="Courier New" panose="02070309020205020404" pitchFamily="49" charset="0"/>
                <a:cs typeface="Courier New" panose="02070309020205020404" pitchFamily="49" charset="0"/>
              </a:rPr>
              <a:t>e2</a:t>
            </a:r>
            <a:r>
              <a:rPr lang="en-US" altLang="zh-CN" sz="2000" b="1" dirty="0">
                <a:solidFill>
                  <a:schemeClr val="accent5">
                    <a:lumMod val="50000"/>
                  </a:schemeClr>
                </a:solidFill>
                <a:latin typeface="Courier New" panose="02070309020205020404" pitchFamily="49" charset="0"/>
                <a:cs typeface="Courier New" panose="02070309020205020404" pitchFamily="49" charset="0"/>
              </a:rPr>
              <a:t>);</a:t>
            </a:r>
            <a:endParaRPr lang="zh-CN" altLang="en-US" sz="2000" b="1" dirty="0">
              <a:solidFill>
                <a:schemeClr val="accent5">
                  <a:lumMod val="50000"/>
                </a:schemeClr>
              </a:solidFill>
              <a:latin typeface="Courier New" panose="02070309020205020404" pitchFamily="49" charset="0"/>
              <a:cs typeface="Courier New" panose="02070309020205020404" pitchFamily="49" charset="0"/>
            </a:endParaRPr>
          </a:p>
        </p:txBody>
      </p:sp>
      <p:cxnSp>
        <p:nvCxnSpPr>
          <p:cNvPr id="9" name="直接箭头连接符 8">
            <a:extLst>
              <a:ext uri="{FF2B5EF4-FFF2-40B4-BE49-F238E27FC236}">
                <a16:creationId xmlns:a16="http://schemas.microsoft.com/office/drawing/2014/main" id="{35FE553F-6084-6F47-960A-52ABFBF977F3}"/>
              </a:ext>
            </a:extLst>
          </p:cNvPr>
          <p:cNvCxnSpPr>
            <a:cxnSpLocks/>
          </p:cNvCxnSpPr>
          <p:nvPr/>
        </p:nvCxnSpPr>
        <p:spPr>
          <a:xfrm flipH="1">
            <a:off x="8994004" y="1022577"/>
            <a:ext cx="454160" cy="412737"/>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677DA637-FE24-A15E-26F9-39ADBF716CBA}"/>
              </a:ext>
            </a:extLst>
          </p:cNvPr>
          <p:cNvCxnSpPr>
            <a:cxnSpLocks/>
          </p:cNvCxnSpPr>
          <p:nvPr/>
        </p:nvCxnSpPr>
        <p:spPr>
          <a:xfrm flipH="1">
            <a:off x="8331168" y="2955080"/>
            <a:ext cx="278911" cy="275105"/>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103" name="直接连接符 102">
            <a:extLst>
              <a:ext uri="{FF2B5EF4-FFF2-40B4-BE49-F238E27FC236}">
                <a16:creationId xmlns:a16="http://schemas.microsoft.com/office/drawing/2014/main" id="{41AFB860-C9D3-43F6-B929-45F293269402}"/>
              </a:ext>
            </a:extLst>
          </p:cNvPr>
          <p:cNvCxnSpPr>
            <a:cxnSpLocks/>
          </p:cNvCxnSpPr>
          <p:nvPr/>
        </p:nvCxnSpPr>
        <p:spPr>
          <a:xfrm>
            <a:off x="1313541" y="6026724"/>
            <a:ext cx="329550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A271F485-90A7-4365-8DED-CCF8FD491F28}"/>
              </a:ext>
            </a:extLst>
          </p:cNvPr>
          <p:cNvCxnSpPr>
            <a:cxnSpLocks/>
          </p:cNvCxnSpPr>
          <p:nvPr/>
        </p:nvCxnSpPr>
        <p:spPr>
          <a:xfrm>
            <a:off x="1884364" y="6247136"/>
            <a:ext cx="181021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1916B48E-B9D2-74D2-AC95-09D18512FE13}"/>
              </a:ext>
            </a:extLst>
          </p:cNvPr>
          <p:cNvCxnSpPr>
            <a:cxnSpLocks/>
          </p:cNvCxnSpPr>
          <p:nvPr/>
        </p:nvCxnSpPr>
        <p:spPr>
          <a:xfrm>
            <a:off x="7807020" y="2420825"/>
            <a:ext cx="269056" cy="680537"/>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sp>
        <p:nvSpPr>
          <p:cNvPr id="95" name="文本框 94">
            <a:extLst>
              <a:ext uri="{FF2B5EF4-FFF2-40B4-BE49-F238E27FC236}">
                <a16:creationId xmlns:a16="http://schemas.microsoft.com/office/drawing/2014/main" id="{A13C2B34-D1F3-F9A3-4737-5DE742AFECC0}"/>
              </a:ext>
            </a:extLst>
          </p:cNvPr>
          <p:cNvSpPr txBox="1"/>
          <p:nvPr/>
        </p:nvSpPr>
        <p:spPr>
          <a:xfrm>
            <a:off x="8940308" y="2549072"/>
            <a:ext cx="72768" cy="307777"/>
          </a:xfrm>
          <a:prstGeom prst="rect">
            <a:avLst/>
          </a:prstGeom>
          <a:noFill/>
        </p:spPr>
        <p:txBody>
          <a:bodyPr wrap="none" lIns="36000" tIns="0" rIns="36000" bIns="0" rtlCol="0">
            <a:spAutoFit/>
          </a:bodyPr>
          <a:lstStyle/>
          <a:p>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107" name="直接箭头连接符 106">
            <a:extLst>
              <a:ext uri="{FF2B5EF4-FFF2-40B4-BE49-F238E27FC236}">
                <a16:creationId xmlns:a16="http://schemas.microsoft.com/office/drawing/2014/main" id="{758238FF-85AA-7F7B-8D98-BB6D64CFFB07}"/>
              </a:ext>
            </a:extLst>
          </p:cNvPr>
          <p:cNvCxnSpPr>
            <a:cxnSpLocks/>
          </p:cNvCxnSpPr>
          <p:nvPr/>
        </p:nvCxnSpPr>
        <p:spPr>
          <a:xfrm flipH="1">
            <a:off x="8118265" y="1827746"/>
            <a:ext cx="551654" cy="1252649"/>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119" name="直接箭头连接符 118">
            <a:extLst>
              <a:ext uri="{FF2B5EF4-FFF2-40B4-BE49-F238E27FC236}">
                <a16:creationId xmlns:a16="http://schemas.microsoft.com/office/drawing/2014/main" id="{0CD98013-B1E1-5024-19F2-D6A81544B418}"/>
              </a:ext>
            </a:extLst>
          </p:cNvPr>
          <p:cNvCxnSpPr>
            <a:cxnSpLocks/>
          </p:cNvCxnSpPr>
          <p:nvPr/>
        </p:nvCxnSpPr>
        <p:spPr>
          <a:xfrm flipH="1">
            <a:off x="8308945" y="1664241"/>
            <a:ext cx="1239637" cy="1545919"/>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sp>
        <p:nvSpPr>
          <p:cNvPr id="2" name="文本框 3">
            <a:extLst>
              <a:ext uri="{FF2B5EF4-FFF2-40B4-BE49-F238E27FC236}">
                <a16:creationId xmlns:a16="http://schemas.microsoft.com/office/drawing/2014/main" id="{DB278986-8C55-7F23-C389-463FC9496C99}"/>
              </a:ext>
            </a:extLst>
          </p:cNvPr>
          <p:cNvSpPr txBox="1"/>
          <p:nvPr/>
        </p:nvSpPr>
        <p:spPr>
          <a:xfrm>
            <a:off x="1313541" y="274072"/>
            <a:ext cx="2659767"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2400" b="1" i="0" u="none" strike="noStrike" dirty="0">
                <a:solidFill>
                  <a:srgbClr val="3B11EF"/>
                </a:solidFill>
                <a:effectLst>
                  <a:outerShdw blurRad="38100" dist="38100" dir="2700000" algn="tl">
                    <a:srgbClr val="000000">
                      <a:alpha val="43137"/>
                    </a:srgbClr>
                  </a:outerShdw>
                </a:effectLst>
                <a:latin typeface="E"/>
              </a:rPr>
              <a:t>9.2.</a:t>
            </a:r>
            <a:r>
              <a:rPr lang="en-US" altLang="zh-CN" sz="2400" b="1" dirty="0">
                <a:solidFill>
                  <a:srgbClr val="3B11EF"/>
                </a:solidFill>
                <a:effectLst>
                  <a:outerShdw blurRad="38100" dist="38100" dir="2700000" algn="tl">
                    <a:srgbClr val="000000">
                      <a:alpha val="43137"/>
                    </a:srgbClr>
                  </a:outerShdw>
                </a:effectLst>
                <a:latin typeface="E"/>
              </a:rPr>
              <a:t>1</a:t>
            </a:r>
            <a:r>
              <a:rPr lang="en-US" altLang="zh-CN" sz="2400" b="1" i="0" u="none" strike="noStrike" dirty="0">
                <a:solidFill>
                  <a:srgbClr val="3B11EF"/>
                </a:solidFill>
                <a:effectLst>
                  <a:outerShdw blurRad="38100" dist="38100" dir="2700000" algn="tl">
                    <a:srgbClr val="000000">
                      <a:alpha val="43137"/>
                    </a:srgbClr>
                  </a:outerShdw>
                </a:effectLst>
                <a:latin typeface="E"/>
              </a:rPr>
              <a:t>  </a:t>
            </a:r>
            <a:r>
              <a:rPr lang="zh-CN" altLang="en-US" sz="2400" b="1" i="0" u="none" strike="noStrike" dirty="0">
                <a:solidFill>
                  <a:srgbClr val="3B11EF"/>
                </a:solidFill>
                <a:effectLst>
                  <a:outerShdw blurRad="38100" dist="38100" dir="2700000" algn="tl">
                    <a:srgbClr val="000000">
                      <a:alpha val="43137"/>
                    </a:srgbClr>
                  </a:outerShdw>
                </a:effectLst>
                <a:latin typeface="E"/>
              </a:rPr>
              <a:t>二叉排序</a:t>
            </a:r>
            <a:r>
              <a:rPr lang="zh-CN" altLang="en-US" sz="2400" b="1" i="0" u="none" strike="noStrike" dirty="0">
                <a:solidFill>
                  <a:srgbClr val="3B11EF"/>
                </a:solidFill>
                <a:effectLst>
                  <a:outerShdw blurRad="38100" dist="38100" dir="2700000" algn="tl">
                    <a:srgbClr val="000000">
                      <a:alpha val="43137"/>
                    </a:srgbClr>
                  </a:outerShdw>
                </a:effectLst>
                <a:latin typeface="FZHTK"/>
              </a:rPr>
              <a:t>树</a:t>
            </a:r>
          </a:p>
        </p:txBody>
      </p:sp>
    </p:spTree>
    <p:extLst>
      <p:ext uri="{BB962C8B-B14F-4D97-AF65-F5344CB8AC3E}">
        <p14:creationId xmlns:p14="http://schemas.microsoft.com/office/powerpoint/2010/main" val="284569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up)">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1000" fill="hold"/>
                                        <p:tgtEl>
                                          <p:spTgt spid="24"/>
                                        </p:tgtEl>
                                        <p:attrNameLst>
                                          <p:attrName>ppt_w</p:attrName>
                                        </p:attrNameLst>
                                      </p:cBhvr>
                                      <p:tavLst>
                                        <p:tav tm="0">
                                          <p:val>
                                            <p:fltVal val="0"/>
                                          </p:val>
                                        </p:tav>
                                        <p:tav tm="100000">
                                          <p:val>
                                            <p:strVal val="#ppt_w"/>
                                          </p:val>
                                        </p:tav>
                                      </p:tavLst>
                                    </p:anim>
                                    <p:anim calcmode="lin" valueType="num">
                                      <p:cBhvr>
                                        <p:cTn id="13" dur="1000" fill="hold"/>
                                        <p:tgtEl>
                                          <p:spTgt spid="24"/>
                                        </p:tgtEl>
                                        <p:attrNameLst>
                                          <p:attrName>ppt_h</p:attrName>
                                        </p:attrNameLst>
                                      </p:cBhvr>
                                      <p:tavLst>
                                        <p:tav tm="0">
                                          <p:val>
                                            <p:fltVal val="0"/>
                                          </p:val>
                                        </p:tav>
                                        <p:tav tm="100000">
                                          <p:val>
                                            <p:strVal val="#ppt_h"/>
                                          </p:val>
                                        </p:tav>
                                      </p:tavLst>
                                    </p:anim>
                                    <p:anim calcmode="lin" valueType="num">
                                      <p:cBhvr>
                                        <p:cTn id="14" dur="1000" fill="hold"/>
                                        <p:tgtEl>
                                          <p:spTgt spid="24"/>
                                        </p:tgtEl>
                                        <p:attrNameLst>
                                          <p:attrName>style.rotation</p:attrName>
                                        </p:attrNameLst>
                                      </p:cBhvr>
                                      <p:tavLst>
                                        <p:tav tm="0">
                                          <p:val>
                                            <p:fltVal val="90"/>
                                          </p:val>
                                        </p:tav>
                                        <p:tav tm="100000">
                                          <p:val>
                                            <p:fltVal val="0"/>
                                          </p:val>
                                        </p:tav>
                                      </p:tavLst>
                                    </p:anim>
                                    <p:animEffect transition="in" filter="fade">
                                      <p:cBhvr>
                                        <p:cTn id="15" dur="1000"/>
                                        <p:tgtEl>
                                          <p:spTgt spid="24"/>
                                        </p:tgtEl>
                                      </p:cBhvr>
                                    </p:animEffect>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1000"/>
                                        <p:tgtEl>
                                          <p:spTgt spid="50"/>
                                        </p:tgtEl>
                                      </p:cBhvr>
                                    </p:animEffect>
                                    <p:anim calcmode="lin" valueType="num">
                                      <p:cBhvr>
                                        <p:cTn id="20" dur="1000" fill="hold"/>
                                        <p:tgtEl>
                                          <p:spTgt spid="50"/>
                                        </p:tgtEl>
                                        <p:attrNameLst>
                                          <p:attrName>ppt_x</p:attrName>
                                        </p:attrNameLst>
                                      </p:cBhvr>
                                      <p:tavLst>
                                        <p:tav tm="0">
                                          <p:val>
                                            <p:strVal val="#ppt_x"/>
                                          </p:val>
                                        </p:tav>
                                        <p:tav tm="100000">
                                          <p:val>
                                            <p:strVal val="#ppt_x"/>
                                          </p:val>
                                        </p:tav>
                                      </p:tavLst>
                                    </p:anim>
                                    <p:anim calcmode="lin" valueType="num">
                                      <p:cBhvr>
                                        <p:cTn id="21"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6">
                                            <p:txEl>
                                              <p:pRg st="1" end="1"/>
                                            </p:txEl>
                                          </p:spTgt>
                                        </p:tgtEl>
                                        <p:attrNameLst>
                                          <p:attrName>style.visibility</p:attrName>
                                        </p:attrNameLst>
                                      </p:cBhvr>
                                      <p:to>
                                        <p:strVal val="visible"/>
                                      </p:to>
                                    </p:set>
                                    <p:animEffect transition="in" filter="wipe(up)">
                                      <p:cBhvr>
                                        <p:cTn id="26" dur="500"/>
                                        <p:tgtEl>
                                          <p:spTgt spid="4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46">
                                            <p:txEl>
                                              <p:pRg st="2" end="2"/>
                                            </p:txEl>
                                          </p:spTgt>
                                        </p:tgtEl>
                                        <p:attrNameLst>
                                          <p:attrName>style.visibility</p:attrName>
                                        </p:attrNameLst>
                                      </p:cBhvr>
                                      <p:to>
                                        <p:strVal val="visible"/>
                                      </p:to>
                                    </p:set>
                                    <p:animEffect transition="in" filter="wipe(up)">
                                      <p:cBhvr>
                                        <p:cTn id="31" dur="500"/>
                                        <p:tgtEl>
                                          <p:spTgt spid="46">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6">
                                            <p:txEl>
                                              <p:pRg st="3" end="3"/>
                                            </p:txEl>
                                          </p:spTgt>
                                        </p:tgtEl>
                                        <p:attrNameLst>
                                          <p:attrName>style.visibility</p:attrName>
                                        </p:attrNameLst>
                                      </p:cBhvr>
                                      <p:to>
                                        <p:strVal val="visible"/>
                                      </p:to>
                                    </p:set>
                                    <p:animEffect transition="in" filter="wipe(up)">
                                      <p:cBhvr>
                                        <p:cTn id="36" dur="500"/>
                                        <p:tgtEl>
                                          <p:spTgt spid="46">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grpId="0" nodeType="click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1000"/>
                                        <p:tgtEl>
                                          <p:spTgt spid="75"/>
                                        </p:tgtEl>
                                      </p:cBhvr>
                                    </p:animEffect>
                                    <p:anim calcmode="lin" valueType="num">
                                      <p:cBhvr>
                                        <p:cTn id="42" dur="1000" fill="hold"/>
                                        <p:tgtEl>
                                          <p:spTgt spid="75"/>
                                        </p:tgtEl>
                                        <p:attrNameLst>
                                          <p:attrName>ppt_x</p:attrName>
                                        </p:attrNameLst>
                                      </p:cBhvr>
                                      <p:tavLst>
                                        <p:tav tm="0">
                                          <p:val>
                                            <p:strVal val="#ppt_x"/>
                                          </p:val>
                                        </p:tav>
                                        <p:tav tm="100000">
                                          <p:val>
                                            <p:strVal val="#ppt_x"/>
                                          </p:val>
                                        </p:tav>
                                      </p:tavLst>
                                    </p:anim>
                                    <p:anim calcmode="lin" valueType="num">
                                      <p:cBhvr>
                                        <p:cTn id="43" dur="1000" fill="hold"/>
                                        <p:tgtEl>
                                          <p:spTgt spid="75"/>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1000"/>
                                        <p:tgtEl>
                                          <p:spTgt spid="7"/>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wipe(left)">
                                      <p:cBhvr>
                                        <p:cTn id="51" dur="1000"/>
                                        <p:tgtEl>
                                          <p:spTgt spid="71"/>
                                        </p:tgtEl>
                                      </p:cBhvr>
                                    </p:animEffect>
                                  </p:childTnLst>
                                </p:cTn>
                              </p:par>
                            </p:childTnLst>
                          </p:cTn>
                        </p:par>
                        <p:par>
                          <p:cTn id="52" fill="hold">
                            <p:stCondLst>
                              <p:cond delay="3000"/>
                            </p:stCondLst>
                            <p:childTnLst>
                              <p:par>
                                <p:cTn id="53" presetID="22" presetClass="entr" presetSubtype="8" fill="hold" nodeType="after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wipe(left)">
                                      <p:cBhvr>
                                        <p:cTn id="55" dur="1000"/>
                                        <p:tgtEl>
                                          <p:spTgt spid="6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xit" presetSubtype="1" fill="hold" nodeType="clickEffect">
                                  <p:stCondLst>
                                    <p:cond delay="0"/>
                                  </p:stCondLst>
                                  <p:childTnLst>
                                    <p:animEffect transition="out" filter="wipe(up)">
                                      <p:cBhvr>
                                        <p:cTn id="59" dur="500"/>
                                        <p:tgtEl>
                                          <p:spTgt spid="63"/>
                                        </p:tgtEl>
                                      </p:cBhvr>
                                    </p:animEffect>
                                    <p:set>
                                      <p:cBhvr>
                                        <p:cTn id="60" dur="1" fill="hold">
                                          <p:stCondLst>
                                            <p:cond delay="499"/>
                                          </p:stCondLst>
                                        </p:cTn>
                                        <p:tgtEl>
                                          <p:spTgt spid="63"/>
                                        </p:tgtEl>
                                        <p:attrNameLst>
                                          <p:attrName>style.visibility</p:attrName>
                                        </p:attrNameLst>
                                      </p:cBhvr>
                                      <p:to>
                                        <p:strVal val="hidden"/>
                                      </p:to>
                                    </p:se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64"/>
                                        </p:tgtEl>
                                        <p:attrNameLst>
                                          <p:attrName>style.visibility</p:attrName>
                                        </p:attrNameLst>
                                      </p:cBhvr>
                                      <p:to>
                                        <p:strVal val="visible"/>
                                      </p:to>
                                    </p:set>
                                    <p:animEffect transition="in" filter="wipe(left)">
                                      <p:cBhvr>
                                        <p:cTn id="64" dur="1000"/>
                                        <p:tgtEl>
                                          <p:spTgt spid="6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xit" presetSubtype="1" fill="hold" nodeType="clickEffect">
                                  <p:stCondLst>
                                    <p:cond delay="0"/>
                                  </p:stCondLst>
                                  <p:childTnLst>
                                    <p:animEffect transition="out" filter="wipe(up)">
                                      <p:cBhvr>
                                        <p:cTn id="68" dur="500"/>
                                        <p:tgtEl>
                                          <p:spTgt spid="64"/>
                                        </p:tgtEl>
                                      </p:cBhvr>
                                    </p:animEffect>
                                    <p:set>
                                      <p:cBhvr>
                                        <p:cTn id="69" dur="1" fill="hold">
                                          <p:stCondLst>
                                            <p:cond delay="499"/>
                                          </p:stCondLst>
                                        </p:cTn>
                                        <p:tgtEl>
                                          <p:spTgt spid="64"/>
                                        </p:tgtEl>
                                        <p:attrNameLst>
                                          <p:attrName>style.visibility</p:attrName>
                                        </p:attrNameLst>
                                      </p:cBhvr>
                                      <p:to>
                                        <p:strVal val="hidden"/>
                                      </p:to>
                                    </p:se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wipe(left)">
                                      <p:cBhvr>
                                        <p:cTn id="73" dur="1000"/>
                                        <p:tgtEl>
                                          <p:spTgt spid="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xit" presetSubtype="1" fill="hold" nodeType="clickEffect">
                                  <p:stCondLst>
                                    <p:cond delay="0"/>
                                  </p:stCondLst>
                                  <p:childTnLst>
                                    <p:animEffect transition="out" filter="wipe(up)">
                                      <p:cBhvr>
                                        <p:cTn id="77" dur="500"/>
                                        <p:tgtEl>
                                          <p:spTgt spid="6"/>
                                        </p:tgtEl>
                                      </p:cBhvr>
                                    </p:animEffect>
                                    <p:set>
                                      <p:cBhvr>
                                        <p:cTn id="78" dur="1" fill="hold">
                                          <p:stCondLst>
                                            <p:cond delay="499"/>
                                          </p:stCondLst>
                                        </p:cTn>
                                        <p:tgtEl>
                                          <p:spTgt spid="6"/>
                                        </p:tgtEl>
                                        <p:attrNameLst>
                                          <p:attrName>style.visibility</p:attrName>
                                        </p:attrNameLst>
                                      </p:cBhvr>
                                      <p:to>
                                        <p:strVal val="hidden"/>
                                      </p:to>
                                    </p:se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wipe(left)">
                                      <p:cBhvr>
                                        <p:cTn id="82" dur="10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xit" presetSubtype="1" fill="hold" nodeType="clickEffect">
                                  <p:stCondLst>
                                    <p:cond delay="0"/>
                                  </p:stCondLst>
                                  <p:childTnLst>
                                    <p:animEffect transition="out" filter="wipe(up)">
                                      <p:cBhvr>
                                        <p:cTn id="86" dur="500"/>
                                        <p:tgtEl>
                                          <p:spTgt spid="12"/>
                                        </p:tgtEl>
                                      </p:cBhvr>
                                    </p:animEffect>
                                    <p:set>
                                      <p:cBhvr>
                                        <p:cTn id="87" dur="1" fill="hold">
                                          <p:stCondLst>
                                            <p:cond delay="499"/>
                                          </p:stCondLst>
                                        </p:cTn>
                                        <p:tgtEl>
                                          <p:spTgt spid="12"/>
                                        </p:tgtEl>
                                        <p:attrNameLst>
                                          <p:attrName>style.visibility</p:attrName>
                                        </p:attrNameLst>
                                      </p:cBhvr>
                                      <p:to>
                                        <p:strVal val="hidden"/>
                                      </p:to>
                                    </p:set>
                                  </p:childTnLst>
                                </p:cTn>
                              </p:par>
                            </p:childTnLst>
                          </p:cTn>
                        </p:par>
                        <p:par>
                          <p:cTn id="88" fill="hold">
                            <p:stCondLst>
                              <p:cond delay="500"/>
                            </p:stCondLst>
                            <p:childTnLst>
                              <p:par>
                                <p:cTn id="89" presetID="27" presetClass="emph" presetSubtype="0" fill="remove" grpId="0" nodeType="afterEffect">
                                  <p:stCondLst>
                                    <p:cond delay="0"/>
                                  </p:stCondLst>
                                  <p:childTnLst>
                                    <p:animClr clrSpc="rgb" dir="cw">
                                      <p:cBhvr override="childStyle">
                                        <p:cTn id="90" dur="750" autoRev="1" fill="remove"/>
                                        <p:tgtEl>
                                          <p:spTgt spid="29"/>
                                        </p:tgtEl>
                                        <p:attrNameLst>
                                          <p:attrName>style.color</p:attrName>
                                        </p:attrNameLst>
                                      </p:cBhvr>
                                      <p:to>
                                        <a:schemeClr val="bg1"/>
                                      </p:to>
                                    </p:animClr>
                                    <p:animClr clrSpc="rgb" dir="cw">
                                      <p:cBhvr>
                                        <p:cTn id="91" dur="750" autoRev="1" fill="remove"/>
                                        <p:tgtEl>
                                          <p:spTgt spid="29"/>
                                        </p:tgtEl>
                                        <p:attrNameLst>
                                          <p:attrName>fillcolor</p:attrName>
                                        </p:attrNameLst>
                                      </p:cBhvr>
                                      <p:to>
                                        <a:schemeClr val="bg1"/>
                                      </p:to>
                                    </p:animClr>
                                    <p:set>
                                      <p:cBhvr>
                                        <p:cTn id="92" dur="750" autoRev="1" fill="remove"/>
                                        <p:tgtEl>
                                          <p:spTgt spid="29"/>
                                        </p:tgtEl>
                                        <p:attrNameLst>
                                          <p:attrName>fill.type</p:attrName>
                                        </p:attrNameLst>
                                      </p:cBhvr>
                                      <p:to>
                                        <p:strVal val="solid"/>
                                      </p:to>
                                    </p:set>
                                    <p:set>
                                      <p:cBhvr>
                                        <p:cTn id="93" dur="750" autoRev="1" fill="remove"/>
                                        <p:tgtEl>
                                          <p:spTgt spid="29"/>
                                        </p:tgtEl>
                                        <p:attrNameLst>
                                          <p:attrName>fill.on</p:attrName>
                                        </p:attrNameLst>
                                      </p:cBhvr>
                                      <p:to>
                                        <p:strVal val="true"/>
                                      </p:to>
                                    </p:set>
                                  </p:childTnLst>
                                </p:cTn>
                              </p:par>
                              <p:par>
                                <p:cTn id="94" presetID="1" presetClass="emph" presetSubtype="2" fill="hold" nodeType="withEffect">
                                  <p:stCondLst>
                                    <p:cond delay="500"/>
                                  </p:stCondLst>
                                  <p:childTnLst>
                                    <p:animClr clrSpc="rgb" dir="cw">
                                      <p:cBhvr>
                                        <p:cTn id="95" dur="500" fill="hold"/>
                                        <p:tgtEl>
                                          <p:spTgt spid="29"/>
                                        </p:tgtEl>
                                        <p:attrNameLst>
                                          <p:attrName>fillcolor</p:attrName>
                                        </p:attrNameLst>
                                      </p:cBhvr>
                                      <p:to>
                                        <a:srgbClr val="FFF2CC"/>
                                      </p:to>
                                    </p:animClr>
                                    <p:set>
                                      <p:cBhvr>
                                        <p:cTn id="96" dur="500" fill="hold"/>
                                        <p:tgtEl>
                                          <p:spTgt spid="29"/>
                                        </p:tgtEl>
                                        <p:attrNameLst>
                                          <p:attrName>fill.type</p:attrName>
                                        </p:attrNameLst>
                                      </p:cBhvr>
                                      <p:to>
                                        <p:strVal val="solid"/>
                                      </p:to>
                                    </p:set>
                                    <p:set>
                                      <p:cBhvr>
                                        <p:cTn id="97" dur="500" fill="hold"/>
                                        <p:tgtEl>
                                          <p:spTgt spid="29"/>
                                        </p:tgtEl>
                                        <p:attrNameLst>
                                          <p:attrName>fill.on</p:attrName>
                                        </p:attrNameLst>
                                      </p:cBhvr>
                                      <p:to>
                                        <p:strVal val="true"/>
                                      </p:to>
                                    </p:set>
                                  </p:childTnLst>
                                </p:cTn>
                              </p:par>
                              <p:par>
                                <p:cTn id="98" presetID="1" presetClass="emph" presetSubtype="2" fill="hold" nodeType="withEffect">
                                  <p:stCondLst>
                                    <p:cond delay="0"/>
                                  </p:stCondLst>
                                  <p:childTnLst>
                                    <p:animClr clrSpc="rgb" dir="cw">
                                      <p:cBhvr>
                                        <p:cTn id="99" dur="500" fill="hold"/>
                                        <p:tgtEl>
                                          <p:spTgt spid="29"/>
                                        </p:tgtEl>
                                        <p:attrNameLst>
                                          <p:attrName>fillcolor</p:attrName>
                                        </p:attrNameLst>
                                      </p:cBhvr>
                                      <p:to>
                                        <a:srgbClr val="E2EFD9"/>
                                      </p:to>
                                    </p:animClr>
                                    <p:set>
                                      <p:cBhvr>
                                        <p:cTn id="100" dur="500" fill="hold"/>
                                        <p:tgtEl>
                                          <p:spTgt spid="29"/>
                                        </p:tgtEl>
                                        <p:attrNameLst>
                                          <p:attrName>fill.type</p:attrName>
                                        </p:attrNameLst>
                                      </p:cBhvr>
                                      <p:to>
                                        <p:strVal val="solid"/>
                                      </p:to>
                                    </p:set>
                                    <p:set>
                                      <p:cBhvr>
                                        <p:cTn id="101" dur="500" fill="hold"/>
                                        <p:tgtEl>
                                          <p:spTgt spid="29"/>
                                        </p:tgtEl>
                                        <p:attrNameLst>
                                          <p:attrName>fill.on</p:attrName>
                                        </p:attrNameLst>
                                      </p:cBhvr>
                                      <p:to>
                                        <p:strVal val="true"/>
                                      </p:to>
                                    </p:set>
                                  </p:childTnLst>
                                </p:cTn>
                              </p:par>
                            </p:childTnLst>
                          </p:cTn>
                        </p:par>
                        <p:par>
                          <p:cTn id="102" fill="hold">
                            <p:stCondLst>
                              <p:cond delay="2000"/>
                            </p:stCondLst>
                            <p:childTnLst>
                              <p:par>
                                <p:cTn id="103" presetID="22" presetClass="entr" presetSubtype="4" fill="hold" nodeType="afterEffect">
                                  <p:stCondLst>
                                    <p:cond delay="0"/>
                                  </p:stCondLst>
                                  <p:childTnLst>
                                    <p:set>
                                      <p:cBhvr>
                                        <p:cTn id="104" dur="1" fill="hold">
                                          <p:stCondLst>
                                            <p:cond delay="0"/>
                                          </p:stCondLst>
                                        </p:cTn>
                                        <p:tgtEl>
                                          <p:spTgt spid="9"/>
                                        </p:tgtEl>
                                        <p:attrNameLst>
                                          <p:attrName>style.visibility</p:attrName>
                                        </p:attrNameLst>
                                      </p:cBhvr>
                                      <p:to>
                                        <p:strVal val="visible"/>
                                      </p:to>
                                    </p:set>
                                    <p:animEffect transition="in" filter="wipe(down)">
                                      <p:cBhvr>
                                        <p:cTn id="105" dur="500"/>
                                        <p:tgtEl>
                                          <p:spTgt spid="9"/>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4"/>
                                        </p:tgtEl>
                                        <p:attrNameLst>
                                          <p:attrName>style.visibility</p:attrName>
                                        </p:attrNameLst>
                                      </p:cBhvr>
                                      <p:to>
                                        <p:strVal val="visible"/>
                                      </p:to>
                                    </p:set>
                                    <p:animEffect transition="in" filter="wipe(left)">
                                      <p:cBhvr>
                                        <p:cTn id="110" dur="1000"/>
                                        <p:tgtEl>
                                          <p:spTgt spid="14"/>
                                        </p:tgtEl>
                                      </p:cBhvr>
                                    </p:animEffect>
                                  </p:childTnLst>
                                </p:cTn>
                              </p:par>
                            </p:childTnLst>
                          </p:cTn>
                        </p:par>
                        <p:par>
                          <p:cTn id="111" fill="hold">
                            <p:stCondLst>
                              <p:cond delay="1000"/>
                            </p:stCondLst>
                            <p:childTnLst>
                              <p:par>
                                <p:cTn id="112" presetID="22" presetClass="entr" presetSubtype="8" fill="hold" grpId="0" nodeType="afterEffect">
                                  <p:stCondLst>
                                    <p:cond delay="0"/>
                                  </p:stCondLst>
                                  <p:childTnLst>
                                    <p:set>
                                      <p:cBhvr>
                                        <p:cTn id="113" dur="1" fill="hold">
                                          <p:stCondLst>
                                            <p:cond delay="0"/>
                                          </p:stCondLst>
                                        </p:cTn>
                                        <p:tgtEl>
                                          <p:spTgt spid="15"/>
                                        </p:tgtEl>
                                        <p:attrNameLst>
                                          <p:attrName>style.visibility</p:attrName>
                                        </p:attrNameLst>
                                      </p:cBhvr>
                                      <p:to>
                                        <p:strVal val="visible"/>
                                      </p:to>
                                    </p:set>
                                    <p:animEffect transition="in" filter="wipe(left)">
                                      <p:cBhvr>
                                        <p:cTn id="114" dur="1000"/>
                                        <p:tgtEl>
                                          <p:spTgt spid="15"/>
                                        </p:tgtEl>
                                      </p:cBhvr>
                                    </p:animEffect>
                                  </p:childTnLst>
                                </p:cTn>
                              </p:par>
                            </p:childTnLst>
                          </p:cTn>
                        </p:par>
                        <p:par>
                          <p:cTn id="115" fill="hold">
                            <p:stCondLst>
                              <p:cond delay="2000"/>
                            </p:stCondLst>
                            <p:childTnLst>
                              <p:par>
                                <p:cTn id="116" presetID="22" presetClass="entr" presetSubtype="8" fill="hold" nodeType="afterEffect">
                                  <p:stCondLst>
                                    <p:cond delay="0"/>
                                  </p:stCondLst>
                                  <p:childTnLst>
                                    <p:set>
                                      <p:cBhvr>
                                        <p:cTn id="117" dur="1" fill="hold">
                                          <p:stCondLst>
                                            <p:cond delay="0"/>
                                          </p:stCondLst>
                                        </p:cTn>
                                        <p:tgtEl>
                                          <p:spTgt spid="63"/>
                                        </p:tgtEl>
                                        <p:attrNameLst>
                                          <p:attrName>style.visibility</p:attrName>
                                        </p:attrNameLst>
                                      </p:cBhvr>
                                      <p:to>
                                        <p:strVal val="visible"/>
                                      </p:to>
                                    </p:set>
                                    <p:animEffect transition="in" filter="wipe(left)">
                                      <p:cBhvr>
                                        <p:cTn id="118" dur="1000"/>
                                        <p:tgtEl>
                                          <p:spTgt spid="63"/>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xit" presetSubtype="1" fill="hold" nodeType="clickEffect">
                                  <p:stCondLst>
                                    <p:cond delay="0"/>
                                  </p:stCondLst>
                                  <p:childTnLst>
                                    <p:animEffect transition="out" filter="wipe(up)">
                                      <p:cBhvr>
                                        <p:cTn id="122" dur="500"/>
                                        <p:tgtEl>
                                          <p:spTgt spid="63"/>
                                        </p:tgtEl>
                                      </p:cBhvr>
                                    </p:animEffect>
                                    <p:set>
                                      <p:cBhvr>
                                        <p:cTn id="123" dur="1" fill="hold">
                                          <p:stCondLst>
                                            <p:cond delay="499"/>
                                          </p:stCondLst>
                                        </p:cTn>
                                        <p:tgtEl>
                                          <p:spTgt spid="63"/>
                                        </p:tgtEl>
                                        <p:attrNameLst>
                                          <p:attrName>style.visibility</p:attrName>
                                        </p:attrNameLst>
                                      </p:cBhvr>
                                      <p:to>
                                        <p:strVal val="hidden"/>
                                      </p:to>
                                    </p:set>
                                  </p:childTnLst>
                                </p:cTn>
                              </p:par>
                              <p:par>
                                <p:cTn id="124" presetID="22" presetClass="entr" presetSubtype="8" fill="hold" nodeType="withEffect">
                                  <p:stCondLst>
                                    <p:cond delay="0"/>
                                  </p:stCondLst>
                                  <p:childTnLst>
                                    <p:set>
                                      <p:cBhvr>
                                        <p:cTn id="125" dur="1" fill="hold">
                                          <p:stCondLst>
                                            <p:cond delay="0"/>
                                          </p:stCondLst>
                                        </p:cTn>
                                        <p:tgtEl>
                                          <p:spTgt spid="64"/>
                                        </p:tgtEl>
                                        <p:attrNameLst>
                                          <p:attrName>style.visibility</p:attrName>
                                        </p:attrNameLst>
                                      </p:cBhvr>
                                      <p:to>
                                        <p:strVal val="visible"/>
                                      </p:to>
                                    </p:set>
                                    <p:animEffect transition="in" filter="wipe(left)">
                                      <p:cBhvr>
                                        <p:cTn id="126" dur="1000"/>
                                        <p:tgtEl>
                                          <p:spTgt spid="6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2" fill="hold" nodeType="clickEffect">
                                  <p:stCondLst>
                                    <p:cond delay="0"/>
                                  </p:stCondLst>
                                  <p:childTnLst>
                                    <p:set>
                                      <p:cBhvr>
                                        <p:cTn id="130" dur="1" fill="hold">
                                          <p:stCondLst>
                                            <p:cond delay="0"/>
                                          </p:stCondLst>
                                        </p:cTn>
                                        <p:tgtEl>
                                          <p:spTgt spid="77"/>
                                        </p:tgtEl>
                                        <p:attrNameLst>
                                          <p:attrName>style.visibility</p:attrName>
                                        </p:attrNameLst>
                                      </p:cBhvr>
                                      <p:to>
                                        <p:strVal val="visible"/>
                                      </p:to>
                                    </p:set>
                                    <p:animEffect transition="in" filter="wipe(right)">
                                      <p:cBhvr>
                                        <p:cTn id="131" dur="1500"/>
                                        <p:tgtEl>
                                          <p:spTgt spid="77"/>
                                        </p:tgtEl>
                                      </p:cBhvr>
                                    </p:animEffect>
                                  </p:childTnLst>
                                </p:cTn>
                              </p:par>
                              <p:par>
                                <p:cTn id="132" presetID="22" presetClass="entr" presetSubtype="1" fill="hold" grpId="0" nodeType="withEffect">
                                  <p:stCondLst>
                                    <p:cond delay="0"/>
                                  </p:stCondLst>
                                  <p:childTnLst>
                                    <p:set>
                                      <p:cBhvr>
                                        <p:cTn id="133" dur="1" fill="hold">
                                          <p:stCondLst>
                                            <p:cond delay="0"/>
                                          </p:stCondLst>
                                        </p:cTn>
                                        <p:tgtEl>
                                          <p:spTgt spid="76"/>
                                        </p:tgtEl>
                                        <p:attrNameLst>
                                          <p:attrName>style.visibility</p:attrName>
                                        </p:attrNameLst>
                                      </p:cBhvr>
                                      <p:to>
                                        <p:strVal val="visible"/>
                                      </p:to>
                                    </p:set>
                                    <p:animEffect transition="in" filter="wipe(up)">
                                      <p:cBhvr>
                                        <p:cTn id="134" dur="1500"/>
                                        <p:tgtEl>
                                          <p:spTgt spid="76"/>
                                        </p:tgtEl>
                                      </p:cBhvr>
                                    </p:animEffect>
                                  </p:childTnLst>
                                </p:cTn>
                              </p:par>
                            </p:childTnLst>
                          </p:cTn>
                        </p:par>
                      </p:childTnLst>
                    </p:cTn>
                  </p:par>
                  <p:par>
                    <p:cTn id="135" fill="hold">
                      <p:stCondLst>
                        <p:cond delay="indefinite"/>
                      </p:stCondLst>
                      <p:childTnLst>
                        <p:par>
                          <p:cTn id="136" fill="hold">
                            <p:stCondLst>
                              <p:cond delay="0"/>
                            </p:stCondLst>
                            <p:childTnLst>
                              <p:par>
                                <p:cTn id="137" presetID="31" presetClass="entr" presetSubtype="0" fill="hold" grpId="0" nodeType="clickEffect">
                                  <p:stCondLst>
                                    <p:cond delay="0"/>
                                  </p:stCondLst>
                                  <p:childTnLst>
                                    <p:set>
                                      <p:cBhvr>
                                        <p:cTn id="138" dur="1" fill="hold">
                                          <p:stCondLst>
                                            <p:cond delay="0"/>
                                          </p:stCondLst>
                                        </p:cTn>
                                        <p:tgtEl>
                                          <p:spTgt spid="85"/>
                                        </p:tgtEl>
                                        <p:attrNameLst>
                                          <p:attrName>style.visibility</p:attrName>
                                        </p:attrNameLst>
                                      </p:cBhvr>
                                      <p:to>
                                        <p:strVal val="visible"/>
                                      </p:to>
                                    </p:set>
                                    <p:anim calcmode="lin" valueType="num">
                                      <p:cBhvr>
                                        <p:cTn id="139" dur="1000" fill="hold"/>
                                        <p:tgtEl>
                                          <p:spTgt spid="85"/>
                                        </p:tgtEl>
                                        <p:attrNameLst>
                                          <p:attrName>ppt_w</p:attrName>
                                        </p:attrNameLst>
                                      </p:cBhvr>
                                      <p:tavLst>
                                        <p:tav tm="0">
                                          <p:val>
                                            <p:fltVal val="0"/>
                                          </p:val>
                                        </p:tav>
                                        <p:tav tm="100000">
                                          <p:val>
                                            <p:strVal val="#ppt_w"/>
                                          </p:val>
                                        </p:tav>
                                      </p:tavLst>
                                    </p:anim>
                                    <p:anim calcmode="lin" valueType="num">
                                      <p:cBhvr>
                                        <p:cTn id="140" dur="1000" fill="hold"/>
                                        <p:tgtEl>
                                          <p:spTgt spid="85"/>
                                        </p:tgtEl>
                                        <p:attrNameLst>
                                          <p:attrName>ppt_h</p:attrName>
                                        </p:attrNameLst>
                                      </p:cBhvr>
                                      <p:tavLst>
                                        <p:tav tm="0">
                                          <p:val>
                                            <p:fltVal val="0"/>
                                          </p:val>
                                        </p:tav>
                                        <p:tav tm="100000">
                                          <p:val>
                                            <p:strVal val="#ppt_h"/>
                                          </p:val>
                                        </p:tav>
                                      </p:tavLst>
                                    </p:anim>
                                    <p:anim calcmode="lin" valueType="num">
                                      <p:cBhvr>
                                        <p:cTn id="141" dur="1000" fill="hold"/>
                                        <p:tgtEl>
                                          <p:spTgt spid="85"/>
                                        </p:tgtEl>
                                        <p:attrNameLst>
                                          <p:attrName>style.rotation</p:attrName>
                                        </p:attrNameLst>
                                      </p:cBhvr>
                                      <p:tavLst>
                                        <p:tav tm="0">
                                          <p:val>
                                            <p:fltVal val="90"/>
                                          </p:val>
                                        </p:tav>
                                        <p:tav tm="100000">
                                          <p:val>
                                            <p:fltVal val="0"/>
                                          </p:val>
                                        </p:tav>
                                      </p:tavLst>
                                    </p:anim>
                                    <p:animEffect transition="in" filter="fade">
                                      <p:cBhvr>
                                        <p:cTn id="142" dur="1000"/>
                                        <p:tgtEl>
                                          <p:spTgt spid="85"/>
                                        </p:tgtEl>
                                      </p:cBhvr>
                                    </p:animEffect>
                                  </p:childTnLst>
                                </p:cTn>
                              </p:par>
                            </p:childTnLst>
                          </p:cTn>
                        </p:par>
                        <p:par>
                          <p:cTn id="143" fill="hold">
                            <p:stCondLst>
                              <p:cond delay="1000"/>
                            </p:stCondLst>
                            <p:childTnLst>
                              <p:par>
                                <p:cTn id="144" presetID="22" presetClass="entr" presetSubtype="8" fill="hold" nodeType="afterEffect">
                                  <p:stCondLst>
                                    <p:cond delay="0"/>
                                  </p:stCondLst>
                                  <p:childTnLst>
                                    <p:set>
                                      <p:cBhvr>
                                        <p:cTn id="145" dur="1" fill="hold">
                                          <p:stCondLst>
                                            <p:cond delay="0"/>
                                          </p:stCondLst>
                                        </p:cTn>
                                        <p:tgtEl>
                                          <p:spTgt spid="86"/>
                                        </p:tgtEl>
                                        <p:attrNameLst>
                                          <p:attrName>style.visibility</p:attrName>
                                        </p:attrNameLst>
                                      </p:cBhvr>
                                      <p:to>
                                        <p:strVal val="visible"/>
                                      </p:to>
                                    </p:set>
                                    <p:animEffect transition="in" filter="wipe(left)">
                                      <p:cBhvr>
                                        <p:cTn id="146" dur="1000"/>
                                        <p:tgtEl>
                                          <p:spTgt spid="86"/>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xit" presetSubtype="1" fill="hold" nodeType="clickEffect">
                                  <p:stCondLst>
                                    <p:cond delay="0"/>
                                  </p:stCondLst>
                                  <p:childTnLst>
                                    <p:animEffect transition="out" filter="wipe(up)">
                                      <p:cBhvr>
                                        <p:cTn id="150" dur="500"/>
                                        <p:tgtEl>
                                          <p:spTgt spid="86"/>
                                        </p:tgtEl>
                                      </p:cBhvr>
                                    </p:animEffect>
                                    <p:set>
                                      <p:cBhvr>
                                        <p:cTn id="151" dur="1" fill="hold">
                                          <p:stCondLst>
                                            <p:cond delay="499"/>
                                          </p:stCondLst>
                                        </p:cTn>
                                        <p:tgtEl>
                                          <p:spTgt spid="86"/>
                                        </p:tgtEl>
                                        <p:attrNameLst>
                                          <p:attrName>style.visibility</p:attrName>
                                        </p:attrNameLst>
                                      </p:cBhvr>
                                      <p:to>
                                        <p:strVal val="hidden"/>
                                      </p:to>
                                    </p:set>
                                  </p:childTnLst>
                                </p:cTn>
                              </p:par>
                            </p:childTnLst>
                          </p:cTn>
                        </p:par>
                        <p:par>
                          <p:cTn id="152" fill="hold">
                            <p:stCondLst>
                              <p:cond delay="500"/>
                            </p:stCondLst>
                            <p:childTnLst>
                              <p:par>
                                <p:cTn id="153" presetID="22" presetClass="entr" presetSubtype="8" fill="hold" nodeType="afterEffect">
                                  <p:stCondLst>
                                    <p:cond delay="0"/>
                                  </p:stCondLst>
                                  <p:childTnLst>
                                    <p:set>
                                      <p:cBhvr>
                                        <p:cTn id="154" dur="1" fill="hold">
                                          <p:stCondLst>
                                            <p:cond delay="0"/>
                                          </p:stCondLst>
                                        </p:cTn>
                                        <p:tgtEl>
                                          <p:spTgt spid="87"/>
                                        </p:tgtEl>
                                        <p:attrNameLst>
                                          <p:attrName>style.visibility</p:attrName>
                                        </p:attrNameLst>
                                      </p:cBhvr>
                                      <p:to>
                                        <p:strVal val="visible"/>
                                      </p:to>
                                    </p:set>
                                    <p:animEffect transition="in" filter="wipe(left)">
                                      <p:cBhvr>
                                        <p:cTn id="155" dur="1000"/>
                                        <p:tgtEl>
                                          <p:spTgt spid="87"/>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xit" presetSubtype="1" fill="hold" nodeType="clickEffect">
                                  <p:stCondLst>
                                    <p:cond delay="0"/>
                                  </p:stCondLst>
                                  <p:childTnLst>
                                    <p:animEffect transition="out" filter="wipe(up)">
                                      <p:cBhvr>
                                        <p:cTn id="159" dur="500"/>
                                        <p:tgtEl>
                                          <p:spTgt spid="87"/>
                                        </p:tgtEl>
                                      </p:cBhvr>
                                    </p:animEffect>
                                    <p:set>
                                      <p:cBhvr>
                                        <p:cTn id="160" dur="1" fill="hold">
                                          <p:stCondLst>
                                            <p:cond delay="499"/>
                                          </p:stCondLst>
                                        </p:cTn>
                                        <p:tgtEl>
                                          <p:spTgt spid="87"/>
                                        </p:tgtEl>
                                        <p:attrNameLst>
                                          <p:attrName>style.visibility</p:attrName>
                                        </p:attrNameLst>
                                      </p:cBhvr>
                                      <p:to>
                                        <p:strVal val="hidden"/>
                                      </p:to>
                                    </p:set>
                                  </p:childTnLst>
                                </p:cTn>
                              </p:par>
                            </p:childTnLst>
                          </p:cTn>
                        </p:par>
                        <p:par>
                          <p:cTn id="161" fill="hold">
                            <p:stCondLst>
                              <p:cond delay="500"/>
                            </p:stCondLst>
                            <p:childTnLst>
                              <p:par>
                                <p:cTn id="162" presetID="22" presetClass="entr" presetSubtype="8" fill="hold" nodeType="afterEffect">
                                  <p:stCondLst>
                                    <p:cond delay="0"/>
                                  </p:stCondLst>
                                  <p:childTnLst>
                                    <p:set>
                                      <p:cBhvr>
                                        <p:cTn id="163" dur="1" fill="hold">
                                          <p:stCondLst>
                                            <p:cond delay="0"/>
                                          </p:stCondLst>
                                        </p:cTn>
                                        <p:tgtEl>
                                          <p:spTgt spid="88"/>
                                        </p:tgtEl>
                                        <p:attrNameLst>
                                          <p:attrName>style.visibility</p:attrName>
                                        </p:attrNameLst>
                                      </p:cBhvr>
                                      <p:to>
                                        <p:strVal val="visible"/>
                                      </p:to>
                                    </p:set>
                                    <p:animEffect transition="in" filter="wipe(left)">
                                      <p:cBhvr>
                                        <p:cTn id="164" dur="1000"/>
                                        <p:tgtEl>
                                          <p:spTgt spid="88"/>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90"/>
                                        </p:tgtEl>
                                        <p:attrNameLst>
                                          <p:attrName>style.visibility</p:attrName>
                                        </p:attrNameLst>
                                      </p:cBhvr>
                                      <p:to>
                                        <p:strVal val="visible"/>
                                      </p:to>
                                    </p:set>
                                    <p:animEffect transition="in" filter="wipe(left)">
                                      <p:cBhvr>
                                        <p:cTn id="169" dur="1500"/>
                                        <p:tgtEl>
                                          <p:spTgt spid="90"/>
                                        </p:tgtEl>
                                      </p:cBhvr>
                                    </p:animEffect>
                                  </p:childTnLst>
                                </p:cTn>
                              </p:par>
                              <p:par>
                                <p:cTn id="170" presetID="22" presetClass="entr" presetSubtype="1" fill="hold" grpId="0" nodeType="withEffect">
                                  <p:stCondLst>
                                    <p:cond delay="0"/>
                                  </p:stCondLst>
                                  <p:childTnLst>
                                    <p:set>
                                      <p:cBhvr>
                                        <p:cTn id="171" dur="1" fill="hold">
                                          <p:stCondLst>
                                            <p:cond delay="0"/>
                                          </p:stCondLst>
                                        </p:cTn>
                                        <p:tgtEl>
                                          <p:spTgt spid="78"/>
                                        </p:tgtEl>
                                        <p:attrNameLst>
                                          <p:attrName>style.visibility</p:attrName>
                                        </p:attrNameLst>
                                      </p:cBhvr>
                                      <p:to>
                                        <p:strVal val="visible"/>
                                      </p:to>
                                    </p:set>
                                    <p:animEffect transition="in" filter="wipe(up)">
                                      <p:cBhvr>
                                        <p:cTn id="172" dur="1500"/>
                                        <p:tgtEl>
                                          <p:spTgt spid="78"/>
                                        </p:tgtEl>
                                      </p:cBhvr>
                                    </p:animEffect>
                                  </p:childTnLst>
                                </p:cTn>
                              </p:par>
                            </p:childTnLst>
                          </p:cTn>
                        </p:par>
                      </p:childTnLst>
                    </p:cTn>
                  </p:par>
                  <p:par>
                    <p:cTn id="173" fill="hold">
                      <p:stCondLst>
                        <p:cond delay="indefinite"/>
                      </p:stCondLst>
                      <p:childTnLst>
                        <p:par>
                          <p:cTn id="174" fill="hold">
                            <p:stCondLst>
                              <p:cond delay="0"/>
                            </p:stCondLst>
                            <p:childTnLst>
                              <p:par>
                                <p:cTn id="175" presetID="31" presetClass="entr" presetSubtype="0" fill="hold" grpId="0" nodeType="clickEffect">
                                  <p:stCondLst>
                                    <p:cond delay="0"/>
                                  </p:stCondLst>
                                  <p:childTnLst>
                                    <p:set>
                                      <p:cBhvr>
                                        <p:cTn id="176" dur="1" fill="hold">
                                          <p:stCondLst>
                                            <p:cond delay="0"/>
                                          </p:stCondLst>
                                        </p:cTn>
                                        <p:tgtEl>
                                          <p:spTgt spid="100"/>
                                        </p:tgtEl>
                                        <p:attrNameLst>
                                          <p:attrName>style.visibility</p:attrName>
                                        </p:attrNameLst>
                                      </p:cBhvr>
                                      <p:to>
                                        <p:strVal val="visible"/>
                                      </p:to>
                                    </p:set>
                                    <p:anim calcmode="lin" valueType="num">
                                      <p:cBhvr>
                                        <p:cTn id="177" dur="1000" fill="hold"/>
                                        <p:tgtEl>
                                          <p:spTgt spid="100"/>
                                        </p:tgtEl>
                                        <p:attrNameLst>
                                          <p:attrName>ppt_w</p:attrName>
                                        </p:attrNameLst>
                                      </p:cBhvr>
                                      <p:tavLst>
                                        <p:tav tm="0">
                                          <p:val>
                                            <p:fltVal val="0"/>
                                          </p:val>
                                        </p:tav>
                                        <p:tav tm="100000">
                                          <p:val>
                                            <p:strVal val="#ppt_w"/>
                                          </p:val>
                                        </p:tav>
                                      </p:tavLst>
                                    </p:anim>
                                    <p:anim calcmode="lin" valueType="num">
                                      <p:cBhvr>
                                        <p:cTn id="178" dur="1000" fill="hold"/>
                                        <p:tgtEl>
                                          <p:spTgt spid="100"/>
                                        </p:tgtEl>
                                        <p:attrNameLst>
                                          <p:attrName>ppt_h</p:attrName>
                                        </p:attrNameLst>
                                      </p:cBhvr>
                                      <p:tavLst>
                                        <p:tav tm="0">
                                          <p:val>
                                            <p:fltVal val="0"/>
                                          </p:val>
                                        </p:tav>
                                        <p:tav tm="100000">
                                          <p:val>
                                            <p:strVal val="#ppt_h"/>
                                          </p:val>
                                        </p:tav>
                                      </p:tavLst>
                                    </p:anim>
                                    <p:anim calcmode="lin" valueType="num">
                                      <p:cBhvr>
                                        <p:cTn id="179" dur="1000" fill="hold"/>
                                        <p:tgtEl>
                                          <p:spTgt spid="100"/>
                                        </p:tgtEl>
                                        <p:attrNameLst>
                                          <p:attrName>style.rotation</p:attrName>
                                        </p:attrNameLst>
                                      </p:cBhvr>
                                      <p:tavLst>
                                        <p:tav tm="0">
                                          <p:val>
                                            <p:fltVal val="90"/>
                                          </p:val>
                                        </p:tav>
                                        <p:tav tm="100000">
                                          <p:val>
                                            <p:fltVal val="0"/>
                                          </p:val>
                                        </p:tav>
                                      </p:tavLst>
                                    </p:anim>
                                    <p:animEffect transition="in" filter="fade">
                                      <p:cBhvr>
                                        <p:cTn id="180" dur="1000"/>
                                        <p:tgtEl>
                                          <p:spTgt spid="100"/>
                                        </p:tgtEl>
                                      </p:cBhvr>
                                    </p:animEffect>
                                  </p:childTnLst>
                                </p:cTn>
                              </p:par>
                            </p:childTnLst>
                          </p:cTn>
                        </p:par>
                        <p:par>
                          <p:cTn id="181" fill="hold">
                            <p:stCondLst>
                              <p:cond delay="1000"/>
                            </p:stCondLst>
                            <p:childTnLst>
                              <p:par>
                                <p:cTn id="182" presetID="22" presetClass="entr" presetSubtype="8" fill="hold" nodeType="afterEffect">
                                  <p:stCondLst>
                                    <p:cond delay="0"/>
                                  </p:stCondLst>
                                  <p:childTnLst>
                                    <p:set>
                                      <p:cBhvr>
                                        <p:cTn id="183" dur="1" fill="hold">
                                          <p:stCondLst>
                                            <p:cond delay="0"/>
                                          </p:stCondLst>
                                        </p:cTn>
                                        <p:tgtEl>
                                          <p:spTgt spid="101"/>
                                        </p:tgtEl>
                                        <p:attrNameLst>
                                          <p:attrName>style.visibility</p:attrName>
                                        </p:attrNameLst>
                                      </p:cBhvr>
                                      <p:to>
                                        <p:strVal val="visible"/>
                                      </p:to>
                                    </p:set>
                                    <p:animEffect transition="in" filter="wipe(left)">
                                      <p:cBhvr>
                                        <p:cTn id="184" dur="1000"/>
                                        <p:tgtEl>
                                          <p:spTgt spid="101"/>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xit" presetSubtype="1" fill="hold" nodeType="clickEffect">
                                  <p:stCondLst>
                                    <p:cond delay="0"/>
                                  </p:stCondLst>
                                  <p:childTnLst>
                                    <p:animEffect transition="out" filter="wipe(up)">
                                      <p:cBhvr>
                                        <p:cTn id="188" dur="500"/>
                                        <p:tgtEl>
                                          <p:spTgt spid="101"/>
                                        </p:tgtEl>
                                      </p:cBhvr>
                                    </p:animEffect>
                                    <p:set>
                                      <p:cBhvr>
                                        <p:cTn id="189" dur="1" fill="hold">
                                          <p:stCondLst>
                                            <p:cond delay="499"/>
                                          </p:stCondLst>
                                        </p:cTn>
                                        <p:tgtEl>
                                          <p:spTgt spid="101"/>
                                        </p:tgtEl>
                                        <p:attrNameLst>
                                          <p:attrName>style.visibility</p:attrName>
                                        </p:attrNameLst>
                                      </p:cBhvr>
                                      <p:to>
                                        <p:strVal val="hidden"/>
                                      </p:to>
                                    </p:set>
                                  </p:childTnLst>
                                </p:cTn>
                              </p:par>
                            </p:childTnLst>
                          </p:cTn>
                        </p:par>
                        <p:par>
                          <p:cTn id="190" fill="hold">
                            <p:stCondLst>
                              <p:cond delay="500"/>
                            </p:stCondLst>
                            <p:childTnLst>
                              <p:par>
                                <p:cTn id="191" presetID="22" presetClass="entr" presetSubtype="8" fill="hold" nodeType="afterEffect">
                                  <p:stCondLst>
                                    <p:cond delay="0"/>
                                  </p:stCondLst>
                                  <p:childTnLst>
                                    <p:set>
                                      <p:cBhvr>
                                        <p:cTn id="192" dur="1" fill="hold">
                                          <p:stCondLst>
                                            <p:cond delay="0"/>
                                          </p:stCondLst>
                                        </p:cTn>
                                        <p:tgtEl>
                                          <p:spTgt spid="102"/>
                                        </p:tgtEl>
                                        <p:attrNameLst>
                                          <p:attrName>style.visibility</p:attrName>
                                        </p:attrNameLst>
                                      </p:cBhvr>
                                      <p:to>
                                        <p:strVal val="visible"/>
                                      </p:to>
                                    </p:set>
                                    <p:animEffect transition="in" filter="wipe(left)">
                                      <p:cBhvr>
                                        <p:cTn id="193" dur="1000"/>
                                        <p:tgtEl>
                                          <p:spTgt spid="102"/>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2" fill="hold" nodeType="clickEffect">
                                  <p:stCondLst>
                                    <p:cond delay="0"/>
                                  </p:stCondLst>
                                  <p:childTnLst>
                                    <p:set>
                                      <p:cBhvr>
                                        <p:cTn id="197" dur="1" fill="hold">
                                          <p:stCondLst>
                                            <p:cond delay="0"/>
                                          </p:stCondLst>
                                        </p:cTn>
                                        <p:tgtEl>
                                          <p:spTgt spid="105"/>
                                        </p:tgtEl>
                                        <p:attrNameLst>
                                          <p:attrName>style.visibility</p:attrName>
                                        </p:attrNameLst>
                                      </p:cBhvr>
                                      <p:to>
                                        <p:strVal val="visible"/>
                                      </p:to>
                                    </p:set>
                                    <p:animEffect transition="in" filter="wipe(right)">
                                      <p:cBhvr>
                                        <p:cTn id="198" dur="1500"/>
                                        <p:tgtEl>
                                          <p:spTgt spid="105"/>
                                        </p:tgtEl>
                                      </p:cBhvr>
                                    </p:animEffect>
                                  </p:childTnLst>
                                </p:cTn>
                              </p:par>
                              <p:par>
                                <p:cTn id="199" presetID="22" presetClass="entr" presetSubtype="1" fill="hold" grpId="0" nodeType="withEffect">
                                  <p:stCondLst>
                                    <p:cond delay="0"/>
                                  </p:stCondLst>
                                  <p:childTnLst>
                                    <p:set>
                                      <p:cBhvr>
                                        <p:cTn id="200" dur="1" fill="hold">
                                          <p:stCondLst>
                                            <p:cond delay="0"/>
                                          </p:stCondLst>
                                        </p:cTn>
                                        <p:tgtEl>
                                          <p:spTgt spid="79"/>
                                        </p:tgtEl>
                                        <p:attrNameLst>
                                          <p:attrName>style.visibility</p:attrName>
                                        </p:attrNameLst>
                                      </p:cBhvr>
                                      <p:to>
                                        <p:strVal val="visible"/>
                                      </p:to>
                                    </p:set>
                                    <p:animEffect transition="in" filter="wipe(up)">
                                      <p:cBhvr>
                                        <p:cTn id="201" dur="1500"/>
                                        <p:tgtEl>
                                          <p:spTgt spid="79"/>
                                        </p:tgtEl>
                                      </p:cBhvr>
                                    </p:animEffect>
                                  </p:childTnLst>
                                </p:cTn>
                              </p:par>
                            </p:childTnLst>
                          </p:cTn>
                        </p:par>
                      </p:childTnLst>
                    </p:cTn>
                  </p:par>
                  <p:par>
                    <p:cTn id="202" fill="hold">
                      <p:stCondLst>
                        <p:cond delay="indefinite"/>
                      </p:stCondLst>
                      <p:childTnLst>
                        <p:par>
                          <p:cTn id="203" fill="hold">
                            <p:stCondLst>
                              <p:cond delay="0"/>
                            </p:stCondLst>
                            <p:childTnLst>
                              <p:par>
                                <p:cTn id="204" presetID="31" presetClass="entr" presetSubtype="0" fill="hold" grpId="0" nodeType="clickEffect">
                                  <p:stCondLst>
                                    <p:cond delay="0"/>
                                  </p:stCondLst>
                                  <p:childTnLst>
                                    <p:set>
                                      <p:cBhvr>
                                        <p:cTn id="205" dur="1" fill="hold">
                                          <p:stCondLst>
                                            <p:cond delay="0"/>
                                          </p:stCondLst>
                                        </p:cTn>
                                        <p:tgtEl>
                                          <p:spTgt spid="110"/>
                                        </p:tgtEl>
                                        <p:attrNameLst>
                                          <p:attrName>style.visibility</p:attrName>
                                        </p:attrNameLst>
                                      </p:cBhvr>
                                      <p:to>
                                        <p:strVal val="visible"/>
                                      </p:to>
                                    </p:set>
                                    <p:anim calcmode="lin" valueType="num">
                                      <p:cBhvr>
                                        <p:cTn id="206" dur="1000" fill="hold"/>
                                        <p:tgtEl>
                                          <p:spTgt spid="110"/>
                                        </p:tgtEl>
                                        <p:attrNameLst>
                                          <p:attrName>ppt_w</p:attrName>
                                        </p:attrNameLst>
                                      </p:cBhvr>
                                      <p:tavLst>
                                        <p:tav tm="0">
                                          <p:val>
                                            <p:fltVal val="0"/>
                                          </p:val>
                                        </p:tav>
                                        <p:tav tm="100000">
                                          <p:val>
                                            <p:strVal val="#ppt_w"/>
                                          </p:val>
                                        </p:tav>
                                      </p:tavLst>
                                    </p:anim>
                                    <p:anim calcmode="lin" valueType="num">
                                      <p:cBhvr>
                                        <p:cTn id="207" dur="1000" fill="hold"/>
                                        <p:tgtEl>
                                          <p:spTgt spid="110"/>
                                        </p:tgtEl>
                                        <p:attrNameLst>
                                          <p:attrName>ppt_h</p:attrName>
                                        </p:attrNameLst>
                                      </p:cBhvr>
                                      <p:tavLst>
                                        <p:tav tm="0">
                                          <p:val>
                                            <p:fltVal val="0"/>
                                          </p:val>
                                        </p:tav>
                                        <p:tav tm="100000">
                                          <p:val>
                                            <p:strVal val="#ppt_h"/>
                                          </p:val>
                                        </p:tav>
                                      </p:tavLst>
                                    </p:anim>
                                    <p:anim calcmode="lin" valueType="num">
                                      <p:cBhvr>
                                        <p:cTn id="208" dur="1000" fill="hold"/>
                                        <p:tgtEl>
                                          <p:spTgt spid="110"/>
                                        </p:tgtEl>
                                        <p:attrNameLst>
                                          <p:attrName>style.rotation</p:attrName>
                                        </p:attrNameLst>
                                      </p:cBhvr>
                                      <p:tavLst>
                                        <p:tav tm="0">
                                          <p:val>
                                            <p:fltVal val="90"/>
                                          </p:val>
                                        </p:tav>
                                        <p:tav tm="100000">
                                          <p:val>
                                            <p:fltVal val="0"/>
                                          </p:val>
                                        </p:tav>
                                      </p:tavLst>
                                    </p:anim>
                                    <p:animEffect transition="in" filter="fade">
                                      <p:cBhvr>
                                        <p:cTn id="209" dur="1000"/>
                                        <p:tgtEl>
                                          <p:spTgt spid="110"/>
                                        </p:tgtEl>
                                      </p:cBhvr>
                                    </p:animEffect>
                                  </p:childTnLst>
                                </p:cTn>
                              </p:par>
                            </p:childTnLst>
                          </p:cTn>
                        </p:par>
                        <p:par>
                          <p:cTn id="210" fill="hold">
                            <p:stCondLst>
                              <p:cond delay="1000"/>
                            </p:stCondLst>
                            <p:childTnLst>
                              <p:par>
                                <p:cTn id="211" presetID="22" presetClass="entr" presetSubtype="8" fill="hold" nodeType="afterEffect">
                                  <p:stCondLst>
                                    <p:cond delay="0"/>
                                  </p:stCondLst>
                                  <p:childTnLst>
                                    <p:set>
                                      <p:cBhvr>
                                        <p:cTn id="212" dur="1" fill="hold">
                                          <p:stCondLst>
                                            <p:cond delay="0"/>
                                          </p:stCondLst>
                                        </p:cTn>
                                        <p:tgtEl>
                                          <p:spTgt spid="111"/>
                                        </p:tgtEl>
                                        <p:attrNameLst>
                                          <p:attrName>style.visibility</p:attrName>
                                        </p:attrNameLst>
                                      </p:cBhvr>
                                      <p:to>
                                        <p:strVal val="visible"/>
                                      </p:to>
                                    </p:set>
                                    <p:animEffect transition="in" filter="wipe(left)">
                                      <p:cBhvr>
                                        <p:cTn id="213" dur="1000"/>
                                        <p:tgtEl>
                                          <p:spTgt spid="111"/>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xit" presetSubtype="1" fill="hold" nodeType="clickEffect">
                                  <p:stCondLst>
                                    <p:cond delay="0"/>
                                  </p:stCondLst>
                                  <p:childTnLst>
                                    <p:animEffect transition="out" filter="wipe(up)">
                                      <p:cBhvr>
                                        <p:cTn id="217" dur="500"/>
                                        <p:tgtEl>
                                          <p:spTgt spid="111"/>
                                        </p:tgtEl>
                                      </p:cBhvr>
                                    </p:animEffect>
                                    <p:set>
                                      <p:cBhvr>
                                        <p:cTn id="218" dur="1" fill="hold">
                                          <p:stCondLst>
                                            <p:cond delay="499"/>
                                          </p:stCondLst>
                                        </p:cTn>
                                        <p:tgtEl>
                                          <p:spTgt spid="111"/>
                                        </p:tgtEl>
                                        <p:attrNameLst>
                                          <p:attrName>style.visibility</p:attrName>
                                        </p:attrNameLst>
                                      </p:cBhvr>
                                      <p:to>
                                        <p:strVal val="hidden"/>
                                      </p:to>
                                    </p:set>
                                  </p:childTnLst>
                                </p:cTn>
                              </p:par>
                            </p:childTnLst>
                          </p:cTn>
                        </p:par>
                        <p:par>
                          <p:cTn id="219" fill="hold">
                            <p:stCondLst>
                              <p:cond delay="500"/>
                            </p:stCondLst>
                            <p:childTnLst>
                              <p:par>
                                <p:cTn id="220" presetID="22" presetClass="entr" presetSubtype="8" fill="hold" nodeType="afterEffect">
                                  <p:stCondLst>
                                    <p:cond delay="0"/>
                                  </p:stCondLst>
                                  <p:childTnLst>
                                    <p:set>
                                      <p:cBhvr>
                                        <p:cTn id="221" dur="1" fill="hold">
                                          <p:stCondLst>
                                            <p:cond delay="0"/>
                                          </p:stCondLst>
                                        </p:cTn>
                                        <p:tgtEl>
                                          <p:spTgt spid="112"/>
                                        </p:tgtEl>
                                        <p:attrNameLst>
                                          <p:attrName>style.visibility</p:attrName>
                                        </p:attrNameLst>
                                      </p:cBhvr>
                                      <p:to>
                                        <p:strVal val="visible"/>
                                      </p:to>
                                    </p:set>
                                    <p:animEffect transition="in" filter="wipe(left)">
                                      <p:cBhvr>
                                        <p:cTn id="222" dur="1000"/>
                                        <p:tgtEl>
                                          <p:spTgt spid="112"/>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xit" presetSubtype="1" fill="hold" nodeType="clickEffect">
                                  <p:stCondLst>
                                    <p:cond delay="0"/>
                                  </p:stCondLst>
                                  <p:childTnLst>
                                    <p:animEffect transition="out" filter="wipe(up)">
                                      <p:cBhvr>
                                        <p:cTn id="226" dur="500"/>
                                        <p:tgtEl>
                                          <p:spTgt spid="112"/>
                                        </p:tgtEl>
                                      </p:cBhvr>
                                    </p:animEffect>
                                    <p:set>
                                      <p:cBhvr>
                                        <p:cTn id="227" dur="1" fill="hold">
                                          <p:stCondLst>
                                            <p:cond delay="499"/>
                                          </p:stCondLst>
                                        </p:cTn>
                                        <p:tgtEl>
                                          <p:spTgt spid="112"/>
                                        </p:tgtEl>
                                        <p:attrNameLst>
                                          <p:attrName>style.visibility</p:attrName>
                                        </p:attrNameLst>
                                      </p:cBhvr>
                                      <p:to>
                                        <p:strVal val="hidden"/>
                                      </p:to>
                                    </p:set>
                                  </p:childTnLst>
                                </p:cTn>
                              </p:par>
                            </p:childTnLst>
                          </p:cTn>
                        </p:par>
                        <p:par>
                          <p:cTn id="228" fill="hold">
                            <p:stCondLst>
                              <p:cond delay="500"/>
                            </p:stCondLst>
                            <p:childTnLst>
                              <p:par>
                                <p:cTn id="229" presetID="22" presetClass="entr" presetSubtype="8" fill="hold" nodeType="afterEffect">
                                  <p:stCondLst>
                                    <p:cond delay="0"/>
                                  </p:stCondLst>
                                  <p:childTnLst>
                                    <p:set>
                                      <p:cBhvr>
                                        <p:cTn id="230" dur="1" fill="hold">
                                          <p:stCondLst>
                                            <p:cond delay="0"/>
                                          </p:stCondLst>
                                        </p:cTn>
                                        <p:tgtEl>
                                          <p:spTgt spid="103"/>
                                        </p:tgtEl>
                                        <p:attrNameLst>
                                          <p:attrName>style.visibility</p:attrName>
                                        </p:attrNameLst>
                                      </p:cBhvr>
                                      <p:to>
                                        <p:strVal val="visible"/>
                                      </p:to>
                                    </p:set>
                                    <p:animEffect transition="in" filter="wipe(left)">
                                      <p:cBhvr>
                                        <p:cTn id="231" dur="1000"/>
                                        <p:tgtEl>
                                          <p:spTgt spid="103"/>
                                        </p:tgtEl>
                                      </p:cBhvr>
                                    </p:animEffect>
                                  </p:childTnLst>
                                </p:cTn>
                              </p:par>
                            </p:childTnLst>
                          </p:cTn>
                        </p:par>
                      </p:childTnLst>
                    </p:cTn>
                  </p:par>
                  <p:par>
                    <p:cTn id="232" fill="hold">
                      <p:stCondLst>
                        <p:cond delay="indefinite"/>
                      </p:stCondLst>
                      <p:childTnLst>
                        <p:par>
                          <p:cTn id="233" fill="hold">
                            <p:stCondLst>
                              <p:cond delay="0"/>
                            </p:stCondLst>
                            <p:childTnLst>
                              <p:par>
                                <p:cTn id="234" presetID="22" presetClass="exit" presetSubtype="1" fill="hold" nodeType="clickEffect">
                                  <p:stCondLst>
                                    <p:cond delay="0"/>
                                  </p:stCondLst>
                                  <p:childTnLst>
                                    <p:animEffect transition="out" filter="wipe(up)">
                                      <p:cBhvr>
                                        <p:cTn id="235" dur="500"/>
                                        <p:tgtEl>
                                          <p:spTgt spid="103"/>
                                        </p:tgtEl>
                                      </p:cBhvr>
                                    </p:animEffect>
                                    <p:set>
                                      <p:cBhvr>
                                        <p:cTn id="236" dur="1" fill="hold">
                                          <p:stCondLst>
                                            <p:cond delay="499"/>
                                          </p:stCondLst>
                                        </p:cTn>
                                        <p:tgtEl>
                                          <p:spTgt spid="103"/>
                                        </p:tgtEl>
                                        <p:attrNameLst>
                                          <p:attrName>style.visibility</p:attrName>
                                        </p:attrNameLst>
                                      </p:cBhvr>
                                      <p:to>
                                        <p:strVal val="hidden"/>
                                      </p:to>
                                    </p:set>
                                  </p:childTnLst>
                                </p:cTn>
                              </p:par>
                            </p:childTnLst>
                          </p:cTn>
                        </p:par>
                        <p:par>
                          <p:cTn id="237" fill="hold">
                            <p:stCondLst>
                              <p:cond delay="500"/>
                            </p:stCondLst>
                            <p:childTnLst>
                              <p:par>
                                <p:cTn id="238" presetID="22" presetClass="entr" presetSubtype="8" fill="hold" nodeType="afterEffect">
                                  <p:stCondLst>
                                    <p:cond delay="0"/>
                                  </p:stCondLst>
                                  <p:childTnLst>
                                    <p:set>
                                      <p:cBhvr>
                                        <p:cTn id="239" dur="1" fill="hold">
                                          <p:stCondLst>
                                            <p:cond delay="0"/>
                                          </p:stCondLst>
                                        </p:cTn>
                                        <p:tgtEl>
                                          <p:spTgt spid="104"/>
                                        </p:tgtEl>
                                        <p:attrNameLst>
                                          <p:attrName>style.visibility</p:attrName>
                                        </p:attrNameLst>
                                      </p:cBhvr>
                                      <p:to>
                                        <p:strVal val="visible"/>
                                      </p:to>
                                    </p:set>
                                    <p:animEffect transition="in" filter="wipe(left)">
                                      <p:cBhvr>
                                        <p:cTn id="240" dur="1000"/>
                                        <p:tgtEl>
                                          <p:spTgt spid="104"/>
                                        </p:tgtEl>
                                      </p:cBhvr>
                                    </p:animEffect>
                                  </p:childTnLst>
                                </p:cTn>
                              </p:par>
                            </p:childTnLst>
                          </p:cTn>
                        </p:par>
                      </p:childTnLst>
                    </p:cTn>
                  </p:par>
                  <p:par>
                    <p:cTn id="241" fill="hold">
                      <p:stCondLst>
                        <p:cond delay="indefinite"/>
                      </p:stCondLst>
                      <p:childTnLst>
                        <p:par>
                          <p:cTn id="242" fill="hold">
                            <p:stCondLst>
                              <p:cond delay="0"/>
                            </p:stCondLst>
                            <p:childTnLst>
                              <p:par>
                                <p:cTn id="243" presetID="22" presetClass="exit" presetSubtype="1" fill="hold" nodeType="clickEffect">
                                  <p:stCondLst>
                                    <p:cond delay="0"/>
                                  </p:stCondLst>
                                  <p:childTnLst>
                                    <p:animEffect transition="out" filter="wipe(up)">
                                      <p:cBhvr>
                                        <p:cTn id="244" dur="500"/>
                                        <p:tgtEl>
                                          <p:spTgt spid="104"/>
                                        </p:tgtEl>
                                      </p:cBhvr>
                                    </p:animEffect>
                                    <p:set>
                                      <p:cBhvr>
                                        <p:cTn id="245" dur="1" fill="hold">
                                          <p:stCondLst>
                                            <p:cond delay="499"/>
                                          </p:stCondLst>
                                        </p:cTn>
                                        <p:tgtEl>
                                          <p:spTgt spid="104"/>
                                        </p:tgtEl>
                                        <p:attrNameLst>
                                          <p:attrName>style.visibility</p:attrName>
                                        </p:attrNameLst>
                                      </p:cBhvr>
                                      <p:to>
                                        <p:strVal val="hidden"/>
                                      </p:to>
                                    </p:set>
                                  </p:childTnLst>
                                </p:cTn>
                              </p:par>
                            </p:childTnLst>
                          </p:cTn>
                        </p:par>
                        <p:par>
                          <p:cTn id="246" fill="hold">
                            <p:stCondLst>
                              <p:cond delay="500"/>
                            </p:stCondLst>
                            <p:childTnLst>
                              <p:par>
                                <p:cTn id="247" presetID="27" presetClass="emph" presetSubtype="0" fill="remove" grpId="0" nodeType="afterEffect">
                                  <p:stCondLst>
                                    <p:cond delay="0"/>
                                  </p:stCondLst>
                                  <p:childTnLst>
                                    <p:animClr clrSpc="rgb" dir="cw">
                                      <p:cBhvr override="childStyle">
                                        <p:cTn id="248" dur="750" autoRev="1" fill="remove"/>
                                        <p:tgtEl>
                                          <p:spTgt spid="33"/>
                                        </p:tgtEl>
                                        <p:attrNameLst>
                                          <p:attrName>style.color</p:attrName>
                                        </p:attrNameLst>
                                      </p:cBhvr>
                                      <p:to>
                                        <a:schemeClr val="bg1"/>
                                      </p:to>
                                    </p:animClr>
                                    <p:animClr clrSpc="rgb" dir="cw">
                                      <p:cBhvr>
                                        <p:cTn id="249" dur="750" autoRev="1" fill="remove"/>
                                        <p:tgtEl>
                                          <p:spTgt spid="33"/>
                                        </p:tgtEl>
                                        <p:attrNameLst>
                                          <p:attrName>fillcolor</p:attrName>
                                        </p:attrNameLst>
                                      </p:cBhvr>
                                      <p:to>
                                        <a:schemeClr val="bg1"/>
                                      </p:to>
                                    </p:animClr>
                                    <p:set>
                                      <p:cBhvr>
                                        <p:cTn id="250" dur="750" autoRev="1" fill="remove"/>
                                        <p:tgtEl>
                                          <p:spTgt spid="33"/>
                                        </p:tgtEl>
                                        <p:attrNameLst>
                                          <p:attrName>fill.type</p:attrName>
                                        </p:attrNameLst>
                                      </p:cBhvr>
                                      <p:to>
                                        <p:strVal val="solid"/>
                                      </p:to>
                                    </p:set>
                                    <p:set>
                                      <p:cBhvr>
                                        <p:cTn id="251" dur="750" autoRev="1" fill="remove"/>
                                        <p:tgtEl>
                                          <p:spTgt spid="33"/>
                                        </p:tgtEl>
                                        <p:attrNameLst>
                                          <p:attrName>fill.on</p:attrName>
                                        </p:attrNameLst>
                                      </p:cBhvr>
                                      <p:to>
                                        <p:strVal val="true"/>
                                      </p:to>
                                    </p:set>
                                  </p:childTnLst>
                                </p:cTn>
                              </p:par>
                              <p:par>
                                <p:cTn id="252" presetID="1" presetClass="emph" presetSubtype="2" fill="hold" nodeType="withEffect">
                                  <p:stCondLst>
                                    <p:cond delay="1000"/>
                                  </p:stCondLst>
                                  <p:childTnLst>
                                    <p:animClr clrSpc="rgb" dir="cw">
                                      <p:cBhvr>
                                        <p:cTn id="253" dur="500" fill="hold"/>
                                        <p:tgtEl>
                                          <p:spTgt spid="33"/>
                                        </p:tgtEl>
                                        <p:attrNameLst>
                                          <p:attrName>fillcolor</p:attrName>
                                        </p:attrNameLst>
                                      </p:cBhvr>
                                      <p:to>
                                        <a:srgbClr val="FFF2CC"/>
                                      </p:to>
                                    </p:animClr>
                                    <p:set>
                                      <p:cBhvr>
                                        <p:cTn id="254" dur="500" fill="hold"/>
                                        <p:tgtEl>
                                          <p:spTgt spid="33"/>
                                        </p:tgtEl>
                                        <p:attrNameLst>
                                          <p:attrName>fill.type</p:attrName>
                                        </p:attrNameLst>
                                      </p:cBhvr>
                                      <p:to>
                                        <p:strVal val="solid"/>
                                      </p:to>
                                    </p:set>
                                    <p:set>
                                      <p:cBhvr>
                                        <p:cTn id="255" dur="500" fill="hold"/>
                                        <p:tgtEl>
                                          <p:spTgt spid="33"/>
                                        </p:tgtEl>
                                        <p:attrNameLst>
                                          <p:attrName>fill.on</p:attrName>
                                        </p:attrNameLst>
                                      </p:cBhvr>
                                      <p:to>
                                        <p:strVal val="true"/>
                                      </p:to>
                                    </p:set>
                                  </p:childTnLst>
                                </p:cTn>
                              </p:par>
                            </p:childTnLst>
                          </p:cTn>
                        </p:par>
                        <p:par>
                          <p:cTn id="256" fill="hold">
                            <p:stCondLst>
                              <p:cond delay="2000"/>
                            </p:stCondLst>
                            <p:childTnLst>
                              <p:par>
                                <p:cTn id="257" presetID="22" presetClass="entr" presetSubtype="4" fill="hold" nodeType="afterEffect">
                                  <p:stCondLst>
                                    <p:cond delay="0"/>
                                  </p:stCondLst>
                                  <p:childTnLst>
                                    <p:set>
                                      <p:cBhvr>
                                        <p:cTn id="258" dur="1" fill="hold">
                                          <p:stCondLst>
                                            <p:cond delay="0"/>
                                          </p:stCondLst>
                                        </p:cTn>
                                        <p:tgtEl>
                                          <p:spTgt spid="21"/>
                                        </p:tgtEl>
                                        <p:attrNameLst>
                                          <p:attrName>style.visibility</p:attrName>
                                        </p:attrNameLst>
                                      </p:cBhvr>
                                      <p:to>
                                        <p:strVal val="visible"/>
                                      </p:to>
                                    </p:set>
                                    <p:animEffect transition="in" filter="wipe(down)">
                                      <p:cBhvr>
                                        <p:cTn id="259" dur="1000"/>
                                        <p:tgtEl>
                                          <p:spTgt spid="21"/>
                                        </p:tgtEl>
                                      </p:cBhvr>
                                    </p:animEffect>
                                  </p:childTnLst>
                                </p:cTn>
                              </p:par>
                            </p:childTnLst>
                          </p:cTn>
                        </p:par>
                        <p:par>
                          <p:cTn id="260" fill="hold">
                            <p:stCondLst>
                              <p:cond delay="3000"/>
                            </p:stCondLst>
                            <p:childTnLst>
                              <p:par>
                                <p:cTn id="261" presetID="31" presetClass="exit" presetSubtype="0" fill="hold" grpId="1" nodeType="afterEffect">
                                  <p:stCondLst>
                                    <p:cond delay="0"/>
                                  </p:stCondLst>
                                  <p:childTnLst>
                                    <p:anim calcmode="lin" valueType="num">
                                      <p:cBhvr>
                                        <p:cTn id="262" dur="1000"/>
                                        <p:tgtEl>
                                          <p:spTgt spid="110"/>
                                        </p:tgtEl>
                                        <p:attrNameLst>
                                          <p:attrName>ppt_w</p:attrName>
                                        </p:attrNameLst>
                                      </p:cBhvr>
                                      <p:tavLst>
                                        <p:tav tm="0">
                                          <p:val>
                                            <p:strVal val="ppt_w"/>
                                          </p:val>
                                        </p:tav>
                                        <p:tav tm="100000">
                                          <p:val>
                                            <p:fltVal val="0"/>
                                          </p:val>
                                        </p:tav>
                                      </p:tavLst>
                                    </p:anim>
                                    <p:anim calcmode="lin" valueType="num">
                                      <p:cBhvr>
                                        <p:cTn id="263" dur="1000"/>
                                        <p:tgtEl>
                                          <p:spTgt spid="110"/>
                                        </p:tgtEl>
                                        <p:attrNameLst>
                                          <p:attrName>ppt_h</p:attrName>
                                        </p:attrNameLst>
                                      </p:cBhvr>
                                      <p:tavLst>
                                        <p:tav tm="0">
                                          <p:val>
                                            <p:strVal val="ppt_h"/>
                                          </p:val>
                                        </p:tav>
                                        <p:tav tm="100000">
                                          <p:val>
                                            <p:fltVal val="0"/>
                                          </p:val>
                                        </p:tav>
                                      </p:tavLst>
                                    </p:anim>
                                    <p:anim calcmode="lin" valueType="num">
                                      <p:cBhvr>
                                        <p:cTn id="264" dur="1000"/>
                                        <p:tgtEl>
                                          <p:spTgt spid="110"/>
                                        </p:tgtEl>
                                        <p:attrNameLst>
                                          <p:attrName>style.rotation</p:attrName>
                                        </p:attrNameLst>
                                      </p:cBhvr>
                                      <p:tavLst>
                                        <p:tav tm="0">
                                          <p:val>
                                            <p:fltVal val="0"/>
                                          </p:val>
                                        </p:tav>
                                        <p:tav tm="100000">
                                          <p:val>
                                            <p:fltVal val="90"/>
                                          </p:val>
                                        </p:tav>
                                      </p:tavLst>
                                    </p:anim>
                                    <p:animEffect transition="out" filter="fade">
                                      <p:cBhvr>
                                        <p:cTn id="265" dur="1000"/>
                                        <p:tgtEl>
                                          <p:spTgt spid="110"/>
                                        </p:tgtEl>
                                      </p:cBhvr>
                                    </p:animEffect>
                                    <p:set>
                                      <p:cBhvr>
                                        <p:cTn id="266" dur="1" fill="hold">
                                          <p:stCondLst>
                                            <p:cond delay="999"/>
                                          </p:stCondLst>
                                        </p:cTn>
                                        <p:tgtEl>
                                          <p:spTgt spid="110"/>
                                        </p:tgtEl>
                                        <p:attrNameLst>
                                          <p:attrName>style.visibility</p:attrName>
                                        </p:attrNameLst>
                                      </p:cBhvr>
                                      <p:to>
                                        <p:strVal val="hidden"/>
                                      </p:to>
                                    </p:set>
                                  </p:childTnLst>
                                </p:cTn>
                              </p:par>
                              <p:par>
                                <p:cTn id="267" presetID="10" presetClass="exit" presetSubtype="0" fill="hold" grpId="1" nodeType="withEffect">
                                  <p:stCondLst>
                                    <p:cond delay="0"/>
                                  </p:stCondLst>
                                  <p:childTnLst>
                                    <p:animEffect transition="out" filter="fade">
                                      <p:cBhvr>
                                        <p:cTn id="268" dur="500"/>
                                        <p:tgtEl>
                                          <p:spTgt spid="79"/>
                                        </p:tgtEl>
                                      </p:cBhvr>
                                    </p:animEffect>
                                    <p:set>
                                      <p:cBhvr>
                                        <p:cTn id="269" dur="1" fill="hold">
                                          <p:stCondLst>
                                            <p:cond delay="499"/>
                                          </p:stCondLst>
                                        </p:cTn>
                                        <p:tgtEl>
                                          <p:spTgt spid="79"/>
                                        </p:tgtEl>
                                        <p:attrNameLst>
                                          <p:attrName>style.visibility</p:attrName>
                                        </p:attrNameLst>
                                      </p:cBhvr>
                                      <p:to>
                                        <p:strVal val="hidden"/>
                                      </p:to>
                                    </p:set>
                                  </p:childTnLst>
                                </p:cTn>
                              </p:par>
                            </p:childTnLst>
                          </p:cTn>
                        </p:par>
                      </p:childTnLst>
                    </p:cTn>
                  </p:par>
                  <p:par>
                    <p:cTn id="270" fill="hold">
                      <p:stCondLst>
                        <p:cond delay="indefinite"/>
                      </p:stCondLst>
                      <p:childTnLst>
                        <p:par>
                          <p:cTn id="271" fill="hold">
                            <p:stCondLst>
                              <p:cond delay="0"/>
                            </p:stCondLst>
                            <p:childTnLst>
                              <p:par>
                                <p:cTn id="272" presetID="22" presetClass="exit" presetSubtype="1" fill="hold" nodeType="clickEffect">
                                  <p:stCondLst>
                                    <p:cond delay="0"/>
                                  </p:stCondLst>
                                  <p:childTnLst>
                                    <p:animEffect transition="out" filter="wipe(up)">
                                      <p:cBhvr>
                                        <p:cTn id="273" dur="500"/>
                                        <p:tgtEl>
                                          <p:spTgt spid="88"/>
                                        </p:tgtEl>
                                      </p:cBhvr>
                                    </p:animEffect>
                                    <p:set>
                                      <p:cBhvr>
                                        <p:cTn id="274" dur="1" fill="hold">
                                          <p:stCondLst>
                                            <p:cond delay="499"/>
                                          </p:stCondLst>
                                        </p:cTn>
                                        <p:tgtEl>
                                          <p:spTgt spid="88"/>
                                        </p:tgtEl>
                                        <p:attrNameLst>
                                          <p:attrName>style.visibility</p:attrName>
                                        </p:attrNameLst>
                                      </p:cBhvr>
                                      <p:to>
                                        <p:strVal val="hidden"/>
                                      </p:to>
                                    </p:set>
                                  </p:childTnLst>
                                </p:cTn>
                              </p:par>
                            </p:childTnLst>
                          </p:cTn>
                        </p:par>
                        <p:par>
                          <p:cTn id="275" fill="hold">
                            <p:stCondLst>
                              <p:cond delay="500"/>
                            </p:stCondLst>
                            <p:childTnLst>
                              <p:par>
                                <p:cTn id="276" presetID="10" presetClass="exit" presetSubtype="0" fill="hold" nodeType="afterEffect">
                                  <p:stCondLst>
                                    <p:cond delay="0"/>
                                  </p:stCondLst>
                                  <p:childTnLst>
                                    <p:animEffect transition="out" filter="fade">
                                      <p:cBhvr>
                                        <p:cTn id="277" dur="500"/>
                                        <p:tgtEl>
                                          <p:spTgt spid="21"/>
                                        </p:tgtEl>
                                      </p:cBhvr>
                                    </p:animEffect>
                                    <p:set>
                                      <p:cBhvr>
                                        <p:cTn id="278" dur="1" fill="hold">
                                          <p:stCondLst>
                                            <p:cond delay="499"/>
                                          </p:stCondLst>
                                        </p:cTn>
                                        <p:tgtEl>
                                          <p:spTgt spid="21"/>
                                        </p:tgtEl>
                                        <p:attrNameLst>
                                          <p:attrName>style.visibility</p:attrName>
                                        </p:attrNameLst>
                                      </p:cBhvr>
                                      <p:to>
                                        <p:strVal val="hidden"/>
                                      </p:to>
                                    </p:set>
                                  </p:childTnLst>
                                </p:cTn>
                              </p:par>
                            </p:childTnLst>
                          </p:cTn>
                        </p:par>
                        <p:par>
                          <p:cTn id="279" fill="hold">
                            <p:stCondLst>
                              <p:cond delay="1000"/>
                            </p:stCondLst>
                            <p:childTnLst>
                              <p:par>
                                <p:cTn id="280" presetID="22" presetClass="entr" presetSubtype="4" fill="hold" nodeType="afterEffect">
                                  <p:stCondLst>
                                    <p:cond delay="0"/>
                                  </p:stCondLst>
                                  <p:childTnLst>
                                    <p:set>
                                      <p:cBhvr>
                                        <p:cTn id="281" dur="1" fill="hold">
                                          <p:stCondLst>
                                            <p:cond delay="0"/>
                                          </p:stCondLst>
                                        </p:cTn>
                                        <p:tgtEl>
                                          <p:spTgt spid="94"/>
                                        </p:tgtEl>
                                        <p:attrNameLst>
                                          <p:attrName>style.visibility</p:attrName>
                                        </p:attrNameLst>
                                      </p:cBhvr>
                                      <p:to>
                                        <p:strVal val="visible"/>
                                      </p:to>
                                    </p:set>
                                    <p:animEffect transition="in" filter="wipe(down)">
                                      <p:cBhvr>
                                        <p:cTn id="282" dur="1000"/>
                                        <p:tgtEl>
                                          <p:spTgt spid="94"/>
                                        </p:tgtEl>
                                      </p:cBhvr>
                                    </p:animEffect>
                                  </p:childTnLst>
                                </p:cTn>
                              </p:par>
                            </p:childTnLst>
                          </p:cTn>
                        </p:par>
                        <p:par>
                          <p:cTn id="283" fill="hold">
                            <p:stCondLst>
                              <p:cond delay="2000"/>
                            </p:stCondLst>
                            <p:childTnLst>
                              <p:par>
                                <p:cTn id="284" presetID="31" presetClass="exit" presetSubtype="0" fill="hold" grpId="1" nodeType="afterEffect">
                                  <p:stCondLst>
                                    <p:cond delay="0"/>
                                  </p:stCondLst>
                                  <p:childTnLst>
                                    <p:anim calcmode="lin" valueType="num">
                                      <p:cBhvr>
                                        <p:cTn id="285" dur="1000"/>
                                        <p:tgtEl>
                                          <p:spTgt spid="100"/>
                                        </p:tgtEl>
                                        <p:attrNameLst>
                                          <p:attrName>ppt_w</p:attrName>
                                        </p:attrNameLst>
                                      </p:cBhvr>
                                      <p:tavLst>
                                        <p:tav tm="0">
                                          <p:val>
                                            <p:strVal val="ppt_w"/>
                                          </p:val>
                                        </p:tav>
                                        <p:tav tm="100000">
                                          <p:val>
                                            <p:fltVal val="0"/>
                                          </p:val>
                                        </p:tav>
                                      </p:tavLst>
                                    </p:anim>
                                    <p:anim calcmode="lin" valueType="num">
                                      <p:cBhvr>
                                        <p:cTn id="286" dur="1000"/>
                                        <p:tgtEl>
                                          <p:spTgt spid="100"/>
                                        </p:tgtEl>
                                        <p:attrNameLst>
                                          <p:attrName>ppt_h</p:attrName>
                                        </p:attrNameLst>
                                      </p:cBhvr>
                                      <p:tavLst>
                                        <p:tav tm="0">
                                          <p:val>
                                            <p:strVal val="ppt_h"/>
                                          </p:val>
                                        </p:tav>
                                        <p:tav tm="100000">
                                          <p:val>
                                            <p:fltVal val="0"/>
                                          </p:val>
                                        </p:tav>
                                      </p:tavLst>
                                    </p:anim>
                                    <p:anim calcmode="lin" valueType="num">
                                      <p:cBhvr>
                                        <p:cTn id="287" dur="1000"/>
                                        <p:tgtEl>
                                          <p:spTgt spid="100"/>
                                        </p:tgtEl>
                                        <p:attrNameLst>
                                          <p:attrName>style.rotation</p:attrName>
                                        </p:attrNameLst>
                                      </p:cBhvr>
                                      <p:tavLst>
                                        <p:tav tm="0">
                                          <p:val>
                                            <p:fltVal val="0"/>
                                          </p:val>
                                        </p:tav>
                                        <p:tav tm="100000">
                                          <p:val>
                                            <p:fltVal val="90"/>
                                          </p:val>
                                        </p:tav>
                                      </p:tavLst>
                                    </p:anim>
                                    <p:animEffect transition="out" filter="fade">
                                      <p:cBhvr>
                                        <p:cTn id="288" dur="1000"/>
                                        <p:tgtEl>
                                          <p:spTgt spid="100"/>
                                        </p:tgtEl>
                                      </p:cBhvr>
                                    </p:animEffect>
                                    <p:set>
                                      <p:cBhvr>
                                        <p:cTn id="289" dur="1" fill="hold">
                                          <p:stCondLst>
                                            <p:cond delay="999"/>
                                          </p:stCondLst>
                                        </p:cTn>
                                        <p:tgtEl>
                                          <p:spTgt spid="100"/>
                                        </p:tgtEl>
                                        <p:attrNameLst>
                                          <p:attrName>style.visibility</p:attrName>
                                        </p:attrNameLst>
                                      </p:cBhvr>
                                      <p:to>
                                        <p:strVal val="hidden"/>
                                      </p:to>
                                    </p:set>
                                  </p:childTnLst>
                                </p:cTn>
                              </p:par>
                              <p:par>
                                <p:cTn id="290" presetID="10" presetClass="exit" presetSubtype="0" fill="hold" grpId="1" nodeType="withEffect">
                                  <p:stCondLst>
                                    <p:cond delay="0"/>
                                  </p:stCondLst>
                                  <p:childTnLst>
                                    <p:animEffect transition="out" filter="fade">
                                      <p:cBhvr>
                                        <p:cTn id="291" dur="500"/>
                                        <p:tgtEl>
                                          <p:spTgt spid="78"/>
                                        </p:tgtEl>
                                      </p:cBhvr>
                                    </p:animEffect>
                                    <p:set>
                                      <p:cBhvr>
                                        <p:cTn id="292" dur="1" fill="hold">
                                          <p:stCondLst>
                                            <p:cond delay="499"/>
                                          </p:stCondLst>
                                        </p:cTn>
                                        <p:tgtEl>
                                          <p:spTgt spid="78"/>
                                        </p:tgtEl>
                                        <p:attrNameLst>
                                          <p:attrName>style.visibility</p:attrName>
                                        </p:attrNameLst>
                                      </p:cBhvr>
                                      <p:to>
                                        <p:strVal val="hidden"/>
                                      </p:to>
                                    </p:set>
                                  </p:childTnLst>
                                </p:cTn>
                              </p:par>
                            </p:childTnLst>
                          </p:cTn>
                        </p:par>
                      </p:childTnLst>
                    </p:cTn>
                  </p:par>
                  <p:par>
                    <p:cTn id="293" fill="hold">
                      <p:stCondLst>
                        <p:cond delay="indefinite"/>
                      </p:stCondLst>
                      <p:childTnLst>
                        <p:par>
                          <p:cTn id="294" fill="hold">
                            <p:stCondLst>
                              <p:cond delay="0"/>
                            </p:stCondLst>
                            <p:childTnLst>
                              <p:par>
                                <p:cTn id="295" presetID="22" presetClass="exit" presetSubtype="1" fill="hold" nodeType="clickEffect">
                                  <p:stCondLst>
                                    <p:cond delay="0"/>
                                  </p:stCondLst>
                                  <p:childTnLst>
                                    <p:animEffect transition="out" filter="wipe(up)">
                                      <p:cBhvr>
                                        <p:cTn id="296" dur="500"/>
                                        <p:tgtEl>
                                          <p:spTgt spid="102"/>
                                        </p:tgtEl>
                                      </p:cBhvr>
                                    </p:animEffect>
                                    <p:set>
                                      <p:cBhvr>
                                        <p:cTn id="297" dur="1" fill="hold">
                                          <p:stCondLst>
                                            <p:cond delay="499"/>
                                          </p:stCondLst>
                                        </p:cTn>
                                        <p:tgtEl>
                                          <p:spTgt spid="102"/>
                                        </p:tgtEl>
                                        <p:attrNameLst>
                                          <p:attrName>style.visibility</p:attrName>
                                        </p:attrNameLst>
                                      </p:cBhvr>
                                      <p:to>
                                        <p:strVal val="hidden"/>
                                      </p:to>
                                    </p:set>
                                  </p:childTnLst>
                                </p:cTn>
                              </p:par>
                            </p:childTnLst>
                          </p:cTn>
                        </p:par>
                        <p:par>
                          <p:cTn id="298" fill="hold">
                            <p:stCondLst>
                              <p:cond delay="500"/>
                            </p:stCondLst>
                            <p:childTnLst>
                              <p:par>
                                <p:cTn id="299" presetID="10" presetClass="exit" presetSubtype="0" fill="hold" nodeType="afterEffect">
                                  <p:stCondLst>
                                    <p:cond delay="0"/>
                                  </p:stCondLst>
                                  <p:childTnLst>
                                    <p:animEffect transition="out" filter="fade">
                                      <p:cBhvr>
                                        <p:cTn id="300" dur="500"/>
                                        <p:tgtEl>
                                          <p:spTgt spid="94"/>
                                        </p:tgtEl>
                                      </p:cBhvr>
                                    </p:animEffect>
                                    <p:set>
                                      <p:cBhvr>
                                        <p:cTn id="301" dur="1" fill="hold">
                                          <p:stCondLst>
                                            <p:cond delay="499"/>
                                          </p:stCondLst>
                                        </p:cTn>
                                        <p:tgtEl>
                                          <p:spTgt spid="94"/>
                                        </p:tgtEl>
                                        <p:attrNameLst>
                                          <p:attrName>style.visibility</p:attrName>
                                        </p:attrNameLst>
                                      </p:cBhvr>
                                      <p:to>
                                        <p:strVal val="hidden"/>
                                      </p:to>
                                    </p:set>
                                  </p:childTnLst>
                                </p:cTn>
                              </p:par>
                            </p:childTnLst>
                          </p:cTn>
                        </p:par>
                        <p:par>
                          <p:cTn id="302" fill="hold">
                            <p:stCondLst>
                              <p:cond delay="1000"/>
                            </p:stCondLst>
                            <p:childTnLst>
                              <p:par>
                                <p:cTn id="303" presetID="22" presetClass="entr" presetSubtype="4" fill="hold" nodeType="afterEffect">
                                  <p:stCondLst>
                                    <p:cond delay="0"/>
                                  </p:stCondLst>
                                  <p:childTnLst>
                                    <p:set>
                                      <p:cBhvr>
                                        <p:cTn id="304" dur="1" fill="hold">
                                          <p:stCondLst>
                                            <p:cond delay="0"/>
                                          </p:stCondLst>
                                        </p:cTn>
                                        <p:tgtEl>
                                          <p:spTgt spid="107"/>
                                        </p:tgtEl>
                                        <p:attrNameLst>
                                          <p:attrName>style.visibility</p:attrName>
                                        </p:attrNameLst>
                                      </p:cBhvr>
                                      <p:to>
                                        <p:strVal val="visible"/>
                                      </p:to>
                                    </p:set>
                                    <p:animEffect transition="in" filter="wipe(down)">
                                      <p:cBhvr>
                                        <p:cTn id="305" dur="1000"/>
                                        <p:tgtEl>
                                          <p:spTgt spid="107"/>
                                        </p:tgtEl>
                                      </p:cBhvr>
                                    </p:animEffect>
                                  </p:childTnLst>
                                </p:cTn>
                              </p:par>
                            </p:childTnLst>
                          </p:cTn>
                        </p:par>
                        <p:par>
                          <p:cTn id="306" fill="hold">
                            <p:stCondLst>
                              <p:cond delay="2000"/>
                            </p:stCondLst>
                            <p:childTnLst>
                              <p:par>
                                <p:cTn id="307" presetID="31" presetClass="exit" presetSubtype="0" fill="hold" grpId="1" nodeType="afterEffect">
                                  <p:stCondLst>
                                    <p:cond delay="0"/>
                                  </p:stCondLst>
                                  <p:childTnLst>
                                    <p:anim calcmode="lin" valueType="num">
                                      <p:cBhvr>
                                        <p:cTn id="308" dur="1000"/>
                                        <p:tgtEl>
                                          <p:spTgt spid="85"/>
                                        </p:tgtEl>
                                        <p:attrNameLst>
                                          <p:attrName>ppt_w</p:attrName>
                                        </p:attrNameLst>
                                      </p:cBhvr>
                                      <p:tavLst>
                                        <p:tav tm="0">
                                          <p:val>
                                            <p:strVal val="ppt_w"/>
                                          </p:val>
                                        </p:tav>
                                        <p:tav tm="100000">
                                          <p:val>
                                            <p:fltVal val="0"/>
                                          </p:val>
                                        </p:tav>
                                      </p:tavLst>
                                    </p:anim>
                                    <p:anim calcmode="lin" valueType="num">
                                      <p:cBhvr>
                                        <p:cTn id="309" dur="1000"/>
                                        <p:tgtEl>
                                          <p:spTgt spid="85"/>
                                        </p:tgtEl>
                                        <p:attrNameLst>
                                          <p:attrName>ppt_h</p:attrName>
                                        </p:attrNameLst>
                                      </p:cBhvr>
                                      <p:tavLst>
                                        <p:tav tm="0">
                                          <p:val>
                                            <p:strVal val="ppt_h"/>
                                          </p:val>
                                        </p:tav>
                                        <p:tav tm="100000">
                                          <p:val>
                                            <p:fltVal val="0"/>
                                          </p:val>
                                        </p:tav>
                                      </p:tavLst>
                                    </p:anim>
                                    <p:anim calcmode="lin" valueType="num">
                                      <p:cBhvr>
                                        <p:cTn id="310" dur="1000"/>
                                        <p:tgtEl>
                                          <p:spTgt spid="85"/>
                                        </p:tgtEl>
                                        <p:attrNameLst>
                                          <p:attrName>style.rotation</p:attrName>
                                        </p:attrNameLst>
                                      </p:cBhvr>
                                      <p:tavLst>
                                        <p:tav tm="0">
                                          <p:val>
                                            <p:fltVal val="0"/>
                                          </p:val>
                                        </p:tav>
                                        <p:tav tm="100000">
                                          <p:val>
                                            <p:fltVal val="90"/>
                                          </p:val>
                                        </p:tav>
                                      </p:tavLst>
                                    </p:anim>
                                    <p:animEffect transition="out" filter="fade">
                                      <p:cBhvr>
                                        <p:cTn id="311" dur="1000"/>
                                        <p:tgtEl>
                                          <p:spTgt spid="85"/>
                                        </p:tgtEl>
                                      </p:cBhvr>
                                    </p:animEffect>
                                    <p:set>
                                      <p:cBhvr>
                                        <p:cTn id="312" dur="1" fill="hold">
                                          <p:stCondLst>
                                            <p:cond delay="999"/>
                                          </p:stCondLst>
                                        </p:cTn>
                                        <p:tgtEl>
                                          <p:spTgt spid="85"/>
                                        </p:tgtEl>
                                        <p:attrNameLst>
                                          <p:attrName>style.visibility</p:attrName>
                                        </p:attrNameLst>
                                      </p:cBhvr>
                                      <p:to>
                                        <p:strVal val="hidden"/>
                                      </p:to>
                                    </p:set>
                                  </p:childTnLst>
                                </p:cTn>
                              </p:par>
                              <p:par>
                                <p:cTn id="313" presetID="10" presetClass="exit" presetSubtype="0" fill="hold" grpId="1" nodeType="withEffect">
                                  <p:stCondLst>
                                    <p:cond delay="0"/>
                                  </p:stCondLst>
                                  <p:childTnLst>
                                    <p:animEffect transition="out" filter="fade">
                                      <p:cBhvr>
                                        <p:cTn id="314" dur="500"/>
                                        <p:tgtEl>
                                          <p:spTgt spid="76"/>
                                        </p:tgtEl>
                                      </p:cBhvr>
                                    </p:animEffect>
                                    <p:set>
                                      <p:cBhvr>
                                        <p:cTn id="315" dur="1" fill="hold">
                                          <p:stCondLst>
                                            <p:cond delay="499"/>
                                          </p:stCondLst>
                                        </p:cTn>
                                        <p:tgtEl>
                                          <p:spTgt spid="76"/>
                                        </p:tgtEl>
                                        <p:attrNameLst>
                                          <p:attrName>style.visibility</p:attrName>
                                        </p:attrNameLst>
                                      </p:cBhvr>
                                      <p:to>
                                        <p:strVal val="hidden"/>
                                      </p:to>
                                    </p:set>
                                  </p:childTnLst>
                                </p:cTn>
                              </p:par>
                            </p:childTnLst>
                          </p:cTn>
                        </p:par>
                      </p:childTnLst>
                    </p:cTn>
                  </p:par>
                  <p:par>
                    <p:cTn id="316" fill="hold">
                      <p:stCondLst>
                        <p:cond delay="indefinite"/>
                      </p:stCondLst>
                      <p:childTnLst>
                        <p:par>
                          <p:cTn id="317" fill="hold">
                            <p:stCondLst>
                              <p:cond delay="0"/>
                            </p:stCondLst>
                            <p:childTnLst>
                              <p:par>
                                <p:cTn id="318" presetID="22" presetClass="exit" presetSubtype="1" fill="hold" nodeType="clickEffect">
                                  <p:stCondLst>
                                    <p:cond delay="0"/>
                                  </p:stCondLst>
                                  <p:childTnLst>
                                    <p:animEffect transition="out" filter="wipe(up)">
                                      <p:cBhvr>
                                        <p:cTn id="319" dur="500"/>
                                        <p:tgtEl>
                                          <p:spTgt spid="64"/>
                                        </p:tgtEl>
                                      </p:cBhvr>
                                    </p:animEffect>
                                    <p:set>
                                      <p:cBhvr>
                                        <p:cTn id="320" dur="1" fill="hold">
                                          <p:stCondLst>
                                            <p:cond delay="499"/>
                                          </p:stCondLst>
                                        </p:cTn>
                                        <p:tgtEl>
                                          <p:spTgt spid="64"/>
                                        </p:tgtEl>
                                        <p:attrNameLst>
                                          <p:attrName>style.visibility</p:attrName>
                                        </p:attrNameLst>
                                      </p:cBhvr>
                                      <p:to>
                                        <p:strVal val="hidden"/>
                                      </p:to>
                                    </p:set>
                                  </p:childTnLst>
                                </p:cTn>
                              </p:par>
                            </p:childTnLst>
                          </p:cTn>
                        </p:par>
                        <p:par>
                          <p:cTn id="321" fill="hold">
                            <p:stCondLst>
                              <p:cond delay="500"/>
                            </p:stCondLst>
                            <p:childTnLst>
                              <p:par>
                                <p:cTn id="322" presetID="10" presetClass="exit" presetSubtype="0" fill="hold" nodeType="afterEffect">
                                  <p:stCondLst>
                                    <p:cond delay="0"/>
                                  </p:stCondLst>
                                  <p:childTnLst>
                                    <p:animEffect transition="out" filter="fade">
                                      <p:cBhvr>
                                        <p:cTn id="323" dur="500"/>
                                        <p:tgtEl>
                                          <p:spTgt spid="107"/>
                                        </p:tgtEl>
                                      </p:cBhvr>
                                    </p:animEffect>
                                    <p:set>
                                      <p:cBhvr>
                                        <p:cTn id="324" dur="1" fill="hold">
                                          <p:stCondLst>
                                            <p:cond delay="499"/>
                                          </p:stCondLst>
                                        </p:cTn>
                                        <p:tgtEl>
                                          <p:spTgt spid="107"/>
                                        </p:tgtEl>
                                        <p:attrNameLst>
                                          <p:attrName>style.visibility</p:attrName>
                                        </p:attrNameLst>
                                      </p:cBhvr>
                                      <p:to>
                                        <p:strVal val="hidden"/>
                                      </p:to>
                                    </p:set>
                                  </p:childTnLst>
                                </p:cTn>
                              </p:par>
                            </p:childTnLst>
                          </p:cTn>
                        </p:par>
                        <p:par>
                          <p:cTn id="325" fill="hold">
                            <p:stCondLst>
                              <p:cond delay="1000"/>
                            </p:stCondLst>
                            <p:childTnLst>
                              <p:par>
                                <p:cTn id="326" presetID="22" presetClass="entr" presetSubtype="4" fill="hold" nodeType="afterEffect">
                                  <p:stCondLst>
                                    <p:cond delay="0"/>
                                  </p:stCondLst>
                                  <p:childTnLst>
                                    <p:set>
                                      <p:cBhvr>
                                        <p:cTn id="327" dur="1" fill="hold">
                                          <p:stCondLst>
                                            <p:cond delay="0"/>
                                          </p:stCondLst>
                                        </p:cTn>
                                        <p:tgtEl>
                                          <p:spTgt spid="119"/>
                                        </p:tgtEl>
                                        <p:attrNameLst>
                                          <p:attrName>style.visibility</p:attrName>
                                        </p:attrNameLst>
                                      </p:cBhvr>
                                      <p:to>
                                        <p:strVal val="visible"/>
                                      </p:to>
                                    </p:set>
                                    <p:animEffect transition="in" filter="wipe(down)">
                                      <p:cBhvr>
                                        <p:cTn id="328" dur="1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9" grpId="0" animBg="1"/>
      <p:bldP spid="33" grpId="0" animBg="1"/>
      <p:bldP spid="46" grpId="0" uiExpand="1" build="p"/>
      <p:bldP spid="71" grpId="0"/>
      <p:bldP spid="75" grpId="0"/>
      <p:bldP spid="85" grpId="0" animBg="1"/>
      <p:bldP spid="85" grpId="1" animBg="1"/>
      <p:bldP spid="100" grpId="0" animBg="1"/>
      <p:bldP spid="100" grpId="1" animBg="1"/>
      <p:bldP spid="110" grpId="0" animBg="1"/>
      <p:bldP spid="110" grpId="1" animBg="1"/>
      <p:bldP spid="76" grpId="0"/>
      <p:bldP spid="76" grpId="1"/>
      <p:bldP spid="78" grpId="0"/>
      <p:bldP spid="78" grpId="1"/>
      <p:bldP spid="79" grpId="0"/>
      <p:bldP spid="79" grpId="1"/>
      <p:bldP spid="7"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B2A71FF-82DB-44F4-8B35-1E705E1DC283}"/>
              </a:ext>
            </a:extLst>
          </p:cNvPr>
          <p:cNvSpPr txBox="1"/>
          <p:nvPr/>
        </p:nvSpPr>
        <p:spPr>
          <a:xfrm>
            <a:off x="869777" y="4159382"/>
            <a:ext cx="9661315" cy="1569660"/>
          </a:xfrm>
          <a:prstGeom prst="rect">
            <a:avLst/>
          </a:prstGeom>
          <a:solidFill>
            <a:schemeClr val="bg2"/>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找到，返回节点指针</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4" name="直接连接符 3">
            <a:extLst>
              <a:ext uri="{FF2B5EF4-FFF2-40B4-BE49-F238E27FC236}">
                <a16:creationId xmlns:a16="http://schemas.microsoft.com/office/drawing/2014/main" id="{4239CB23-AB05-42C6-92B2-4EDF261853F4}"/>
              </a:ext>
            </a:extLst>
          </p:cNvPr>
          <p:cNvCxnSpPr>
            <a:cxnSpLocks/>
          </p:cNvCxnSpPr>
          <p:nvPr/>
        </p:nvCxnSpPr>
        <p:spPr>
          <a:xfrm>
            <a:off x="9790620" y="3104316"/>
            <a:ext cx="182478" cy="5342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6496426A-CA99-4DCA-B0C0-8101906ED8A4}"/>
              </a:ext>
            </a:extLst>
          </p:cNvPr>
          <p:cNvCxnSpPr>
            <a:cxnSpLocks/>
          </p:cNvCxnSpPr>
          <p:nvPr/>
        </p:nvCxnSpPr>
        <p:spPr>
          <a:xfrm flipH="1">
            <a:off x="9783407" y="2546435"/>
            <a:ext cx="359852" cy="5303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D45A6FC6-BF2A-4383-A5CB-845A8FE80D1E}"/>
              </a:ext>
            </a:extLst>
          </p:cNvPr>
          <p:cNvCxnSpPr>
            <a:cxnSpLocks/>
          </p:cNvCxnSpPr>
          <p:nvPr/>
        </p:nvCxnSpPr>
        <p:spPr>
          <a:xfrm flipH="1">
            <a:off x="7780073" y="3209221"/>
            <a:ext cx="175610" cy="5391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B65894B1-3B14-4AC2-84DE-5076A09585DD}"/>
              </a:ext>
            </a:extLst>
          </p:cNvPr>
          <p:cNvCxnSpPr>
            <a:cxnSpLocks/>
          </p:cNvCxnSpPr>
          <p:nvPr/>
        </p:nvCxnSpPr>
        <p:spPr>
          <a:xfrm flipH="1">
            <a:off x="8010249" y="2653595"/>
            <a:ext cx="309805" cy="43891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84DDD0FD-E215-4114-BA1B-DB31CDDDF0D8}"/>
              </a:ext>
            </a:extLst>
          </p:cNvPr>
          <p:cNvSpPr/>
          <p:nvPr/>
        </p:nvSpPr>
        <p:spPr>
          <a:xfrm>
            <a:off x="8531958" y="1190582"/>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50</a:t>
            </a:r>
            <a:endParaRPr lang="zh-CN" altLang="en-US" sz="2000" b="1" dirty="0">
              <a:solidFill>
                <a:srgbClr val="002060"/>
              </a:solidFill>
            </a:endParaRPr>
          </a:p>
        </p:txBody>
      </p:sp>
      <p:sp>
        <p:nvSpPr>
          <p:cNvPr id="9" name="椭圆 8">
            <a:extLst>
              <a:ext uri="{FF2B5EF4-FFF2-40B4-BE49-F238E27FC236}">
                <a16:creationId xmlns:a16="http://schemas.microsoft.com/office/drawing/2014/main" id="{AB5B21D4-18C4-4DEE-BCBA-1F8FCBD8986B}"/>
              </a:ext>
            </a:extLst>
          </p:cNvPr>
          <p:cNvSpPr/>
          <p:nvPr/>
        </p:nvSpPr>
        <p:spPr>
          <a:xfrm>
            <a:off x="7578473" y="171445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30</a:t>
            </a:r>
            <a:endParaRPr lang="zh-CN" altLang="en-US" sz="2000" b="1" dirty="0">
              <a:solidFill>
                <a:srgbClr val="002060"/>
              </a:solidFill>
            </a:endParaRPr>
          </a:p>
        </p:txBody>
      </p:sp>
      <p:sp>
        <p:nvSpPr>
          <p:cNvPr id="10" name="椭圆 9">
            <a:extLst>
              <a:ext uri="{FF2B5EF4-FFF2-40B4-BE49-F238E27FC236}">
                <a16:creationId xmlns:a16="http://schemas.microsoft.com/office/drawing/2014/main" id="{949E25AE-6E56-4D4F-BABD-AE9C57E65A91}"/>
              </a:ext>
            </a:extLst>
          </p:cNvPr>
          <p:cNvSpPr/>
          <p:nvPr/>
        </p:nvSpPr>
        <p:spPr>
          <a:xfrm>
            <a:off x="6959380" y="231130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20</a:t>
            </a:r>
            <a:endParaRPr lang="zh-CN" altLang="en-US" sz="2000" b="1" dirty="0">
              <a:solidFill>
                <a:srgbClr val="002060"/>
              </a:solidFill>
            </a:endParaRPr>
          </a:p>
        </p:txBody>
      </p:sp>
      <p:sp>
        <p:nvSpPr>
          <p:cNvPr id="11" name="椭圆 10">
            <a:extLst>
              <a:ext uri="{FF2B5EF4-FFF2-40B4-BE49-F238E27FC236}">
                <a16:creationId xmlns:a16="http://schemas.microsoft.com/office/drawing/2014/main" id="{C312CF94-FBEA-4A8D-B770-6095AB3D724D}"/>
              </a:ext>
            </a:extLst>
          </p:cNvPr>
          <p:cNvSpPr/>
          <p:nvPr/>
        </p:nvSpPr>
        <p:spPr>
          <a:xfrm>
            <a:off x="8218993" y="231130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40</a:t>
            </a:r>
            <a:endParaRPr lang="zh-CN" altLang="en-US" sz="2000" b="1" dirty="0">
              <a:solidFill>
                <a:srgbClr val="002060"/>
              </a:solidFill>
            </a:endParaRPr>
          </a:p>
        </p:txBody>
      </p:sp>
      <p:sp>
        <p:nvSpPr>
          <p:cNvPr id="12" name="椭圆 11">
            <a:extLst>
              <a:ext uri="{FF2B5EF4-FFF2-40B4-BE49-F238E27FC236}">
                <a16:creationId xmlns:a16="http://schemas.microsoft.com/office/drawing/2014/main" id="{4D681EF8-008D-4015-99B2-762AE80B10DD}"/>
              </a:ext>
            </a:extLst>
          </p:cNvPr>
          <p:cNvSpPr/>
          <p:nvPr/>
        </p:nvSpPr>
        <p:spPr>
          <a:xfrm>
            <a:off x="7808649" y="289681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35</a:t>
            </a:r>
            <a:endParaRPr lang="zh-CN" altLang="en-US" sz="2000" b="1" dirty="0">
              <a:solidFill>
                <a:srgbClr val="002060"/>
              </a:solidFill>
            </a:endParaRPr>
          </a:p>
        </p:txBody>
      </p:sp>
      <p:sp>
        <p:nvSpPr>
          <p:cNvPr id="13" name="椭圆 12">
            <a:extLst>
              <a:ext uri="{FF2B5EF4-FFF2-40B4-BE49-F238E27FC236}">
                <a16:creationId xmlns:a16="http://schemas.microsoft.com/office/drawing/2014/main" id="{1C6A77B1-E55E-49CA-A843-B0F62A33E27A}"/>
              </a:ext>
            </a:extLst>
          </p:cNvPr>
          <p:cNvSpPr/>
          <p:nvPr/>
        </p:nvSpPr>
        <p:spPr>
          <a:xfrm>
            <a:off x="7564185" y="3568323"/>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32</a:t>
            </a:r>
            <a:endParaRPr lang="zh-CN" altLang="en-US" sz="2000" b="1" dirty="0">
              <a:solidFill>
                <a:srgbClr val="002060"/>
              </a:solidFill>
            </a:endParaRPr>
          </a:p>
        </p:txBody>
      </p:sp>
      <p:sp>
        <p:nvSpPr>
          <p:cNvPr id="14" name="椭圆 13">
            <a:extLst>
              <a:ext uri="{FF2B5EF4-FFF2-40B4-BE49-F238E27FC236}">
                <a16:creationId xmlns:a16="http://schemas.microsoft.com/office/drawing/2014/main" id="{46E1EA44-D5C4-4FB2-8FAF-87071F8E23AC}"/>
              </a:ext>
            </a:extLst>
          </p:cNvPr>
          <p:cNvSpPr/>
          <p:nvPr/>
        </p:nvSpPr>
        <p:spPr>
          <a:xfrm>
            <a:off x="9330271" y="171445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80</a:t>
            </a:r>
            <a:endParaRPr lang="zh-CN" altLang="en-US" sz="2000" b="1" dirty="0">
              <a:solidFill>
                <a:srgbClr val="002060"/>
              </a:solidFill>
            </a:endParaRPr>
          </a:p>
        </p:txBody>
      </p:sp>
      <p:sp>
        <p:nvSpPr>
          <p:cNvPr id="16" name="椭圆 15">
            <a:extLst>
              <a:ext uri="{FF2B5EF4-FFF2-40B4-BE49-F238E27FC236}">
                <a16:creationId xmlns:a16="http://schemas.microsoft.com/office/drawing/2014/main" id="{9BD0A33F-EA99-4894-B94F-0227EE30E54B}"/>
              </a:ext>
            </a:extLst>
          </p:cNvPr>
          <p:cNvSpPr/>
          <p:nvPr/>
        </p:nvSpPr>
        <p:spPr>
          <a:xfrm>
            <a:off x="9569898" y="291250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85</a:t>
            </a:r>
            <a:endParaRPr lang="zh-CN" altLang="en-US" sz="2000" b="1" dirty="0">
              <a:solidFill>
                <a:srgbClr val="002060"/>
              </a:solidFill>
            </a:endParaRPr>
          </a:p>
        </p:txBody>
      </p:sp>
      <p:sp>
        <p:nvSpPr>
          <p:cNvPr id="17" name="椭圆 16">
            <a:extLst>
              <a:ext uri="{FF2B5EF4-FFF2-40B4-BE49-F238E27FC236}">
                <a16:creationId xmlns:a16="http://schemas.microsoft.com/office/drawing/2014/main" id="{21DE869D-DFA1-49A3-A763-36ED8697CCF8}"/>
              </a:ext>
            </a:extLst>
          </p:cNvPr>
          <p:cNvSpPr/>
          <p:nvPr/>
        </p:nvSpPr>
        <p:spPr>
          <a:xfrm>
            <a:off x="9805923" y="3568323"/>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88</a:t>
            </a:r>
            <a:endParaRPr lang="zh-CN" altLang="en-US" sz="2000" b="1" dirty="0">
              <a:solidFill>
                <a:srgbClr val="002060"/>
              </a:solidFill>
            </a:endParaRPr>
          </a:p>
        </p:txBody>
      </p:sp>
      <p:cxnSp>
        <p:nvCxnSpPr>
          <p:cNvPr id="18" name="直接连接符 17">
            <a:extLst>
              <a:ext uri="{FF2B5EF4-FFF2-40B4-BE49-F238E27FC236}">
                <a16:creationId xmlns:a16="http://schemas.microsoft.com/office/drawing/2014/main" id="{409D558A-FABC-4FF2-B05D-56ABE817C264}"/>
              </a:ext>
            </a:extLst>
          </p:cNvPr>
          <p:cNvCxnSpPr>
            <a:stCxn id="8" idx="3"/>
            <a:endCxn id="9" idx="7"/>
          </p:cNvCxnSpPr>
          <p:nvPr/>
        </p:nvCxnSpPr>
        <p:spPr>
          <a:xfrm flipH="1">
            <a:off x="7922626" y="1497861"/>
            <a:ext cx="668379" cy="26931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D5E03E7-C5FE-4A30-B0FB-76683EB2ACC3}"/>
              </a:ext>
            </a:extLst>
          </p:cNvPr>
          <p:cNvCxnSpPr>
            <a:cxnSpLocks/>
            <a:stCxn id="9" idx="3"/>
            <a:endCxn id="10" idx="7"/>
          </p:cNvCxnSpPr>
          <p:nvPr/>
        </p:nvCxnSpPr>
        <p:spPr>
          <a:xfrm flipH="1">
            <a:off x="7303533" y="2021736"/>
            <a:ext cx="333987" cy="3422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713A9AB8-156D-4514-BFBE-3BA356E9E4A7}"/>
              </a:ext>
            </a:extLst>
          </p:cNvPr>
          <p:cNvCxnSpPr>
            <a:cxnSpLocks/>
            <a:stCxn id="11" idx="1"/>
            <a:endCxn id="9" idx="5"/>
          </p:cNvCxnSpPr>
          <p:nvPr/>
        </p:nvCxnSpPr>
        <p:spPr>
          <a:xfrm flipH="1" flipV="1">
            <a:off x="7922626" y="2021736"/>
            <a:ext cx="355414" cy="3422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555EADA-5D9D-44CC-8725-9CAB8D37C083}"/>
              </a:ext>
            </a:extLst>
          </p:cNvPr>
          <p:cNvCxnSpPr>
            <a:cxnSpLocks/>
            <a:endCxn id="15" idx="1"/>
          </p:cNvCxnSpPr>
          <p:nvPr/>
        </p:nvCxnSpPr>
        <p:spPr>
          <a:xfrm>
            <a:off x="9637548" y="2041988"/>
            <a:ext cx="363158" cy="32203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8EAE4EF3-F093-45BF-B522-0ACA2B2FC13D}"/>
              </a:ext>
            </a:extLst>
          </p:cNvPr>
          <p:cNvCxnSpPr>
            <a:cxnSpLocks/>
          </p:cNvCxnSpPr>
          <p:nvPr/>
        </p:nvCxnSpPr>
        <p:spPr>
          <a:xfrm>
            <a:off x="8861787" y="1503368"/>
            <a:ext cx="513207" cy="26931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BDEBE1E3-ACC1-43FF-8377-37B8E002B965}"/>
              </a:ext>
            </a:extLst>
          </p:cNvPr>
          <p:cNvSpPr/>
          <p:nvPr/>
        </p:nvSpPr>
        <p:spPr>
          <a:xfrm>
            <a:off x="1403577" y="242015"/>
            <a:ext cx="3756252" cy="533393"/>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二叉排序树的查找（续）</a:t>
            </a:r>
          </a:p>
        </p:txBody>
      </p:sp>
      <p:sp>
        <p:nvSpPr>
          <p:cNvPr id="24" name="文本框 23">
            <a:extLst>
              <a:ext uri="{FF2B5EF4-FFF2-40B4-BE49-F238E27FC236}">
                <a16:creationId xmlns:a16="http://schemas.microsoft.com/office/drawing/2014/main" id="{A839F2E0-36A0-489D-AD68-52DD7051D1F4}"/>
              </a:ext>
            </a:extLst>
          </p:cNvPr>
          <p:cNvSpPr txBox="1"/>
          <p:nvPr/>
        </p:nvSpPr>
        <p:spPr>
          <a:xfrm>
            <a:off x="455381" y="1477614"/>
            <a:ext cx="6632060" cy="1736501"/>
          </a:xfrm>
          <a:prstGeom prst="rect">
            <a:avLst/>
          </a:prstGeom>
          <a:noFill/>
        </p:spPr>
        <p:txBody>
          <a:bodyPr wrap="square" rtlCol="0">
            <a:spAutoFit/>
          </a:bodyPr>
          <a:lstStyle/>
          <a:p>
            <a:pPr>
              <a:lnSpc>
                <a:spcPct val="120000"/>
              </a:lnSpc>
            </a:pPr>
            <a:r>
              <a:rPr lang="zh-CN" altLang="en-US" b="1" dirty="0">
                <a:solidFill>
                  <a:srgbClr val="C00000"/>
                </a:solidFill>
              </a:rPr>
              <a:t>算法</a:t>
            </a:r>
            <a:r>
              <a:rPr lang="en-US" altLang="zh-CN" b="1" dirty="0">
                <a:solidFill>
                  <a:srgbClr val="C00000"/>
                </a:solidFill>
              </a:rPr>
              <a:t>9.6 </a:t>
            </a:r>
            <a:r>
              <a:rPr lang="zh-CN" altLang="en-US" sz="18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在根指针T所指二叉排序树中递归地查找其关键字等于key的数据元素，</a:t>
            </a:r>
            <a:endParaRPr lang="en-US" altLang="zh-CN" sz="18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zh-CN" altLang="en-US" sz="18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若查找成功，则指针p指向该数据元素结点，并返回TRUE，</a:t>
            </a:r>
            <a:endParaRPr lang="en-US" altLang="zh-CN" sz="18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zh-CN" altLang="en-US" sz="18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否则指针p指向查找路径上访问的最后一个结点并返回FALSE，</a:t>
            </a:r>
            <a:endParaRPr lang="en-US" altLang="zh-CN" sz="18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zh-CN" altLang="en-US" sz="18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指针f指向T的双亲，其初始调用值为NULL。</a:t>
            </a:r>
          </a:p>
        </p:txBody>
      </p:sp>
      <p:grpSp>
        <p:nvGrpSpPr>
          <p:cNvPr id="25" name="组合 24">
            <a:extLst>
              <a:ext uri="{FF2B5EF4-FFF2-40B4-BE49-F238E27FC236}">
                <a16:creationId xmlns:a16="http://schemas.microsoft.com/office/drawing/2014/main" id="{FC16134F-FE5D-4CBC-BDFC-618E9753A0DB}"/>
              </a:ext>
            </a:extLst>
          </p:cNvPr>
          <p:cNvGrpSpPr/>
          <p:nvPr/>
        </p:nvGrpSpPr>
        <p:grpSpPr>
          <a:xfrm>
            <a:off x="8320054" y="775408"/>
            <a:ext cx="271991" cy="462444"/>
            <a:chOff x="8340989" y="543313"/>
            <a:chExt cx="284748" cy="374524"/>
          </a:xfrm>
        </p:grpSpPr>
        <p:sp>
          <p:nvSpPr>
            <p:cNvPr id="26" name="文本框 25">
              <a:extLst>
                <a:ext uri="{FF2B5EF4-FFF2-40B4-BE49-F238E27FC236}">
                  <a16:creationId xmlns:a16="http://schemas.microsoft.com/office/drawing/2014/main" id="{D05D6234-870B-42C4-B666-106503917F73}"/>
                </a:ext>
              </a:extLst>
            </p:cNvPr>
            <p:cNvSpPr txBox="1"/>
            <p:nvPr/>
          </p:nvSpPr>
          <p:spPr>
            <a:xfrm>
              <a:off x="8340989" y="543313"/>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E6024345-88B9-4EF4-BC08-047E4D177FB6}"/>
                </a:ext>
              </a:extLst>
            </p:cNvPr>
            <p:cNvCxnSpPr/>
            <p:nvPr/>
          </p:nvCxnSpPr>
          <p:spPr>
            <a:xfrm>
              <a:off x="8503622" y="720297"/>
              <a:ext cx="122115" cy="197540"/>
            </a:xfrm>
            <a:prstGeom prst="straightConnector1">
              <a:avLst/>
            </a:prstGeom>
            <a:ln w="19050">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69A564D4-4A6B-4DC8-A99F-258DB700E5D7}"/>
              </a:ext>
            </a:extLst>
          </p:cNvPr>
          <p:cNvCxnSpPr>
            <a:cxnSpLocks/>
          </p:cNvCxnSpPr>
          <p:nvPr/>
        </p:nvCxnSpPr>
        <p:spPr>
          <a:xfrm>
            <a:off x="1180068" y="4697701"/>
            <a:ext cx="311548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0961ADA9-F4EF-4164-9489-03B58781D11E}"/>
              </a:ext>
            </a:extLst>
          </p:cNvPr>
          <p:cNvCxnSpPr>
            <a:cxnSpLocks/>
          </p:cNvCxnSpPr>
          <p:nvPr/>
        </p:nvCxnSpPr>
        <p:spPr>
          <a:xfrm flipV="1">
            <a:off x="1180068" y="4944212"/>
            <a:ext cx="2377775" cy="1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997DEB1E-31C9-423C-A35A-4A7A9D41FD95}"/>
              </a:ext>
            </a:extLst>
          </p:cNvPr>
          <p:cNvCxnSpPr>
            <a:cxnSpLocks/>
          </p:cNvCxnSpPr>
          <p:nvPr/>
        </p:nvCxnSpPr>
        <p:spPr>
          <a:xfrm>
            <a:off x="1180068" y="5172834"/>
            <a:ext cx="662858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62B82C7E-801E-4046-BB12-E1BD56BBC686}"/>
              </a:ext>
            </a:extLst>
          </p:cNvPr>
          <p:cNvSpPr txBox="1"/>
          <p:nvPr/>
        </p:nvSpPr>
        <p:spPr>
          <a:xfrm>
            <a:off x="8684760" y="650954"/>
            <a:ext cx="954107" cy="400110"/>
          </a:xfrm>
          <a:prstGeom prst="rect">
            <a:avLst/>
          </a:prstGeom>
          <a:noFill/>
        </p:spPr>
        <p:txBody>
          <a:bodyPr wrap="none" rtlCol="0">
            <a:spAutoFit/>
          </a:bodyPr>
          <a:lstStyle/>
          <a:p>
            <a:r>
              <a:rPr lang="zh-CN" altLang="en-US" sz="2000" b="1" dirty="0"/>
              <a:t>查找：</a:t>
            </a:r>
          </a:p>
        </p:txBody>
      </p:sp>
      <p:sp>
        <p:nvSpPr>
          <p:cNvPr id="46" name="文本框 45">
            <a:extLst>
              <a:ext uri="{FF2B5EF4-FFF2-40B4-BE49-F238E27FC236}">
                <a16:creationId xmlns:a16="http://schemas.microsoft.com/office/drawing/2014/main" id="{30BAFF23-B792-4E60-A3E5-105EC6C78ABC}"/>
              </a:ext>
            </a:extLst>
          </p:cNvPr>
          <p:cNvSpPr txBox="1"/>
          <p:nvPr/>
        </p:nvSpPr>
        <p:spPr>
          <a:xfrm>
            <a:off x="1180068" y="4485778"/>
            <a:ext cx="9611101" cy="1569660"/>
          </a:xfrm>
          <a:prstGeom prst="rect">
            <a:avLst/>
          </a:prstGeom>
          <a:solidFill>
            <a:srgbClr val="FFF6DD"/>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找到，返回节点指针</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47" name="直接连接符 46">
            <a:extLst>
              <a:ext uri="{FF2B5EF4-FFF2-40B4-BE49-F238E27FC236}">
                <a16:creationId xmlns:a16="http://schemas.microsoft.com/office/drawing/2014/main" id="{8263B9AC-F1AE-4BA7-B9E4-3012C57622C0}"/>
              </a:ext>
            </a:extLst>
          </p:cNvPr>
          <p:cNvCxnSpPr>
            <a:cxnSpLocks/>
          </p:cNvCxnSpPr>
          <p:nvPr/>
        </p:nvCxnSpPr>
        <p:spPr>
          <a:xfrm>
            <a:off x="1500452" y="5014447"/>
            <a:ext cx="14713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D9DF9EC2-726D-4E7D-8204-9D4E6D76A033}"/>
              </a:ext>
            </a:extLst>
          </p:cNvPr>
          <p:cNvCxnSpPr>
            <a:cxnSpLocks/>
          </p:cNvCxnSpPr>
          <p:nvPr/>
        </p:nvCxnSpPr>
        <p:spPr>
          <a:xfrm>
            <a:off x="1510639" y="5256765"/>
            <a:ext cx="240203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D6B6080-EBF1-4B91-B6CB-5DAE92AA0957}"/>
              </a:ext>
            </a:extLst>
          </p:cNvPr>
          <p:cNvCxnSpPr>
            <a:cxnSpLocks/>
          </p:cNvCxnSpPr>
          <p:nvPr/>
        </p:nvCxnSpPr>
        <p:spPr>
          <a:xfrm>
            <a:off x="1500452" y="5501351"/>
            <a:ext cx="666469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D926CADA-6E19-46D0-9FEC-7F176127E51B}"/>
              </a:ext>
            </a:extLst>
          </p:cNvPr>
          <p:cNvSpPr txBox="1"/>
          <p:nvPr/>
        </p:nvSpPr>
        <p:spPr>
          <a:xfrm>
            <a:off x="1500452" y="4803159"/>
            <a:ext cx="9573144" cy="1569660"/>
          </a:xfrm>
          <a:prstGeom prst="rect">
            <a:avLst/>
          </a:prstGeom>
          <a:solidFill>
            <a:srgbClr val="FCEEE4"/>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找到，返回节点指针</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62" name="直接连接符 61">
            <a:extLst>
              <a:ext uri="{FF2B5EF4-FFF2-40B4-BE49-F238E27FC236}">
                <a16:creationId xmlns:a16="http://schemas.microsoft.com/office/drawing/2014/main" id="{36674822-995B-4A03-A17B-8B00457E0B3B}"/>
              </a:ext>
            </a:extLst>
          </p:cNvPr>
          <p:cNvCxnSpPr>
            <a:cxnSpLocks/>
          </p:cNvCxnSpPr>
          <p:nvPr/>
        </p:nvCxnSpPr>
        <p:spPr>
          <a:xfrm>
            <a:off x="1821587" y="5329641"/>
            <a:ext cx="150399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46363FCC-17F7-4053-95DD-12C6339E534B}"/>
              </a:ext>
            </a:extLst>
          </p:cNvPr>
          <p:cNvCxnSpPr>
            <a:cxnSpLocks/>
          </p:cNvCxnSpPr>
          <p:nvPr/>
        </p:nvCxnSpPr>
        <p:spPr>
          <a:xfrm>
            <a:off x="1805248" y="5587989"/>
            <a:ext cx="242929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D0C0EC0D-0587-424F-B3FF-CFC534C9275F}"/>
              </a:ext>
            </a:extLst>
          </p:cNvPr>
          <p:cNvCxnSpPr>
            <a:cxnSpLocks/>
          </p:cNvCxnSpPr>
          <p:nvPr/>
        </p:nvCxnSpPr>
        <p:spPr>
          <a:xfrm>
            <a:off x="1805248" y="5816842"/>
            <a:ext cx="66153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E70C2B1E-4E2C-4A5A-B6C8-79761A8EE9D9}"/>
              </a:ext>
            </a:extLst>
          </p:cNvPr>
          <p:cNvSpPr txBox="1"/>
          <p:nvPr/>
        </p:nvSpPr>
        <p:spPr>
          <a:xfrm>
            <a:off x="1820835" y="5126652"/>
            <a:ext cx="9573145" cy="1569660"/>
          </a:xfrm>
          <a:prstGeom prst="rect">
            <a:avLst/>
          </a:prstGeom>
          <a:solidFill>
            <a:schemeClr val="accent2">
              <a:lumMod val="20000"/>
              <a:lumOff val="80000"/>
            </a:schemeClr>
          </a:solidFill>
          <a:ln w="12700">
            <a:solidFill>
              <a:schemeClr val="tx1"/>
            </a:solidFill>
          </a:ln>
        </p:spPr>
        <p:txBody>
          <a:bodyPr wrap="square">
            <a:spAutoFit/>
          </a:bodyPr>
          <a:lstStyle/>
          <a:p>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BiTNode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a:t>
            </a:r>
            <a:r>
              <a:rPr lang="en-US" altLang="zh-CN" sz="1600" b="1" dirty="0" err="1">
                <a:latin typeface="Courier New" panose="02070309020205020404" pitchFamily="49" charset="0"/>
                <a:ea typeface="仿宋" panose="02010609060101010101" pitchFamily="49" charset="-122"/>
                <a:cs typeface="Courier New" panose="02070309020205020404" pitchFamily="49" charset="0"/>
              </a:rPr>
              <a:t>BiTree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Elem</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Type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算法9.</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6</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NULL</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空树，查找不成功</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  if </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(LT(</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(T-&gt;lchild,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返回在左子树查找结果</a:t>
            </a:r>
          </a:p>
          <a:p>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if</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(GREAT(e, T-&gt;data)) </a:t>
            </a:r>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Find</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(T-&gt;rchild, </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e</a:t>
            </a:r>
            <a:r>
              <a:rPr lang="zh-CN" altLang="en-US" sz="1600" b="1" dirty="0">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返回在右子树查找结果</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else</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return</a:t>
            </a:r>
            <a:r>
              <a:rPr lang="en-US" altLang="zh-CN" sz="1600" b="1" dirty="0">
                <a:latin typeface="Courier New" panose="02070309020205020404" pitchFamily="49" charset="0"/>
                <a:ea typeface="仿宋" panose="02010609060101010101" pitchFamily="49" charset="-122"/>
                <a:cs typeface="Courier New" panose="02070309020205020404" pitchFamily="49" charset="0"/>
              </a:rPr>
              <a:t> T;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找到，返回节点指针</a:t>
            </a:r>
          </a:p>
          <a:p>
            <a:r>
              <a:rPr lang="zh-CN" altLang="en-US" sz="1600" b="1" dirty="0">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56" name="直接连接符 55">
            <a:extLst>
              <a:ext uri="{FF2B5EF4-FFF2-40B4-BE49-F238E27FC236}">
                <a16:creationId xmlns:a16="http://schemas.microsoft.com/office/drawing/2014/main" id="{58972B3D-5644-40F8-ACA5-476A41E20ACB}"/>
              </a:ext>
            </a:extLst>
          </p:cNvPr>
          <p:cNvCxnSpPr>
            <a:cxnSpLocks/>
          </p:cNvCxnSpPr>
          <p:nvPr/>
        </p:nvCxnSpPr>
        <p:spPr>
          <a:xfrm>
            <a:off x="2174568" y="5651159"/>
            <a:ext cx="305601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 name="直接箭头连接符 1">
            <a:extLst>
              <a:ext uri="{FF2B5EF4-FFF2-40B4-BE49-F238E27FC236}">
                <a16:creationId xmlns:a16="http://schemas.microsoft.com/office/drawing/2014/main" id="{C4F8F4BD-231F-42D7-A36B-EEDB40B4BC25}"/>
              </a:ext>
            </a:extLst>
          </p:cNvPr>
          <p:cNvCxnSpPr>
            <a:cxnSpLocks/>
          </p:cNvCxnSpPr>
          <p:nvPr/>
        </p:nvCxnSpPr>
        <p:spPr>
          <a:xfrm>
            <a:off x="8848314" y="1496248"/>
            <a:ext cx="540155" cy="289797"/>
          </a:xfrm>
          <a:prstGeom prst="straightConnector1">
            <a:avLst/>
          </a:prstGeom>
          <a:ln w="28575">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0C857C53-5860-42D6-9B30-AB9E7E316B37}"/>
              </a:ext>
            </a:extLst>
          </p:cNvPr>
          <p:cNvSpPr txBox="1"/>
          <p:nvPr/>
        </p:nvSpPr>
        <p:spPr>
          <a:xfrm>
            <a:off x="9004446" y="1285882"/>
            <a:ext cx="162937" cy="307777"/>
          </a:xfrm>
          <a:prstGeom prst="rect">
            <a:avLst/>
          </a:prstGeom>
          <a:noFill/>
        </p:spPr>
        <p:txBody>
          <a:bodyPr wrap="square" lIns="0" tIns="0" rIns="0" bIns="0" rtlCol="0">
            <a:spAutoFit/>
          </a:bodyPr>
          <a:lstStyle/>
          <a:p>
            <a:r>
              <a:rPr lang="en-US" altLang="zh-CN" sz="2000" b="1" dirty="0">
                <a:solidFill>
                  <a:srgbClr val="FFC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endParaRPr lang="zh-CN" altLang="en-US" sz="2000" b="1" dirty="0">
              <a:solidFill>
                <a:srgbClr val="FFC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392174F3-7C85-4A13-916D-80E5393D57FF}"/>
              </a:ext>
            </a:extLst>
          </p:cNvPr>
          <p:cNvCxnSpPr>
            <a:cxnSpLocks/>
          </p:cNvCxnSpPr>
          <p:nvPr/>
        </p:nvCxnSpPr>
        <p:spPr>
          <a:xfrm>
            <a:off x="9635856" y="2038661"/>
            <a:ext cx="387861" cy="333225"/>
          </a:xfrm>
          <a:prstGeom prst="straightConnector1">
            <a:avLst/>
          </a:prstGeom>
          <a:ln w="28575">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1687D9AB-FF20-46FC-AEE0-AE962E812AAB}"/>
              </a:ext>
            </a:extLst>
          </p:cNvPr>
          <p:cNvSpPr txBox="1"/>
          <p:nvPr/>
        </p:nvSpPr>
        <p:spPr>
          <a:xfrm>
            <a:off x="9753488" y="1895230"/>
            <a:ext cx="162937" cy="307777"/>
          </a:xfrm>
          <a:prstGeom prst="rect">
            <a:avLst/>
          </a:prstGeom>
          <a:noFill/>
        </p:spPr>
        <p:txBody>
          <a:bodyPr wrap="square" lIns="0" tIns="0" rIns="0" bIns="0" rtlCol="0">
            <a:spAutoFit/>
          </a:bodyPr>
          <a:lstStyle/>
          <a:p>
            <a:r>
              <a:rPr lang="en-US" altLang="zh-CN" sz="20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endParaRPr lang="zh-CN" altLang="en-US" sz="2000" b="1" dirty="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83" name="直接箭头连接符 82">
            <a:extLst>
              <a:ext uri="{FF2B5EF4-FFF2-40B4-BE49-F238E27FC236}">
                <a16:creationId xmlns:a16="http://schemas.microsoft.com/office/drawing/2014/main" id="{13827E91-56E5-494A-9075-A6FA6060839B}"/>
              </a:ext>
            </a:extLst>
          </p:cNvPr>
          <p:cNvCxnSpPr>
            <a:cxnSpLocks/>
          </p:cNvCxnSpPr>
          <p:nvPr/>
        </p:nvCxnSpPr>
        <p:spPr>
          <a:xfrm>
            <a:off x="10171305" y="2545538"/>
            <a:ext cx="296508" cy="432999"/>
          </a:xfrm>
          <a:prstGeom prst="straightConnector1">
            <a:avLst/>
          </a:prstGeom>
          <a:ln w="28575">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D137C9CF-C15A-4001-BC38-886D430808AB}"/>
              </a:ext>
            </a:extLst>
          </p:cNvPr>
          <p:cNvSpPr txBox="1"/>
          <p:nvPr/>
        </p:nvSpPr>
        <p:spPr>
          <a:xfrm>
            <a:off x="10352206" y="2511806"/>
            <a:ext cx="162937" cy="307777"/>
          </a:xfrm>
          <a:prstGeom prst="rect">
            <a:avLst/>
          </a:prstGeom>
          <a:noFill/>
        </p:spPr>
        <p:txBody>
          <a:bodyPr wrap="square" lIns="0" tIns="0" rIns="0" bIns="0" rtlCol="0">
            <a:spAutoFit/>
          </a:bodyPr>
          <a:lstStyle/>
          <a:p>
            <a:r>
              <a:rPr lang="en-US" altLang="zh-CN" sz="2000" b="1"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endParaRPr lang="zh-CN" altLang="en-US" sz="2000" b="1"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椭圆 14">
            <a:extLst>
              <a:ext uri="{FF2B5EF4-FFF2-40B4-BE49-F238E27FC236}">
                <a16:creationId xmlns:a16="http://schemas.microsoft.com/office/drawing/2014/main" id="{710B2DAC-FEE7-4D42-8D37-76D14DFEF511}"/>
              </a:ext>
            </a:extLst>
          </p:cNvPr>
          <p:cNvSpPr/>
          <p:nvPr/>
        </p:nvSpPr>
        <p:spPr>
          <a:xfrm>
            <a:off x="9941659" y="231130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90</a:t>
            </a:r>
            <a:endParaRPr lang="zh-CN" altLang="en-US" sz="2000" b="1" dirty="0">
              <a:solidFill>
                <a:srgbClr val="002060"/>
              </a:solidFill>
            </a:endParaRPr>
          </a:p>
        </p:txBody>
      </p:sp>
      <p:sp>
        <p:nvSpPr>
          <p:cNvPr id="44" name="文本框 70">
            <a:extLst>
              <a:ext uri="{FF2B5EF4-FFF2-40B4-BE49-F238E27FC236}">
                <a16:creationId xmlns:a16="http://schemas.microsoft.com/office/drawing/2014/main" id="{50D7F627-3F74-4805-A79A-37E189B2D097}"/>
              </a:ext>
            </a:extLst>
          </p:cNvPr>
          <p:cNvSpPr txBox="1"/>
          <p:nvPr/>
        </p:nvSpPr>
        <p:spPr>
          <a:xfrm>
            <a:off x="9507383" y="1117361"/>
            <a:ext cx="2344824" cy="30777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8B32A0"/>
                </a:solidFill>
                <a:latin typeface="Courier New" panose="02070309020205020404" pitchFamily="49" charset="0"/>
                <a:cs typeface="Courier New" panose="02070309020205020404" pitchFamily="49" charset="0"/>
              </a:rPr>
              <a:t>p = Find(T, </a:t>
            </a:r>
            <a:r>
              <a:rPr lang="en-US" altLang="zh-CN" sz="2000" b="1" dirty="0" err="1">
                <a:solidFill>
                  <a:srgbClr val="8B32A0"/>
                </a:solidFill>
                <a:latin typeface="Courier New" panose="02070309020205020404" pitchFamily="49" charset="0"/>
                <a:cs typeface="Courier New" panose="02070309020205020404" pitchFamily="49" charset="0"/>
              </a:rPr>
              <a:t>e1</a:t>
            </a:r>
            <a:r>
              <a:rPr lang="en-US" altLang="zh-CN" sz="2000" b="1" dirty="0">
                <a:solidFill>
                  <a:srgbClr val="8B32A0"/>
                </a:solidFill>
                <a:latin typeface="Courier New" panose="02070309020205020404" pitchFamily="49" charset="0"/>
                <a:cs typeface="Courier New" panose="02070309020205020404" pitchFamily="49" charset="0"/>
              </a:rPr>
              <a:t>);</a:t>
            </a:r>
            <a:endParaRPr lang="zh-CN" altLang="en-US" sz="2000" b="1" dirty="0">
              <a:solidFill>
                <a:srgbClr val="8B32A0"/>
              </a:solidFill>
              <a:latin typeface="Courier New" panose="02070309020205020404" pitchFamily="49" charset="0"/>
              <a:cs typeface="Courier New" panose="02070309020205020404" pitchFamily="49" charset="0"/>
            </a:endParaRPr>
          </a:p>
        </p:txBody>
      </p:sp>
      <p:sp>
        <p:nvSpPr>
          <p:cNvPr id="45" name="文本框 6">
            <a:extLst>
              <a:ext uri="{FF2B5EF4-FFF2-40B4-BE49-F238E27FC236}">
                <a16:creationId xmlns:a16="http://schemas.microsoft.com/office/drawing/2014/main" id="{E6B9E1D9-C293-873A-4FF1-1622B089AAC8}"/>
              </a:ext>
            </a:extLst>
          </p:cNvPr>
          <p:cNvSpPr txBox="1"/>
          <p:nvPr/>
        </p:nvSpPr>
        <p:spPr>
          <a:xfrm>
            <a:off x="9388469" y="797094"/>
            <a:ext cx="2031325"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err="1">
                <a:solidFill>
                  <a:srgbClr val="8B32A0"/>
                </a:solidFill>
                <a:latin typeface="Courier New" panose="02070309020205020404" pitchFamily="49" charset="0"/>
                <a:cs typeface="Courier New" panose="02070309020205020404" pitchFamily="49" charset="0"/>
              </a:rPr>
              <a:t>e1.key</a:t>
            </a:r>
            <a:r>
              <a:rPr lang="en-US" altLang="zh-CN" sz="2000" b="1" dirty="0">
                <a:solidFill>
                  <a:srgbClr val="8B32A0"/>
                </a:solidFill>
                <a:latin typeface="Courier New" panose="02070309020205020404" pitchFamily="49" charset="0"/>
                <a:cs typeface="Courier New" panose="02070309020205020404" pitchFamily="49" charset="0"/>
              </a:rPr>
              <a:t> = 95;</a:t>
            </a:r>
            <a:endParaRPr lang="zh-CN" altLang="en-US" sz="2000" b="1" dirty="0">
              <a:solidFill>
                <a:srgbClr val="8B32A0"/>
              </a:solidFill>
              <a:latin typeface="Courier New" panose="02070309020205020404" pitchFamily="49" charset="0"/>
              <a:cs typeface="Courier New" panose="02070309020205020404" pitchFamily="49" charset="0"/>
            </a:endParaRPr>
          </a:p>
        </p:txBody>
      </p:sp>
      <p:cxnSp>
        <p:nvCxnSpPr>
          <p:cNvPr id="87" name="直接箭头连接符 86">
            <a:extLst>
              <a:ext uri="{FF2B5EF4-FFF2-40B4-BE49-F238E27FC236}">
                <a16:creationId xmlns:a16="http://schemas.microsoft.com/office/drawing/2014/main" id="{677DA637-FE24-A15E-26F9-39ADBF716CBA}"/>
              </a:ext>
            </a:extLst>
          </p:cNvPr>
          <p:cNvCxnSpPr>
            <a:cxnSpLocks/>
          </p:cNvCxnSpPr>
          <p:nvPr/>
        </p:nvCxnSpPr>
        <p:spPr>
          <a:xfrm>
            <a:off x="10402008" y="2227668"/>
            <a:ext cx="370161" cy="310661"/>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91" name="直接箭头连接符 90">
            <a:extLst>
              <a:ext uri="{FF2B5EF4-FFF2-40B4-BE49-F238E27FC236}">
                <a16:creationId xmlns:a16="http://schemas.microsoft.com/office/drawing/2014/main" id="{EEB5857B-53A2-AF16-5476-0142022D74A1}"/>
              </a:ext>
            </a:extLst>
          </p:cNvPr>
          <p:cNvCxnSpPr>
            <a:cxnSpLocks/>
          </p:cNvCxnSpPr>
          <p:nvPr/>
        </p:nvCxnSpPr>
        <p:spPr>
          <a:xfrm>
            <a:off x="9790620" y="1766529"/>
            <a:ext cx="1017140" cy="762321"/>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94" name="直接箭头连接符 93">
            <a:extLst>
              <a:ext uri="{FF2B5EF4-FFF2-40B4-BE49-F238E27FC236}">
                <a16:creationId xmlns:a16="http://schemas.microsoft.com/office/drawing/2014/main" id="{051E0DD8-58DC-9E78-6E70-6AB53B9CE8CB}"/>
              </a:ext>
            </a:extLst>
          </p:cNvPr>
          <p:cNvCxnSpPr>
            <a:cxnSpLocks/>
            <a:stCxn id="80" idx="0"/>
          </p:cNvCxnSpPr>
          <p:nvPr/>
        </p:nvCxnSpPr>
        <p:spPr>
          <a:xfrm>
            <a:off x="9085915" y="1285882"/>
            <a:ext cx="1721845" cy="1259656"/>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cxnSp>
        <p:nvCxnSpPr>
          <p:cNvPr id="103" name="直接箭头连接符 102">
            <a:extLst>
              <a:ext uri="{FF2B5EF4-FFF2-40B4-BE49-F238E27FC236}">
                <a16:creationId xmlns:a16="http://schemas.microsoft.com/office/drawing/2014/main" id="{F862E53D-88D1-60F6-4F43-DB0DDDD2A240}"/>
              </a:ext>
            </a:extLst>
          </p:cNvPr>
          <p:cNvCxnSpPr>
            <a:cxnSpLocks/>
          </p:cNvCxnSpPr>
          <p:nvPr/>
        </p:nvCxnSpPr>
        <p:spPr>
          <a:xfrm>
            <a:off x="9645778" y="1405755"/>
            <a:ext cx="1161982" cy="1131248"/>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46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left)">
                                      <p:cBhvr>
                                        <p:cTn id="13" dur="10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1" fill="hold" nodeType="clickEffect">
                                  <p:stCondLst>
                                    <p:cond delay="0"/>
                                  </p:stCondLst>
                                  <p:childTnLst>
                                    <p:animEffect transition="out" filter="wipe(up)">
                                      <p:cBhvr>
                                        <p:cTn id="17" dur="500"/>
                                        <p:tgtEl>
                                          <p:spTgt spid="34"/>
                                        </p:tgtEl>
                                      </p:cBhvr>
                                    </p:animEffect>
                                    <p:set>
                                      <p:cBhvr>
                                        <p:cTn id="18" dur="1" fill="hold">
                                          <p:stCondLst>
                                            <p:cond delay="499"/>
                                          </p:stCondLst>
                                        </p:cTn>
                                        <p:tgtEl>
                                          <p:spTgt spid="34"/>
                                        </p:tgtEl>
                                        <p:attrNameLst>
                                          <p:attrName>style.visibility</p:attrName>
                                        </p:attrNameLst>
                                      </p:cBhvr>
                                      <p:to>
                                        <p:strVal val="hidden"/>
                                      </p:to>
                                    </p:set>
                                  </p:childTnLst>
                                </p:cTn>
                              </p:par>
                              <p:par>
                                <p:cTn id="19" presetID="22" presetClass="entr" presetSubtype="8"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left)">
                                      <p:cBhvr>
                                        <p:cTn id="21" dur="10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xit" presetSubtype="1" fill="hold" nodeType="clickEffect">
                                  <p:stCondLst>
                                    <p:cond delay="0"/>
                                  </p:stCondLst>
                                  <p:childTnLst>
                                    <p:animEffect transition="out" filter="wipe(up)">
                                      <p:cBhvr>
                                        <p:cTn id="25" dur="500"/>
                                        <p:tgtEl>
                                          <p:spTgt spid="35"/>
                                        </p:tgtEl>
                                      </p:cBhvr>
                                    </p:animEffect>
                                    <p:set>
                                      <p:cBhvr>
                                        <p:cTn id="26" dur="1" fill="hold">
                                          <p:stCondLst>
                                            <p:cond delay="499"/>
                                          </p:stCondLst>
                                        </p:cTn>
                                        <p:tgtEl>
                                          <p:spTgt spid="35"/>
                                        </p:tgtEl>
                                        <p:attrNameLst>
                                          <p:attrName>style.visibility</p:attrName>
                                        </p:attrNameLst>
                                      </p:cBhvr>
                                      <p:to>
                                        <p:strVal val="hidden"/>
                                      </p:to>
                                    </p:se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left)">
                                      <p:cBhvr>
                                        <p:cTn id="30" dur="10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1500"/>
                                        <p:tgtEl>
                                          <p:spTgt spid="2"/>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wipe(up)">
                                      <p:cBhvr>
                                        <p:cTn id="38" dur="1500"/>
                                        <p:tgtEl>
                                          <p:spTgt spid="80"/>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anim calcmode="lin" valueType="num">
                                      <p:cBhvr>
                                        <p:cTn id="43" dur="1000" fill="hold"/>
                                        <p:tgtEl>
                                          <p:spTgt spid="46"/>
                                        </p:tgtEl>
                                        <p:attrNameLst>
                                          <p:attrName>ppt_w</p:attrName>
                                        </p:attrNameLst>
                                      </p:cBhvr>
                                      <p:tavLst>
                                        <p:tav tm="0">
                                          <p:val>
                                            <p:fltVal val="0"/>
                                          </p:val>
                                        </p:tav>
                                        <p:tav tm="100000">
                                          <p:val>
                                            <p:strVal val="#ppt_w"/>
                                          </p:val>
                                        </p:tav>
                                      </p:tavLst>
                                    </p:anim>
                                    <p:anim calcmode="lin" valueType="num">
                                      <p:cBhvr>
                                        <p:cTn id="44" dur="1000" fill="hold"/>
                                        <p:tgtEl>
                                          <p:spTgt spid="46"/>
                                        </p:tgtEl>
                                        <p:attrNameLst>
                                          <p:attrName>ppt_h</p:attrName>
                                        </p:attrNameLst>
                                      </p:cBhvr>
                                      <p:tavLst>
                                        <p:tav tm="0">
                                          <p:val>
                                            <p:fltVal val="0"/>
                                          </p:val>
                                        </p:tav>
                                        <p:tav tm="100000">
                                          <p:val>
                                            <p:strVal val="#ppt_h"/>
                                          </p:val>
                                        </p:tav>
                                      </p:tavLst>
                                    </p:anim>
                                    <p:anim calcmode="lin" valueType="num">
                                      <p:cBhvr>
                                        <p:cTn id="45" dur="1000" fill="hold"/>
                                        <p:tgtEl>
                                          <p:spTgt spid="46"/>
                                        </p:tgtEl>
                                        <p:attrNameLst>
                                          <p:attrName>style.rotation</p:attrName>
                                        </p:attrNameLst>
                                      </p:cBhvr>
                                      <p:tavLst>
                                        <p:tav tm="0">
                                          <p:val>
                                            <p:fltVal val="90"/>
                                          </p:val>
                                        </p:tav>
                                        <p:tav tm="100000">
                                          <p:val>
                                            <p:fltVal val="0"/>
                                          </p:val>
                                        </p:tav>
                                      </p:tavLst>
                                    </p:anim>
                                    <p:animEffect transition="in" filter="fade">
                                      <p:cBhvr>
                                        <p:cTn id="46" dur="1000"/>
                                        <p:tgtEl>
                                          <p:spTgt spid="46"/>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wipe(left)">
                                      <p:cBhvr>
                                        <p:cTn id="50" dur="1000"/>
                                        <p:tgtEl>
                                          <p:spTgt spid="4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xit" presetSubtype="1" fill="hold" nodeType="clickEffect">
                                  <p:stCondLst>
                                    <p:cond delay="0"/>
                                  </p:stCondLst>
                                  <p:childTnLst>
                                    <p:animEffect transition="out" filter="wipe(up)">
                                      <p:cBhvr>
                                        <p:cTn id="54" dur="500"/>
                                        <p:tgtEl>
                                          <p:spTgt spid="47"/>
                                        </p:tgtEl>
                                      </p:cBhvr>
                                    </p:animEffect>
                                    <p:set>
                                      <p:cBhvr>
                                        <p:cTn id="55" dur="1" fill="hold">
                                          <p:stCondLst>
                                            <p:cond delay="499"/>
                                          </p:stCondLst>
                                        </p:cTn>
                                        <p:tgtEl>
                                          <p:spTgt spid="47"/>
                                        </p:tgtEl>
                                        <p:attrNameLst>
                                          <p:attrName>style.visibility</p:attrName>
                                        </p:attrNameLst>
                                      </p:cBhvr>
                                      <p:to>
                                        <p:strVal val="hidden"/>
                                      </p:to>
                                    </p:se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wipe(left)">
                                      <p:cBhvr>
                                        <p:cTn id="59" dur="1000"/>
                                        <p:tgtEl>
                                          <p:spTgt spid="4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xit" presetSubtype="1" fill="hold" nodeType="clickEffect">
                                  <p:stCondLst>
                                    <p:cond delay="0"/>
                                  </p:stCondLst>
                                  <p:childTnLst>
                                    <p:animEffect transition="out" filter="wipe(up)">
                                      <p:cBhvr>
                                        <p:cTn id="63" dur="500"/>
                                        <p:tgtEl>
                                          <p:spTgt spid="48"/>
                                        </p:tgtEl>
                                      </p:cBhvr>
                                    </p:animEffect>
                                    <p:set>
                                      <p:cBhvr>
                                        <p:cTn id="64" dur="1" fill="hold">
                                          <p:stCondLst>
                                            <p:cond delay="499"/>
                                          </p:stCondLst>
                                        </p:cTn>
                                        <p:tgtEl>
                                          <p:spTgt spid="48"/>
                                        </p:tgtEl>
                                        <p:attrNameLst>
                                          <p:attrName>style.visibility</p:attrName>
                                        </p:attrNameLst>
                                      </p:cBhvr>
                                      <p:to>
                                        <p:strVal val="hidden"/>
                                      </p:to>
                                    </p:se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wipe(left)">
                                      <p:cBhvr>
                                        <p:cTn id="68" dur="1000"/>
                                        <p:tgtEl>
                                          <p:spTgt spid="4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wipe(left)">
                                      <p:cBhvr>
                                        <p:cTn id="73" dur="1500"/>
                                        <p:tgtEl>
                                          <p:spTgt spid="51"/>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82"/>
                                        </p:tgtEl>
                                        <p:attrNameLst>
                                          <p:attrName>style.visibility</p:attrName>
                                        </p:attrNameLst>
                                      </p:cBhvr>
                                      <p:to>
                                        <p:strVal val="visible"/>
                                      </p:to>
                                    </p:set>
                                    <p:animEffect transition="in" filter="wipe(up)">
                                      <p:cBhvr>
                                        <p:cTn id="76" dur="1500"/>
                                        <p:tgtEl>
                                          <p:spTgt spid="82"/>
                                        </p:tgtEl>
                                      </p:cBhvr>
                                    </p:animEffect>
                                  </p:childTnLst>
                                </p:cTn>
                              </p:par>
                            </p:childTnLst>
                          </p:cTn>
                        </p:par>
                      </p:childTnLst>
                    </p:cTn>
                  </p:par>
                  <p:par>
                    <p:cTn id="77" fill="hold">
                      <p:stCondLst>
                        <p:cond delay="indefinite"/>
                      </p:stCondLst>
                      <p:childTnLst>
                        <p:par>
                          <p:cTn id="78" fill="hold">
                            <p:stCondLst>
                              <p:cond delay="0"/>
                            </p:stCondLst>
                            <p:childTnLst>
                              <p:par>
                                <p:cTn id="79" presetID="31" presetClass="entr" presetSubtype="0" fill="hold" grpId="0" nodeType="clickEffect">
                                  <p:stCondLst>
                                    <p:cond delay="0"/>
                                  </p:stCondLst>
                                  <p:childTnLst>
                                    <p:set>
                                      <p:cBhvr>
                                        <p:cTn id="80" dur="1" fill="hold">
                                          <p:stCondLst>
                                            <p:cond delay="0"/>
                                          </p:stCondLst>
                                        </p:cTn>
                                        <p:tgtEl>
                                          <p:spTgt spid="61"/>
                                        </p:tgtEl>
                                        <p:attrNameLst>
                                          <p:attrName>style.visibility</p:attrName>
                                        </p:attrNameLst>
                                      </p:cBhvr>
                                      <p:to>
                                        <p:strVal val="visible"/>
                                      </p:to>
                                    </p:set>
                                    <p:anim calcmode="lin" valueType="num">
                                      <p:cBhvr>
                                        <p:cTn id="81" dur="1000" fill="hold"/>
                                        <p:tgtEl>
                                          <p:spTgt spid="61"/>
                                        </p:tgtEl>
                                        <p:attrNameLst>
                                          <p:attrName>ppt_w</p:attrName>
                                        </p:attrNameLst>
                                      </p:cBhvr>
                                      <p:tavLst>
                                        <p:tav tm="0">
                                          <p:val>
                                            <p:fltVal val="0"/>
                                          </p:val>
                                        </p:tav>
                                        <p:tav tm="100000">
                                          <p:val>
                                            <p:strVal val="#ppt_w"/>
                                          </p:val>
                                        </p:tav>
                                      </p:tavLst>
                                    </p:anim>
                                    <p:anim calcmode="lin" valueType="num">
                                      <p:cBhvr>
                                        <p:cTn id="82" dur="1000" fill="hold"/>
                                        <p:tgtEl>
                                          <p:spTgt spid="61"/>
                                        </p:tgtEl>
                                        <p:attrNameLst>
                                          <p:attrName>ppt_h</p:attrName>
                                        </p:attrNameLst>
                                      </p:cBhvr>
                                      <p:tavLst>
                                        <p:tav tm="0">
                                          <p:val>
                                            <p:fltVal val="0"/>
                                          </p:val>
                                        </p:tav>
                                        <p:tav tm="100000">
                                          <p:val>
                                            <p:strVal val="#ppt_h"/>
                                          </p:val>
                                        </p:tav>
                                      </p:tavLst>
                                    </p:anim>
                                    <p:anim calcmode="lin" valueType="num">
                                      <p:cBhvr>
                                        <p:cTn id="83" dur="1000" fill="hold"/>
                                        <p:tgtEl>
                                          <p:spTgt spid="61"/>
                                        </p:tgtEl>
                                        <p:attrNameLst>
                                          <p:attrName>style.rotation</p:attrName>
                                        </p:attrNameLst>
                                      </p:cBhvr>
                                      <p:tavLst>
                                        <p:tav tm="0">
                                          <p:val>
                                            <p:fltVal val="90"/>
                                          </p:val>
                                        </p:tav>
                                        <p:tav tm="100000">
                                          <p:val>
                                            <p:fltVal val="0"/>
                                          </p:val>
                                        </p:tav>
                                      </p:tavLst>
                                    </p:anim>
                                    <p:animEffect transition="in" filter="fade">
                                      <p:cBhvr>
                                        <p:cTn id="84" dur="1000"/>
                                        <p:tgtEl>
                                          <p:spTgt spid="61"/>
                                        </p:tgtEl>
                                      </p:cBhvr>
                                    </p:animEffect>
                                  </p:childTnLst>
                                </p:cTn>
                              </p:par>
                            </p:childTnLst>
                          </p:cTn>
                        </p:par>
                        <p:par>
                          <p:cTn id="85" fill="hold">
                            <p:stCondLst>
                              <p:cond delay="1000"/>
                            </p:stCondLst>
                            <p:childTnLst>
                              <p:par>
                                <p:cTn id="86" presetID="22" presetClass="entr" presetSubtype="8" fill="hold" nodeType="afterEffect">
                                  <p:stCondLst>
                                    <p:cond delay="0"/>
                                  </p:stCondLst>
                                  <p:childTnLst>
                                    <p:set>
                                      <p:cBhvr>
                                        <p:cTn id="87" dur="1" fill="hold">
                                          <p:stCondLst>
                                            <p:cond delay="0"/>
                                          </p:stCondLst>
                                        </p:cTn>
                                        <p:tgtEl>
                                          <p:spTgt spid="62"/>
                                        </p:tgtEl>
                                        <p:attrNameLst>
                                          <p:attrName>style.visibility</p:attrName>
                                        </p:attrNameLst>
                                      </p:cBhvr>
                                      <p:to>
                                        <p:strVal val="visible"/>
                                      </p:to>
                                    </p:set>
                                    <p:animEffect transition="in" filter="wipe(left)">
                                      <p:cBhvr>
                                        <p:cTn id="88" dur="1000"/>
                                        <p:tgtEl>
                                          <p:spTgt spid="62"/>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xit" presetSubtype="1" fill="hold" nodeType="clickEffect">
                                  <p:stCondLst>
                                    <p:cond delay="0"/>
                                  </p:stCondLst>
                                  <p:childTnLst>
                                    <p:animEffect transition="out" filter="wipe(up)">
                                      <p:cBhvr>
                                        <p:cTn id="92" dur="500"/>
                                        <p:tgtEl>
                                          <p:spTgt spid="62"/>
                                        </p:tgtEl>
                                      </p:cBhvr>
                                    </p:animEffect>
                                    <p:set>
                                      <p:cBhvr>
                                        <p:cTn id="93" dur="1" fill="hold">
                                          <p:stCondLst>
                                            <p:cond delay="499"/>
                                          </p:stCondLst>
                                        </p:cTn>
                                        <p:tgtEl>
                                          <p:spTgt spid="62"/>
                                        </p:tgtEl>
                                        <p:attrNameLst>
                                          <p:attrName>style.visibility</p:attrName>
                                        </p:attrNameLst>
                                      </p:cBhvr>
                                      <p:to>
                                        <p:strVal val="hidden"/>
                                      </p:to>
                                    </p:se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wipe(left)">
                                      <p:cBhvr>
                                        <p:cTn id="97" dur="1000"/>
                                        <p:tgtEl>
                                          <p:spTgt spid="6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xit" presetSubtype="1" fill="hold" nodeType="clickEffect">
                                  <p:stCondLst>
                                    <p:cond delay="0"/>
                                  </p:stCondLst>
                                  <p:childTnLst>
                                    <p:animEffect transition="out" filter="wipe(up)">
                                      <p:cBhvr>
                                        <p:cTn id="101" dur="500"/>
                                        <p:tgtEl>
                                          <p:spTgt spid="63"/>
                                        </p:tgtEl>
                                      </p:cBhvr>
                                    </p:animEffect>
                                    <p:set>
                                      <p:cBhvr>
                                        <p:cTn id="102" dur="1" fill="hold">
                                          <p:stCondLst>
                                            <p:cond delay="499"/>
                                          </p:stCondLst>
                                        </p:cTn>
                                        <p:tgtEl>
                                          <p:spTgt spid="63"/>
                                        </p:tgtEl>
                                        <p:attrNameLst>
                                          <p:attrName>style.visibility</p:attrName>
                                        </p:attrNameLst>
                                      </p:cBhvr>
                                      <p:to>
                                        <p:strVal val="hidden"/>
                                      </p:to>
                                    </p:se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64"/>
                                        </p:tgtEl>
                                        <p:attrNameLst>
                                          <p:attrName>style.visibility</p:attrName>
                                        </p:attrNameLst>
                                      </p:cBhvr>
                                      <p:to>
                                        <p:strVal val="visible"/>
                                      </p:to>
                                    </p:set>
                                    <p:animEffect transition="in" filter="wipe(left)">
                                      <p:cBhvr>
                                        <p:cTn id="106" dur="1000"/>
                                        <p:tgtEl>
                                          <p:spTgt spid="64"/>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83"/>
                                        </p:tgtEl>
                                        <p:attrNameLst>
                                          <p:attrName>style.visibility</p:attrName>
                                        </p:attrNameLst>
                                      </p:cBhvr>
                                      <p:to>
                                        <p:strVal val="visible"/>
                                      </p:to>
                                    </p:set>
                                    <p:animEffect transition="in" filter="wipe(left)">
                                      <p:cBhvr>
                                        <p:cTn id="111" dur="1500"/>
                                        <p:tgtEl>
                                          <p:spTgt spid="83"/>
                                        </p:tgtEl>
                                      </p:cBhvr>
                                    </p:animEffect>
                                  </p:childTnLst>
                                </p:cTn>
                              </p:par>
                              <p:par>
                                <p:cTn id="112" presetID="22" presetClass="entr" presetSubtype="1" fill="hold" grpId="0" nodeType="withEffect">
                                  <p:stCondLst>
                                    <p:cond delay="0"/>
                                  </p:stCondLst>
                                  <p:childTnLst>
                                    <p:set>
                                      <p:cBhvr>
                                        <p:cTn id="113" dur="1" fill="hold">
                                          <p:stCondLst>
                                            <p:cond delay="0"/>
                                          </p:stCondLst>
                                        </p:cTn>
                                        <p:tgtEl>
                                          <p:spTgt spid="84"/>
                                        </p:tgtEl>
                                        <p:attrNameLst>
                                          <p:attrName>style.visibility</p:attrName>
                                        </p:attrNameLst>
                                      </p:cBhvr>
                                      <p:to>
                                        <p:strVal val="visible"/>
                                      </p:to>
                                    </p:set>
                                    <p:animEffect transition="in" filter="wipe(up)">
                                      <p:cBhvr>
                                        <p:cTn id="114" dur="1500"/>
                                        <p:tgtEl>
                                          <p:spTgt spid="84"/>
                                        </p:tgtEl>
                                      </p:cBhvr>
                                    </p:animEffect>
                                  </p:childTnLst>
                                </p:cTn>
                              </p:par>
                            </p:childTnLst>
                          </p:cTn>
                        </p:par>
                      </p:childTnLst>
                    </p:cTn>
                  </p:par>
                  <p:par>
                    <p:cTn id="115" fill="hold">
                      <p:stCondLst>
                        <p:cond delay="indefinite"/>
                      </p:stCondLst>
                      <p:childTnLst>
                        <p:par>
                          <p:cTn id="116" fill="hold">
                            <p:stCondLst>
                              <p:cond delay="0"/>
                            </p:stCondLst>
                            <p:childTnLst>
                              <p:par>
                                <p:cTn id="117" presetID="31" presetClass="entr" presetSubtype="0" fill="hold" grpId="0" nodeType="clickEffect">
                                  <p:stCondLst>
                                    <p:cond delay="0"/>
                                  </p:stCondLst>
                                  <p:childTnLst>
                                    <p:set>
                                      <p:cBhvr>
                                        <p:cTn id="118" dur="1" fill="hold">
                                          <p:stCondLst>
                                            <p:cond delay="0"/>
                                          </p:stCondLst>
                                        </p:cTn>
                                        <p:tgtEl>
                                          <p:spTgt spid="55"/>
                                        </p:tgtEl>
                                        <p:attrNameLst>
                                          <p:attrName>style.visibility</p:attrName>
                                        </p:attrNameLst>
                                      </p:cBhvr>
                                      <p:to>
                                        <p:strVal val="visible"/>
                                      </p:to>
                                    </p:set>
                                    <p:anim calcmode="lin" valueType="num">
                                      <p:cBhvr>
                                        <p:cTn id="119" dur="1000" fill="hold"/>
                                        <p:tgtEl>
                                          <p:spTgt spid="55"/>
                                        </p:tgtEl>
                                        <p:attrNameLst>
                                          <p:attrName>ppt_w</p:attrName>
                                        </p:attrNameLst>
                                      </p:cBhvr>
                                      <p:tavLst>
                                        <p:tav tm="0">
                                          <p:val>
                                            <p:fltVal val="0"/>
                                          </p:val>
                                        </p:tav>
                                        <p:tav tm="100000">
                                          <p:val>
                                            <p:strVal val="#ppt_w"/>
                                          </p:val>
                                        </p:tav>
                                      </p:tavLst>
                                    </p:anim>
                                    <p:anim calcmode="lin" valueType="num">
                                      <p:cBhvr>
                                        <p:cTn id="120" dur="1000" fill="hold"/>
                                        <p:tgtEl>
                                          <p:spTgt spid="55"/>
                                        </p:tgtEl>
                                        <p:attrNameLst>
                                          <p:attrName>ppt_h</p:attrName>
                                        </p:attrNameLst>
                                      </p:cBhvr>
                                      <p:tavLst>
                                        <p:tav tm="0">
                                          <p:val>
                                            <p:fltVal val="0"/>
                                          </p:val>
                                        </p:tav>
                                        <p:tav tm="100000">
                                          <p:val>
                                            <p:strVal val="#ppt_h"/>
                                          </p:val>
                                        </p:tav>
                                      </p:tavLst>
                                    </p:anim>
                                    <p:anim calcmode="lin" valueType="num">
                                      <p:cBhvr>
                                        <p:cTn id="121" dur="1000" fill="hold"/>
                                        <p:tgtEl>
                                          <p:spTgt spid="55"/>
                                        </p:tgtEl>
                                        <p:attrNameLst>
                                          <p:attrName>style.rotation</p:attrName>
                                        </p:attrNameLst>
                                      </p:cBhvr>
                                      <p:tavLst>
                                        <p:tav tm="0">
                                          <p:val>
                                            <p:fltVal val="90"/>
                                          </p:val>
                                        </p:tav>
                                        <p:tav tm="100000">
                                          <p:val>
                                            <p:fltVal val="0"/>
                                          </p:val>
                                        </p:tav>
                                      </p:tavLst>
                                    </p:anim>
                                    <p:animEffect transition="in" filter="fade">
                                      <p:cBhvr>
                                        <p:cTn id="122" dur="1000"/>
                                        <p:tgtEl>
                                          <p:spTgt spid="55"/>
                                        </p:tgtEl>
                                      </p:cBhvr>
                                    </p:animEffect>
                                  </p:childTnLst>
                                </p:cTn>
                              </p:par>
                            </p:childTnLst>
                          </p:cTn>
                        </p:par>
                        <p:par>
                          <p:cTn id="123" fill="hold">
                            <p:stCondLst>
                              <p:cond delay="1000"/>
                            </p:stCondLst>
                            <p:childTnLst>
                              <p:par>
                                <p:cTn id="124" presetID="22" presetClass="entr" presetSubtype="8" fill="hold" nodeType="afterEffect">
                                  <p:stCondLst>
                                    <p:cond delay="0"/>
                                  </p:stCondLst>
                                  <p:childTnLst>
                                    <p:set>
                                      <p:cBhvr>
                                        <p:cTn id="125" dur="1" fill="hold">
                                          <p:stCondLst>
                                            <p:cond delay="0"/>
                                          </p:stCondLst>
                                        </p:cTn>
                                        <p:tgtEl>
                                          <p:spTgt spid="56"/>
                                        </p:tgtEl>
                                        <p:attrNameLst>
                                          <p:attrName>style.visibility</p:attrName>
                                        </p:attrNameLst>
                                      </p:cBhvr>
                                      <p:to>
                                        <p:strVal val="visible"/>
                                      </p:to>
                                    </p:set>
                                    <p:animEffect transition="in" filter="wipe(left)">
                                      <p:cBhvr>
                                        <p:cTn id="126" dur="1000"/>
                                        <p:tgtEl>
                                          <p:spTgt spid="56"/>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xit" presetSubtype="1" fill="hold" nodeType="clickEffect">
                                  <p:stCondLst>
                                    <p:cond delay="0"/>
                                  </p:stCondLst>
                                  <p:childTnLst>
                                    <p:animEffect transition="out" filter="wipe(up)">
                                      <p:cBhvr>
                                        <p:cTn id="130" dur="500"/>
                                        <p:tgtEl>
                                          <p:spTgt spid="56"/>
                                        </p:tgtEl>
                                      </p:cBhvr>
                                    </p:animEffect>
                                    <p:set>
                                      <p:cBhvr>
                                        <p:cTn id="131" dur="1" fill="hold">
                                          <p:stCondLst>
                                            <p:cond delay="499"/>
                                          </p:stCondLst>
                                        </p:cTn>
                                        <p:tgtEl>
                                          <p:spTgt spid="56"/>
                                        </p:tgtEl>
                                        <p:attrNameLst>
                                          <p:attrName>style.visibility</p:attrName>
                                        </p:attrNameLst>
                                      </p:cBhvr>
                                      <p:to>
                                        <p:strVal val="hidden"/>
                                      </p:to>
                                    </p:set>
                                  </p:childTnLst>
                                </p:cTn>
                              </p:par>
                            </p:childTnLst>
                          </p:cTn>
                        </p:par>
                        <p:par>
                          <p:cTn id="132" fill="hold">
                            <p:stCondLst>
                              <p:cond delay="500"/>
                            </p:stCondLst>
                            <p:childTnLst>
                              <p:par>
                                <p:cTn id="133" presetID="22" presetClass="entr" presetSubtype="4" fill="hold" nodeType="afterEffect">
                                  <p:stCondLst>
                                    <p:cond delay="0"/>
                                  </p:stCondLst>
                                  <p:childTnLst>
                                    <p:set>
                                      <p:cBhvr>
                                        <p:cTn id="134" dur="1" fill="hold">
                                          <p:stCondLst>
                                            <p:cond delay="0"/>
                                          </p:stCondLst>
                                        </p:cTn>
                                        <p:tgtEl>
                                          <p:spTgt spid="87"/>
                                        </p:tgtEl>
                                        <p:attrNameLst>
                                          <p:attrName>style.visibility</p:attrName>
                                        </p:attrNameLst>
                                      </p:cBhvr>
                                      <p:to>
                                        <p:strVal val="visible"/>
                                      </p:to>
                                    </p:set>
                                    <p:animEffect transition="in" filter="wipe(down)">
                                      <p:cBhvr>
                                        <p:cTn id="135" dur="1000"/>
                                        <p:tgtEl>
                                          <p:spTgt spid="87"/>
                                        </p:tgtEl>
                                      </p:cBhvr>
                                    </p:animEffect>
                                  </p:childTnLst>
                                </p:cTn>
                              </p:par>
                            </p:childTnLst>
                          </p:cTn>
                        </p:par>
                        <p:par>
                          <p:cTn id="136" fill="hold">
                            <p:stCondLst>
                              <p:cond delay="1500"/>
                            </p:stCondLst>
                            <p:childTnLst>
                              <p:par>
                                <p:cTn id="137" presetID="31" presetClass="exit" presetSubtype="0" fill="hold" grpId="1" nodeType="afterEffect">
                                  <p:stCondLst>
                                    <p:cond delay="0"/>
                                  </p:stCondLst>
                                  <p:childTnLst>
                                    <p:anim calcmode="lin" valueType="num">
                                      <p:cBhvr>
                                        <p:cTn id="138" dur="1000"/>
                                        <p:tgtEl>
                                          <p:spTgt spid="55"/>
                                        </p:tgtEl>
                                        <p:attrNameLst>
                                          <p:attrName>ppt_w</p:attrName>
                                        </p:attrNameLst>
                                      </p:cBhvr>
                                      <p:tavLst>
                                        <p:tav tm="0">
                                          <p:val>
                                            <p:strVal val="ppt_w"/>
                                          </p:val>
                                        </p:tav>
                                        <p:tav tm="100000">
                                          <p:val>
                                            <p:fltVal val="0"/>
                                          </p:val>
                                        </p:tav>
                                      </p:tavLst>
                                    </p:anim>
                                    <p:anim calcmode="lin" valueType="num">
                                      <p:cBhvr>
                                        <p:cTn id="139" dur="1000"/>
                                        <p:tgtEl>
                                          <p:spTgt spid="55"/>
                                        </p:tgtEl>
                                        <p:attrNameLst>
                                          <p:attrName>ppt_h</p:attrName>
                                        </p:attrNameLst>
                                      </p:cBhvr>
                                      <p:tavLst>
                                        <p:tav tm="0">
                                          <p:val>
                                            <p:strVal val="ppt_h"/>
                                          </p:val>
                                        </p:tav>
                                        <p:tav tm="100000">
                                          <p:val>
                                            <p:fltVal val="0"/>
                                          </p:val>
                                        </p:tav>
                                      </p:tavLst>
                                    </p:anim>
                                    <p:anim calcmode="lin" valueType="num">
                                      <p:cBhvr>
                                        <p:cTn id="140" dur="1000"/>
                                        <p:tgtEl>
                                          <p:spTgt spid="55"/>
                                        </p:tgtEl>
                                        <p:attrNameLst>
                                          <p:attrName>style.rotation</p:attrName>
                                        </p:attrNameLst>
                                      </p:cBhvr>
                                      <p:tavLst>
                                        <p:tav tm="0">
                                          <p:val>
                                            <p:fltVal val="0"/>
                                          </p:val>
                                        </p:tav>
                                        <p:tav tm="100000">
                                          <p:val>
                                            <p:fltVal val="90"/>
                                          </p:val>
                                        </p:tav>
                                      </p:tavLst>
                                    </p:anim>
                                    <p:animEffect transition="out" filter="fade">
                                      <p:cBhvr>
                                        <p:cTn id="141" dur="1000"/>
                                        <p:tgtEl>
                                          <p:spTgt spid="55"/>
                                        </p:tgtEl>
                                      </p:cBhvr>
                                    </p:animEffect>
                                    <p:set>
                                      <p:cBhvr>
                                        <p:cTn id="142" dur="1" fill="hold">
                                          <p:stCondLst>
                                            <p:cond delay="999"/>
                                          </p:stCondLst>
                                        </p:cTn>
                                        <p:tgtEl>
                                          <p:spTgt spid="55"/>
                                        </p:tgtEl>
                                        <p:attrNameLst>
                                          <p:attrName>style.visibility</p:attrName>
                                        </p:attrNameLst>
                                      </p:cBhvr>
                                      <p:to>
                                        <p:strVal val="hidden"/>
                                      </p:to>
                                    </p:set>
                                  </p:childTnLst>
                                </p:cTn>
                              </p:par>
                              <p:par>
                                <p:cTn id="143" presetID="10" presetClass="exit" presetSubtype="0" fill="hold" grpId="1" nodeType="withEffect">
                                  <p:stCondLst>
                                    <p:cond delay="0"/>
                                  </p:stCondLst>
                                  <p:childTnLst>
                                    <p:animEffect transition="out" filter="fade">
                                      <p:cBhvr>
                                        <p:cTn id="144" dur="500"/>
                                        <p:tgtEl>
                                          <p:spTgt spid="84"/>
                                        </p:tgtEl>
                                      </p:cBhvr>
                                    </p:animEffect>
                                    <p:set>
                                      <p:cBhvr>
                                        <p:cTn id="145" dur="1" fill="hold">
                                          <p:stCondLst>
                                            <p:cond delay="499"/>
                                          </p:stCondLst>
                                        </p:cTn>
                                        <p:tgtEl>
                                          <p:spTgt spid="84"/>
                                        </p:tgtEl>
                                        <p:attrNameLst>
                                          <p:attrName>style.visibility</p:attrName>
                                        </p:attrNameLst>
                                      </p:cBhvr>
                                      <p:to>
                                        <p:strVal val="hidden"/>
                                      </p:to>
                                    </p:set>
                                  </p:childTnLst>
                                </p:cTn>
                              </p:par>
                            </p:childTnLst>
                          </p:cTn>
                        </p:par>
                      </p:childTnLst>
                    </p:cTn>
                  </p:par>
                  <p:par>
                    <p:cTn id="146" fill="hold">
                      <p:stCondLst>
                        <p:cond delay="indefinite"/>
                      </p:stCondLst>
                      <p:childTnLst>
                        <p:par>
                          <p:cTn id="147" fill="hold">
                            <p:stCondLst>
                              <p:cond delay="0"/>
                            </p:stCondLst>
                            <p:childTnLst>
                              <p:par>
                                <p:cTn id="148" presetID="22" presetClass="exit" presetSubtype="1" fill="hold" nodeType="clickEffect">
                                  <p:stCondLst>
                                    <p:cond delay="0"/>
                                  </p:stCondLst>
                                  <p:childTnLst>
                                    <p:animEffect transition="out" filter="wipe(up)">
                                      <p:cBhvr>
                                        <p:cTn id="149" dur="500"/>
                                        <p:tgtEl>
                                          <p:spTgt spid="64"/>
                                        </p:tgtEl>
                                      </p:cBhvr>
                                    </p:animEffect>
                                    <p:set>
                                      <p:cBhvr>
                                        <p:cTn id="150" dur="1" fill="hold">
                                          <p:stCondLst>
                                            <p:cond delay="499"/>
                                          </p:stCondLst>
                                        </p:cTn>
                                        <p:tgtEl>
                                          <p:spTgt spid="64"/>
                                        </p:tgtEl>
                                        <p:attrNameLst>
                                          <p:attrName>style.visibility</p:attrName>
                                        </p:attrNameLst>
                                      </p:cBhvr>
                                      <p:to>
                                        <p:strVal val="hidden"/>
                                      </p:to>
                                    </p:set>
                                  </p:childTnLst>
                                </p:cTn>
                              </p:par>
                            </p:childTnLst>
                          </p:cTn>
                        </p:par>
                        <p:par>
                          <p:cTn id="151" fill="hold">
                            <p:stCondLst>
                              <p:cond delay="500"/>
                            </p:stCondLst>
                            <p:childTnLst>
                              <p:par>
                                <p:cTn id="152" presetID="10" presetClass="exit" presetSubtype="0" fill="hold" nodeType="afterEffect">
                                  <p:stCondLst>
                                    <p:cond delay="0"/>
                                  </p:stCondLst>
                                  <p:childTnLst>
                                    <p:animEffect transition="out" filter="fade">
                                      <p:cBhvr>
                                        <p:cTn id="153" dur="500"/>
                                        <p:tgtEl>
                                          <p:spTgt spid="87"/>
                                        </p:tgtEl>
                                      </p:cBhvr>
                                    </p:animEffect>
                                    <p:set>
                                      <p:cBhvr>
                                        <p:cTn id="154" dur="1" fill="hold">
                                          <p:stCondLst>
                                            <p:cond delay="499"/>
                                          </p:stCondLst>
                                        </p:cTn>
                                        <p:tgtEl>
                                          <p:spTgt spid="87"/>
                                        </p:tgtEl>
                                        <p:attrNameLst>
                                          <p:attrName>style.visibility</p:attrName>
                                        </p:attrNameLst>
                                      </p:cBhvr>
                                      <p:to>
                                        <p:strVal val="hidden"/>
                                      </p:to>
                                    </p:set>
                                  </p:childTnLst>
                                </p:cTn>
                              </p:par>
                              <p:par>
                                <p:cTn id="155" presetID="22" presetClass="entr" presetSubtype="4" fill="hold" nodeType="withEffect">
                                  <p:stCondLst>
                                    <p:cond delay="0"/>
                                  </p:stCondLst>
                                  <p:childTnLst>
                                    <p:set>
                                      <p:cBhvr>
                                        <p:cTn id="156" dur="1" fill="hold">
                                          <p:stCondLst>
                                            <p:cond delay="0"/>
                                          </p:stCondLst>
                                        </p:cTn>
                                        <p:tgtEl>
                                          <p:spTgt spid="91"/>
                                        </p:tgtEl>
                                        <p:attrNameLst>
                                          <p:attrName>style.visibility</p:attrName>
                                        </p:attrNameLst>
                                      </p:cBhvr>
                                      <p:to>
                                        <p:strVal val="visible"/>
                                      </p:to>
                                    </p:set>
                                    <p:animEffect transition="in" filter="wipe(down)">
                                      <p:cBhvr>
                                        <p:cTn id="157" dur="1000"/>
                                        <p:tgtEl>
                                          <p:spTgt spid="91"/>
                                        </p:tgtEl>
                                      </p:cBhvr>
                                    </p:animEffect>
                                  </p:childTnLst>
                                </p:cTn>
                              </p:par>
                            </p:childTnLst>
                          </p:cTn>
                        </p:par>
                        <p:par>
                          <p:cTn id="158" fill="hold">
                            <p:stCondLst>
                              <p:cond delay="1500"/>
                            </p:stCondLst>
                            <p:childTnLst>
                              <p:par>
                                <p:cTn id="159" presetID="31" presetClass="exit" presetSubtype="0" fill="hold" grpId="1" nodeType="afterEffect">
                                  <p:stCondLst>
                                    <p:cond delay="0"/>
                                  </p:stCondLst>
                                  <p:childTnLst>
                                    <p:anim calcmode="lin" valueType="num">
                                      <p:cBhvr>
                                        <p:cTn id="160" dur="1000"/>
                                        <p:tgtEl>
                                          <p:spTgt spid="61"/>
                                        </p:tgtEl>
                                        <p:attrNameLst>
                                          <p:attrName>ppt_w</p:attrName>
                                        </p:attrNameLst>
                                      </p:cBhvr>
                                      <p:tavLst>
                                        <p:tav tm="0">
                                          <p:val>
                                            <p:strVal val="ppt_w"/>
                                          </p:val>
                                        </p:tav>
                                        <p:tav tm="100000">
                                          <p:val>
                                            <p:fltVal val="0"/>
                                          </p:val>
                                        </p:tav>
                                      </p:tavLst>
                                    </p:anim>
                                    <p:anim calcmode="lin" valueType="num">
                                      <p:cBhvr>
                                        <p:cTn id="161" dur="1000"/>
                                        <p:tgtEl>
                                          <p:spTgt spid="61"/>
                                        </p:tgtEl>
                                        <p:attrNameLst>
                                          <p:attrName>ppt_h</p:attrName>
                                        </p:attrNameLst>
                                      </p:cBhvr>
                                      <p:tavLst>
                                        <p:tav tm="0">
                                          <p:val>
                                            <p:strVal val="ppt_h"/>
                                          </p:val>
                                        </p:tav>
                                        <p:tav tm="100000">
                                          <p:val>
                                            <p:fltVal val="0"/>
                                          </p:val>
                                        </p:tav>
                                      </p:tavLst>
                                    </p:anim>
                                    <p:anim calcmode="lin" valueType="num">
                                      <p:cBhvr>
                                        <p:cTn id="162" dur="1000"/>
                                        <p:tgtEl>
                                          <p:spTgt spid="61"/>
                                        </p:tgtEl>
                                        <p:attrNameLst>
                                          <p:attrName>style.rotation</p:attrName>
                                        </p:attrNameLst>
                                      </p:cBhvr>
                                      <p:tavLst>
                                        <p:tav tm="0">
                                          <p:val>
                                            <p:fltVal val="0"/>
                                          </p:val>
                                        </p:tav>
                                        <p:tav tm="100000">
                                          <p:val>
                                            <p:fltVal val="90"/>
                                          </p:val>
                                        </p:tav>
                                      </p:tavLst>
                                    </p:anim>
                                    <p:animEffect transition="out" filter="fade">
                                      <p:cBhvr>
                                        <p:cTn id="163" dur="1000"/>
                                        <p:tgtEl>
                                          <p:spTgt spid="61"/>
                                        </p:tgtEl>
                                      </p:cBhvr>
                                    </p:animEffect>
                                    <p:set>
                                      <p:cBhvr>
                                        <p:cTn id="164" dur="1" fill="hold">
                                          <p:stCondLst>
                                            <p:cond delay="999"/>
                                          </p:stCondLst>
                                        </p:cTn>
                                        <p:tgtEl>
                                          <p:spTgt spid="61"/>
                                        </p:tgtEl>
                                        <p:attrNameLst>
                                          <p:attrName>style.visibility</p:attrName>
                                        </p:attrNameLst>
                                      </p:cBhvr>
                                      <p:to>
                                        <p:strVal val="hidden"/>
                                      </p:to>
                                    </p:set>
                                  </p:childTnLst>
                                </p:cTn>
                              </p:par>
                              <p:par>
                                <p:cTn id="165" presetID="10" presetClass="exit" presetSubtype="0" fill="hold" grpId="1" nodeType="withEffect">
                                  <p:stCondLst>
                                    <p:cond delay="0"/>
                                  </p:stCondLst>
                                  <p:childTnLst>
                                    <p:animEffect transition="out" filter="fade">
                                      <p:cBhvr>
                                        <p:cTn id="166" dur="500"/>
                                        <p:tgtEl>
                                          <p:spTgt spid="82"/>
                                        </p:tgtEl>
                                      </p:cBhvr>
                                    </p:animEffect>
                                    <p:set>
                                      <p:cBhvr>
                                        <p:cTn id="167" dur="1" fill="hold">
                                          <p:stCondLst>
                                            <p:cond delay="499"/>
                                          </p:stCondLst>
                                        </p:cTn>
                                        <p:tgtEl>
                                          <p:spTgt spid="82"/>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22" presetClass="exit" presetSubtype="1" fill="hold" nodeType="clickEffect">
                                  <p:stCondLst>
                                    <p:cond delay="0"/>
                                  </p:stCondLst>
                                  <p:childTnLst>
                                    <p:animEffect transition="out" filter="wipe(up)">
                                      <p:cBhvr>
                                        <p:cTn id="171" dur="500"/>
                                        <p:tgtEl>
                                          <p:spTgt spid="49"/>
                                        </p:tgtEl>
                                      </p:cBhvr>
                                    </p:animEffect>
                                    <p:set>
                                      <p:cBhvr>
                                        <p:cTn id="172" dur="1" fill="hold">
                                          <p:stCondLst>
                                            <p:cond delay="499"/>
                                          </p:stCondLst>
                                        </p:cTn>
                                        <p:tgtEl>
                                          <p:spTgt spid="49"/>
                                        </p:tgtEl>
                                        <p:attrNameLst>
                                          <p:attrName>style.visibility</p:attrName>
                                        </p:attrNameLst>
                                      </p:cBhvr>
                                      <p:to>
                                        <p:strVal val="hidden"/>
                                      </p:to>
                                    </p:set>
                                  </p:childTnLst>
                                </p:cTn>
                              </p:par>
                            </p:childTnLst>
                          </p:cTn>
                        </p:par>
                        <p:par>
                          <p:cTn id="173" fill="hold">
                            <p:stCondLst>
                              <p:cond delay="500"/>
                            </p:stCondLst>
                            <p:childTnLst>
                              <p:par>
                                <p:cTn id="174" presetID="10" presetClass="exit" presetSubtype="0" fill="hold" nodeType="afterEffect">
                                  <p:stCondLst>
                                    <p:cond delay="0"/>
                                  </p:stCondLst>
                                  <p:childTnLst>
                                    <p:animEffect transition="out" filter="fade">
                                      <p:cBhvr>
                                        <p:cTn id="175" dur="500"/>
                                        <p:tgtEl>
                                          <p:spTgt spid="91"/>
                                        </p:tgtEl>
                                      </p:cBhvr>
                                    </p:animEffect>
                                    <p:set>
                                      <p:cBhvr>
                                        <p:cTn id="176" dur="1" fill="hold">
                                          <p:stCondLst>
                                            <p:cond delay="499"/>
                                          </p:stCondLst>
                                        </p:cTn>
                                        <p:tgtEl>
                                          <p:spTgt spid="91"/>
                                        </p:tgtEl>
                                        <p:attrNameLst>
                                          <p:attrName>style.visibility</p:attrName>
                                        </p:attrNameLst>
                                      </p:cBhvr>
                                      <p:to>
                                        <p:strVal val="hidden"/>
                                      </p:to>
                                    </p:set>
                                  </p:childTnLst>
                                </p:cTn>
                              </p:par>
                              <p:par>
                                <p:cTn id="177" presetID="22" presetClass="entr" presetSubtype="4" fill="hold" nodeType="withEffect">
                                  <p:stCondLst>
                                    <p:cond delay="0"/>
                                  </p:stCondLst>
                                  <p:childTnLst>
                                    <p:set>
                                      <p:cBhvr>
                                        <p:cTn id="178" dur="1" fill="hold">
                                          <p:stCondLst>
                                            <p:cond delay="0"/>
                                          </p:stCondLst>
                                        </p:cTn>
                                        <p:tgtEl>
                                          <p:spTgt spid="94"/>
                                        </p:tgtEl>
                                        <p:attrNameLst>
                                          <p:attrName>style.visibility</p:attrName>
                                        </p:attrNameLst>
                                      </p:cBhvr>
                                      <p:to>
                                        <p:strVal val="visible"/>
                                      </p:to>
                                    </p:set>
                                    <p:animEffect transition="in" filter="wipe(down)">
                                      <p:cBhvr>
                                        <p:cTn id="179" dur="1000"/>
                                        <p:tgtEl>
                                          <p:spTgt spid="94"/>
                                        </p:tgtEl>
                                      </p:cBhvr>
                                    </p:animEffect>
                                  </p:childTnLst>
                                </p:cTn>
                              </p:par>
                            </p:childTnLst>
                          </p:cTn>
                        </p:par>
                        <p:par>
                          <p:cTn id="180" fill="hold">
                            <p:stCondLst>
                              <p:cond delay="1500"/>
                            </p:stCondLst>
                            <p:childTnLst>
                              <p:par>
                                <p:cTn id="181" presetID="31" presetClass="exit" presetSubtype="0" fill="hold" grpId="1" nodeType="afterEffect">
                                  <p:stCondLst>
                                    <p:cond delay="0"/>
                                  </p:stCondLst>
                                  <p:childTnLst>
                                    <p:anim calcmode="lin" valueType="num">
                                      <p:cBhvr>
                                        <p:cTn id="182" dur="1000"/>
                                        <p:tgtEl>
                                          <p:spTgt spid="46"/>
                                        </p:tgtEl>
                                        <p:attrNameLst>
                                          <p:attrName>ppt_w</p:attrName>
                                        </p:attrNameLst>
                                      </p:cBhvr>
                                      <p:tavLst>
                                        <p:tav tm="0">
                                          <p:val>
                                            <p:strVal val="ppt_w"/>
                                          </p:val>
                                        </p:tav>
                                        <p:tav tm="100000">
                                          <p:val>
                                            <p:fltVal val="0"/>
                                          </p:val>
                                        </p:tav>
                                      </p:tavLst>
                                    </p:anim>
                                    <p:anim calcmode="lin" valueType="num">
                                      <p:cBhvr>
                                        <p:cTn id="183" dur="1000"/>
                                        <p:tgtEl>
                                          <p:spTgt spid="46"/>
                                        </p:tgtEl>
                                        <p:attrNameLst>
                                          <p:attrName>ppt_h</p:attrName>
                                        </p:attrNameLst>
                                      </p:cBhvr>
                                      <p:tavLst>
                                        <p:tav tm="0">
                                          <p:val>
                                            <p:strVal val="ppt_h"/>
                                          </p:val>
                                        </p:tav>
                                        <p:tav tm="100000">
                                          <p:val>
                                            <p:fltVal val="0"/>
                                          </p:val>
                                        </p:tav>
                                      </p:tavLst>
                                    </p:anim>
                                    <p:anim calcmode="lin" valueType="num">
                                      <p:cBhvr>
                                        <p:cTn id="184" dur="1000"/>
                                        <p:tgtEl>
                                          <p:spTgt spid="46"/>
                                        </p:tgtEl>
                                        <p:attrNameLst>
                                          <p:attrName>style.rotation</p:attrName>
                                        </p:attrNameLst>
                                      </p:cBhvr>
                                      <p:tavLst>
                                        <p:tav tm="0">
                                          <p:val>
                                            <p:fltVal val="0"/>
                                          </p:val>
                                        </p:tav>
                                        <p:tav tm="100000">
                                          <p:val>
                                            <p:fltVal val="90"/>
                                          </p:val>
                                        </p:tav>
                                      </p:tavLst>
                                    </p:anim>
                                    <p:animEffect transition="out" filter="fade">
                                      <p:cBhvr>
                                        <p:cTn id="185" dur="1000"/>
                                        <p:tgtEl>
                                          <p:spTgt spid="46"/>
                                        </p:tgtEl>
                                      </p:cBhvr>
                                    </p:animEffect>
                                    <p:set>
                                      <p:cBhvr>
                                        <p:cTn id="186" dur="1" fill="hold">
                                          <p:stCondLst>
                                            <p:cond delay="999"/>
                                          </p:stCondLst>
                                        </p:cTn>
                                        <p:tgtEl>
                                          <p:spTgt spid="46"/>
                                        </p:tgtEl>
                                        <p:attrNameLst>
                                          <p:attrName>style.visibility</p:attrName>
                                        </p:attrNameLst>
                                      </p:cBhvr>
                                      <p:to>
                                        <p:strVal val="hidden"/>
                                      </p:to>
                                    </p:set>
                                  </p:childTnLst>
                                </p:cTn>
                              </p:par>
                              <p:par>
                                <p:cTn id="187" presetID="10" presetClass="exit" presetSubtype="0" fill="hold" grpId="1" nodeType="withEffect">
                                  <p:stCondLst>
                                    <p:cond delay="0"/>
                                  </p:stCondLst>
                                  <p:childTnLst>
                                    <p:animEffect transition="out" filter="fade">
                                      <p:cBhvr>
                                        <p:cTn id="188" dur="500"/>
                                        <p:tgtEl>
                                          <p:spTgt spid="80"/>
                                        </p:tgtEl>
                                      </p:cBhvr>
                                    </p:animEffect>
                                    <p:set>
                                      <p:cBhvr>
                                        <p:cTn id="189" dur="1" fill="hold">
                                          <p:stCondLst>
                                            <p:cond delay="499"/>
                                          </p:stCondLst>
                                        </p:cTn>
                                        <p:tgtEl>
                                          <p:spTgt spid="80"/>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22" presetClass="exit" presetSubtype="1" fill="hold" nodeType="clickEffect">
                                  <p:stCondLst>
                                    <p:cond delay="0"/>
                                  </p:stCondLst>
                                  <p:childTnLst>
                                    <p:animEffect transition="out" filter="wipe(up)">
                                      <p:cBhvr>
                                        <p:cTn id="193" dur="500"/>
                                        <p:tgtEl>
                                          <p:spTgt spid="36"/>
                                        </p:tgtEl>
                                      </p:cBhvr>
                                    </p:animEffect>
                                    <p:set>
                                      <p:cBhvr>
                                        <p:cTn id="194" dur="1" fill="hold">
                                          <p:stCondLst>
                                            <p:cond delay="499"/>
                                          </p:stCondLst>
                                        </p:cTn>
                                        <p:tgtEl>
                                          <p:spTgt spid="36"/>
                                        </p:tgtEl>
                                        <p:attrNameLst>
                                          <p:attrName>style.visibility</p:attrName>
                                        </p:attrNameLst>
                                      </p:cBhvr>
                                      <p:to>
                                        <p:strVal val="hidden"/>
                                      </p:to>
                                    </p:set>
                                  </p:childTnLst>
                                </p:cTn>
                              </p:par>
                            </p:childTnLst>
                          </p:cTn>
                        </p:par>
                        <p:par>
                          <p:cTn id="195" fill="hold">
                            <p:stCondLst>
                              <p:cond delay="500"/>
                            </p:stCondLst>
                            <p:childTnLst>
                              <p:par>
                                <p:cTn id="196" presetID="31" presetClass="exit" presetSubtype="0" fill="hold" grpId="0" nodeType="afterEffect">
                                  <p:stCondLst>
                                    <p:cond delay="0"/>
                                  </p:stCondLst>
                                  <p:childTnLst>
                                    <p:anim calcmode="lin" valueType="num">
                                      <p:cBhvr>
                                        <p:cTn id="197" dur="1000"/>
                                        <p:tgtEl>
                                          <p:spTgt spid="3"/>
                                        </p:tgtEl>
                                        <p:attrNameLst>
                                          <p:attrName>ppt_w</p:attrName>
                                        </p:attrNameLst>
                                      </p:cBhvr>
                                      <p:tavLst>
                                        <p:tav tm="0">
                                          <p:val>
                                            <p:strVal val="ppt_w"/>
                                          </p:val>
                                        </p:tav>
                                        <p:tav tm="100000">
                                          <p:val>
                                            <p:fltVal val="0"/>
                                          </p:val>
                                        </p:tav>
                                      </p:tavLst>
                                    </p:anim>
                                    <p:anim calcmode="lin" valueType="num">
                                      <p:cBhvr>
                                        <p:cTn id="198" dur="1000"/>
                                        <p:tgtEl>
                                          <p:spTgt spid="3"/>
                                        </p:tgtEl>
                                        <p:attrNameLst>
                                          <p:attrName>ppt_h</p:attrName>
                                        </p:attrNameLst>
                                      </p:cBhvr>
                                      <p:tavLst>
                                        <p:tav tm="0">
                                          <p:val>
                                            <p:strVal val="ppt_h"/>
                                          </p:val>
                                        </p:tav>
                                        <p:tav tm="100000">
                                          <p:val>
                                            <p:fltVal val="0"/>
                                          </p:val>
                                        </p:tav>
                                      </p:tavLst>
                                    </p:anim>
                                    <p:anim calcmode="lin" valueType="num">
                                      <p:cBhvr>
                                        <p:cTn id="199" dur="1000"/>
                                        <p:tgtEl>
                                          <p:spTgt spid="3"/>
                                        </p:tgtEl>
                                        <p:attrNameLst>
                                          <p:attrName>style.rotation</p:attrName>
                                        </p:attrNameLst>
                                      </p:cBhvr>
                                      <p:tavLst>
                                        <p:tav tm="0">
                                          <p:val>
                                            <p:fltVal val="0"/>
                                          </p:val>
                                        </p:tav>
                                        <p:tav tm="100000">
                                          <p:val>
                                            <p:fltVal val="90"/>
                                          </p:val>
                                        </p:tav>
                                      </p:tavLst>
                                    </p:anim>
                                    <p:animEffect transition="out" filter="fade">
                                      <p:cBhvr>
                                        <p:cTn id="200" dur="1000"/>
                                        <p:tgtEl>
                                          <p:spTgt spid="3"/>
                                        </p:tgtEl>
                                      </p:cBhvr>
                                    </p:animEffect>
                                    <p:set>
                                      <p:cBhvr>
                                        <p:cTn id="201" dur="1" fill="hold">
                                          <p:stCondLst>
                                            <p:cond delay="999"/>
                                          </p:stCondLst>
                                        </p:cTn>
                                        <p:tgtEl>
                                          <p:spTgt spid="3"/>
                                        </p:tgtEl>
                                        <p:attrNameLst>
                                          <p:attrName>style.visibility</p:attrName>
                                        </p:attrNameLst>
                                      </p:cBhvr>
                                      <p:to>
                                        <p:strVal val="hidden"/>
                                      </p:to>
                                    </p:set>
                                  </p:childTnLst>
                                </p:cTn>
                              </p:par>
                            </p:childTnLst>
                          </p:cTn>
                        </p:par>
                      </p:childTnLst>
                    </p:cTn>
                  </p:par>
                  <p:par>
                    <p:cTn id="202" fill="hold">
                      <p:stCondLst>
                        <p:cond delay="indefinite"/>
                      </p:stCondLst>
                      <p:childTnLst>
                        <p:par>
                          <p:cTn id="203" fill="hold">
                            <p:stCondLst>
                              <p:cond delay="0"/>
                            </p:stCondLst>
                            <p:childTnLst>
                              <p:par>
                                <p:cTn id="204" presetID="10" presetClass="exit" presetSubtype="0" fill="hold" nodeType="clickEffect">
                                  <p:stCondLst>
                                    <p:cond delay="0"/>
                                  </p:stCondLst>
                                  <p:childTnLst>
                                    <p:animEffect transition="out" filter="fade">
                                      <p:cBhvr>
                                        <p:cTn id="205" dur="500"/>
                                        <p:tgtEl>
                                          <p:spTgt spid="94"/>
                                        </p:tgtEl>
                                      </p:cBhvr>
                                    </p:animEffect>
                                    <p:set>
                                      <p:cBhvr>
                                        <p:cTn id="206" dur="1" fill="hold">
                                          <p:stCondLst>
                                            <p:cond delay="499"/>
                                          </p:stCondLst>
                                        </p:cTn>
                                        <p:tgtEl>
                                          <p:spTgt spid="94"/>
                                        </p:tgtEl>
                                        <p:attrNameLst>
                                          <p:attrName>style.visibility</p:attrName>
                                        </p:attrNameLst>
                                      </p:cBhvr>
                                      <p:to>
                                        <p:strVal val="hidden"/>
                                      </p:to>
                                    </p:set>
                                  </p:childTnLst>
                                </p:cTn>
                              </p:par>
                            </p:childTnLst>
                          </p:cTn>
                        </p:par>
                        <p:par>
                          <p:cTn id="207" fill="hold">
                            <p:stCondLst>
                              <p:cond delay="500"/>
                            </p:stCondLst>
                            <p:childTnLst>
                              <p:par>
                                <p:cTn id="208" presetID="22" presetClass="entr" presetSubtype="4" fill="hold" nodeType="afterEffect">
                                  <p:stCondLst>
                                    <p:cond delay="0"/>
                                  </p:stCondLst>
                                  <p:childTnLst>
                                    <p:set>
                                      <p:cBhvr>
                                        <p:cTn id="209" dur="1" fill="hold">
                                          <p:stCondLst>
                                            <p:cond delay="0"/>
                                          </p:stCondLst>
                                        </p:cTn>
                                        <p:tgtEl>
                                          <p:spTgt spid="103"/>
                                        </p:tgtEl>
                                        <p:attrNameLst>
                                          <p:attrName>style.visibility</p:attrName>
                                        </p:attrNameLst>
                                      </p:cBhvr>
                                      <p:to>
                                        <p:strVal val="visible"/>
                                      </p:to>
                                    </p:set>
                                    <p:animEffect transition="in" filter="wipe(down)">
                                      <p:cBhvr>
                                        <p:cTn id="210"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6" grpId="0" animBg="1"/>
      <p:bldP spid="46" grpId="1" animBg="1"/>
      <p:bldP spid="61" grpId="0" animBg="1"/>
      <p:bldP spid="61" grpId="1" animBg="1"/>
      <p:bldP spid="55" grpId="0" animBg="1"/>
      <p:bldP spid="55" grpId="1" animBg="1"/>
      <p:bldP spid="80" grpId="0"/>
      <p:bldP spid="80" grpId="1"/>
      <p:bldP spid="82" grpId="0"/>
      <p:bldP spid="82" grpId="1"/>
      <p:bldP spid="84" grpId="0"/>
      <p:bldP spid="8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a:extLst>
              <a:ext uri="{FF2B5EF4-FFF2-40B4-BE49-F238E27FC236}">
                <a16:creationId xmlns:a16="http://schemas.microsoft.com/office/drawing/2014/main" id="{F0A14148-399A-4CBC-9B2A-2367FB5F2CED}"/>
              </a:ext>
            </a:extLst>
          </p:cNvPr>
          <p:cNvCxnSpPr>
            <a:cxnSpLocks/>
            <a:endCxn id="26" idx="1"/>
          </p:cNvCxnSpPr>
          <p:nvPr/>
        </p:nvCxnSpPr>
        <p:spPr>
          <a:xfrm>
            <a:off x="3188490" y="4771081"/>
            <a:ext cx="511833" cy="24611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AF53481-92F3-4A56-87F3-3E59E6715C9D}"/>
              </a:ext>
            </a:extLst>
          </p:cNvPr>
          <p:cNvCxnSpPr>
            <a:cxnSpLocks/>
            <a:endCxn id="21" idx="7"/>
          </p:cNvCxnSpPr>
          <p:nvPr/>
        </p:nvCxnSpPr>
        <p:spPr>
          <a:xfrm flipH="1">
            <a:off x="2357381" y="4722729"/>
            <a:ext cx="753523" cy="2944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D7632995-40C2-4A67-A03C-1109B4974558}"/>
              </a:ext>
            </a:extLst>
          </p:cNvPr>
          <p:cNvCxnSpPr>
            <a:cxnSpLocks/>
            <a:endCxn id="27" idx="1"/>
          </p:cNvCxnSpPr>
          <p:nvPr/>
        </p:nvCxnSpPr>
        <p:spPr>
          <a:xfrm>
            <a:off x="3853511" y="5136676"/>
            <a:ext cx="403200" cy="30549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3873FCF6-0C9E-4838-AA2B-4EE7584E29F9}"/>
              </a:ext>
            </a:extLst>
          </p:cNvPr>
          <p:cNvSpPr txBox="1"/>
          <p:nvPr/>
        </p:nvSpPr>
        <p:spPr>
          <a:xfrm>
            <a:off x="2889489" y="1020414"/>
            <a:ext cx="9069448" cy="2554545"/>
          </a:xfrm>
          <a:prstGeom prst="rect">
            <a:avLst/>
          </a:prstGeom>
          <a:solidFill>
            <a:schemeClr val="bg2"/>
          </a:solidFill>
          <a:ln w="12700">
            <a:solidFill>
              <a:schemeClr val="tx1"/>
            </a:solidFill>
          </a:ln>
        </p:spPr>
        <p:txBody>
          <a:bodyPr wrap="square">
            <a:spAutoFit/>
          </a:bodyPr>
          <a:lstStyle>
            <a:defPPr>
              <a:defRPr lang="zh-CN"/>
            </a:defPPr>
            <a:lvl1pPr>
              <a:defRPr sz="1600" b="1">
                <a:latin typeface="Courier New" panose="02070309020205020404" pitchFamily="49" charset="0"/>
                <a:ea typeface="仿宋" panose="02010609060101010101" pitchFamily="49" charset="-122"/>
                <a:cs typeface="Courier New" panose="02070309020205020404" pitchFamily="49" charset="0"/>
              </a:defRPr>
            </a:lvl1pPr>
          </a:lstStyle>
          <a:p>
            <a:r>
              <a:rPr lang="zh-CN" altLang="en-US" dirty="0"/>
              <a:t>BiTree InsertBST(BiTree T, </a:t>
            </a:r>
            <a:r>
              <a:rPr lang="en-US" altLang="zh-CN" dirty="0"/>
              <a:t>Elem</a:t>
            </a:r>
            <a:r>
              <a:rPr lang="zh-CN" altLang="en-US" dirty="0"/>
              <a:t>Type e) </a:t>
            </a:r>
            <a:r>
              <a:rPr lang="zh-CN" altLang="en-US" dirty="0">
                <a:effectLst>
                  <a:outerShdw blurRad="38100" dist="38100" dir="2700000" algn="tl">
                    <a:srgbClr val="000000">
                      <a:alpha val="43137"/>
                    </a:srgbClr>
                  </a:outerShdw>
                </a:effectLst>
              </a:rPr>
              <a:t>{ </a:t>
            </a:r>
            <a:r>
              <a:rPr lang="zh-CN" altLang="en-US" dirty="0"/>
              <a:t> </a:t>
            </a:r>
            <a:r>
              <a:rPr lang="zh-CN" altLang="en-US" dirty="0">
                <a:solidFill>
                  <a:srgbClr val="0070C0"/>
                </a:solidFill>
              </a:rPr>
              <a:t>// </a:t>
            </a:r>
            <a:r>
              <a:rPr lang="zh-CN" altLang="en-US" dirty="0">
                <a:solidFill>
                  <a:srgbClr val="C00000"/>
                </a:solidFill>
              </a:rPr>
              <a:t>算法9.</a:t>
            </a:r>
            <a:r>
              <a:rPr lang="en-US" altLang="zh-CN" dirty="0">
                <a:solidFill>
                  <a:srgbClr val="C00000"/>
                </a:solidFill>
              </a:rPr>
              <a:t>7</a:t>
            </a:r>
            <a:endParaRPr lang="zh-CN" altLang="en-US" dirty="0">
              <a:solidFill>
                <a:srgbClr val="C00000"/>
              </a:solidFill>
            </a:endParaRPr>
          </a:p>
          <a:p>
            <a:r>
              <a:rPr lang="zh-CN" altLang="en-US" dirty="0">
                <a:effectLst>
                  <a:outerShdw blurRad="38100" dist="38100" dir="2700000" algn="tl">
                    <a:srgbClr val="000000">
                      <a:alpha val="43137"/>
                    </a:srgbClr>
                  </a:outerShdw>
                </a:effectLst>
              </a:rPr>
              <a:t>  if </a:t>
            </a:r>
            <a:r>
              <a:rPr lang="zh-CN" altLang="en-US" dirty="0"/>
              <a:t>(T</a:t>
            </a:r>
            <a:r>
              <a:rPr lang="en-US" altLang="zh-CN" dirty="0"/>
              <a:t>==NULL</a:t>
            </a:r>
            <a:r>
              <a:rPr lang="zh-CN" altLang="en-US" dirty="0"/>
              <a:t>) </a:t>
            </a:r>
            <a:r>
              <a:rPr lang="zh-CN" altLang="en-US" dirty="0">
                <a:effectLst>
                  <a:outerShdw blurRad="38100" dist="38100" dir="2700000" algn="tl">
                    <a:srgbClr val="000000">
                      <a:alpha val="43137"/>
                    </a:srgbClr>
                  </a:outerShdw>
                </a:effectLst>
              </a:rPr>
              <a:t>{ </a:t>
            </a:r>
            <a:r>
              <a:rPr lang="zh-CN" altLang="en-US" dirty="0">
                <a:solidFill>
                  <a:srgbClr val="0070C0"/>
                </a:solidFill>
              </a:rPr>
              <a:t>// </a:t>
            </a:r>
          </a:p>
          <a:p>
            <a:r>
              <a:rPr lang="zh-CN" altLang="en-US" dirty="0"/>
              <a:t>    </a:t>
            </a:r>
            <a:r>
              <a:rPr lang="en-US" altLang="zh-CN" dirty="0">
                <a:effectLst>
                  <a:outerShdw blurRad="38100" dist="38100" dir="2700000" algn="tl">
                    <a:srgbClr val="000000">
                      <a:alpha val="43137"/>
                    </a:srgbClr>
                  </a:outerShdw>
                </a:effectLst>
              </a:rPr>
              <a:t>if</a:t>
            </a:r>
            <a:r>
              <a:rPr lang="en-US" altLang="zh-CN" dirty="0"/>
              <a:t> (!(T</a:t>
            </a:r>
            <a:r>
              <a:rPr lang="zh-CN" altLang="en-US" dirty="0"/>
              <a:t> = (BiT</a:t>
            </a:r>
            <a:r>
              <a:rPr lang="en-US" altLang="zh-CN" dirty="0"/>
              <a:t>Node*</a:t>
            </a:r>
            <a:r>
              <a:rPr lang="zh-CN" altLang="en-US" dirty="0"/>
              <a:t>)</a:t>
            </a:r>
            <a:r>
              <a:rPr lang="en-US" altLang="zh-CN" dirty="0">
                <a:effectLst>
                  <a:outerShdw blurRad="38100" dist="38100" dir="2700000" algn="tl">
                    <a:srgbClr val="000000">
                      <a:alpha val="43137"/>
                    </a:srgbClr>
                  </a:outerShdw>
                </a:effectLst>
              </a:rPr>
              <a:t>c</a:t>
            </a:r>
            <a:r>
              <a:rPr lang="zh-CN" altLang="en-US" dirty="0">
                <a:effectLst>
                  <a:outerShdw blurRad="38100" dist="38100" dir="2700000" algn="tl">
                    <a:srgbClr val="000000">
                      <a:alpha val="43137"/>
                    </a:srgbClr>
                  </a:outerShdw>
                </a:effectLst>
              </a:rPr>
              <a:t>alloc</a:t>
            </a:r>
            <a:r>
              <a:rPr lang="zh-CN" altLang="en-US" dirty="0"/>
              <a:t>(</a:t>
            </a:r>
            <a:r>
              <a:rPr lang="zh-CN" altLang="en-US" dirty="0">
                <a:effectLst>
                  <a:outerShdw blurRad="38100" dist="38100" dir="2700000" algn="tl">
                    <a:srgbClr val="000000">
                      <a:alpha val="43137"/>
                    </a:srgbClr>
                  </a:outerShdw>
                </a:effectLst>
              </a:rPr>
              <a:t>sizeof</a:t>
            </a:r>
            <a:r>
              <a:rPr lang="zh-CN" altLang="en-US" dirty="0"/>
              <a:t>(BiTNode))</a:t>
            </a:r>
            <a:r>
              <a:rPr lang="en-US" altLang="zh-CN" dirty="0"/>
              <a:t>)) </a:t>
            </a:r>
            <a:r>
              <a:rPr lang="en-US" altLang="zh-CN" dirty="0">
                <a:effectLst>
                  <a:outerShdw blurRad="38100" dist="38100" dir="2700000" algn="tl">
                    <a:srgbClr val="000000">
                      <a:alpha val="43137"/>
                    </a:srgbClr>
                  </a:outerShdw>
                </a:effectLst>
              </a:rPr>
              <a:t>exit</a:t>
            </a:r>
            <a:r>
              <a:rPr lang="en-US" altLang="zh-CN" dirty="0"/>
              <a:t>(OVERFLOW)</a:t>
            </a:r>
            <a:r>
              <a:rPr lang="zh-CN" altLang="en-US" dirty="0"/>
              <a:t>;</a:t>
            </a:r>
          </a:p>
          <a:p>
            <a:r>
              <a:rPr lang="zh-CN" altLang="en-US" dirty="0"/>
              <a:t>    </a:t>
            </a:r>
            <a:r>
              <a:rPr lang="en-US" altLang="zh-CN" dirty="0"/>
              <a:t>T</a:t>
            </a:r>
            <a:r>
              <a:rPr lang="zh-CN" altLang="en-US" dirty="0"/>
              <a:t>-&gt;data = e;  </a:t>
            </a:r>
            <a:r>
              <a:rPr lang="en-US" altLang="zh-CN" dirty="0"/>
              <a:t>T</a:t>
            </a:r>
            <a:r>
              <a:rPr lang="zh-CN" altLang="en-US" dirty="0"/>
              <a:t>-&gt;lchild = </a:t>
            </a:r>
            <a:r>
              <a:rPr lang="en-US" altLang="zh-CN" dirty="0"/>
              <a:t>T</a:t>
            </a:r>
            <a:r>
              <a:rPr lang="zh-CN" altLang="en-US" dirty="0"/>
              <a:t>-&gt;rchild = NULL;  </a:t>
            </a:r>
            <a:r>
              <a:rPr lang="en-US" altLang="zh-CN" dirty="0">
                <a:effectLst>
                  <a:outerShdw blurRad="38100" dist="38100" dir="2700000" algn="tl">
                    <a:srgbClr val="000000">
                      <a:alpha val="43137"/>
                    </a:srgbClr>
                  </a:outerShdw>
                </a:effectLst>
              </a:rPr>
              <a:t>return</a:t>
            </a:r>
            <a:r>
              <a:rPr lang="en-US" altLang="zh-CN" dirty="0"/>
              <a:t> T;   </a:t>
            </a:r>
            <a:r>
              <a:rPr lang="en-US" altLang="zh-CN" dirty="0">
                <a:solidFill>
                  <a:srgbClr val="0070C0"/>
                </a:solidFill>
              </a:rPr>
              <a:t>// </a:t>
            </a:r>
            <a:r>
              <a:rPr lang="zh-CN" altLang="en-US" dirty="0">
                <a:solidFill>
                  <a:srgbClr val="0070C0"/>
                </a:solidFill>
              </a:rPr>
              <a:t>生成结点 </a:t>
            </a:r>
          </a:p>
          <a:p>
            <a:r>
              <a:rPr lang="zh-CN" altLang="en-US" dirty="0"/>
              <a:t>  </a:t>
            </a:r>
            <a:r>
              <a:rPr lang="en-US" altLang="zh-CN" dirty="0">
                <a:effectLst>
                  <a:outerShdw blurRad="38100" dist="38100" dir="2700000" algn="tl">
                    <a:srgbClr val="000000">
                      <a:alpha val="43137"/>
                    </a:srgbClr>
                  </a:outerShdw>
                </a:effectLst>
              </a:rPr>
              <a:t>}</a:t>
            </a:r>
          </a:p>
          <a:p>
            <a:r>
              <a:rPr lang="zh-CN" altLang="en-US" dirty="0">
                <a:effectLst>
                  <a:outerShdw blurRad="38100" dist="38100" dir="2700000" algn="tl">
                    <a:srgbClr val="000000">
                      <a:alpha val="43137"/>
                    </a:srgbClr>
                  </a:outerShdw>
                </a:effectLst>
              </a:rPr>
              <a:t>  if </a:t>
            </a:r>
            <a:r>
              <a:rPr lang="zh-CN" altLang="en-US" dirty="0"/>
              <a:t>(LT(e</a:t>
            </a:r>
            <a:r>
              <a:rPr lang="en-US" altLang="zh-CN" dirty="0"/>
              <a:t>,</a:t>
            </a:r>
            <a:r>
              <a:rPr lang="zh-CN" altLang="en-US" dirty="0"/>
              <a:t>p-&gt;data</a:t>
            </a:r>
            <a:r>
              <a:rPr lang="en-US" altLang="zh-CN" dirty="0"/>
              <a:t>)</a:t>
            </a:r>
            <a:r>
              <a:rPr lang="zh-CN" altLang="en-US" dirty="0"/>
              <a:t>) </a:t>
            </a:r>
            <a:r>
              <a:rPr lang="en-US" altLang="zh-CN" dirty="0"/>
              <a:t>T</a:t>
            </a:r>
            <a:r>
              <a:rPr lang="zh-CN" altLang="en-US" dirty="0"/>
              <a:t>-&gt;lchild = </a:t>
            </a:r>
            <a:r>
              <a:rPr lang="en-US" altLang="zh-CN" dirty="0" err="1"/>
              <a:t>InsertBST</a:t>
            </a:r>
            <a:r>
              <a:rPr lang="en-US" altLang="zh-CN" dirty="0"/>
              <a:t>(T-&gt;</a:t>
            </a:r>
            <a:r>
              <a:rPr lang="en-US" altLang="zh-CN" dirty="0" err="1"/>
              <a:t>lchild,e</a:t>
            </a:r>
            <a:r>
              <a:rPr lang="en-US" altLang="zh-CN" dirty="0"/>
              <a:t>)</a:t>
            </a:r>
            <a:r>
              <a:rPr lang="zh-CN" altLang="en-US" dirty="0"/>
              <a:t>;     </a:t>
            </a:r>
            <a:r>
              <a:rPr lang="zh-CN" altLang="en-US" dirty="0">
                <a:solidFill>
                  <a:srgbClr val="0070C0"/>
                </a:solidFill>
              </a:rPr>
              <a:t>// 插入左子树</a:t>
            </a:r>
          </a:p>
          <a:p>
            <a:r>
              <a:rPr lang="zh-CN" altLang="en-US" dirty="0"/>
              <a:t>  </a:t>
            </a:r>
            <a:r>
              <a:rPr lang="zh-CN" altLang="en-US" dirty="0">
                <a:effectLst>
                  <a:outerShdw blurRad="38100" dist="38100" dir="2700000" algn="tl">
                    <a:srgbClr val="000000">
                      <a:alpha val="43137"/>
                    </a:srgbClr>
                  </a:outerShdw>
                </a:effectLst>
              </a:rPr>
              <a:t>else</a:t>
            </a:r>
            <a:r>
              <a:rPr lang="zh-CN" altLang="en-US" dirty="0"/>
              <a:t> </a:t>
            </a:r>
            <a:r>
              <a:rPr lang="en-US" altLang="zh-CN" dirty="0">
                <a:effectLst>
                  <a:outerShdw blurRad="38100" dist="38100" dir="2700000" algn="tl">
                    <a:srgbClr val="000000">
                      <a:alpha val="43137"/>
                    </a:srgbClr>
                  </a:outerShdw>
                </a:effectLst>
              </a:rPr>
              <a:t>if</a:t>
            </a:r>
            <a:r>
              <a:rPr lang="en-US" altLang="zh-CN" dirty="0"/>
              <a:t> (GT(</a:t>
            </a:r>
            <a:r>
              <a:rPr lang="en-US" altLang="zh-CN" dirty="0" err="1"/>
              <a:t>e,T</a:t>
            </a:r>
            <a:r>
              <a:rPr lang="zh-CN" altLang="en-US" dirty="0"/>
              <a:t>-&gt;</a:t>
            </a:r>
            <a:r>
              <a:rPr lang="en-US" altLang="zh-CN" dirty="0"/>
              <a:t>data) T-&gt;</a:t>
            </a:r>
            <a:r>
              <a:rPr lang="zh-CN" altLang="en-US" dirty="0"/>
              <a:t>rchild =</a:t>
            </a:r>
            <a:r>
              <a:rPr lang="en-US" altLang="zh-CN" dirty="0"/>
              <a:t> </a:t>
            </a:r>
            <a:r>
              <a:rPr lang="en-US" altLang="zh-CN" dirty="0" err="1"/>
              <a:t>InsertBST</a:t>
            </a:r>
            <a:r>
              <a:rPr lang="en-US" altLang="zh-CN" dirty="0"/>
              <a:t>(T-&gt;</a:t>
            </a:r>
            <a:r>
              <a:rPr lang="en-US" altLang="zh-CN" dirty="0" err="1"/>
              <a:t>rchild,e</a:t>
            </a:r>
            <a:r>
              <a:rPr lang="en-US" altLang="zh-CN" dirty="0"/>
              <a:t>)</a:t>
            </a:r>
            <a:r>
              <a:rPr lang="zh-CN" altLang="en-US" dirty="0"/>
              <a:t>; </a:t>
            </a:r>
            <a:r>
              <a:rPr lang="zh-CN" altLang="en-US" dirty="0">
                <a:solidFill>
                  <a:srgbClr val="0070C0"/>
                </a:solidFill>
              </a:rPr>
              <a:t>// 插入右子树</a:t>
            </a:r>
          </a:p>
          <a:p>
            <a:r>
              <a:rPr lang="zh-CN" altLang="en-US" dirty="0">
                <a:effectLst>
                  <a:outerShdw blurRad="38100" dist="38100" dir="2700000" algn="tl">
                    <a:srgbClr val="000000">
                      <a:alpha val="43137"/>
                    </a:srgbClr>
                  </a:outerShdw>
                </a:effectLst>
              </a:rPr>
              <a:t>       </a:t>
            </a:r>
            <a:r>
              <a:rPr lang="zh-CN" altLang="en-US" dirty="0">
                <a:solidFill>
                  <a:srgbClr val="0070C0"/>
                </a:solidFill>
              </a:rPr>
              <a:t>// 否则，树中已有关键字相同的结点，不再插入</a:t>
            </a:r>
            <a:endParaRPr lang="en-US" altLang="zh-CN" dirty="0">
              <a:effectLst>
                <a:outerShdw blurRad="38100" dist="38100" dir="2700000" algn="tl">
                  <a:srgbClr val="000000">
                    <a:alpha val="43137"/>
                  </a:srgbClr>
                </a:outerShdw>
              </a:effectLst>
            </a:endParaRPr>
          </a:p>
          <a:p>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return</a:t>
            </a:r>
            <a:r>
              <a:rPr lang="zh-CN" altLang="en-US" dirty="0"/>
              <a:t> </a:t>
            </a:r>
            <a:r>
              <a:rPr lang="en-US" altLang="zh-CN" dirty="0"/>
              <a:t>T</a:t>
            </a:r>
            <a:r>
              <a:rPr lang="zh-CN" altLang="en-US" dirty="0"/>
              <a:t>;  </a:t>
            </a:r>
            <a:r>
              <a:rPr lang="en-US" altLang="zh-CN" dirty="0">
                <a:solidFill>
                  <a:srgbClr val="0070C0"/>
                </a:solidFill>
              </a:rPr>
              <a:t>// </a:t>
            </a:r>
            <a:r>
              <a:rPr lang="zh-CN" altLang="en-US" dirty="0">
                <a:solidFill>
                  <a:srgbClr val="0070C0"/>
                </a:solidFill>
              </a:rPr>
              <a:t>必须返回</a:t>
            </a:r>
            <a:r>
              <a:rPr lang="en-US" altLang="zh-CN" dirty="0">
                <a:solidFill>
                  <a:srgbClr val="0070C0"/>
                </a:solidFill>
              </a:rPr>
              <a:t>T</a:t>
            </a:r>
            <a:r>
              <a:rPr lang="zh-CN" altLang="en-US" dirty="0">
                <a:solidFill>
                  <a:srgbClr val="0070C0"/>
                </a:solidFill>
              </a:rPr>
              <a:t>，而且赋给</a:t>
            </a:r>
            <a:r>
              <a:rPr lang="en-US" altLang="zh-CN" dirty="0">
                <a:solidFill>
                  <a:srgbClr val="0070C0"/>
                </a:solidFill>
              </a:rPr>
              <a:t>T</a:t>
            </a:r>
            <a:r>
              <a:rPr lang="zh-CN" altLang="en-US" dirty="0">
                <a:solidFill>
                  <a:srgbClr val="0070C0"/>
                </a:solidFill>
              </a:rPr>
              <a:t>的实参</a:t>
            </a:r>
            <a:r>
              <a:rPr lang="en-US" altLang="zh-CN" dirty="0">
                <a:solidFill>
                  <a:srgbClr val="0070C0"/>
                </a:solidFill>
              </a:rPr>
              <a:t>——T</a:t>
            </a:r>
            <a:r>
              <a:rPr lang="zh-CN" altLang="en-US" dirty="0">
                <a:solidFill>
                  <a:srgbClr val="0070C0"/>
                </a:solidFill>
              </a:rPr>
              <a:t>可能改变</a:t>
            </a:r>
          </a:p>
          <a:p>
            <a:r>
              <a:rPr lang="zh-CN" altLang="en-US" dirty="0">
                <a:effectLst>
                  <a:outerShdw blurRad="38100" dist="38100" dir="2700000" algn="tl">
                    <a:srgbClr val="000000">
                      <a:alpha val="43137"/>
                    </a:srgbClr>
                  </a:outerShdw>
                </a:effectLst>
              </a:rPr>
              <a:t>}</a:t>
            </a:r>
            <a:endParaRPr lang="zh-CN" altLang="en-US" dirty="0">
              <a:solidFill>
                <a:srgbClr val="0070C0"/>
              </a:solidFill>
            </a:endParaRPr>
          </a:p>
        </p:txBody>
      </p:sp>
      <p:sp>
        <p:nvSpPr>
          <p:cNvPr id="4" name="矩形: 圆角 3">
            <a:extLst>
              <a:ext uri="{FF2B5EF4-FFF2-40B4-BE49-F238E27FC236}">
                <a16:creationId xmlns:a16="http://schemas.microsoft.com/office/drawing/2014/main" id="{59FFAF75-043A-4DD2-B392-FBBD21A84CDB}"/>
              </a:ext>
            </a:extLst>
          </p:cNvPr>
          <p:cNvSpPr/>
          <p:nvPr/>
        </p:nvSpPr>
        <p:spPr>
          <a:xfrm>
            <a:off x="1367469" y="248934"/>
            <a:ext cx="2852007" cy="474030"/>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二叉排序树的插入</a:t>
            </a:r>
          </a:p>
        </p:txBody>
      </p:sp>
      <p:sp>
        <p:nvSpPr>
          <p:cNvPr id="5" name="文本框 4">
            <a:extLst>
              <a:ext uri="{FF2B5EF4-FFF2-40B4-BE49-F238E27FC236}">
                <a16:creationId xmlns:a16="http://schemas.microsoft.com/office/drawing/2014/main" id="{02D86744-2D15-4B8D-9738-D7F85A7ACF47}"/>
              </a:ext>
            </a:extLst>
          </p:cNvPr>
          <p:cNvSpPr txBox="1"/>
          <p:nvPr/>
        </p:nvSpPr>
        <p:spPr>
          <a:xfrm>
            <a:off x="309315" y="962957"/>
            <a:ext cx="2424827" cy="1200329"/>
          </a:xfrm>
          <a:prstGeom prst="rect">
            <a:avLst/>
          </a:prstGeom>
          <a:noFill/>
        </p:spPr>
        <p:txBody>
          <a:bodyPr wrap="square" rtlCol="0">
            <a:spAutoFit/>
          </a:bodyPr>
          <a:lstStyle/>
          <a:p>
            <a:pPr algn="just"/>
            <a:r>
              <a:rPr lang="zh-CN" altLang="en-US" b="1" dirty="0">
                <a:solidFill>
                  <a:srgbClr val="C00000"/>
                </a:solidFill>
              </a:rPr>
              <a:t>算法</a:t>
            </a:r>
            <a:r>
              <a:rPr lang="en-US" altLang="zh-CN" b="1" dirty="0">
                <a:solidFill>
                  <a:srgbClr val="C00000"/>
                </a:solidFill>
              </a:rPr>
              <a:t>9.7 </a:t>
            </a:r>
            <a:r>
              <a:rPr lang="zh-CN" altLang="en-US"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当二叉排序树 </a:t>
            </a:r>
            <a:r>
              <a:rPr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T </a:t>
            </a:r>
            <a:r>
              <a:rPr lang="zh-CN" altLang="en-US"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中不存在关键字等于e.key的数据元素时，插入e并返回</a:t>
            </a:r>
            <a:r>
              <a:rPr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T</a:t>
            </a:r>
            <a:r>
              <a:rPr lang="zh-CN" altLang="en-US"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a:t>
            </a:r>
            <a:endParaRPr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6" name="文本框 5">
            <a:extLst>
              <a:ext uri="{FF2B5EF4-FFF2-40B4-BE49-F238E27FC236}">
                <a16:creationId xmlns:a16="http://schemas.microsoft.com/office/drawing/2014/main" id="{41F28927-A53A-41FB-88B2-D339C94FC1EB}"/>
              </a:ext>
            </a:extLst>
          </p:cNvPr>
          <p:cNvSpPr txBox="1"/>
          <p:nvPr/>
        </p:nvSpPr>
        <p:spPr>
          <a:xfrm>
            <a:off x="282413" y="2459798"/>
            <a:ext cx="2399273" cy="923330"/>
          </a:xfrm>
          <a:prstGeom prst="rect">
            <a:avLst/>
          </a:prstGeom>
          <a:noFill/>
        </p:spPr>
        <p:txBody>
          <a:bodyPr wrap="square" rtlCol="0">
            <a:spAutoFit/>
          </a:bodyPr>
          <a:lstStyle/>
          <a:p>
            <a:pPr algn="just"/>
            <a:r>
              <a:rPr lang="zh-CN" altLang="en-US"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首先观察：从空树 </a:t>
            </a:r>
            <a:r>
              <a:rPr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T </a:t>
            </a:r>
            <a:r>
              <a:rPr lang="zh-CN" altLang="en-US"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开始，依次插入以下序列的过程。</a:t>
            </a:r>
            <a:endParaRPr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endParaRPr>
          </a:p>
        </p:txBody>
      </p:sp>
      <p:cxnSp>
        <p:nvCxnSpPr>
          <p:cNvPr id="18" name="直接连接符 17">
            <a:extLst>
              <a:ext uri="{FF2B5EF4-FFF2-40B4-BE49-F238E27FC236}">
                <a16:creationId xmlns:a16="http://schemas.microsoft.com/office/drawing/2014/main" id="{B22E3B21-06B5-4F6C-AB0F-FAB820A3FEA8}"/>
              </a:ext>
            </a:extLst>
          </p:cNvPr>
          <p:cNvCxnSpPr>
            <a:cxnSpLocks/>
          </p:cNvCxnSpPr>
          <p:nvPr/>
        </p:nvCxnSpPr>
        <p:spPr>
          <a:xfrm>
            <a:off x="2366868" y="6048923"/>
            <a:ext cx="197505" cy="3845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8DCBA9F-D23E-44E1-9535-61DEEEEA65D7}"/>
              </a:ext>
            </a:extLst>
          </p:cNvPr>
          <p:cNvCxnSpPr>
            <a:cxnSpLocks/>
          </p:cNvCxnSpPr>
          <p:nvPr/>
        </p:nvCxnSpPr>
        <p:spPr>
          <a:xfrm flipH="1">
            <a:off x="2383130" y="5594704"/>
            <a:ext cx="414438" cy="45219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C1159B6D-B20C-4939-9C47-D0FE822904E3}"/>
              </a:ext>
            </a:extLst>
          </p:cNvPr>
          <p:cNvSpPr/>
          <p:nvPr/>
        </p:nvSpPr>
        <p:spPr>
          <a:xfrm>
            <a:off x="2904838" y="455060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21" name="椭圆 20">
            <a:extLst>
              <a:ext uri="{FF2B5EF4-FFF2-40B4-BE49-F238E27FC236}">
                <a16:creationId xmlns:a16="http://schemas.microsoft.com/office/drawing/2014/main" id="{25441D55-C969-47AC-893A-63E1C89DDEE0}"/>
              </a:ext>
            </a:extLst>
          </p:cNvPr>
          <p:cNvSpPr/>
          <p:nvPr/>
        </p:nvSpPr>
        <p:spPr>
          <a:xfrm>
            <a:off x="2013228" y="496447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22" name="椭圆 21">
            <a:extLst>
              <a:ext uri="{FF2B5EF4-FFF2-40B4-BE49-F238E27FC236}">
                <a16:creationId xmlns:a16="http://schemas.microsoft.com/office/drawing/2014/main" id="{32A57E42-4E03-40F1-BB21-444D27D026F1}"/>
              </a:ext>
            </a:extLst>
          </p:cNvPr>
          <p:cNvSpPr/>
          <p:nvPr/>
        </p:nvSpPr>
        <p:spPr>
          <a:xfrm>
            <a:off x="1469760" y="5389448"/>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23" name="椭圆 22">
            <a:extLst>
              <a:ext uri="{FF2B5EF4-FFF2-40B4-BE49-F238E27FC236}">
                <a16:creationId xmlns:a16="http://schemas.microsoft.com/office/drawing/2014/main" id="{2965CE38-462B-4BCA-A6CE-80774D4AEC01}"/>
              </a:ext>
            </a:extLst>
          </p:cNvPr>
          <p:cNvSpPr/>
          <p:nvPr/>
        </p:nvSpPr>
        <p:spPr>
          <a:xfrm>
            <a:off x="2591873" y="5389448"/>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24" name="椭圆 23">
            <a:extLst>
              <a:ext uri="{FF2B5EF4-FFF2-40B4-BE49-F238E27FC236}">
                <a16:creationId xmlns:a16="http://schemas.microsoft.com/office/drawing/2014/main" id="{8457C8E1-A1F0-433E-AF96-26F9B2BDDB36}"/>
              </a:ext>
            </a:extLst>
          </p:cNvPr>
          <p:cNvSpPr/>
          <p:nvPr/>
        </p:nvSpPr>
        <p:spPr>
          <a:xfrm>
            <a:off x="2181529" y="585120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25" name="椭圆 24">
            <a:extLst>
              <a:ext uri="{FF2B5EF4-FFF2-40B4-BE49-F238E27FC236}">
                <a16:creationId xmlns:a16="http://schemas.microsoft.com/office/drawing/2014/main" id="{5888BC71-4A9E-4A63-818C-01E4D911EA3E}"/>
              </a:ext>
            </a:extLst>
          </p:cNvPr>
          <p:cNvSpPr/>
          <p:nvPr/>
        </p:nvSpPr>
        <p:spPr>
          <a:xfrm>
            <a:off x="2394368" y="638617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26" name="椭圆 25">
            <a:extLst>
              <a:ext uri="{FF2B5EF4-FFF2-40B4-BE49-F238E27FC236}">
                <a16:creationId xmlns:a16="http://schemas.microsoft.com/office/drawing/2014/main" id="{B029A613-EA2D-47B1-A574-103D27758D77}"/>
              </a:ext>
            </a:extLst>
          </p:cNvPr>
          <p:cNvSpPr/>
          <p:nvPr/>
        </p:nvSpPr>
        <p:spPr>
          <a:xfrm>
            <a:off x="3641276" y="496447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27" name="椭圆 26">
            <a:extLst>
              <a:ext uri="{FF2B5EF4-FFF2-40B4-BE49-F238E27FC236}">
                <a16:creationId xmlns:a16="http://schemas.microsoft.com/office/drawing/2014/main" id="{6196C6E3-252F-4FA3-8AAD-537A41B58F4A}"/>
              </a:ext>
            </a:extLst>
          </p:cNvPr>
          <p:cNvSpPr/>
          <p:nvPr/>
        </p:nvSpPr>
        <p:spPr>
          <a:xfrm>
            <a:off x="4197664" y="5389448"/>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cxnSp>
        <p:nvCxnSpPr>
          <p:cNvPr id="31" name="直接连接符 30">
            <a:extLst>
              <a:ext uri="{FF2B5EF4-FFF2-40B4-BE49-F238E27FC236}">
                <a16:creationId xmlns:a16="http://schemas.microsoft.com/office/drawing/2014/main" id="{5E9B6162-58E8-48F1-8BD2-8C41CAF3A461}"/>
              </a:ext>
            </a:extLst>
          </p:cNvPr>
          <p:cNvCxnSpPr>
            <a:cxnSpLocks/>
            <a:stCxn id="21" idx="3"/>
            <a:endCxn id="22" idx="7"/>
          </p:cNvCxnSpPr>
          <p:nvPr/>
        </p:nvCxnSpPr>
        <p:spPr>
          <a:xfrm flipH="1">
            <a:off x="1813913" y="5271754"/>
            <a:ext cx="258362" cy="17041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4A46984-68EE-4047-BE1C-94A8C74953AF}"/>
              </a:ext>
            </a:extLst>
          </p:cNvPr>
          <p:cNvCxnSpPr>
            <a:cxnSpLocks/>
            <a:stCxn id="23" idx="1"/>
            <a:endCxn id="21" idx="5"/>
          </p:cNvCxnSpPr>
          <p:nvPr/>
        </p:nvCxnSpPr>
        <p:spPr>
          <a:xfrm flipH="1" flipV="1">
            <a:off x="2357381" y="5271754"/>
            <a:ext cx="293539" cy="170415"/>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35" name="组合 34">
            <a:extLst>
              <a:ext uri="{FF2B5EF4-FFF2-40B4-BE49-F238E27FC236}">
                <a16:creationId xmlns:a16="http://schemas.microsoft.com/office/drawing/2014/main" id="{B589CC56-CFB2-4480-A7D4-382A9A6F61F3}"/>
              </a:ext>
            </a:extLst>
          </p:cNvPr>
          <p:cNvGrpSpPr/>
          <p:nvPr/>
        </p:nvGrpSpPr>
        <p:grpSpPr>
          <a:xfrm>
            <a:off x="2734142" y="4133252"/>
            <a:ext cx="271991" cy="462444"/>
            <a:chOff x="8340989" y="543313"/>
            <a:chExt cx="284748" cy="374524"/>
          </a:xfrm>
        </p:grpSpPr>
        <p:sp>
          <p:nvSpPr>
            <p:cNvPr id="36" name="文本框 35">
              <a:extLst>
                <a:ext uri="{FF2B5EF4-FFF2-40B4-BE49-F238E27FC236}">
                  <a16:creationId xmlns:a16="http://schemas.microsoft.com/office/drawing/2014/main" id="{5518F6AD-2428-4315-9A21-652CE44D6E77}"/>
                </a:ext>
              </a:extLst>
            </p:cNvPr>
            <p:cNvSpPr txBox="1"/>
            <p:nvPr/>
          </p:nvSpPr>
          <p:spPr>
            <a:xfrm>
              <a:off x="8340989" y="543313"/>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37" name="直接箭头连接符 36">
              <a:extLst>
                <a:ext uri="{FF2B5EF4-FFF2-40B4-BE49-F238E27FC236}">
                  <a16:creationId xmlns:a16="http://schemas.microsoft.com/office/drawing/2014/main" id="{F9957328-E57E-4809-BDF3-EF4EA9B7DF15}"/>
                </a:ext>
              </a:extLst>
            </p:cNvPr>
            <p:cNvCxnSpPr/>
            <p:nvPr/>
          </p:nvCxnSpPr>
          <p:spPr>
            <a:xfrm>
              <a:off x="8503622" y="720297"/>
              <a:ext cx="122115" cy="197540"/>
            </a:xfrm>
            <a:prstGeom prst="straightConnector1">
              <a:avLst/>
            </a:prstGeom>
            <a:ln w="19050">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id="{B7FF7B29-27D2-43E7-8404-E37CB3440EF6}"/>
              </a:ext>
            </a:extLst>
          </p:cNvPr>
          <p:cNvSpPr txBox="1"/>
          <p:nvPr/>
        </p:nvSpPr>
        <p:spPr>
          <a:xfrm>
            <a:off x="528771" y="3637686"/>
            <a:ext cx="3789992" cy="400110"/>
          </a:xfrm>
          <a:prstGeom prst="rect">
            <a:avLst/>
          </a:prstGeom>
          <a:noFill/>
        </p:spPr>
        <p:txBody>
          <a:bodyPr wrap="square" rtlCol="0">
            <a:spAutoFit/>
          </a:bodyPr>
          <a:lstStyle/>
          <a:p>
            <a:r>
              <a:rPr lang="en-US" altLang="zh-CN" sz="2000" b="1" dirty="0">
                <a:solidFill>
                  <a:srgbClr val="C00000"/>
                </a:solidFill>
                <a:cs typeface="Courier New" panose="02070309020205020404" pitchFamily="49" charset="0"/>
              </a:rPr>
              <a:t>50, 30, 40, 80, 20, 35, 90, 40, 38</a:t>
            </a:r>
          </a:p>
        </p:txBody>
      </p:sp>
      <p:sp>
        <p:nvSpPr>
          <p:cNvPr id="7" name="Text Box 3">
            <a:extLst>
              <a:ext uri="{FF2B5EF4-FFF2-40B4-BE49-F238E27FC236}">
                <a16:creationId xmlns:a16="http://schemas.microsoft.com/office/drawing/2014/main" id="{DF7FAC3B-D717-48B3-B881-3F6476FC684C}"/>
              </a:ext>
            </a:extLst>
          </p:cNvPr>
          <p:cNvSpPr txBox="1">
            <a:spLocks noChangeArrowheads="1"/>
          </p:cNvSpPr>
          <p:nvPr/>
        </p:nvSpPr>
        <p:spPr bwMode="auto">
          <a:xfrm>
            <a:off x="594600" y="3692329"/>
            <a:ext cx="3071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a:spcBef>
                <a:spcPct val="50000"/>
              </a:spcBef>
            </a:pPr>
            <a:r>
              <a:rPr lang="en-US" altLang="zh-CN" sz="2000" b="1" dirty="0">
                <a:solidFill>
                  <a:srgbClr val="C00000"/>
                </a:solidFill>
              </a:rPr>
              <a:t>50</a:t>
            </a:r>
          </a:p>
        </p:txBody>
      </p:sp>
      <p:sp>
        <p:nvSpPr>
          <p:cNvPr id="8" name="Text Box 12">
            <a:extLst>
              <a:ext uri="{FF2B5EF4-FFF2-40B4-BE49-F238E27FC236}">
                <a16:creationId xmlns:a16="http://schemas.microsoft.com/office/drawing/2014/main" id="{DEED0214-1488-4890-9E39-FB5E89B8C5B6}"/>
              </a:ext>
            </a:extLst>
          </p:cNvPr>
          <p:cNvSpPr txBox="1">
            <a:spLocks noChangeArrowheads="1"/>
          </p:cNvSpPr>
          <p:nvPr/>
        </p:nvSpPr>
        <p:spPr bwMode="auto">
          <a:xfrm>
            <a:off x="971598" y="3689307"/>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30</a:t>
            </a:r>
          </a:p>
        </p:txBody>
      </p:sp>
      <p:sp>
        <p:nvSpPr>
          <p:cNvPr id="9" name="Text Box 19">
            <a:extLst>
              <a:ext uri="{FF2B5EF4-FFF2-40B4-BE49-F238E27FC236}">
                <a16:creationId xmlns:a16="http://schemas.microsoft.com/office/drawing/2014/main" id="{68F3AA60-B9E4-41A0-84D0-725C957F5AA7}"/>
              </a:ext>
            </a:extLst>
          </p:cNvPr>
          <p:cNvSpPr txBox="1">
            <a:spLocks noChangeArrowheads="1"/>
          </p:cNvSpPr>
          <p:nvPr/>
        </p:nvSpPr>
        <p:spPr bwMode="auto">
          <a:xfrm>
            <a:off x="1347501" y="3689307"/>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40</a:t>
            </a:r>
          </a:p>
        </p:txBody>
      </p:sp>
      <p:sp>
        <p:nvSpPr>
          <p:cNvPr id="10" name="Text Box 33">
            <a:extLst>
              <a:ext uri="{FF2B5EF4-FFF2-40B4-BE49-F238E27FC236}">
                <a16:creationId xmlns:a16="http://schemas.microsoft.com/office/drawing/2014/main" id="{46682D4C-F30C-4B78-85C4-320C288975F9}"/>
              </a:ext>
            </a:extLst>
          </p:cNvPr>
          <p:cNvSpPr txBox="1">
            <a:spLocks noChangeArrowheads="1"/>
          </p:cNvSpPr>
          <p:nvPr/>
        </p:nvSpPr>
        <p:spPr bwMode="auto">
          <a:xfrm>
            <a:off x="1725919" y="3680391"/>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80</a:t>
            </a:r>
          </a:p>
        </p:txBody>
      </p:sp>
      <p:sp>
        <p:nvSpPr>
          <p:cNvPr id="11" name="Text Box 38">
            <a:extLst>
              <a:ext uri="{FF2B5EF4-FFF2-40B4-BE49-F238E27FC236}">
                <a16:creationId xmlns:a16="http://schemas.microsoft.com/office/drawing/2014/main" id="{DAF5B0B7-C426-4D38-AA30-97EFCA6CD6C5}"/>
              </a:ext>
            </a:extLst>
          </p:cNvPr>
          <p:cNvSpPr txBox="1">
            <a:spLocks noChangeArrowheads="1"/>
          </p:cNvSpPr>
          <p:nvPr/>
        </p:nvSpPr>
        <p:spPr bwMode="auto">
          <a:xfrm>
            <a:off x="2088110" y="3683268"/>
            <a:ext cx="35956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20</a:t>
            </a:r>
          </a:p>
        </p:txBody>
      </p:sp>
      <p:sp>
        <p:nvSpPr>
          <p:cNvPr id="12" name="Text Box 43">
            <a:extLst>
              <a:ext uri="{FF2B5EF4-FFF2-40B4-BE49-F238E27FC236}">
                <a16:creationId xmlns:a16="http://schemas.microsoft.com/office/drawing/2014/main" id="{C4619750-40FD-429E-850D-39BCCFA557C3}"/>
              </a:ext>
            </a:extLst>
          </p:cNvPr>
          <p:cNvSpPr txBox="1">
            <a:spLocks noChangeArrowheads="1"/>
          </p:cNvSpPr>
          <p:nvPr/>
        </p:nvSpPr>
        <p:spPr bwMode="auto">
          <a:xfrm>
            <a:off x="2489830" y="3683877"/>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35</a:t>
            </a:r>
          </a:p>
        </p:txBody>
      </p:sp>
      <p:sp>
        <p:nvSpPr>
          <p:cNvPr id="13" name="Text Box 47">
            <a:extLst>
              <a:ext uri="{FF2B5EF4-FFF2-40B4-BE49-F238E27FC236}">
                <a16:creationId xmlns:a16="http://schemas.microsoft.com/office/drawing/2014/main" id="{5C756C2F-23E3-4547-9A04-6AC49F995920}"/>
              </a:ext>
            </a:extLst>
          </p:cNvPr>
          <p:cNvSpPr txBox="1">
            <a:spLocks noChangeArrowheads="1"/>
          </p:cNvSpPr>
          <p:nvPr/>
        </p:nvSpPr>
        <p:spPr bwMode="auto">
          <a:xfrm>
            <a:off x="2855718" y="3689307"/>
            <a:ext cx="35956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90</a:t>
            </a:r>
          </a:p>
        </p:txBody>
      </p:sp>
      <p:sp>
        <p:nvSpPr>
          <p:cNvPr id="14" name="Text Box 51">
            <a:extLst>
              <a:ext uri="{FF2B5EF4-FFF2-40B4-BE49-F238E27FC236}">
                <a16:creationId xmlns:a16="http://schemas.microsoft.com/office/drawing/2014/main" id="{8B1039FD-AD40-4161-919E-B54DE2089003}"/>
              </a:ext>
            </a:extLst>
          </p:cNvPr>
          <p:cNvSpPr txBox="1">
            <a:spLocks noChangeArrowheads="1"/>
          </p:cNvSpPr>
          <p:nvPr/>
        </p:nvSpPr>
        <p:spPr bwMode="auto">
          <a:xfrm>
            <a:off x="3234176" y="3689307"/>
            <a:ext cx="35956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40</a:t>
            </a:r>
          </a:p>
        </p:txBody>
      </p:sp>
      <p:sp>
        <p:nvSpPr>
          <p:cNvPr id="15" name="Text Box 60">
            <a:extLst>
              <a:ext uri="{FF2B5EF4-FFF2-40B4-BE49-F238E27FC236}">
                <a16:creationId xmlns:a16="http://schemas.microsoft.com/office/drawing/2014/main" id="{9448547E-1549-496A-8418-A415B880835B}"/>
              </a:ext>
            </a:extLst>
          </p:cNvPr>
          <p:cNvSpPr txBox="1">
            <a:spLocks noChangeArrowheads="1"/>
          </p:cNvSpPr>
          <p:nvPr/>
        </p:nvSpPr>
        <p:spPr bwMode="auto">
          <a:xfrm>
            <a:off x="3641276" y="3683877"/>
            <a:ext cx="3071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38</a:t>
            </a:r>
          </a:p>
        </p:txBody>
      </p:sp>
      <p:sp>
        <p:nvSpPr>
          <p:cNvPr id="42" name="文本框 41">
            <a:extLst>
              <a:ext uri="{FF2B5EF4-FFF2-40B4-BE49-F238E27FC236}">
                <a16:creationId xmlns:a16="http://schemas.microsoft.com/office/drawing/2014/main" id="{9FC24886-11B3-41BD-9C0C-A9D5986D0BF2}"/>
              </a:ext>
            </a:extLst>
          </p:cNvPr>
          <p:cNvSpPr txBox="1"/>
          <p:nvPr/>
        </p:nvSpPr>
        <p:spPr>
          <a:xfrm>
            <a:off x="4733141" y="3705452"/>
            <a:ext cx="2769089" cy="369332"/>
          </a:xfrm>
          <a:prstGeom prst="rect">
            <a:avLst/>
          </a:prstGeom>
          <a:noFill/>
        </p:spPr>
        <p:txBody>
          <a:bodyPr wrap="square" rtlCol="0">
            <a:spAutoFit/>
          </a:bodyPr>
          <a:lstStyle/>
          <a:p>
            <a:pPr algn="just"/>
            <a:r>
              <a:rPr lang="zh-CN" altLang="en-US" b="1" dirty="0">
                <a:solidFill>
                  <a:srgbClr val="0070C0"/>
                </a:solidFill>
                <a:latin typeface="Courier New" panose="02070309020205020404" pitchFamily="49" charset="0"/>
                <a:ea typeface="宋体" panose="02010600030101010101" pitchFamily="2" charset="-122"/>
                <a:cs typeface="Courier New" panose="02070309020205020404" pitchFamily="49" charset="0"/>
              </a:rPr>
              <a:t>再观察：不同的插入顺序</a:t>
            </a:r>
            <a:endParaRPr lang="en-US" altLang="zh-CN" b="1" dirty="0">
              <a:solidFill>
                <a:srgbClr val="0070C0"/>
              </a:solidFill>
              <a:latin typeface="Courier New" panose="02070309020205020404" pitchFamily="49" charset="0"/>
              <a:ea typeface="宋体" panose="02010600030101010101" pitchFamily="2" charset="-122"/>
              <a:cs typeface="Courier New" panose="02070309020205020404" pitchFamily="49" charset="0"/>
            </a:endParaRPr>
          </a:p>
        </p:txBody>
      </p:sp>
      <p:cxnSp>
        <p:nvCxnSpPr>
          <p:cNvPr id="43" name="直接连接符 42">
            <a:extLst>
              <a:ext uri="{FF2B5EF4-FFF2-40B4-BE49-F238E27FC236}">
                <a16:creationId xmlns:a16="http://schemas.microsoft.com/office/drawing/2014/main" id="{896E5EB1-C713-477C-B59C-BA90130F61E6}"/>
              </a:ext>
            </a:extLst>
          </p:cNvPr>
          <p:cNvCxnSpPr>
            <a:cxnSpLocks/>
            <a:endCxn id="54" idx="1"/>
          </p:cNvCxnSpPr>
          <p:nvPr/>
        </p:nvCxnSpPr>
        <p:spPr>
          <a:xfrm>
            <a:off x="9522776" y="4784831"/>
            <a:ext cx="687793" cy="22305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02E145B4-0F50-46AE-8B64-784E944B2CDA}"/>
              </a:ext>
            </a:extLst>
          </p:cNvPr>
          <p:cNvCxnSpPr>
            <a:cxnSpLocks/>
          </p:cNvCxnSpPr>
          <p:nvPr/>
        </p:nvCxnSpPr>
        <p:spPr>
          <a:xfrm flipH="1">
            <a:off x="8652340" y="4742859"/>
            <a:ext cx="753523" cy="2944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1475047-13FE-4B15-BF4C-F4CE3F0EE849}"/>
              </a:ext>
            </a:extLst>
          </p:cNvPr>
          <p:cNvCxnSpPr>
            <a:cxnSpLocks/>
          </p:cNvCxnSpPr>
          <p:nvPr/>
        </p:nvCxnSpPr>
        <p:spPr>
          <a:xfrm>
            <a:off x="9799460" y="5571664"/>
            <a:ext cx="231074" cy="33463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66AFE80-70D2-4585-9C6C-0A6C11854244}"/>
              </a:ext>
            </a:extLst>
          </p:cNvPr>
          <p:cNvCxnSpPr>
            <a:cxnSpLocks/>
          </p:cNvCxnSpPr>
          <p:nvPr/>
        </p:nvCxnSpPr>
        <p:spPr>
          <a:xfrm>
            <a:off x="7970800" y="5521723"/>
            <a:ext cx="197505" cy="3845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83E04EF-C5FE-4018-B9AD-DF189C727EB6}"/>
              </a:ext>
            </a:extLst>
          </p:cNvPr>
          <p:cNvCxnSpPr>
            <a:cxnSpLocks/>
          </p:cNvCxnSpPr>
          <p:nvPr/>
        </p:nvCxnSpPr>
        <p:spPr>
          <a:xfrm flipH="1">
            <a:off x="9750971" y="5174234"/>
            <a:ext cx="600976" cy="3974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8" name="椭圆 47">
            <a:extLst>
              <a:ext uri="{FF2B5EF4-FFF2-40B4-BE49-F238E27FC236}">
                <a16:creationId xmlns:a16="http://schemas.microsoft.com/office/drawing/2014/main" id="{D367B410-657D-4280-8DBF-59E7072C8ACA}"/>
              </a:ext>
            </a:extLst>
          </p:cNvPr>
          <p:cNvSpPr/>
          <p:nvPr/>
        </p:nvSpPr>
        <p:spPr>
          <a:xfrm>
            <a:off x="9269067" y="4543022"/>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49" name="椭圆 48">
            <a:extLst>
              <a:ext uri="{FF2B5EF4-FFF2-40B4-BE49-F238E27FC236}">
                <a16:creationId xmlns:a16="http://schemas.microsoft.com/office/drawing/2014/main" id="{F774AF78-AE56-4482-9C2D-729E51573FF0}"/>
              </a:ext>
            </a:extLst>
          </p:cNvPr>
          <p:cNvSpPr/>
          <p:nvPr/>
        </p:nvSpPr>
        <p:spPr>
          <a:xfrm>
            <a:off x="8308187" y="495689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50" name="椭圆 49">
            <a:extLst>
              <a:ext uri="{FF2B5EF4-FFF2-40B4-BE49-F238E27FC236}">
                <a16:creationId xmlns:a16="http://schemas.microsoft.com/office/drawing/2014/main" id="{7B347180-A3CD-434A-82D5-9D8AC02B664A}"/>
              </a:ext>
            </a:extLst>
          </p:cNvPr>
          <p:cNvSpPr/>
          <p:nvPr/>
        </p:nvSpPr>
        <p:spPr>
          <a:xfrm>
            <a:off x="7764719" y="538187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51" name="椭圆 50">
            <a:extLst>
              <a:ext uri="{FF2B5EF4-FFF2-40B4-BE49-F238E27FC236}">
                <a16:creationId xmlns:a16="http://schemas.microsoft.com/office/drawing/2014/main" id="{80673D9F-5F69-4D63-A044-A5C7D9358EAC}"/>
              </a:ext>
            </a:extLst>
          </p:cNvPr>
          <p:cNvSpPr/>
          <p:nvPr/>
        </p:nvSpPr>
        <p:spPr>
          <a:xfrm>
            <a:off x="8886832" y="538187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52" name="椭圆 51">
            <a:extLst>
              <a:ext uri="{FF2B5EF4-FFF2-40B4-BE49-F238E27FC236}">
                <a16:creationId xmlns:a16="http://schemas.microsoft.com/office/drawing/2014/main" id="{20E6F0FC-717C-4109-8E5B-E8B86EDB8617}"/>
              </a:ext>
            </a:extLst>
          </p:cNvPr>
          <p:cNvSpPr/>
          <p:nvPr/>
        </p:nvSpPr>
        <p:spPr>
          <a:xfrm>
            <a:off x="9597859" y="537597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53" name="椭圆 52">
            <a:extLst>
              <a:ext uri="{FF2B5EF4-FFF2-40B4-BE49-F238E27FC236}">
                <a16:creationId xmlns:a16="http://schemas.microsoft.com/office/drawing/2014/main" id="{C4652908-BB43-4E83-867C-2C714ED5B5A5}"/>
              </a:ext>
            </a:extLst>
          </p:cNvPr>
          <p:cNvSpPr/>
          <p:nvPr/>
        </p:nvSpPr>
        <p:spPr>
          <a:xfrm>
            <a:off x="8032935" y="5845123"/>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54" name="椭圆 53">
            <a:extLst>
              <a:ext uri="{FF2B5EF4-FFF2-40B4-BE49-F238E27FC236}">
                <a16:creationId xmlns:a16="http://schemas.microsoft.com/office/drawing/2014/main" id="{2539E04B-33B6-4E52-BC69-7C5CF48D9122}"/>
              </a:ext>
            </a:extLst>
          </p:cNvPr>
          <p:cNvSpPr/>
          <p:nvPr/>
        </p:nvSpPr>
        <p:spPr>
          <a:xfrm>
            <a:off x="10151522" y="495516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sp>
        <p:nvSpPr>
          <p:cNvPr id="55" name="椭圆 54">
            <a:extLst>
              <a:ext uri="{FF2B5EF4-FFF2-40B4-BE49-F238E27FC236}">
                <a16:creationId xmlns:a16="http://schemas.microsoft.com/office/drawing/2014/main" id="{C5126D17-3663-4767-8D74-C2BDCBB60396}"/>
              </a:ext>
            </a:extLst>
          </p:cNvPr>
          <p:cNvSpPr/>
          <p:nvPr/>
        </p:nvSpPr>
        <p:spPr>
          <a:xfrm>
            <a:off x="9894179" y="5824436"/>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b="1" dirty="0">
              <a:solidFill>
                <a:srgbClr val="002060"/>
              </a:solidFill>
            </a:endParaRPr>
          </a:p>
        </p:txBody>
      </p:sp>
      <p:cxnSp>
        <p:nvCxnSpPr>
          <p:cNvPr id="56" name="直接连接符 55">
            <a:extLst>
              <a:ext uri="{FF2B5EF4-FFF2-40B4-BE49-F238E27FC236}">
                <a16:creationId xmlns:a16="http://schemas.microsoft.com/office/drawing/2014/main" id="{D581DCF6-C431-4FAB-A206-45CF861FBDBD}"/>
              </a:ext>
            </a:extLst>
          </p:cNvPr>
          <p:cNvCxnSpPr>
            <a:cxnSpLocks/>
            <a:stCxn id="49" idx="3"/>
            <a:endCxn id="50" idx="7"/>
          </p:cNvCxnSpPr>
          <p:nvPr/>
        </p:nvCxnSpPr>
        <p:spPr>
          <a:xfrm flipH="1">
            <a:off x="8108872" y="5264176"/>
            <a:ext cx="258362" cy="17041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B45E5DCD-FB86-40BE-B9DF-1E60E78E48C5}"/>
              </a:ext>
            </a:extLst>
          </p:cNvPr>
          <p:cNvCxnSpPr>
            <a:cxnSpLocks/>
            <a:stCxn id="51" idx="1"/>
            <a:endCxn id="49" idx="5"/>
          </p:cNvCxnSpPr>
          <p:nvPr/>
        </p:nvCxnSpPr>
        <p:spPr>
          <a:xfrm flipH="1" flipV="1">
            <a:off x="8652340" y="5264176"/>
            <a:ext cx="293539" cy="170415"/>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506D0A28-3A0F-448B-B149-86F0BE49F1ED}"/>
              </a:ext>
            </a:extLst>
          </p:cNvPr>
          <p:cNvGrpSpPr/>
          <p:nvPr/>
        </p:nvGrpSpPr>
        <p:grpSpPr>
          <a:xfrm>
            <a:off x="9070663" y="4125674"/>
            <a:ext cx="271991" cy="462444"/>
            <a:chOff x="8340989" y="543313"/>
            <a:chExt cx="284748" cy="374524"/>
          </a:xfrm>
        </p:grpSpPr>
        <p:sp>
          <p:nvSpPr>
            <p:cNvPr id="59" name="文本框 58">
              <a:extLst>
                <a:ext uri="{FF2B5EF4-FFF2-40B4-BE49-F238E27FC236}">
                  <a16:creationId xmlns:a16="http://schemas.microsoft.com/office/drawing/2014/main" id="{DE506038-52F5-4BF1-B691-6298A4F32B70}"/>
                </a:ext>
              </a:extLst>
            </p:cNvPr>
            <p:cNvSpPr txBox="1"/>
            <p:nvPr/>
          </p:nvSpPr>
          <p:spPr>
            <a:xfrm>
              <a:off x="8340989" y="543313"/>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60" name="直接箭头连接符 59">
              <a:extLst>
                <a:ext uri="{FF2B5EF4-FFF2-40B4-BE49-F238E27FC236}">
                  <a16:creationId xmlns:a16="http://schemas.microsoft.com/office/drawing/2014/main" id="{5C220744-2F9A-4E88-9700-F0F29DACDE4F}"/>
                </a:ext>
              </a:extLst>
            </p:cNvPr>
            <p:cNvCxnSpPr/>
            <p:nvPr/>
          </p:nvCxnSpPr>
          <p:spPr>
            <a:xfrm>
              <a:off x="8503622" y="720297"/>
              <a:ext cx="122115" cy="197540"/>
            </a:xfrm>
            <a:prstGeom prst="straightConnector1">
              <a:avLst/>
            </a:prstGeom>
            <a:ln w="19050">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61" name="文本框 60">
            <a:extLst>
              <a:ext uri="{FF2B5EF4-FFF2-40B4-BE49-F238E27FC236}">
                <a16:creationId xmlns:a16="http://schemas.microsoft.com/office/drawing/2014/main" id="{B8F99E8E-1641-481C-820A-774241DA851A}"/>
              </a:ext>
            </a:extLst>
          </p:cNvPr>
          <p:cNvSpPr txBox="1"/>
          <p:nvPr/>
        </p:nvSpPr>
        <p:spPr>
          <a:xfrm>
            <a:off x="7705716" y="3658763"/>
            <a:ext cx="3789992" cy="400110"/>
          </a:xfrm>
          <a:prstGeom prst="rect">
            <a:avLst/>
          </a:prstGeom>
          <a:noFill/>
        </p:spPr>
        <p:txBody>
          <a:bodyPr wrap="square" rtlCol="0">
            <a:spAutoFit/>
          </a:bodyPr>
          <a:lstStyle/>
          <a:p>
            <a:r>
              <a:rPr lang="en-US" altLang="zh-CN" sz="2000" b="1" dirty="0">
                <a:solidFill>
                  <a:srgbClr val="C00000"/>
                </a:solidFill>
                <a:cs typeface="Courier New" panose="02070309020205020404" pitchFamily="49" charset="0"/>
              </a:rPr>
              <a:t>40, 90, 35, 50, 20, 38, 80, 40, 30</a:t>
            </a:r>
          </a:p>
        </p:txBody>
      </p:sp>
      <p:sp>
        <p:nvSpPr>
          <p:cNvPr id="62" name="Text Box 3">
            <a:extLst>
              <a:ext uri="{FF2B5EF4-FFF2-40B4-BE49-F238E27FC236}">
                <a16:creationId xmlns:a16="http://schemas.microsoft.com/office/drawing/2014/main" id="{90373B30-F866-4F1D-9DBC-182764CC8C22}"/>
              </a:ext>
            </a:extLst>
          </p:cNvPr>
          <p:cNvSpPr txBox="1">
            <a:spLocks noChangeArrowheads="1"/>
          </p:cNvSpPr>
          <p:nvPr/>
        </p:nvSpPr>
        <p:spPr bwMode="auto">
          <a:xfrm>
            <a:off x="8909941" y="3705750"/>
            <a:ext cx="3071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a:spcBef>
                <a:spcPct val="50000"/>
              </a:spcBef>
            </a:pPr>
            <a:r>
              <a:rPr lang="en-US" altLang="zh-CN" sz="2000" b="1" dirty="0">
                <a:solidFill>
                  <a:srgbClr val="C00000"/>
                </a:solidFill>
              </a:rPr>
              <a:t>50</a:t>
            </a:r>
          </a:p>
        </p:txBody>
      </p:sp>
      <p:sp>
        <p:nvSpPr>
          <p:cNvPr id="63" name="Text Box 12">
            <a:extLst>
              <a:ext uri="{FF2B5EF4-FFF2-40B4-BE49-F238E27FC236}">
                <a16:creationId xmlns:a16="http://schemas.microsoft.com/office/drawing/2014/main" id="{F8B5519A-6470-45D5-B588-2A1AF85CC7B7}"/>
              </a:ext>
            </a:extLst>
          </p:cNvPr>
          <p:cNvSpPr txBox="1">
            <a:spLocks noChangeArrowheads="1"/>
          </p:cNvSpPr>
          <p:nvPr/>
        </p:nvSpPr>
        <p:spPr bwMode="auto">
          <a:xfrm>
            <a:off x="10806967" y="3705196"/>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30</a:t>
            </a:r>
          </a:p>
        </p:txBody>
      </p:sp>
      <p:sp>
        <p:nvSpPr>
          <p:cNvPr id="64" name="Text Box 19">
            <a:extLst>
              <a:ext uri="{FF2B5EF4-FFF2-40B4-BE49-F238E27FC236}">
                <a16:creationId xmlns:a16="http://schemas.microsoft.com/office/drawing/2014/main" id="{EA1D7DF2-2BE9-48C9-AC24-5A887DDE7761}"/>
              </a:ext>
            </a:extLst>
          </p:cNvPr>
          <p:cNvSpPr txBox="1">
            <a:spLocks noChangeArrowheads="1"/>
          </p:cNvSpPr>
          <p:nvPr/>
        </p:nvSpPr>
        <p:spPr bwMode="auto">
          <a:xfrm>
            <a:off x="7760651" y="3702526"/>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40</a:t>
            </a:r>
          </a:p>
        </p:txBody>
      </p:sp>
      <p:sp>
        <p:nvSpPr>
          <p:cNvPr id="65" name="Text Box 33">
            <a:extLst>
              <a:ext uri="{FF2B5EF4-FFF2-40B4-BE49-F238E27FC236}">
                <a16:creationId xmlns:a16="http://schemas.microsoft.com/office/drawing/2014/main" id="{EF5DB6F0-01BE-4F29-A37A-308AA7D28B34}"/>
              </a:ext>
            </a:extLst>
          </p:cNvPr>
          <p:cNvSpPr txBox="1">
            <a:spLocks noChangeArrowheads="1"/>
          </p:cNvSpPr>
          <p:nvPr/>
        </p:nvSpPr>
        <p:spPr bwMode="auto">
          <a:xfrm>
            <a:off x="10055080" y="3702526"/>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80</a:t>
            </a:r>
          </a:p>
        </p:txBody>
      </p:sp>
      <p:sp>
        <p:nvSpPr>
          <p:cNvPr id="66" name="Text Box 38">
            <a:extLst>
              <a:ext uri="{FF2B5EF4-FFF2-40B4-BE49-F238E27FC236}">
                <a16:creationId xmlns:a16="http://schemas.microsoft.com/office/drawing/2014/main" id="{5B108E70-71A2-41C8-93FC-181C71D6A466}"/>
              </a:ext>
            </a:extLst>
          </p:cNvPr>
          <p:cNvSpPr txBox="1">
            <a:spLocks noChangeArrowheads="1"/>
          </p:cNvSpPr>
          <p:nvPr/>
        </p:nvSpPr>
        <p:spPr bwMode="auto">
          <a:xfrm>
            <a:off x="9264422" y="3705751"/>
            <a:ext cx="35956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20</a:t>
            </a:r>
          </a:p>
        </p:txBody>
      </p:sp>
      <p:sp>
        <p:nvSpPr>
          <p:cNvPr id="67" name="Text Box 43">
            <a:extLst>
              <a:ext uri="{FF2B5EF4-FFF2-40B4-BE49-F238E27FC236}">
                <a16:creationId xmlns:a16="http://schemas.microsoft.com/office/drawing/2014/main" id="{1DC92D0B-C9A0-45D6-A2F3-1A7DE31EF5AC}"/>
              </a:ext>
            </a:extLst>
          </p:cNvPr>
          <p:cNvSpPr txBox="1">
            <a:spLocks noChangeArrowheads="1"/>
          </p:cNvSpPr>
          <p:nvPr/>
        </p:nvSpPr>
        <p:spPr bwMode="auto">
          <a:xfrm>
            <a:off x="8521756" y="3704445"/>
            <a:ext cx="3262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35</a:t>
            </a:r>
          </a:p>
        </p:txBody>
      </p:sp>
      <p:sp>
        <p:nvSpPr>
          <p:cNvPr id="68" name="Text Box 47">
            <a:extLst>
              <a:ext uri="{FF2B5EF4-FFF2-40B4-BE49-F238E27FC236}">
                <a16:creationId xmlns:a16="http://schemas.microsoft.com/office/drawing/2014/main" id="{C35AEDE1-FDD9-4B08-B132-BABDA46879EF}"/>
              </a:ext>
            </a:extLst>
          </p:cNvPr>
          <p:cNvSpPr txBox="1">
            <a:spLocks noChangeArrowheads="1"/>
          </p:cNvSpPr>
          <p:nvPr/>
        </p:nvSpPr>
        <p:spPr bwMode="auto">
          <a:xfrm>
            <a:off x="8127203" y="3705752"/>
            <a:ext cx="35956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90</a:t>
            </a:r>
          </a:p>
        </p:txBody>
      </p:sp>
      <p:sp>
        <p:nvSpPr>
          <p:cNvPr id="69" name="Text Box 51">
            <a:extLst>
              <a:ext uri="{FF2B5EF4-FFF2-40B4-BE49-F238E27FC236}">
                <a16:creationId xmlns:a16="http://schemas.microsoft.com/office/drawing/2014/main" id="{96452BB8-784B-4F50-B5CC-F1C925BBD134}"/>
              </a:ext>
            </a:extLst>
          </p:cNvPr>
          <p:cNvSpPr txBox="1">
            <a:spLocks noChangeArrowheads="1"/>
          </p:cNvSpPr>
          <p:nvPr/>
        </p:nvSpPr>
        <p:spPr bwMode="auto">
          <a:xfrm>
            <a:off x="10414354" y="3702526"/>
            <a:ext cx="35956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40</a:t>
            </a:r>
          </a:p>
        </p:txBody>
      </p:sp>
      <p:sp>
        <p:nvSpPr>
          <p:cNvPr id="70" name="Text Box 60">
            <a:extLst>
              <a:ext uri="{FF2B5EF4-FFF2-40B4-BE49-F238E27FC236}">
                <a16:creationId xmlns:a16="http://schemas.microsoft.com/office/drawing/2014/main" id="{3C484DEC-5B54-4A9D-8664-BE6EC6C521E3}"/>
              </a:ext>
            </a:extLst>
          </p:cNvPr>
          <p:cNvSpPr txBox="1">
            <a:spLocks noChangeArrowheads="1"/>
          </p:cNvSpPr>
          <p:nvPr/>
        </p:nvSpPr>
        <p:spPr bwMode="auto">
          <a:xfrm>
            <a:off x="9673887" y="3711589"/>
            <a:ext cx="3071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rgbClr val="C00000"/>
                </a:solidFill>
              </a:defRPr>
            </a:lvl1pPr>
          </a:lstStyle>
          <a:p>
            <a:pPr algn="ctr"/>
            <a:r>
              <a:rPr lang="en-US" altLang="zh-CN" dirty="0"/>
              <a:t>38</a:t>
            </a:r>
          </a:p>
        </p:txBody>
      </p:sp>
      <p:sp>
        <p:nvSpPr>
          <p:cNvPr id="76" name="文本框 75">
            <a:extLst>
              <a:ext uri="{FF2B5EF4-FFF2-40B4-BE49-F238E27FC236}">
                <a16:creationId xmlns:a16="http://schemas.microsoft.com/office/drawing/2014/main" id="{922FCA13-FB06-4C77-8F35-A5B78AB86B5D}"/>
              </a:ext>
            </a:extLst>
          </p:cNvPr>
          <p:cNvSpPr txBox="1"/>
          <p:nvPr/>
        </p:nvSpPr>
        <p:spPr>
          <a:xfrm>
            <a:off x="4696678" y="4156632"/>
            <a:ext cx="2925026" cy="1200329"/>
          </a:xfrm>
          <a:prstGeom prst="rect">
            <a:avLst/>
          </a:prstGeom>
          <a:solidFill>
            <a:schemeClr val="accent2">
              <a:lumMod val="20000"/>
              <a:lumOff val="80000"/>
            </a:schemeClr>
          </a:solidFill>
        </p:spPr>
        <p:txBody>
          <a:bodyPr wrap="square" rtlCol="0">
            <a:spAutoFit/>
          </a:bodyPr>
          <a:lstStyle/>
          <a:p>
            <a:pPr algn="just"/>
            <a:r>
              <a:rPr lang="zh-CN" altLang="en-US" b="1" dirty="0">
                <a:solidFill>
                  <a:srgbClr val="002060"/>
                </a:solidFill>
                <a:effectLst>
                  <a:outerShdw blurRad="38100" dist="38100" dir="2700000" algn="tl">
                    <a:srgbClr val="000000">
                      <a:alpha val="43137"/>
                    </a:srgbClr>
                  </a:outerShdw>
                </a:effectLst>
                <a:latin typeface="+mn-ea"/>
                <a:cs typeface="Courier New" panose="02070309020205020404" pitchFamily="49" charset="0"/>
              </a:rPr>
              <a:t>小结</a:t>
            </a:r>
            <a:r>
              <a:rPr lang="zh-CN" altLang="en-US"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a:t>
            </a:r>
            <a:endParaRPr lang="en-US" altLang="zh-CN" b="1" dirty="0">
              <a:solidFill>
                <a:srgbClr val="002060"/>
              </a:solidFill>
              <a:latin typeface="Courier New" panose="02070309020205020404" pitchFamily="49" charset="0"/>
              <a:ea typeface="宋体" panose="02010600030101010101" pitchFamily="2" charset="-122"/>
              <a:cs typeface="Courier New" panose="02070309020205020404" pitchFamily="49" charset="0"/>
            </a:endParaRPr>
          </a:p>
          <a:p>
            <a:pPr algn="just"/>
            <a:r>
              <a:rPr lang="zh-CN" altLang="en-US"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a:t>
            </a:r>
            <a:r>
              <a:rPr lang="en-US" altLang="zh-CN"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1</a:t>
            </a:r>
            <a:r>
              <a:rPr lang="zh-CN" altLang="en-US"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）不含重复关键字</a:t>
            </a:r>
            <a:endParaRPr lang="en-US" altLang="zh-CN" b="1" dirty="0">
              <a:solidFill>
                <a:srgbClr val="002060"/>
              </a:solidFill>
              <a:latin typeface="Courier New" panose="02070309020205020404" pitchFamily="49" charset="0"/>
              <a:ea typeface="宋体" panose="02010600030101010101" pitchFamily="2" charset="-122"/>
              <a:cs typeface="Courier New" panose="02070309020205020404" pitchFamily="49" charset="0"/>
            </a:endParaRPr>
          </a:p>
          <a:p>
            <a:pPr algn="just"/>
            <a:r>
              <a:rPr lang="zh-CN" altLang="en-US"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a:t>
            </a:r>
            <a:r>
              <a:rPr lang="en-US" altLang="zh-CN"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2</a:t>
            </a:r>
            <a:r>
              <a:rPr lang="zh-CN" altLang="en-US"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）总是插入为叶子</a:t>
            </a:r>
            <a:endParaRPr lang="en-US" altLang="zh-CN" b="1" dirty="0">
              <a:solidFill>
                <a:srgbClr val="002060"/>
              </a:solidFill>
              <a:latin typeface="Courier New" panose="02070309020205020404" pitchFamily="49" charset="0"/>
              <a:ea typeface="宋体" panose="02010600030101010101" pitchFamily="2" charset="-122"/>
              <a:cs typeface="Courier New" panose="02070309020205020404" pitchFamily="49" charset="0"/>
            </a:endParaRPr>
          </a:p>
          <a:p>
            <a:pPr algn="just"/>
            <a:r>
              <a:rPr lang="zh-CN" altLang="en-US"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a:t>
            </a:r>
            <a:r>
              <a:rPr lang="en-US" altLang="zh-CN"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3</a:t>
            </a:r>
            <a:r>
              <a:rPr lang="zh-CN" altLang="en-US" b="1" dirty="0">
                <a:solidFill>
                  <a:srgbClr val="002060"/>
                </a:solidFill>
                <a:latin typeface="Courier New" panose="02070309020205020404" pitchFamily="49" charset="0"/>
                <a:ea typeface="宋体" panose="02010600030101010101" pitchFamily="2" charset="-122"/>
                <a:cs typeface="Courier New" panose="02070309020205020404" pitchFamily="49" charset="0"/>
              </a:rPr>
              <a:t>）树形与插入次序相关</a:t>
            </a:r>
            <a:endParaRPr lang="en-US" altLang="zh-CN" b="1" dirty="0">
              <a:solidFill>
                <a:srgbClr val="00206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2" name="文本框 1">
            <a:extLst>
              <a:ext uri="{FF2B5EF4-FFF2-40B4-BE49-F238E27FC236}">
                <a16:creationId xmlns:a16="http://schemas.microsoft.com/office/drawing/2014/main" id="{9EFAE03F-E7B2-4FC4-37C6-1CD938896201}"/>
              </a:ext>
            </a:extLst>
          </p:cNvPr>
          <p:cNvSpPr txBox="1"/>
          <p:nvPr/>
        </p:nvSpPr>
        <p:spPr>
          <a:xfrm>
            <a:off x="3498112" y="6332156"/>
            <a:ext cx="8144539" cy="4308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200" b="1" dirty="0">
                <a:solidFill>
                  <a:schemeClr val="accent5">
                    <a:lumMod val="75000"/>
                  </a:schemeClr>
                </a:solidFill>
              </a:rPr>
              <a:t>可在</a:t>
            </a:r>
            <a:r>
              <a:rPr lang="en-US" altLang="zh-CN" sz="2200" b="1" dirty="0" err="1">
                <a:solidFill>
                  <a:schemeClr val="accent5">
                    <a:lumMod val="75000"/>
                  </a:schemeClr>
                </a:solidFill>
              </a:rPr>
              <a:t>AnyviewC</a:t>
            </a:r>
            <a:r>
              <a:rPr lang="zh-CN" altLang="en-US" sz="2200" b="1" dirty="0">
                <a:solidFill>
                  <a:schemeClr val="accent5">
                    <a:lumMod val="75000"/>
                  </a:schemeClr>
                </a:solidFill>
              </a:rPr>
              <a:t>可视跟踪观察算法过程中二叉排序树的形态变化</a:t>
            </a:r>
          </a:p>
        </p:txBody>
      </p:sp>
    </p:spTree>
    <p:extLst>
      <p:ext uri="{BB962C8B-B14F-4D97-AF65-F5344CB8AC3E}">
        <p14:creationId xmlns:p14="http://schemas.microsoft.com/office/powerpoint/2010/main" val="56520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7" presetClass="entr" presetSubtype="0"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1000"/>
                                        <p:tgtEl>
                                          <p:spTgt spid="35"/>
                                        </p:tgtEl>
                                      </p:cBhvr>
                                    </p:animEffect>
                                    <p:anim calcmode="lin" valueType="num">
                                      <p:cBhvr>
                                        <p:cTn id="21" dur="1000" fill="hold"/>
                                        <p:tgtEl>
                                          <p:spTgt spid="35"/>
                                        </p:tgtEl>
                                        <p:attrNameLst>
                                          <p:attrName>ppt_x</p:attrName>
                                        </p:attrNameLst>
                                      </p:cBhvr>
                                      <p:tavLst>
                                        <p:tav tm="0">
                                          <p:val>
                                            <p:strVal val="#ppt_x"/>
                                          </p:val>
                                        </p:tav>
                                        <p:tav tm="100000">
                                          <p:val>
                                            <p:strVal val="#ppt_x"/>
                                          </p:val>
                                        </p:tav>
                                      </p:tavLst>
                                    </p:anim>
                                    <p:anim calcmode="lin" valueType="num">
                                      <p:cBhvr>
                                        <p:cTn id="22" dur="1000" fill="hold"/>
                                        <p:tgtEl>
                                          <p:spTgt spid="35"/>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20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8" presetClass="emph" presetSubtype="0" fill="hold" grpId="1" nodeType="withEffect">
                                  <p:stCondLst>
                                    <p:cond delay="0"/>
                                  </p:stCondLst>
                                  <p:childTnLst>
                                    <p:animRot by="21600000">
                                      <p:cBhvr>
                                        <p:cTn id="32" dur="1500" fill="hold"/>
                                        <p:tgtEl>
                                          <p:spTgt spid="7"/>
                                        </p:tgtEl>
                                        <p:attrNameLst>
                                          <p:attrName>r</p:attrName>
                                        </p:attrNameLst>
                                      </p:cBhvr>
                                    </p:animRot>
                                  </p:childTnLst>
                                </p:cTn>
                              </p:par>
                            </p:childTnLst>
                          </p:cTn>
                        </p:par>
                        <p:par>
                          <p:cTn id="33" fill="hold">
                            <p:stCondLst>
                              <p:cond delay="1500"/>
                            </p:stCondLst>
                            <p:childTnLst>
                              <p:par>
                                <p:cTn id="34" presetID="42" presetClass="entr" presetSubtype="0"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par>
                                <p:cTn id="39" presetID="42" presetClass="path" presetSubtype="0" accel="50000" decel="50000" fill="hold" grpId="2" nodeType="withEffect">
                                  <p:stCondLst>
                                    <p:cond delay="0"/>
                                  </p:stCondLst>
                                  <p:childTnLst>
                                    <p:animMotion origin="layout" path="M 1.875E-6 3.7037E-7 L 0.19323 0.12963 " pathEditMode="relative" rAng="0" ptsTypes="AA">
                                      <p:cBhvr>
                                        <p:cTn id="40" dur="2000" fill="hold"/>
                                        <p:tgtEl>
                                          <p:spTgt spid="7"/>
                                        </p:tgtEl>
                                        <p:attrNameLst>
                                          <p:attrName>ppt_x</p:attrName>
                                          <p:attrName>ppt_y</p:attrName>
                                        </p:attrNameLst>
                                      </p:cBhvr>
                                      <p:rCtr x="9661" y="6481"/>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8" presetClass="emph" presetSubtype="0" fill="hold" grpId="1" nodeType="withEffect">
                                  <p:stCondLst>
                                    <p:cond delay="0"/>
                                  </p:stCondLst>
                                  <p:childTnLst>
                                    <p:animRot by="21600000">
                                      <p:cBhvr>
                                        <p:cTn id="46" dur="1500" fill="hold"/>
                                        <p:tgtEl>
                                          <p:spTgt spid="8"/>
                                        </p:tgtEl>
                                        <p:attrNameLst>
                                          <p:attrName>r</p:attrName>
                                        </p:attrNameLst>
                                      </p:cBhvr>
                                    </p:animRot>
                                  </p:childTnLst>
                                </p:cTn>
                              </p:par>
                            </p:childTnLst>
                          </p:cTn>
                        </p:par>
                        <p:par>
                          <p:cTn id="47" fill="hold">
                            <p:stCondLst>
                              <p:cond delay="1500"/>
                            </p:stCondLst>
                            <p:childTnLst>
                              <p:par>
                                <p:cTn id="48" presetID="42" presetClass="entr" presetSubtype="0"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anim calcmode="lin" valueType="num">
                                      <p:cBhvr>
                                        <p:cTn id="51" dur="1000" fill="hold"/>
                                        <p:tgtEl>
                                          <p:spTgt spid="21"/>
                                        </p:tgtEl>
                                        <p:attrNameLst>
                                          <p:attrName>ppt_x</p:attrName>
                                        </p:attrNameLst>
                                      </p:cBhvr>
                                      <p:tavLst>
                                        <p:tav tm="0">
                                          <p:val>
                                            <p:strVal val="#ppt_x"/>
                                          </p:val>
                                        </p:tav>
                                        <p:tav tm="100000">
                                          <p:val>
                                            <p:strVal val="#ppt_x"/>
                                          </p:val>
                                        </p:tav>
                                      </p:tavLst>
                                    </p:anim>
                                    <p:anim calcmode="lin" valueType="num">
                                      <p:cBhvr>
                                        <p:cTn id="52" dur="1000" fill="hold"/>
                                        <p:tgtEl>
                                          <p:spTgt spid="21"/>
                                        </p:tgtEl>
                                        <p:attrNameLst>
                                          <p:attrName>ppt_y</p:attrName>
                                        </p:attrNameLst>
                                      </p:cBhvr>
                                      <p:tavLst>
                                        <p:tav tm="0">
                                          <p:val>
                                            <p:strVal val="#ppt_y+.1"/>
                                          </p:val>
                                        </p:tav>
                                        <p:tav tm="100000">
                                          <p:val>
                                            <p:strVal val="#ppt_y"/>
                                          </p:val>
                                        </p:tav>
                                      </p:tavLst>
                                    </p:anim>
                                  </p:childTnLst>
                                </p:cTn>
                              </p:par>
                              <p:par>
                                <p:cTn id="53" presetID="42" presetClass="path" presetSubtype="0" accel="50000" decel="50000" fill="hold" grpId="2" nodeType="withEffect">
                                  <p:stCondLst>
                                    <p:cond delay="0"/>
                                  </p:stCondLst>
                                  <p:childTnLst>
                                    <p:animMotion origin="layout" path="M 1.04167E-6 3.33333E-6 L 0.08815 0.1912 " pathEditMode="relative" rAng="0" ptsTypes="AA">
                                      <p:cBhvr>
                                        <p:cTn id="54" dur="2000" fill="hold"/>
                                        <p:tgtEl>
                                          <p:spTgt spid="8"/>
                                        </p:tgtEl>
                                        <p:attrNameLst>
                                          <p:attrName>ppt_x</p:attrName>
                                          <p:attrName>ppt_y</p:attrName>
                                        </p:attrNameLst>
                                      </p:cBhvr>
                                      <p:rCtr x="4401" y="9560"/>
                                    </p:animMotion>
                                  </p:childTnLst>
                                </p:cTn>
                              </p:par>
                            </p:childTnLst>
                          </p:cTn>
                        </p:par>
                        <p:par>
                          <p:cTn id="55" fill="hold">
                            <p:stCondLst>
                              <p:cond delay="3500"/>
                            </p:stCondLst>
                            <p:childTnLst>
                              <p:par>
                                <p:cTn id="56" presetID="22" presetClass="entr" presetSubtype="2" fill="hold" nodeType="after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wipe(right)">
                                      <p:cBhvr>
                                        <p:cTn id="58" dur="500"/>
                                        <p:tgtEl>
                                          <p:spTgt spid="30"/>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par>
                                <p:cTn id="63" presetID="8" presetClass="emph" presetSubtype="0" fill="hold" grpId="1" nodeType="withEffect">
                                  <p:stCondLst>
                                    <p:cond delay="0"/>
                                  </p:stCondLst>
                                  <p:childTnLst>
                                    <p:animRot by="21600000">
                                      <p:cBhvr>
                                        <p:cTn id="64" dur="1500" fill="hold"/>
                                        <p:tgtEl>
                                          <p:spTgt spid="9"/>
                                        </p:tgtEl>
                                        <p:attrNameLst>
                                          <p:attrName>r</p:attrName>
                                        </p:attrNameLst>
                                      </p:cBhvr>
                                    </p:animRot>
                                  </p:childTnLst>
                                </p:cTn>
                              </p:par>
                            </p:childTnLst>
                          </p:cTn>
                        </p:par>
                        <p:par>
                          <p:cTn id="65" fill="hold">
                            <p:stCondLst>
                              <p:cond delay="1500"/>
                            </p:stCondLst>
                            <p:childTnLst>
                              <p:par>
                                <p:cTn id="66" presetID="42"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1000"/>
                                        <p:tgtEl>
                                          <p:spTgt spid="23"/>
                                        </p:tgtEl>
                                      </p:cBhvr>
                                    </p:animEffect>
                                    <p:anim calcmode="lin" valueType="num">
                                      <p:cBhvr>
                                        <p:cTn id="69" dur="1000" fill="hold"/>
                                        <p:tgtEl>
                                          <p:spTgt spid="23"/>
                                        </p:tgtEl>
                                        <p:attrNameLst>
                                          <p:attrName>ppt_x</p:attrName>
                                        </p:attrNameLst>
                                      </p:cBhvr>
                                      <p:tavLst>
                                        <p:tav tm="0">
                                          <p:val>
                                            <p:strVal val="#ppt_x"/>
                                          </p:val>
                                        </p:tav>
                                        <p:tav tm="100000">
                                          <p:val>
                                            <p:strVal val="#ppt_x"/>
                                          </p:val>
                                        </p:tav>
                                      </p:tavLst>
                                    </p:anim>
                                    <p:anim calcmode="lin" valueType="num">
                                      <p:cBhvr>
                                        <p:cTn id="70" dur="1000" fill="hold"/>
                                        <p:tgtEl>
                                          <p:spTgt spid="23"/>
                                        </p:tgtEl>
                                        <p:attrNameLst>
                                          <p:attrName>ppt_y</p:attrName>
                                        </p:attrNameLst>
                                      </p:cBhvr>
                                      <p:tavLst>
                                        <p:tav tm="0">
                                          <p:val>
                                            <p:strVal val="#ppt_y+.1"/>
                                          </p:val>
                                        </p:tav>
                                        <p:tav tm="100000">
                                          <p:val>
                                            <p:strVal val="#ppt_y"/>
                                          </p:val>
                                        </p:tav>
                                      </p:tavLst>
                                    </p:anim>
                                  </p:childTnLst>
                                </p:cTn>
                              </p:par>
                              <p:par>
                                <p:cTn id="71" presetID="42" presetClass="path" presetSubtype="0" accel="50000" decel="50000" fill="hold" grpId="2" nodeType="withEffect">
                                  <p:stCondLst>
                                    <p:cond delay="0"/>
                                  </p:stCondLst>
                                  <p:childTnLst>
                                    <p:animMotion origin="layout" path="M 1.875E-6 3.33333E-6 L 0.1056 0.25208 " pathEditMode="relative" rAng="0" ptsTypes="AA">
                                      <p:cBhvr>
                                        <p:cTn id="72" dur="2000" fill="hold"/>
                                        <p:tgtEl>
                                          <p:spTgt spid="9"/>
                                        </p:tgtEl>
                                        <p:attrNameLst>
                                          <p:attrName>ppt_x</p:attrName>
                                          <p:attrName>ppt_y</p:attrName>
                                        </p:attrNameLst>
                                      </p:cBhvr>
                                      <p:rCtr x="5273" y="12593"/>
                                    </p:animMotion>
                                  </p:childTnLst>
                                </p:cTn>
                              </p:par>
                            </p:childTnLst>
                          </p:cTn>
                        </p:par>
                        <p:par>
                          <p:cTn id="73" fill="hold">
                            <p:stCondLst>
                              <p:cond delay="3500"/>
                            </p:stCondLst>
                            <p:childTnLst>
                              <p:par>
                                <p:cTn id="74" presetID="22" presetClass="entr" presetSubtype="8" fill="hold" nodeType="after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wipe(left)">
                                      <p:cBhvr>
                                        <p:cTn id="76" dur="500"/>
                                        <p:tgtEl>
                                          <p:spTgt spid="32"/>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0"/>
                                        </p:tgtEl>
                                        <p:attrNameLst>
                                          <p:attrName>style.visibility</p:attrName>
                                        </p:attrNameLst>
                                      </p:cBhvr>
                                      <p:to>
                                        <p:strVal val="visible"/>
                                      </p:to>
                                    </p:set>
                                  </p:childTnLst>
                                </p:cTn>
                              </p:par>
                              <p:par>
                                <p:cTn id="81" presetID="8" presetClass="emph" presetSubtype="0" fill="hold" grpId="1" nodeType="withEffect">
                                  <p:stCondLst>
                                    <p:cond delay="0"/>
                                  </p:stCondLst>
                                  <p:childTnLst>
                                    <p:animRot by="21600000">
                                      <p:cBhvr>
                                        <p:cTn id="82" dur="1500" fill="hold"/>
                                        <p:tgtEl>
                                          <p:spTgt spid="10"/>
                                        </p:tgtEl>
                                        <p:attrNameLst>
                                          <p:attrName>r</p:attrName>
                                        </p:attrNameLst>
                                      </p:cBhvr>
                                    </p:animRot>
                                  </p:childTnLst>
                                </p:cTn>
                              </p:par>
                            </p:childTnLst>
                          </p:cTn>
                        </p:par>
                        <p:par>
                          <p:cTn id="83" fill="hold">
                            <p:stCondLst>
                              <p:cond delay="1500"/>
                            </p:stCondLst>
                            <p:childTnLst>
                              <p:par>
                                <p:cTn id="84" presetID="42" presetClass="entr" presetSubtype="0" fill="hold" grpId="0" nodeType="after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1000"/>
                                        <p:tgtEl>
                                          <p:spTgt spid="26"/>
                                        </p:tgtEl>
                                      </p:cBhvr>
                                    </p:animEffect>
                                    <p:anim calcmode="lin" valueType="num">
                                      <p:cBhvr>
                                        <p:cTn id="87" dur="1000" fill="hold"/>
                                        <p:tgtEl>
                                          <p:spTgt spid="26"/>
                                        </p:tgtEl>
                                        <p:attrNameLst>
                                          <p:attrName>ppt_x</p:attrName>
                                        </p:attrNameLst>
                                      </p:cBhvr>
                                      <p:tavLst>
                                        <p:tav tm="0">
                                          <p:val>
                                            <p:strVal val="#ppt_x"/>
                                          </p:val>
                                        </p:tav>
                                        <p:tav tm="100000">
                                          <p:val>
                                            <p:strVal val="#ppt_x"/>
                                          </p:val>
                                        </p:tav>
                                      </p:tavLst>
                                    </p:anim>
                                    <p:anim calcmode="lin" valueType="num">
                                      <p:cBhvr>
                                        <p:cTn id="88" dur="1000" fill="hold"/>
                                        <p:tgtEl>
                                          <p:spTgt spid="26"/>
                                        </p:tgtEl>
                                        <p:attrNameLst>
                                          <p:attrName>ppt_y</p:attrName>
                                        </p:attrNameLst>
                                      </p:cBhvr>
                                      <p:tavLst>
                                        <p:tav tm="0">
                                          <p:val>
                                            <p:strVal val="#ppt_y+.1"/>
                                          </p:val>
                                        </p:tav>
                                        <p:tav tm="100000">
                                          <p:val>
                                            <p:strVal val="#ppt_y"/>
                                          </p:val>
                                        </p:tav>
                                      </p:tavLst>
                                    </p:anim>
                                  </p:childTnLst>
                                </p:cTn>
                              </p:par>
                              <p:par>
                                <p:cTn id="89" presetID="42" presetClass="path" presetSubtype="0" accel="50000" decel="50000" fill="hold" grpId="2" nodeType="withEffect">
                                  <p:stCondLst>
                                    <p:cond delay="0"/>
                                  </p:stCondLst>
                                  <p:childTnLst>
                                    <p:animMotion origin="layout" path="M 2.08333E-6 2.22222E-6 L 0.16094 0.19259 " pathEditMode="relative" rAng="0" ptsTypes="AA">
                                      <p:cBhvr>
                                        <p:cTn id="90" dur="2000" fill="hold"/>
                                        <p:tgtEl>
                                          <p:spTgt spid="10"/>
                                        </p:tgtEl>
                                        <p:attrNameLst>
                                          <p:attrName>ppt_x</p:attrName>
                                          <p:attrName>ppt_y</p:attrName>
                                        </p:attrNameLst>
                                      </p:cBhvr>
                                      <p:rCtr x="8047" y="9630"/>
                                    </p:animMotion>
                                  </p:childTnLst>
                                </p:cTn>
                              </p:par>
                            </p:childTnLst>
                          </p:cTn>
                        </p:par>
                        <p:par>
                          <p:cTn id="91" fill="hold">
                            <p:stCondLst>
                              <p:cond delay="3500"/>
                            </p:stCondLst>
                            <p:childTnLst>
                              <p:par>
                                <p:cTn id="92" presetID="22" presetClass="entr" presetSubtype="8" fill="hold"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wipe(left)">
                                      <p:cBhvr>
                                        <p:cTn id="94" dur="500"/>
                                        <p:tgtEl>
                                          <p:spTgt spid="34"/>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1"/>
                                        </p:tgtEl>
                                        <p:attrNameLst>
                                          <p:attrName>style.visibility</p:attrName>
                                        </p:attrNameLst>
                                      </p:cBhvr>
                                      <p:to>
                                        <p:strVal val="visible"/>
                                      </p:to>
                                    </p:set>
                                  </p:childTnLst>
                                </p:cTn>
                              </p:par>
                              <p:par>
                                <p:cTn id="99" presetID="8" presetClass="emph" presetSubtype="0" fill="hold" grpId="1" nodeType="withEffect">
                                  <p:stCondLst>
                                    <p:cond delay="0"/>
                                  </p:stCondLst>
                                  <p:childTnLst>
                                    <p:animRot by="21600000">
                                      <p:cBhvr>
                                        <p:cTn id="100" dur="1500" fill="hold"/>
                                        <p:tgtEl>
                                          <p:spTgt spid="11"/>
                                        </p:tgtEl>
                                        <p:attrNameLst>
                                          <p:attrName>r</p:attrName>
                                        </p:attrNameLst>
                                      </p:cBhvr>
                                    </p:animRot>
                                  </p:childTnLst>
                                </p:cTn>
                              </p:par>
                            </p:childTnLst>
                          </p:cTn>
                        </p:par>
                        <p:par>
                          <p:cTn id="101" fill="hold">
                            <p:stCondLst>
                              <p:cond delay="1500"/>
                            </p:stCondLst>
                            <p:childTnLst>
                              <p:par>
                                <p:cTn id="102" presetID="42" presetClass="entr" presetSubtype="0" fill="hold" grpId="0" nodeType="after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1000"/>
                                        <p:tgtEl>
                                          <p:spTgt spid="22"/>
                                        </p:tgtEl>
                                      </p:cBhvr>
                                    </p:animEffect>
                                    <p:anim calcmode="lin" valueType="num">
                                      <p:cBhvr>
                                        <p:cTn id="105" dur="1000" fill="hold"/>
                                        <p:tgtEl>
                                          <p:spTgt spid="22"/>
                                        </p:tgtEl>
                                        <p:attrNameLst>
                                          <p:attrName>ppt_x</p:attrName>
                                        </p:attrNameLst>
                                      </p:cBhvr>
                                      <p:tavLst>
                                        <p:tav tm="0">
                                          <p:val>
                                            <p:strVal val="#ppt_x"/>
                                          </p:val>
                                        </p:tav>
                                        <p:tav tm="100000">
                                          <p:val>
                                            <p:strVal val="#ppt_x"/>
                                          </p:val>
                                        </p:tav>
                                      </p:tavLst>
                                    </p:anim>
                                    <p:anim calcmode="lin" valueType="num">
                                      <p:cBhvr>
                                        <p:cTn id="106" dur="1000" fill="hold"/>
                                        <p:tgtEl>
                                          <p:spTgt spid="22"/>
                                        </p:tgtEl>
                                        <p:attrNameLst>
                                          <p:attrName>ppt_y</p:attrName>
                                        </p:attrNameLst>
                                      </p:cBhvr>
                                      <p:tavLst>
                                        <p:tav tm="0">
                                          <p:val>
                                            <p:strVal val="#ppt_y+.1"/>
                                          </p:val>
                                        </p:tav>
                                        <p:tav tm="100000">
                                          <p:val>
                                            <p:strVal val="#ppt_y"/>
                                          </p:val>
                                        </p:tav>
                                      </p:tavLst>
                                    </p:anim>
                                  </p:childTnLst>
                                </p:cTn>
                              </p:par>
                              <p:par>
                                <p:cTn id="107" presetID="42" presetClass="path" presetSubtype="0" accel="50000" decel="50000" fill="hold" grpId="2" nodeType="withEffect">
                                  <p:stCondLst>
                                    <p:cond delay="0"/>
                                  </p:stCondLst>
                                  <p:childTnLst>
                                    <p:animMotion origin="layout" path="M 2.5E-6 -7.40741E-7 L -0.04909 0.25301 " pathEditMode="relative" rAng="0" ptsTypes="AA">
                                      <p:cBhvr>
                                        <p:cTn id="108" dur="2000" fill="hold"/>
                                        <p:tgtEl>
                                          <p:spTgt spid="11"/>
                                        </p:tgtEl>
                                        <p:attrNameLst>
                                          <p:attrName>ppt_x</p:attrName>
                                          <p:attrName>ppt_y</p:attrName>
                                        </p:attrNameLst>
                                      </p:cBhvr>
                                      <p:rCtr x="-2461" y="12639"/>
                                    </p:animMotion>
                                  </p:childTnLst>
                                </p:cTn>
                              </p:par>
                            </p:childTnLst>
                          </p:cTn>
                        </p:par>
                        <p:par>
                          <p:cTn id="109" fill="hold">
                            <p:stCondLst>
                              <p:cond delay="3500"/>
                            </p:stCondLst>
                            <p:childTnLst>
                              <p:par>
                                <p:cTn id="110" presetID="22" presetClass="entr" presetSubtype="2" fill="hold" nodeType="after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wipe(right)">
                                      <p:cBhvr>
                                        <p:cTn id="112" dur="500"/>
                                        <p:tgtEl>
                                          <p:spTgt spid="31"/>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2"/>
                                        </p:tgtEl>
                                        <p:attrNameLst>
                                          <p:attrName>style.visibility</p:attrName>
                                        </p:attrNameLst>
                                      </p:cBhvr>
                                      <p:to>
                                        <p:strVal val="visible"/>
                                      </p:to>
                                    </p:set>
                                  </p:childTnLst>
                                </p:cTn>
                              </p:par>
                              <p:par>
                                <p:cTn id="117" presetID="8" presetClass="emph" presetSubtype="0" fill="hold" grpId="1" nodeType="withEffect">
                                  <p:stCondLst>
                                    <p:cond delay="0"/>
                                  </p:stCondLst>
                                  <p:childTnLst>
                                    <p:animRot by="21600000">
                                      <p:cBhvr>
                                        <p:cTn id="118" dur="1500" fill="hold"/>
                                        <p:tgtEl>
                                          <p:spTgt spid="12"/>
                                        </p:tgtEl>
                                        <p:attrNameLst>
                                          <p:attrName>r</p:attrName>
                                        </p:attrNameLst>
                                      </p:cBhvr>
                                    </p:animRot>
                                  </p:childTnLst>
                                </p:cTn>
                              </p:par>
                            </p:childTnLst>
                          </p:cTn>
                        </p:par>
                        <p:par>
                          <p:cTn id="119" fill="hold">
                            <p:stCondLst>
                              <p:cond delay="1500"/>
                            </p:stCondLst>
                            <p:childTnLst>
                              <p:par>
                                <p:cTn id="120" presetID="42" presetClass="entr" presetSubtype="0" fill="hold" grpId="0" nodeType="afterEffect">
                                  <p:stCondLst>
                                    <p:cond delay="0"/>
                                  </p:stCondLst>
                                  <p:childTnLst>
                                    <p:set>
                                      <p:cBhvr>
                                        <p:cTn id="121" dur="1" fill="hold">
                                          <p:stCondLst>
                                            <p:cond delay="0"/>
                                          </p:stCondLst>
                                        </p:cTn>
                                        <p:tgtEl>
                                          <p:spTgt spid="24"/>
                                        </p:tgtEl>
                                        <p:attrNameLst>
                                          <p:attrName>style.visibility</p:attrName>
                                        </p:attrNameLst>
                                      </p:cBhvr>
                                      <p:to>
                                        <p:strVal val="visible"/>
                                      </p:to>
                                    </p:set>
                                    <p:animEffect transition="in" filter="fade">
                                      <p:cBhvr>
                                        <p:cTn id="122" dur="1000"/>
                                        <p:tgtEl>
                                          <p:spTgt spid="24"/>
                                        </p:tgtEl>
                                      </p:cBhvr>
                                    </p:animEffect>
                                    <p:anim calcmode="lin" valueType="num">
                                      <p:cBhvr>
                                        <p:cTn id="123" dur="1000" fill="hold"/>
                                        <p:tgtEl>
                                          <p:spTgt spid="24"/>
                                        </p:tgtEl>
                                        <p:attrNameLst>
                                          <p:attrName>ppt_x</p:attrName>
                                        </p:attrNameLst>
                                      </p:cBhvr>
                                      <p:tavLst>
                                        <p:tav tm="0">
                                          <p:val>
                                            <p:strVal val="#ppt_x"/>
                                          </p:val>
                                        </p:tav>
                                        <p:tav tm="100000">
                                          <p:val>
                                            <p:strVal val="#ppt_x"/>
                                          </p:val>
                                        </p:tav>
                                      </p:tavLst>
                                    </p:anim>
                                    <p:anim calcmode="lin" valueType="num">
                                      <p:cBhvr>
                                        <p:cTn id="124" dur="1000" fill="hold"/>
                                        <p:tgtEl>
                                          <p:spTgt spid="24"/>
                                        </p:tgtEl>
                                        <p:attrNameLst>
                                          <p:attrName>ppt_y</p:attrName>
                                        </p:attrNameLst>
                                      </p:cBhvr>
                                      <p:tavLst>
                                        <p:tav tm="0">
                                          <p:val>
                                            <p:strVal val="#ppt_y+.1"/>
                                          </p:val>
                                        </p:tav>
                                        <p:tav tm="100000">
                                          <p:val>
                                            <p:strVal val="#ppt_y"/>
                                          </p:val>
                                        </p:tav>
                                      </p:tavLst>
                                    </p:anim>
                                  </p:childTnLst>
                                </p:cTn>
                              </p:par>
                              <p:par>
                                <p:cTn id="125" presetID="42" presetClass="path" presetSubtype="0" accel="50000" decel="50000" fill="hold" grpId="2" nodeType="withEffect">
                                  <p:stCondLst>
                                    <p:cond delay="0"/>
                                  </p:stCondLst>
                                  <p:childTnLst>
                                    <p:animMotion origin="layout" path="M 1.875E-6 -7.40741E-7 L -0.0224 0.31945 " pathEditMode="relative" rAng="0" ptsTypes="AA">
                                      <p:cBhvr>
                                        <p:cTn id="126" dur="2000" fill="hold"/>
                                        <p:tgtEl>
                                          <p:spTgt spid="12"/>
                                        </p:tgtEl>
                                        <p:attrNameLst>
                                          <p:attrName>ppt_x</p:attrName>
                                          <p:attrName>ppt_y</p:attrName>
                                        </p:attrNameLst>
                                      </p:cBhvr>
                                      <p:rCtr x="-1120" y="15972"/>
                                    </p:animMotion>
                                  </p:childTnLst>
                                </p:cTn>
                              </p:par>
                            </p:childTnLst>
                          </p:cTn>
                        </p:par>
                        <p:par>
                          <p:cTn id="127" fill="hold">
                            <p:stCondLst>
                              <p:cond delay="3500"/>
                            </p:stCondLst>
                            <p:childTnLst>
                              <p:par>
                                <p:cTn id="128" presetID="22" presetClass="entr" presetSubtype="2" fill="hold" nodeType="afterEffect">
                                  <p:stCondLst>
                                    <p:cond delay="0"/>
                                  </p:stCondLst>
                                  <p:childTnLst>
                                    <p:set>
                                      <p:cBhvr>
                                        <p:cTn id="129" dur="1" fill="hold">
                                          <p:stCondLst>
                                            <p:cond delay="0"/>
                                          </p:stCondLst>
                                        </p:cTn>
                                        <p:tgtEl>
                                          <p:spTgt spid="19"/>
                                        </p:tgtEl>
                                        <p:attrNameLst>
                                          <p:attrName>style.visibility</p:attrName>
                                        </p:attrNameLst>
                                      </p:cBhvr>
                                      <p:to>
                                        <p:strVal val="visible"/>
                                      </p:to>
                                    </p:set>
                                    <p:animEffect transition="in" filter="wipe(right)">
                                      <p:cBhvr>
                                        <p:cTn id="130" dur="500"/>
                                        <p:tgtEl>
                                          <p:spTgt spid="19"/>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3"/>
                                        </p:tgtEl>
                                        <p:attrNameLst>
                                          <p:attrName>style.visibility</p:attrName>
                                        </p:attrNameLst>
                                      </p:cBhvr>
                                      <p:to>
                                        <p:strVal val="visible"/>
                                      </p:to>
                                    </p:set>
                                  </p:childTnLst>
                                </p:cTn>
                              </p:par>
                              <p:par>
                                <p:cTn id="135" presetID="8" presetClass="emph" presetSubtype="0" fill="hold" grpId="1" nodeType="withEffect">
                                  <p:stCondLst>
                                    <p:cond delay="0"/>
                                  </p:stCondLst>
                                  <p:childTnLst>
                                    <p:animRot by="21600000">
                                      <p:cBhvr>
                                        <p:cTn id="136" dur="1500" fill="hold"/>
                                        <p:tgtEl>
                                          <p:spTgt spid="13"/>
                                        </p:tgtEl>
                                        <p:attrNameLst>
                                          <p:attrName>r</p:attrName>
                                        </p:attrNameLst>
                                      </p:cBhvr>
                                    </p:animRot>
                                  </p:childTnLst>
                                </p:cTn>
                              </p:par>
                            </p:childTnLst>
                          </p:cTn>
                        </p:par>
                        <p:par>
                          <p:cTn id="137" fill="hold">
                            <p:stCondLst>
                              <p:cond delay="1500"/>
                            </p:stCondLst>
                            <p:childTnLst>
                              <p:par>
                                <p:cTn id="138" presetID="42" presetClass="entr" presetSubtype="0" fill="hold" grpId="0" nodeType="afterEffect">
                                  <p:stCondLst>
                                    <p:cond delay="0"/>
                                  </p:stCondLst>
                                  <p:childTnLst>
                                    <p:set>
                                      <p:cBhvr>
                                        <p:cTn id="139" dur="1" fill="hold">
                                          <p:stCondLst>
                                            <p:cond delay="0"/>
                                          </p:stCondLst>
                                        </p:cTn>
                                        <p:tgtEl>
                                          <p:spTgt spid="27"/>
                                        </p:tgtEl>
                                        <p:attrNameLst>
                                          <p:attrName>style.visibility</p:attrName>
                                        </p:attrNameLst>
                                      </p:cBhvr>
                                      <p:to>
                                        <p:strVal val="visible"/>
                                      </p:to>
                                    </p:set>
                                    <p:animEffect transition="in" filter="fade">
                                      <p:cBhvr>
                                        <p:cTn id="140" dur="1000"/>
                                        <p:tgtEl>
                                          <p:spTgt spid="27"/>
                                        </p:tgtEl>
                                      </p:cBhvr>
                                    </p:animEffect>
                                    <p:anim calcmode="lin" valueType="num">
                                      <p:cBhvr>
                                        <p:cTn id="141" dur="1000" fill="hold"/>
                                        <p:tgtEl>
                                          <p:spTgt spid="27"/>
                                        </p:tgtEl>
                                        <p:attrNameLst>
                                          <p:attrName>ppt_x</p:attrName>
                                        </p:attrNameLst>
                                      </p:cBhvr>
                                      <p:tavLst>
                                        <p:tav tm="0">
                                          <p:val>
                                            <p:strVal val="#ppt_x"/>
                                          </p:val>
                                        </p:tav>
                                        <p:tav tm="100000">
                                          <p:val>
                                            <p:strVal val="#ppt_x"/>
                                          </p:val>
                                        </p:tav>
                                      </p:tavLst>
                                    </p:anim>
                                    <p:anim calcmode="lin" valueType="num">
                                      <p:cBhvr>
                                        <p:cTn id="142" dur="1000" fill="hold"/>
                                        <p:tgtEl>
                                          <p:spTgt spid="27"/>
                                        </p:tgtEl>
                                        <p:attrNameLst>
                                          <p:attrName>ppt_y</p:attrName>
                                        </p:attrNameLst>
                                      </p:cBhvr>
                                      <p:tavLst>
                                        <p:tav tm="0">
                                          <p:val>
                                            <p:strVal val="#ppt_y+.1"/>
                                          </p:val>
                                        </p:tav>
                                        <p:tav tm="100000">
                                          <p:val>
                                            <p:strVal val="#ppt_y"/>
                                          </p:val>
                                        </p:tav>
                                      </p:tavLst>
                                    </p:anim>
                                  </p:childTnLst>
                                </p:cTn>
                              </p:par>
                              <p:par>
                                <p:cTn id="143" presetID="42" presetClass="path" presetSubtype="0" accel="50000" decel="50000" fill="hold" grpId="2" nodeType="withEffect">
                                  <p:stCondLst>
                                    <p:cond delay="0"/>
                                  </p:stCondLst>
                                  <p:childTnLst>
                                    <p:animMotion origin="layout" path="M 1.66667E-6 3.33333E-6 L 0.11172 0.25208 " pathEditMode="relative" rAng="0" ptsTypes="AA">
                                      <p:cBhvr>
                                        <p:cTn id="144" dur="2000" fill="hold"/>
                                        <p:tgtEl>
                                          <p:spTgt spid="13"/>
                                        </p:tgtEl>
                                        <p:attrNameLst>
                                          <p:attrName>ppt_x</p:attrName>
                                          <p:attrName>ppt_y</p:attrName>
                                        </p:attrNameLst>
                                      </p:cBhvr>
                                      <p:rCtr x="5586" y="12593"/>
                                    </p:animMotion>
                                  </p:childTnLst>
                                </p:cTn>
                              </p:par>
                            </p:childTnLst>
                          </p:cTn>
                        </p:par>
                        <p:par>
                          <p:cTn id="145" fill="hold">
                            <p:stCondLst>
                              <p:cond delay="3500"/>
                            </p:stCondLst>
                            <p:childTnLst>
                              <p:par>
                                <p:cTn id="146" presetID="22" presetClass="entr" presetSubtype="8" fill="hold"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wipe(left)">
                                      <p:cBhvr>
                                        <p:cTn id="148" dur="500"/>
                                        <p:tgtEl>
                                          <p:spTgt spid="33"/>
                                        </p:tgtEl>
                                      </p:cBhvr>
                                    </p:animEffec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4"/>
                                        </p:tgtEl>
                                        <p:attrNameLst>
                                          <p:attrName>style.visibility</p:attrName>
                                        </p:attrNameLst>
                                      </p:cBhvr>
                                      <p:to>
                                        <p:strVal val="visible"/>
                                      </p:to>
                                    </p:set>
                                  </p:childTnLst>
                                </p:cTn>
                              </p:par>
                              <p:par>
                                <p:cTn id="153" presetID="8" presetClass="emph" presetSubtype="0" fill="hold" grpId="1" nodeType="withEffect">
                                  <p:stCondLst>
                                    <p:cond delay="0"/>
                                  </p:stCondLst>
                                  <p:childTnLst>
                                    <p:animRot by="21600000">
                                      <p:cBhvr>
                                        <p:cTn id="154" dur="1500" fill="hold"/>
                                        <p:tgtEl>
                                          <p:spTgt spid="14"/>
                                        </p:tgtEl>
                                        <p:attrNameLst>
                                          <p:attrName>r</p:attrName>
                                        </p:attrNameLst>
                                      </p:cBhvr>
                                    </p:animRot>
                                  </p:childTnLst>
                                </p:cTn>
                              </p:par>
                            </p:childTnLst>
                          </p:cTn>
                        </p:par>
                        <p:par>
                          <p:cTn id="155" fill="hold">
                            <p:stCondLst>
                              <p:cond delay="1500"/>
                            </p:stCondLst>
                            <p:childTnLst>
                              <p:par>
                                <p:cTn id="156" presetID="27" presetClass="emph" presetSubtype="0" fill="remove" grpId="1" nodeType="afterEffect">
                                  <p:stCondLst>
                                    <p:cond delay="0"/>
                                  </p:stCondLst>
                                  <p:childTnLst>
                                    <p:animClr clrSpc="rgb" dir="cw">
                                      <p:cBhvr override="childStyle">
                                        <p:cTn id="157" dur="750" autoRev="1" fill="remove"/>
                                        <p:tgtEl>
                                          <p:spTgt spid="23"/>
                                        </p:tgtEl>
                                        <p:attrNameLst>
                                          <p:attrName>style.color</p:attrName>
                                        </p:attrNameLst>
                                      </p:cBhvr>
                                      <p:to>
                                        <a:schemeClr val="bg1"/>
                                      </p:to>
                                    </p:animClr>
                                    <p:animClr clrSpc="rgb" dir="cw">
                                      <p:cBhvr>
                                        <p:cTn id="158" dur="750" autoRev="1" fill="remove"/>
                                        <p:tgtEl>
                                          <p:spTgt spid="23"/>
                                        </p:tgtEl>
                                        <p:attrNameLst>
                                          <p:attrName>fillcolor</p:attrName>
                                        </p:attrNameLst>
                                      </p:cBhvr>
                                      <p:to>
                                        <a:schemeClr val="bg1"/>
                                      </p:to>
                                    </p:animClr>
                                    <p:set>
                                      <p:cBhvr>
                                        <p:cTn id="159" dur="750" autoRev="1" fill="remove"/>
                                        <p:tgtEl>
                                          <p:spTgt spid="23"/>
                                        </p:tgtEl>
                                        <p:attrNameLst>
                                          <p:attrName>fill.type</p:attrName>
                                        </p:attrNameLst>
                                      </p:cBhvr>
                                      <p:to>
                                        <p:strVal val="solid"/>
                                      </p:to>
                                    </p:set>
                                    <p:set>
                                      <p:cBhvr>
                                        <p:cTn id="160" dur="750" autoRev="1" fill="remove"/>
                                        <p:tgtEl>
                                          <p:spTgt spid="23"/>
                                        </p:tgtEl>
                                        <p:attrNameLst>
                                          <p:attrName>fill.on</p:attrName>
                                        </p:attrNameLst>
                                      </p:cBhvr>
                                      <p:to>
                                        <p:strVal val="true"/>
                                      </p:to>
                                    </p:set>
                                  </p:childTnLst>
                                </p:cTn>
                              </p:par>
                            </p:childTnLst>
                          </p:cTn>
                        </p:par>
                        <p:par>
                          <p:cTn id="161" fill="hold">
                            <p:stCondLst>
                              <p:cond delay="3000"/>
                            </p:stCondLst>
                            <p:childTnLst>
                              <p:par>
                                <p:cTn id="162" presetID="3" presetClass="emph" presetSubtype="2" fill="hold" grpId="2" nodeType="afterEffect">
                                  <p:stCondLst>
                                    <p:cond delay="0"/>
                                  </p:stCondLst>
                                  <p:childTnLst>
                                    <p:animClr clrSpc="rgb" dir="cw">
                                      <p:cBhvr override="childStyle">
                                        <p:cTn id="163" dur="1000" fill="hold"/>
                                        <p:tgtEl>
                                          <p:spTgt spid="14"/>
                                        </p:tgtEl>
                                        <p:attrNameLst>
                                          <p:attrName>style.color</p:attrName>
                                        </p:attrNameLst>
                                      </p:cBhvr>
                                      <p:to>
                                        <a:srgbClr val="00B0F0"/>
                                      </p:to>
                                    </p:animClr>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15"/>
                                        </p:tgtEl>
                                        <p:attrNameLst>
                                          <p:attrName>style.visibility</p:attrName>
                                        </p:attrNameLst>
                                      </p:cBhvr>
                                      <p:to>
                                        <p:strVal val="visible"/>
                                      </p:to>
                                    </p:set>
                                  </p:childTnLst>
                                </p:cTn>
                              </p:par>
                              <p:par>
                                <p:cTn id="168" presetID="8" presetClass="emph" presetSubtype="0" fill="hold" grpId="1" nodeType="withEffect">
                                  <p:stCondLst>
                                    <p:cond delay="0"/>
                                  </p:stCondLst>
                                  <p:childTnLst>
                                    <p:animRot by="21600000">
                                      <p:cBhvr>
                                        <p:cTn id="169" dur="1500" fill="hold"/>
                                        <p:tgtEl>
                                          <p:spTgt spid="15"/>
                                        </p:tgtEl>
                                        <p:attrNameLst>
                                          <p:attrName>r</p:attrName>
                                        </p:attrNameLst>
                                      </p:cBhvr>
                                    </p:animRot>
                                  </p:childTnLst>
                                </p:cTn>
                              </p:par>
                            </p:childTnLst>
                          </p:cTn>
                        </p:par>
                        <p:par>
                          <p:cTn id="170" fill="hold">
                            <p:stCondLst>
                              <p:cond delay="1500"/>
                            </p:stCondLst>
                            <p:childTnLst>
                              <p:par>
                                <p:cTn id="171" presetID="42" presetClass="entr" presetSubtype="0" fill="hold" grpId="0" nodeType="afterEffect">
                                  <p:stCondLst>
                                    <p:cond delay="0"/>
                                  </p:stCondLst>
                                  <p:childTnLst>
                                    <p:set>
                                      <p:cBhvr>
                                        <p:cTn id="172" dur="1" fill="hold">
                                          <p:stCondLst>
                                            <p:cond delay="0"/>
                                          </p:stCondLst>
                                        </p:cTn>
                                        <p:tgtEl>
                                          <p:spTgt spid="25"/>
                                        </p:tgtEl>
                                        <p:attrNameLst>
                                          <p:attrName>style.visibility</p:attrName>
                                        </p:attrNameLst>
                                      </p:cBhvr>
                                      <p:to>
                                        <p:strVal val="visible"/>
                                      </p:to>
                                    </p:set>
                                    <p:animEffect transition="in" filter="fade">
                                      <p:cBhvr>
                                        <p:cTn id="173" dur="1000"/>
                                        <p:tgtEl>
                                          <p:spTgt spid="25"/>
                                        </p:tgtEl>
                                      </p:cBhvr>
                                    </p:animEffect>
                                    <p:anim calcmode="lin" valueType="num">
                                      <p:cBhvr>
                                        <p:cTn id="174" dur="1000" fill="hold"/>
                                        <p:tgtEl>
                                          <p:spTgt spid="25"/>
                                        </p:tgtEl>
                                        <p:attrNameLst>
                                          <p:attrName>ppt_x</p:attrName>
                                        </p:attrNameLst>
                                      </p:cBhvr>
                                      <p:tavLst>
                                        <p:tav tm="0">
                                          <p:val>
                                            <p:strVal val="#ppt_x"/>
                                          </p:val>
                                        </p:tav>
                                        <p:tav tm="100000">
                                          <p:val>
                                            <p:strVal val="#ppt_x"/>
                                          </p:val>
                                        </p:tav>
                                      </p:tavLst>
                                    </p:anim>
                                    <p:anim calcmode="lin" valueType="num">
                                      <p:cBhvr>
                                        <p:cTn id="175" dur="1000" fill="hold"/>
                                        <p:tgtEl>
                                          <p:spTgt spid="25"/>
                                        </p:tgtEl>
                                        <p:attrNameLst>
                                          <p:attrName>ppt_y</p:attrName>
                                        </p:attrNameLst>
                                      </p:cBhvr>
                                      <p:tavLst>
                                        <p:tav tm="0">
                                          <p:val>
                                            <p:strVal val="#ppt_y+.1"/>
                                          </p:val>
                                        </p:tav>
                                        <p:tav tm="100000">
                                          <p:val>
                                            <p:strVal val="#ppt_y"/>
                                          </p:val>
                                        </p:tav>
                                      </p:tavLst>
                                    </p:anim>
                                  </p:childTnLst>
                                </p:cTn>
                              </p:par>
                              <p:par>
                                <p:cTn id="176" presetID="42" presetClass="path" presetSubtype="0" accel="50000" decel="50000" fill="hold" grpId="2" nodeType="withEffect">
                                  <p:stCondLst>
                                    <p:cond delay="0"/>
                                  </p:stCondLst>
                                  <p:childTnLst>
                                    <p:animMotion origin="layout" path="M 2.08333E-6 -7.40741E-7 L -0.0987 0.39815 " pathEditMode="relative" rAng="0" ptsTypes="AA">
                                      <p:cBhvr>
                                        <p:cTn id="177" dur="2000" fill="hold"/>
                                        <p:tgtEl>
                                          <p:spTgt spid="15"/>
                                        </p:tgtEl>
                                        <p:attrNameLst>
                                          <p:attrName>ppt_x</p:attrName>
                                          <p:attrName>ppt_y</p:attrName>
                                        </p:attrNameLst>
                                      </p:cBhvr>
                                      <p:rCtr x="-4935" y="19907"/>
                                    </p:animMotion>
                                  </p:childTnLst>
                                </p:cTn>
                              </p:par>
                            </p:childTnLst>
                          </p:cTn>
                        </p:par>
                        <p:par>
                          <p:cTn id="178" fill="hold">
                            <p:stCondLst>
                              <p:cond delay="3500"/>
                            </p:stCondLst>
                            <p:childTnLst>
                              <p:par>
                                <p:cTn id="179" presetID="22" presetClass="entr" presetSubtype="8" fill="hold" nodeType="afterEffect">
                                  <p:stCondLst>
                                    <p:cond delay="0"/>
                                  </p:stCondLst>
                                  <p:childTnLst>
                                    <p:set>
                                      <p:cBhvr>
                                        <p:cTn id="180" dur="1" fill="hold">
                                          <p:stCondLst>
                                            <p:cond delay="0"/>
                                          </p:stCondLst>
                                        </p:cTn>
                                        <p:tgtEl>
                                          <p:spTgt spid="18"/>
                                        </p:tgtEl>
                                        <p:attrNameLst>
                                          <p:attrName>style.visibility</p:attrName>
                                        </p:attrNameLst>
                                      </p:cBhvr>
                                      <p:to>
                                        <p:strVal val="visible"/>
                                      </p:to>
                                    </p:set>
                                    <p:animEffect transition="in" filter="wipe(left)">
                                      <p:cBhvr>
                                        <p:cTn id="181" dur="500"/>
                                        <p:tgtEl>
                                          <p:spTgt spid="18"/>
                                        </p:tgtEl>
                                      </p:cBhvr>
                                    </p:animEffect>
                                  </p:childTnLst>
                                </p:cTn>
                              </p:par>
                            </p:childTnLst>
                          </p:cTn>
                        </p:par>
                      </p:childTnLst>
                    </p:cTn>
                  </p:par>
                  <p:par>
                    <p:cTn id="182" fill="hold">
                      <p:stCondLst>
                        <p:cond delay="indefinite"/>
                      </p:stCondLst>
                      <p:childTnLst>
                        <p:par>
                          <p:cTn id="183" fill="hold">
                            <p:stCondLst>
                              <p:cond delay="0"/>
                            </p:stCondLst>
                            <p:childTnLst>
                              <p:par>
                                <p:cTn id="184" presetID="42" presetClass="entr" presetSubtype="0" fill="hold" grpId="0" nodeType="clickEffect">
                                  <p:stCondLst>
                                    <p:cond delay="0"/>
                                  </p:stCondLst>
                                  <p:childTnLst>
                                    <p:set>
                                      <p:cBhvr>
                                        <p:cTn id="185" dur="1" fill="hold">
                                          <p:stCondLst>
                                            <p:cond delay="0"/>
                                          </p:stCondLst>
                                        </p:cTn>
                                        <p:tgtEl>
                                          <p:spTgt spid="42"/>
                                        </p:tgtEl>
                                        <p:attrNameLst>
                                          <p:attrName>style.visibility</p:attrName>
                                        </p:attrNameLst>
                                      </p:cBhvr>
                                      <p:to>
                                        <p:strVal val="visible"/>
                                      </p:to>
                                    </p:set>
                                    <p:animEffect transition="in" filter="fade">
                                      <p:cBhvr>
                                        <p:cTn id="186" dur="1000"/>
                                        <p:tgtEl>
                                          <p:spTgt spid="42"/>
                                        </p:tgtEl>
                                      </p:cBhvr>
                                    </p:animEffect>
                                    <p:anim calcmode="lin" valueType="num">
                                      <p:cBhvr>
                                        <p:cTn id="187" dur="1000" fill="hold"/>
                                        <p:tgtEl>
                                          <p:spTgt spid="42"/>
                                        </p:tgtEl>
                                        <p:attrNameLst>
                                          <p:attrName>ppt_x</p:attrName>
                                        </p:attrNameLst>
                                      </p:cBhvr>
                                      <p:tavLst>
                                        <p:tav tm="0">
                                          <p:val>
                                            <p:strVal val="#ppt_x"/>
                                          </p:val>
                                        </p:tav>
                                        <p:tav tm="100000">
                                          <p:val>
                                            <p:strVal val="#ppt_x"/>
                                          </p:val>
                                        </p:tav>
                                      </p:tavLst>
                                    </p:anim>
                                    <p:anim calcmode="lin" valueType="num">
                                      <p:cBhvr>
                                        <p:cTn id="188" dur="1000" fill="hold"/>
                                        <p:tgtEl>
                                          <p:spTgt spid="42"/>
                                        </p:tgtEl>
                                        <p:attrNameLst>
                                          <p:attrName>ppt_y</p:attrName>
                                        </p:attrNameLst>
                                      </p:cBhvr>
                                      <p:tavLst>
                                        <p:tav tm="0">
                                          <p:val>
                                            <p:strVal val="#ppt_y+.1"/>
                                          </p:val>
                                        </p:tav>
                                        <p:tav tm="100000">
                                          <p:val>
                                            <p:strVal val="#ppt_y"/>
                                          </p:val>
                                        </p:tav>
                                      </p:tavLst>
                                    </p:anim>
                                  </p:childTnLst>
                                </p:cTn>
                              </p:par>
                            </p:childTnLst>
                          </p:cTn>
                        </p:par>
                        <p:par>
                          <p:cTn id="189" fill="hold">
                            <p:stCondLst>
                              <p:cond delay="1000"/>
                            </p:stCondLst>
                            <p:childTnLst>
                              <p:par>
                                <p:cTn id="190" presetID="47" presetClass="entr" presetSubtype="0" fill="hold" nodeType="afterEffect">
                                  <p:stCondLst>
                                    <p:cond delay="0"/>
                                  </p:stCondLst>
                                  <p:childTnLst>
                                    <p:set>
                                      <p:cBhvr>
                                        <p:cTn id="191" dur="1" fill="hold">
                                          <p:stCondLst>
                                            <p:cond delay="0"/>
                                          </p:stCondLst>
                                        </p:cTn>
                                        <p:tgtEl>
                                          <p:spTgt spid="58"/>
                                        </p:tgtEl>
                                        <p:attrNameLst>
                                          <p:attrName>style.visibility</p:attrName>
                                        </p:attrNameLst>
                                      </p:cBhvr>
                                      <p:to>
                                        <p:strVal val="visible"/>
                                      </p:to>
                                    </p:set>
                                    <p:animEffect transition="in" filter="fade">
                                      <p:cBhvr>
                                        <p:cTn id="192" dur="1000"/>
                                        <p:tgtEl>
                                          <p:spTgt spid="58"/>
                                        </p:tgtEl>
                                      </p:cBhvr>
                                    </p:animEffect>
                                    <p:anim calcmode="lin" valueType="num">
                                      <p:cBhvr>
                                        <p:cTn id="193" dur="1000" fill="hold"/>
                                        <p:tgtEl>
                                          <p:spTgt spid="58"/>
                                        </p:tgtEl>
                                        <p:attrNameLst>
                                          <p:attrName>ppt_x</p:attrName>
                                        </p:attrNameLst>
                                      </p:cBhvr>
                                      <p:tavLst>
                                        <p:tav tm="0">
                                          <p:val>
                                            <p:strVal val="#ppt_x"/>
                                          </p:val>
                                        </p:tav>
                                        <p:tav tm="100000">
                                          <p:val>
                                            <p:strVal val="#ppt_x"/>
                                          </p:val>
                                        </p:tav>
                                      </p:tavLst>
                                    </p:anim>
                                    <p:anim calcmode="lin" valueType="num">
                                      <p:cBhvr>
                                        <p:cTn id="194" dur="1000" fill="hold"/>
                                        <p:tgtEl>
                                          <p:spTgt spid="58"/>
                                        </p:tgtEl>
                                        <p:attrNameLst>
                                          <p:attrName>ppt_y</p:attrName>
                                        </p:attrNameLst>
                                      </p:cBhvr>
                                      <p:tavLst>
                                        <p:tav tm="0">
                                          <p:val>
                                            <p:strVal val="#ppt_y-.1"/>
                                          </p:val>
                                        </p:tav>
                                        <p:tav tm="100000">
                                          <p:val>
                                            <p:strVal val="#ppt_y"/>
                                          </p:val>
                                        </p:tav>
                                      </p:tavLst>
                                    </p:anim>
                                  </p:childTnLst>
                                </p:cTn>
                              </p:par>
                            </p:childTnLst>
                          </p:cTn>
                        </p:par>
                        <p:par>
                          <p:cTn id="195" fill="hold">
                            <p:stCondLst>
                              <p:cond delay="2000"/>
                            </p:stCondLst>
                            <p:childTnLst>
                              <p:par>
                                <p:cTn id="196" presetID="22" presetClass="entr" presetSubtype="8" fill="hold" grpId="0" nodeType="afterEffect">
                                  <p:stCondLst>
                                    <p:cond delay="0"/>
                                  </p:stCondLst>
                                  <p:childTnLst>
                                    <p:set>
                                      <p:cBhvr>
                                        <p:cTn id="197" dur="1" fill="hold">
                                          <p:stCondLst>
                                            <p:cond delay="0"/>
                                          </p:stCondLst>
                                        </p:cTn>
                                        <p:tgtEl>
                                          <p:spTgt spid="61"/>
                                        </p:tgtEl>
                                        <p:attrNameLst>
                                          <p:attrName>style.visibility</p:attrName>
                                        </p:attrNameLst>
                                      </p:cBhvr>
                                      <p:to>
                                        <p:strVal val="visible"/>
                                      </p:to>
                                    </p:set>
                                    <p:animEffect transition="in" filter="wipe(left)">
                                      <p:cBhvr>
                                        <p:cTn id="198" dur="2000"/>
                                        <p:tgtEl>
                                          <p:spTgt spid="61"/>
                                        </p:tgtEl>
                                      </p:cBhvr>
                                    </p:animEffec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64"/>
                                        </p:tgtEl>
                                        <p:attrNameLst>
                                          <p:attrName>style.visibility</p:attrName>
                                        </p:attrNameLst>
                                      </p:cBhvr>
                                      <p:to>
                                        <p:strVal val="visible"/>
                                      </p:to>
                                    </p:set>
                                  </p:childTnLst>
                                </p:cTn>
                              </p:par>
                              <p:par>
                                <p:cTn id="203" presetID="8" presetClass="emph" presetSubtype="0" fill="hold" grpId="1" nodeType="withEffect">
                                  <p:stCondLst>
                                    <p:cond delay="0"/>
                                  </p:stCondLst>
                                  <p:childTnLst>
                                    <p:animRot by="21600000">
                                      <p:cBhvr>
                                        <p:cTn id="204" dur="1500" fill="hold"/>
                                        <p:tgtEl>
                                          <p:spTgt spid="64"/>
                                        </p:tgtEl>
                                        <p:attrNameLst>
                                          <p:attrName>r</p:attrName>
                                        </p:attrNameLst>
                                      </p:cBhvr>
                                    </p:animRot>
                                  </p:childTnLst>
                                </p:cTn>
                              </p:par>
                            </p:childTnLst>
                          </p:cTn>
                        </p:par>
                        <p:par>
                          <p:cTn id="205" fill="hold">
                            <p:stCondLst>
                              <p:cond delay="1500"/>
                            </p:stCondLst>
                            <p:childTnLst>
                              <p:par>
                                <p:cTn id="206" presetID="42" presetClass="entr" presetSubtype="0" fill="hold" grpId="0" nodeType="afterEffect">
                                  <p:stCondLst>
                                    <p:cond delay="0"/>
                                  </p:stCondLst>
                                  <p:childTnLst>
                                    <p:set>
                                      <p:cBhvr>
                                        <p:cTn id="207" dur="1" fill="hold">
                                          <p:stCondLst>
                                            <p:cond delay="0"/>
                                          </p:stCondLst>
                                        </p:cTn>
                                        <p:tgtEl>
                                          <p:spTgt spid="48"/>
                                        </p:tgtEl>
                                        <p:attrNameLst>
                                          <p:attrName>style.visibility</p:attrName>
                                        </p:attrNameLst>
                                      </p:cBhvr>
                                      <p:to>
                                        <p:strVal val="visible"/>
                                      </p:to>
                                    </p:set>
                                    <p:animEffect transition="in" filter="fade">
                                      <p:cBhvr>
                                        <p:cTn id="208" dur="1000"/>
                                        <p:tgtEl>
                                          <p:spTgt spid="48"/>
                                        </p:tgtEl>
                                      </p:cBhvr>
                                    </p:animEffect>
                                    <p:anim calcmode="lin" valueType="num">
                                      <p:cBhvr>
                                        <p:cTn id="209" dur="1000" fill="hold"/>
                                        <p:tgtEl>
                                          <p:spTgt spid="48"/>
                                        </p:tgtEl>
                                        <p:attrNameLst>
                                          <p:attrName>ppt_x</p:attrName>
                                        </p:attrNameLst>
                                      </p:cBhvr>
                                      <p:tavLst>
                                        <p:tav tm="0">
                                          <p:val>
                                            <p:strVal val="#ppt_x"/>
                                          </p:val>
                                        </p:tav>
                                        <p:tav tm="100000">
                                          <p:val>
                                            <p:strVal val="#ppt_x"/>
                                          </p:val>
                                        </p:tav>
                                      </p:tavLst>
                                    </p:anim>
                                    <p:anim calcmode="lin" valueType="num">
                                      <p:cBhvr>
                                        <p:cTn id="210" dur="1000" fill="hold"/>
                                        <p:tgtEl>
                                          <p:spTgt spid="48"/>
                                        </p:tgtEl>
                                        <p:attrNameLst>
                                          <p:attrName>ppt_y</p:attrName>
                                        </p:attrNameLst>
                                      </p:cBhvr>
                                      <p:tavLst>
                                        <p:tav tm="0">
                                          <p:val>
                                            <p:strVal val="#ppt_y+.1"/>
                                          </p:val>
                                        </p:tav>
                                        <p:tav tm="100000">
                                          <p:val>
                                            <p:strVal val="#ppt_y"/>
                                          </p:val>
                                        </p:tav>
                                      </p:tavLst>
                                    </p:anim>
                                  </p:childTnLst>
                                </p:cTn>
                              </p:par>
                              <p:par>
                                <p:cTn id="211" presetID="42" presetClass="path" presetSubtype="0" accel="50000" decel="50000" fill="hold" grpId="2" nodeType="withEffect">
                                  <p:stCondLst>
                                    <p:cond delay="0"/>
                                  </p:stCondLst>
                                  <p:childTnLst>
                                    <p:animMotion origin="layout" path="M 2.08333E-7 1.48148E-6 L 0.12695 0.12639 " pathEditMode="relative" rAng="0" ptsTypes="AA">
                                      <p:cBhvr>
                                        <p:cTn id="212" dur="2000" fill="hold"/>
                                        <p:tgtEl>
                                          <p:spTgt spid="64"/>
                                        </p:tgtEl>
                                        <p:attrNameLst>
                                          <p:attrName>ppt_x</p:attrName>
                                          <p:attrName>ppt_y</p:attrName>
                                        </p:attrNameLst>
                                      </p:cBhvr>
                                      <p:rCtr x="6341" y="6319"/>
                                    </p:animMotion>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68"/>
                                        </p:tgtEl>
                                        <p:attrNameLst>
                                          <p:attrName>style.visibility</p:attrName>
                                        </p:attrNameLst>
                                      </p:cBhvr>
                                      <p:to>
                                        <p:strVal val="visible"/>
                                      </p:to>
                                    </p:set>
                                  </p:childTnLst>
                                </p:cTn>
                              </p:par>
                              <p:par>
                                <p:cTn id="217" presetID="8" presetClass="emph" presetSubtype="0" fill="hold" grpId="1" nodeType="withEffect">
                                  <p:stCondLst>
                                    <p:cond delay="0"/>
                                  </p:stCondLst>
                                  <p:childTnLst>
                                    <p:animRot by="21600000">
                                      <p:cBhvr>
                                        <p:cTn id="218" dur="1500" fill="hold"/>
                                        <p:tgtEl>
                                          <p:spTgt spid="68"/>
                                        </p:tgtEl>
                                        <p:attrNameLst>
                                          <p:attrName>r</p:attrName>
                                        </p:attrNameLst>
                                      </p:cBhvr>
                                    </p:animRot>
                                  </p:childTnLst>
                                </p:cTn>
                              </p:par>
                            </p:childTnLst>
                          </p:cTn>
                        </p:par>
                        <p:par>
                          <p:cTn id="219" fill="hold">
                            <p:stCondLst>
                              <p:cond delay="1500"/>
                            </p:stCondLst>
                            <p:childTnLst>
                              <p:par>
                                <p:cTn id="220" presetID="42" presetClass="entr" presetSubtype="0" fill="hold" grpId="0" nodeType="afterEffect">
                                  <p:stCondLst>
                                    <p:cond delay="0"/>
                                  </p:stCondLst>
                                  <p:childTnLst>
                                    <p:set>
                                      <p:cBhvr>
                                        <p:cTn id="221" dur="1" fill="hold">
                                          <p:stCondLst>
                                            <p:cond delay="0"/>
                                          </p:stCondLst>
                                        </p:cTn>
                                        <p:tgtEl>
                                          <p:spTgt spid="54"/>
                                        </p:tgtEl>
                                        <p:attrNameLst>
                                          <p:attrName>style.visibility</p:attrName>
                                        </p:attrNameLst>
                                      </p:cBhvr>
                                      <p:to>
                                        <p:strVal val="visible"/>
                                      </p:to>
                                    </p:set>
                                    <p:animEffect transition="in" filter="fade">
                                      <p:cBhvr>
                                        <p:cTn id="222" dur="1000"/>
                                        <p:tgtEl>
                                          <p:spTgt spid="54"/>
                                        </p:tgtEl>
                                      </p:cBhvr>
                                    </p:animEffect>
                                    <p:anim calcmode="lin" valueType="num">
                                      <p:cBhvr>
                                        <p:cTn id="223" dur="1000" fill="hold"/>
                                        <p:tgtEl>
                                          <p:spTgt spid="54"/>
                                        </p:tgtEl>
                                        <p:attrNameLst>
                                          <p:attrName>ppt_x</p:attrName>
                                        </p:attrNameLst>
                                      </p:cBhvr>
                                      <p:tavLst>
                                        <p:tav tm="0">
                                          <p:val>
                                            <p:strVal val="#ppt_x"/>
                                          </p:val>
                                        </p:tav>
                                        <p:tav tm="100000">
                                          <p:val>
                                            <p:strVal val="#ppt_x"/>
                                          </p:val>
                                        </p:tav>
                                      </p:tavLst>
                                    </p:anim>
                                    <p:anim calcmode="lin" valueType="num">
                                      <p:cBhvr>
                                        <p:cTn id="224" dur="1000" fill="hold"/>
                                        <p:tgtEl>
                                          <p:spTgt spid="54"/>
                                        </p:tgtEl>
                                        <p:attrNameLst>
                                          <p:attrName>ppt_y</p:attrName>
                                        </p:attrNameLst>
                                      </p:cBhvr>
                                      <p:tavLst>
                                        <p:tav tm="0">
                                          <p:val>
                                            <p:strVal val="#ppt_y+.1"/>
                                          </p:val>
                                        </p:tav>
                                        <p:tav tm="100000">
                                          <p:val>
                                            <p:strVal val="#ppt_y"/>
                                          </p:val>
                                        </p:tav>
                                      </p:tavLst>
                                    </p:anim>
                                  </p:childTnLst>
                                </p:cTn>
                              </p:par>
                              <p:par>
                                <p:cTn id="225" presetID="42" presetClass="path" presetSubtype="0" accel="50000" decel="50000" fill="hold" grpId="2" nodeType="withEffect">
                                  <p:stCondLst>
                                    <p:cond delay="0"/>
                                  </p:stCondLst>
                                  <p:childTnLst>
                                    <p:animMotion origin="layout" path="M 1.11022E-16 -1.48148E-6 L 0.16784 0.18634 " pathEditMode="relative" rAng="0" ptsTypes="AA">
                                      <p:cBhvr>
                                        <p:cTn id="226" dur="2000" fill="hold"/>
                                        <p:tgtEl>
                                          <p:spTgt spid="68"/>
                                        </p:tgtEl>
                                        <p:attrNameLst>
                                          <p:attrName>ppt_x</p:attrName>
                                          <p:attrName>ppt_y</p:attrName>
                                        </p:attrNameLst>
                                      </p:cBhvr>
                                      <p:rCtr x="8385" y="9306"/>
                                    </p:animMotion>
                                  </p:childTnLst>
                                </p:cTn>
                              </p:par>
                            </p:childTnLst>
                          </p:cTn>
                        </p:par>
                        <p:par>
                          <p:cTn id="227" fill="hold">
                            <p:stCondLst>
                              <p:cond delay="3500"/>
                            </p:stCondLst>
                            <p:childTnLst>
                              <p:par>
                                <p:cTn id="228" presetID="22" presetClass="entr" presetSubtype="8" fill="hold" nodeType="afterEffect">
                                  <p:stCondLst>
                                    <p:cond delay="0"/>
                                  </p:stCondLst>
                                  <p:childTnLst>
                                    <p:set>
                                      <p:cBhvr>
                                        <p:cTn id="229" dur="1" fill="hold">
                                          <p:stCondLst>
                                            <p:cond delay="0"/>
                                          </p:stCondLst>
                                        </p:cTn>
                                        <p:tgtEl>
                                          <p:spTgt spid="43"/>
                                        </p:tgtEl>
                                        <p:attrNameLst>
                                          <p:attrName>style.visibility</p:attrName>
                                        </p:attrNameLst>
                                      </p:cBhvr>
                                      <p:to>
                                        <p:strVal val="visible"/>
                                      </p:to>
                                    </p:set>
                                    <p:animEffect transition="in" filter="wipe(left)">
                                      <p:cBhvr>
                                        <p:cTn id="230" dur="500"/>
                                        <p:tgtEl>
                                          <p:spTgt spid="43"/>
                                        </p:tgtEl>
                                      </p:cBhvr>
                                    </p:animEffec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67"/>
                                        </p:tgtEl>
                                        <p:attrNameLst>
                                          <p:attrName>style.visibility</p:attrName>
                                        </p:attrNameLst>
                                      </p:cBhvr>
                                      <p:to>
                                        <p:strVal val="visible"/>
                                      </p:to>
                                    </p:set>
                                  </p:childTnLst>
                                </p:cTn>
                              </p:par>
                              <p:par>
                                <p:cTn id="235" presetID="8" presetClass="emph" presetSubtype="0" fill="hold" grpId="1" nodeType="withEffect">
                                  <p:stCondLst>
                                    <p:cond delay="0"/>
                                  </p:stCondLst>
                                  <p:childTnLst>
                                    <p:animRot by="21600000">
                                      <p:cBhvr>
                                        <p:cTn id="236" dur="1500" fill="hold"/>
                                        <p:tgtEl>
                                          <p:spTgt spid="67"/>
                                        </p:tgtEl>
                                        <p:attrNameLst>
                                          <p:attrName>r</p:attrName>
                                        </p:attrNameLst>
                                      </p:cBhvr>
                                    </p:animRot>
                                  </p:childTnLst>
                                </p:cTn>
                              </p:par>
                            </p:childTnLst>
                          </p:cTn>
                        </p:par>
                        <p:par>
                          <p:cTn id="237" fill="hold">
                            <p:stCondLst>
                              <p:cond delay="1500"/>
                            </p:stCondLst>
                            <p:childTnLst>
                              <p:par>
                                <p:cTn id="238" presetID="42" presetClass="entr" presetSubtype="0" fill="hold" grpId="0" nodeType="afterEffect">
                                  <p:stCondLst>
                                    <p:cond delay="0"/>
                                  </p:stCondLst>
                                  <p:childTnLst>
                                    <p:set>
                                      <p:cBhvr>
                                        <p:cTn id="239" dur="1" fill="hold">
                                          <p:stCondLst>
                                            <p:cond delay="0"/>
                                          </p:stCondLst>
                                        </p:cTn>
                                        <p:tgtEl>
                                          <p:spTgt spid="49"/>
                                        </p:tgtEl>
                                        <p:attrNameLst>
                                          <p:attrName>style.visibility</p:attrName>
                                        </p:attrNameLst>
                                      </p:cBhvr>
                                      <p:to>
                                        <p:strVal val="visible"/>
                                      </p:to>
                                    </p:set>
                                    <p:animEffect transition="in" filter="fade">
                                      <p:cBhvr>
                                        <p:cTn id="240" dur="1000"/>
                                        <p:tgtEl>
                                          <p:spTgt spid="49"/>
                                        </p:tgtEl>
                                      </p:cBhvr>
                                    </p:animEffect>
                                    <p:anim calcmode="lin" valueType="num">
                                      <p:cBhvr>
                                        <p:cTn id="241" dur="1000" fill="hold"/>
                                        <p:tgtEl>
                                          <p:spTgt spid="49"/>
                                        </p:tgtEl>
                                        <p:attrNameLst>
                                          <p:attrName>ppt_x</p:attrName>
                                        </p:attrNameLst>
                                      </p:cBhvr>
                                      <p:tavLst>
                                        <p:tav tm="0">
                                          <p:val>
                                            <p:strVal val="#ppt_x"/>
                                          </p:val>
                                        </p:tav>
                                        <p:tav tm="100000">
                                          <p:val>
                                            <p:strVal val="#ppt_x"/>
                                          </p:val>
                                        </p:tav>
                                      </p:tavLst>
                                    </p:anim>
                                    <p:anim calcmode="lin" valueType="num">
                                      <p:cBhvr>
                                        <p:cTn id="242" dur="1000" fill="hold"/>
                                        <p:tgtEl>
                                          <p:spTgt spid="49"/>
                                        </p:tgtEl>
                                        <p:attrNameLst>
                                          <p:attrName>ppt_y</p:attrName>
                                        </p:attrNameLst>
                                      </p:cBhvr>
                                      <p:tavLst>
                                        <p:tav tm="0">
                                          <p:val>
                                            <p:strVal val="#ppt_y+.1"/>
                                          </p:val>
                                        </p:tav>
                                        <p:tav tm="100000">
                                          <p:val>
                                            <p:strVal val="#ppt_y"/>
                                          </p:val>
                                        </p:tav>
                                      </p:tavLst>
                                    </p:anim>
                                  </p:childTnLst>
                                </p:cTn>
                              </p:par>
                              <p:par>
                                <p:cTn id="243" presetID="42" presetClass="path" presetSubtype="0" accel="50000" decel="50000" fill="hold" grpId="2" nodeType="withEffect">
                                  <p:stCondLst>
                                    <p:cond delay="0"/>
                                  </p:stCondLst>
                                  <p:childTnLst>
                                    <p:animMotion origin="layout" path="M 2.08333E-7 0 L -0.01432 0.18657 " pathEditMode="relative" rAng="0" ptsTypes="AA">
                                      <p:cBhvr>
                                        <p:cTn id="244" dur="2000" fill="hold"/>
                                        <p:tgtEl>
                                          <p:spTgt spid="67"/>
                                        </p:tgtEl>
                                        <p:attrNameLst>
                                          <p:attrName>ppt_x</p:attrName>
                                          <p:attrName>ppt_y</p:attrName>
                                        </p:attrNameLst>
                                      </p:cBhvr>
                                      <p:rCtr x="-716" y="9329"/>
                                    </p:animMotion>
                                  </p:childTnLst>
                                </p:cTn>
                              </p:par>
                            </p:childTnLst>
                          </p:cTn>
                        </p:par>
                        <p:par>
                          <p:cTn id="245" fill="hold">
                            <p:stCondLst>
                              <p:cond delay="3500"/>
                            </p:stCondLst>
                            <p:childTnLst>
                              <p:par>
                                <p:cTn id="246" presetID="22" presetClass="entr" presetSubtype="2" fill="hold" nodeType="afterEffect">
                                  <p:stCondLst>
                                    <p:cond delay="0"/>
                                  </p:stCondLst>
                                  <p:childTnLst>
                                    <p:set>
                                      <p:cBhvr>
                                        <p:cTn id="247" dur="1" fill="hold">
                                          <p:stCondLst>
                                            <p:cond delay="0"/>
                                          </p:stCondLst>
                                        </p:cTn>
                                        <p:tgtEl>
                                          <p:spTgt spid="44"/>
                                        </p:tgtEl>
                                        <p:attrNameLst>
                                          <p:attrName>style.visibility</p:attrName>
                                        </p:attrNameLst>
                                      </p:cBhvr>
                                      <p:to>
                                        <p:strVal val="visible"/>
                                      </p:to>
                                    </p:set>
                                    <p:animEffect transition="in" filter="wipe(right)">
                                      <p:cBhvr>
                                        <p:cTn id="248" dur="500"/>
                                        <p:tgtEl>
                                          <p:spTgt spid="44"/>
                                        </p:tgtEl>
                                      </p:cBhvr>
                                    </p:animEffec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0" nodeType="clickEffect">
                                  <p:stCondLst>
                                    <p:cond delay="0"/>
                                  </p:stCondLst>
                                  <p:childTnLst>
                                    <p:set>
                                      <p:cBhvr>
                                        <p:cTn id="252" dur="1" fill="hold">
                                          <p:stCondLst>
                                            <p:cond delay="0"/>
                                          </p:stCondLst>
                                        </p:cTn>
                                        <p:tgtEl>
                                          <p:spTgt spid="62"/>
                                        </p:tgtEl>
                                        <p:attrNameLst>
                                          <p:attrName>style.visibility</p:attrName>
                                        </p:attrNameLst>
                                      </p:cBhvr>
                                      <p:to>
                                        <p:strVal val="visible"/>
                                      </p:to>
                                    </p:set>
                                  </p:childTnLst>
                                </p:cTn>
                              </p:par>
                              <p:par>
                                <p:cTn id="253" presetID="8" presetClass="emph" presetSubtype="0" fill="hold" grpId="1" nodeType="withEffect">
                                  <p:stCondLst>
                                    <p:cond delay="0"/>
                                  </p:stCondLst>
                                  <p:childTnLst>
                                    <p:animRot by="21600000">
                                      <p:cBhvr>
                                        <p:cTn id="254" dur="1500" fill="hold"/>
                                        <p:tgtEl>
                                          <p:spTgt spid="62"/>
                                        </p:tgtEl>
                                        <p:attrNameLst>
                                          <p:attrName>r</p:attrName>
                                        </p:attrNameLst>
                                      </p:cBhvr>
                                    </p:animRot>
                                  </p:childTnLst>
                                </p:cTn>
                              </p:par>
                            </p:childTnLst>
                          </p:cTn>
                        </p:par>
                        <p:par>
                          <p:cTn id="255" fill="hold">
                            <p:stCondLst>
                              <p:cond delay="1500"/>
                            </p:stCondLst>
                            <p:childTnLst>
                              <p:par>
                                <p:cTn id="256" presetID="42" presetClass="entr" presetSubtype="0" fill="hold" grpId="0" nodeType="afterEffect">
                                  <p:stCondLst>
                                    <p:cond delay="0"/>
                                  </p:stCondLst>
                                  <p:childTnLst>
                                    <p:set>
                                      <p:cBhvr>
                                        <p:cTn id="257" dur="1" fill="hold">
                                          <p:stCondLst>
                                            <p:cond delay="0"/>
                                          </p:stCondLst>
                                        </p:cTn>
                                        <p:tgtEl>
                                          <p:spTgt spid="52"/>
                                        </p:tgtEl>
                                        <p:attrNameLst>
                                          <p:attrName>style.visibility</p:attrName>
                                        </p:attrNameLst>
                                      </p:cBhvr>
                                      <p:to>
                                        <p:strVal val="visible"/>
                                      </p:to>
                                    </p:set>
                                    <p:animEffect transition="in" filter="fade">
                                      <p:cBhvr>
                                        <p:cTn id="258" dur="1000"/>
                                        <p:tgtEl>
                                          <p:spTgt spid="52"/>
                                        </p:tgtEl>
                                      </p:cBhvr>
                                    </p:animEffect>
                                    <p:anim calcmode="lin" valueType="num">
                                      <p:cBhvr>
                                        <p:cTn id="259" dur="1000" fill="hold"/>
                                        <p:tgtEl>
                                          <p:spTgt spid="52"/>
                                        </p:tgtEl>
                                        <p:attrNameLst>
                                          <p:attrName>ppt_x</p:attrName>
                                        </p:attrNameLst>
                                      </p:cBhvr>
                                      <p:tavLst>
                                        <p:tav tm="0">
                                          <p:val>
                                            <p:strVal val="#ppt_x"/>
                                          </p:val>
                                        </p:tav>
                                        <p:tav tm="100000">
                                          <p:val>
                                            <p:strVal val="#ppt_x"/>
                                          </p:val>
                                        </p:tav>
                                      </p:tavLst>
                                    </p:anim>
                                    <p:anim calcmode="lin" valueType="num">
                                      <p:cBhvr>
                                        <p:cTn id="260" dur="1000" fill="hold"/>
                                        <p:tgtEl>
                                          <p:spTgt spid="52"/>
                                        </p:tgtEl>
                                        <p:attrNameLst>
                                          <p:attrName>ppt_y</p:attrName>
                                        </p:attrNameLst>
                                      </p:cBhvr>
                                      <p:tavLst>
                                        <p:tav tm="0">
                                          <p:val>
                                            <p:strVal val="#ppt_y+.1"/>
                                          </p:val>
                                        </p:tav>
                                        <p:tav tm="100000">
                                          <p:val>
                                            <p:strVal val="#ppt_y"/>
                                          </p:val>
                                        </p:tav>
                                      </p:tavLst>
                                    </p:anim>
                                  </p:childTnLst>
                                </p:cTn>
                              </p:par>
                              <p:par>
                                <p:cTn id="261" presetID="42" presetClass="path" presetSubtype="0" accel="50000" decel="50000" fill="hold" grpId="2" nodeType="withEffect">
                                  <p:stCondLst>
                                    <p:cond delay="0"/>
                                  </p:stCondLst>
                                  <p:childTnLst>
                                    <p:animMotion origin="layout" path="M 6.25E-7 -1.48148E-6 L 0.06094 0.24977 " pathEditMode="relative" rAng="0" ptsTypes="AA">
                                      <p:cBhvr>
                                        <p:cTn id="262" dur="2000" fill="hold"/>
                                        <p:tgtEl>
                                          <p:spTgt spid="62"/>
                                        </p:tgtEl>
                                        <p:attrNameLst>
                                          <p:attrName>ppt_x</p:attrName>
                                          <p:attrName>ppt_y</p:attrName>
                                        </p:attrNameLst>
                                      </p:cBhvr>
                                      <p:rCtr x="3047" y="12477"/>
                                    </p:animMotion>
                                  </p:childTnLst>
                                </p:cTn>
                              </p:par>
                            </p:childTnLst>
                          </p:cTn>
                        </p:par>
                        <p:par>
                          <p:cTn id="263" fill="hold">
                            <p:stCondLst>
                              <p:cond delay="3500"/>
                            </p:stCondLst>
                            <p:childTnLst>
                              <p:par>
                                <p:cTn id="264" presetID="22" presetClass="entr" presetSubtype="2" fill="hold" nodeType="afterEffect">
                                  <p:stCondLst>
                                    <p:cond delay="0"/>
                                  </p:stCondLst>
                                  <p:childTnLst>
                                    <p:set>
                                      <p:cBhvr>
                                        <p:cTn id="265" dur="1" fill="hold">
                                          <p:stCondLst>
                                            <p:cond delay="0"/>
                                          </p:stCondLst>
                                        </p:cTn>
                                        <p:tgtEl>
                                          <p:spTgt spid="47"/>
                                        </p:tgtEl>
                                        <p:attrNameLst>
                                          <p:attrName>style.visibility</p:attrName>
                                        </p:attrNameLst>
                                      </p:cBhvr>
                                      <p:to>
                                        <p:strVal val="visible"/>
                                      </p:to>
                                    </p:set>
                                    <p:animEffect transition="in" filter="wipe(right)">
                                      <p:cBhvr>
                                        <p:cTn id="266" dur="500"/>
                                        <p:tgtEl>
                                          <p:spTgt spid="47"/>
                                        </p:tgtEl>
                                      </p:cBhvr>
                                    </p:animEffec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66"/>
                                        </p:tgtEl>
                                        <p:attrNameLst>
                                          <p:attrName>style.visibility</p:attrName>
                                        </p:attrNameLst>
                                      </p:cBhvr>
                                      <p:to>
                                        <p:strVal val="visible"/>
                                      </p:to>
                                    </p:set>
                                  </p:childTnLst>
                                </p:cTn>
                              </p:par>
                              <p:par>
                                <p:cTn id="271" presetID="8" presetClass="emph" presetSubtype="0" fill="hold" grpId="1" nodeType="withEffect">
                                  <p:stCondLst>
                                    <p:cond delay="0"/>
                                  </p:stCondLst>
                                  <p:childTnLst>
                                    <p:animRot by="21600000">
                                      <p:cBhvr>
                                        <p:cTn id="272" dur="1500" fill="hold"/>
                                        <p:tgtEl>
                                          <p:spTgt spid="66"/>
                                        </p:tgtEl>
                                        <p:attrNameLst>
                                          <p:attrName>r</p:attrName>
                                        </p:attrNameLst>
                                      </p:cBhvr>
                                    </p:animRot>
                                  </p:childTnLst>
                                </p:cTn>
                              </p:par>
                            </p:childTnLst>
                          </p:cTn>
                        </p:par>
                        <p:par>
                          <p:cTn id="273" fill="hold">
                            <p:stCondLst>
                              <p:cond delay="1500"/>
                            </p:stCondLst>
                            <p:childTnLst>
                              <p:par>
                                <p:cTn id="274" presetID="42" presetClass="entr" presetSubtype="0" fill="hold" grpId="0" nodeType="afterEffect">
                                  <p:stCondLst>
                                    <p:cond delay="0"/>
                                  </p:stCondLst>
                                  <p:childTnLst>
                                    <p:set>
                                      <p:cBhvr>
                                        <p:cTn id="275" dur="1" fill="hold">
                                          <p:stCondLst>
                                            <p:cond delay="0"/>
                                          </p:stCondLst>
                                        </p:cTn>
                                        <p:tgtEl>
                                          <p:spTgt spid="50"/>
                                        </p:tgtEl>
                                        <p:attrNameLst>
                                          <p:attrName>style.visibility</p:attrName>
                                        </p:attrNameLst>
                                      </p:cBhvr>
                                      <p:to>
                                        <p:strVal val="visible"/>
                                      </p:to>
                                    </p:set>
                                    <p:animEffect transition="in" filter="fade">
                                      <p:cBhvr>
                                        <p:cTn id="276" dur="1000"/>
                                        <p:tgtEl>
                                          <p:spTgt spid="50"/>
                                        </p:tgtEl>
                                      </p:cBhvr>
                                    </p:animEffect>
                                    <p:anim calcmode="lin" valueType="num">
                                      <p:cBhvr>
                                        <p:cTn id="277" dur="1000" fill="hold"/>
                                        <p:tgtEl>
                                          <p:spTgt spid="50"/>
                                        </p:tgtEl>
                                        <p:attrNameLst>
                                          <p:attrName>ppt_x</p:attrName>
                                        </p:attrNameLst>
                                      </p:cBhvr>
                                      <p:tavLst>
                                        <p:tav tm="0">
                                          <p:val>
                                            <p:strVal val="#ppt_x"/>
                                          </p:val>
                                        </p:tav>
                                        <p:tav tm="100000">
                                          <p:val>
                                            <p:strVal val="#ppt_x"/>
                                          </p:val>
                                        </p:tav>
                                      </p:tavLst>
                                    </p:anim>
                                    <p:anim calcmode="lin" valueType="num">
                                      <p:cBhvr>
                                        <p:cTn id="278" dur="1000" fill="hold"/>
                                        <p:tgtEl>
                                          <p:spTgt spid="50"/>
                                        </p:tgtEl>
                                        <p:attrNameLst>
                                          <p:attrName>ppt_y</p:attrName>
                                        </p:attrNameLst>
                                      </p:cBhvr>
                                      <p:tavLst>
                                        <p:tav tm="0">
                                          <p:val>
                                            <p:strVal val="#ppt_y+.1"/>
                                          </p:val>
                                        </p:tav>
                                        <p:tav tm="100000">
                                          <p:val>
                                            <p:strVal val="#ppt_y"/>
                                          </p:val>
                                        </p:tav>
                                      </p:tavLst>
                                    </p:anim>
                                  </p:childTnLst>
                                </p:cTn>
                              </p:par>
                              <p:par>
                                <p:cTn id="279" presetID="42" presetClass="path" presetSubtype="0" accel="50000" decel="50000" fill="hold" grpId="2" nodeType="withEffect">
                                  <p:stCondLst>
                                    <p:cond delay="0"/>
                                  </p:stCondLst>
                                  <p:childTnLst>
                                    <p:animMotion origin="layout" path="M 6.25E-7 -1.48148E-6 L -0.12175 0.24977 " pathEditMode="relative" rAng="0" ptsTypes="AA">
                                      <p:cBhvr>
                                        <p:cTn id="280" dur="2000" fill="hold"/>
                                        <p:tgtEl>
                                          <p:spTgt spid="66"/>
                                        </p:tgtEl>
                                        <p:attrNameLst>
                                          <p:attrName>ppt_x</p:attrName>
                                          <p:attrName>ppt_y</p:attrName>
                                        </p:attrNameLst>
                                      </p:cBhvr>
                                      <p:rCtr x="-6094" y="12477"/>
                                    </p:animMotion>
                                  </p:childTnLst>
                                </p:cTn>
                              </p:par>
                            </p:childTnLst>
                          </p:cTn>
                        </p:par>
                        <p:par>
                          <p:cTn id="281" fill="hold">
                            <p:stCondLst>
                              <p:cond delay="3500"/>
                            </p:stCondLst>
                            <p:childTnLst>
                              <p:par>
                                <p:cTn id="282" presetID="22" presetClass="entr" presetSubtype="2" fill="hold" nodeType="afterEffect">
                                  <p:stCondLst>
                                    <p:cond delay="0"/>
                                  </p:stCondLst>
                                  <p:childTnLst>
                                    <p:set>
                                      <p:cBhvr>
                                        <p:cTn id="283" dur="1" fill="hold">
                                          <p:stCondLst>
                                            <p:cond delay="0"/>
                                          </p:stCondLst>
                                        </p:cTn>
                                        <p:tgtEl>
                                          <p:spTgt spid="56"/>
                                        </p:tgtEl>
                                        <p:attrNameLst>
                                          <p:attrName>style.visibility</p:attrName>
                                        </p:attrNameLst>
                                      </p:cBhvr>
                                      <p:to>
                                        <p:strVal val="visible"/>
                                      </p:to>
                                    </p:set>
                                    <p:animEffect transition="in" filter="wipe(right)">
                                      <p:cBhvr>
                                        <p:cTn id="284" dur="500"/>
                                        <p:tgtEl>
                                          <p:spTgt spid="56"/>
                                        </p:tgtEl>
                                      </p:cBhvr>
                                    </p:animEffect>
                                  </p:childTnLst>
                                </p:cTn>
                              </p:par>
                            </p:childTnLst>
                          </p:cTn>
                        </p:par>
                      </p:childTnLst>
                    </p:cTn>
                  </p:par>
                  <p:par>
                    <p:cTn id="285" fill="hold">
                      <p:stCondLst>
                        <p:cond delay="indefinite"/>
                      </p:stCondLst>
                      <p:childTnLst>
                        <p:par>
                          <p:cTn id="286" fill="hold">
                            <p:stCondLst>
                              <p:cond delay="0"/>
                            </p:stCondLst>
                            <p:childTnLst>
                              <p:par>
                                <p:cTn id="287" presetID="1" presetClass="entr" presetSubtype="0" fill="hold" grpId="0" nodeType="clickEffect">
                                  <p:stCondLst>
                                    <p:cond delay="0"/>
                                  </p:stCondLst>
                                  <p:childTnLst>
                                    <p:set>
                                      <p:cBhvr>
                                        <p:cTn id="288" dur="1" fill="hold">
                                          <p:stCondLst>
                                            <p:cond delay="0"/>
                                          </p:stCondLst>
                                        </p:cTn>
                                        <p:tgtEl>
                                          <p:spTgt spid="70"/>
                                        </p:tgtEl>
                                        <p:attrNameLst>
                                          <p:attrName>style.visibility</p:attrName>
                                        </p:attrNameLst>
                                      </p:cBhvr>
                                      <p:to>
                                        <p:strVal val="visible"/>
                                      </p:to>
                                    </p:set>
                                  </p:childTnLst>
                                </p:cTn>
                              </p:par>
                              <p:par>
                                <p:cTn id="289" presetID="8" presetClass="emph" presetSubtype="0" fill="hold" grpId="1" nodeType="withEffect">
                                  <p:stCondLst>
                                    <p:cond delay="0"/>
                                  </p:stCondLst>
                                  <p:childTnLst>
                                    <p:animRot by="21600000">
                                      <p:cBhvr>
                                        <p:cTn id="290" dur="1500" fill="hold"/>
                                        <p:tgtEl>
                                          <p:spTgt spid="70"/>
                                        </p:tgtEl>
                                        <p:attrNameLst>
                                          <p:attrName>r</p:attrName>
                                        </p:attrNameLst>
                                      </p:cBhvr>
                                    </p:animRot>
                                  </p:childTnLst>
                                </p:cTn>
                              </p:par>
                            </p:childTnLst>
                          </p:cTn>
                        </p:par>
                        <p:par>
                          <p:cTn id="291" fill="hold">
                            <p:stCondLst>
                              <p:cond delay="2500"/>
                            </p:stCondLst>
                            <p:childTnLst>
                              <p:par>
                                <p:cTn id="292" presetID="42" presetClass="entr" presetSubtype="0" fill="hold" grpId="0" nodeType="afterEffect">
                                  <p:stCondLst>
                                    <p:cond delay="0"/>
                                  </p:stCondLst>
                                  <p:childTnLst>
                                    <p:set>
                                      <p:cBhvr>
                                        <p:cTn id="293" dur="1" fill="hold">
                                          <p:stCondLst>
                                            <p:cond delay="0"/>
                                          </p:stCondLst>
                                        </p:cTn>
                                        <p:tgtEl>
                                          <p:spTgt spid="51"/>
                                        </p:tgtEl>
                                        <p:attrNameLst>
                                          <p:attrName>style.visibility</p:attrName>
                                        </p:attrNameLst>
                                      </p:cBhvr>
                                      <p:to>
                                        <p:strVal val="visible"/>
                                      </p:to>
                                    </p:set>
                                    <p:animEffect transition="in" filter="fade">
                                      <p:cBhvr>
                                        <p:cTn id="294" dur="1000"/>
                                        <p:tgtEl>
                                          <p:spTgt spid="51"/>
                                        </p:tgtEl>
                                      </p:cBhvr>
                                    </p:animEffect>
                                    <p:anim calcmode="lin" valueType="num">
                                      <p:cBhvr>
                                        <p:cTn id="295" dur="1000" fill="hold"/>
                                        <p:tgtEl>
                                          <p:spTgt spid="51"/>
                                        </p:tgtEl>
                                        <p:attrNameLst>
                                          <p:attrName>ppt_x</p:attrName>
                                        </p:attrNameLst>
                                      </p:cBhvr>
                                      <p:tavLst>
                                        <p:tav tm="0">
                                          <p:val>
                                            <p:strVal val="#ppt_x"/>
                                          </p:val>
                                        </p:tav>
                                        <p:tav tm="100000">
                                          <p:val>
                                            <p:strVal val="#ppt_x"/>
                                          </p:val>
                                        </p:tav>
                                      </p:tavLst>
                                    </p:anim>
                                    <p:anim calcmode="lin" valueType="num">
                                      <p:cBhvr>
                                        <p:cTn id="296" dur="1000" fill="hold"/>
                                        <p:tgtEl>
                                          <p:spTgt spid="51"/>
                                        </p:tgtEl>
                                        <p:attrNameLst>
                                          <p:attrName>ppt_y</p:attrName>
                                        </p:attrNameLst>
                                      </p:cBhvr>
                                      <p:tavLst>
                                        <p:tav tm="0">
                                          <p:val>
                                            <p:strVal val="#ppt_y+.1"/>
                                          </p:val>
                                        </p:tav>
                                        <p:tav tm="100000">
                                          <p:val>
                                            <p:strVal val="#ppt_y"/>
                                          </p:val>
                                        </p:tav>
                                      </p:tavLst>
                                    </p:anim>
                                  </p:childTnLst>
                                </p:cTn>
                              </p:par>
                              <p:par>
                                <p:cTn id="297" presetID="42" presetClass="path" presetSubtype="0" accel="50000" decel="50000" fill="hold" grpId="2" nodeType="withEffect">
                                  <p:stCondLst>
                                    <p:cond delay="0"/>
                                  </p:stCondLst>
                                  <p:childTnLst>
                                    <p:animMotion origin="layout" path="M 4.16667E-7 -0.00116 L -0.06042 0.24606 " pathEditMode="relative" rAng="0" ptsTypes="AA">
                                      <p:cBhvr>
                                        <p:cTn id="298" dur="2000" fill="hold"/>
                                        <p:tgtEl>
                                          <p:spTgt spid="70"/>
                                        </p:tgtEl>
                                        <p:attrNameLst>
                                          <p:attrName>ppt_x</p:attrName>
                                          <p:attrName>ppt_y</p:attrName>
                                        </p:attrNameLst>
                                      </p:cBhvr>
                                      <p:rCtr x="-3021" y="12361"/>
                                    </p:animMotion>
                                  </p:childTnLst>
                                </p:cTn>
                              </p:par>
                            </p:childTnLst>
                          </p:cTn>
                        </p:par>
                        <p:par>
                          <p:cTn id="299" fill="hold">
                            <p:stCondLst>
                              <p:cond delay="4500"/>
                            </p:stCondLst>
                            <p:childTnLst>
                              <p:par>
                                <p:cTn id="300" presetID="22" presetClass="entr" presetSubtype="8" fill="hold" nodeType="afterEffect">
                                  <p:stCondLst>
                                    <p:cond delay="0"/>
                                  </p:stCondLst>
                                  <p:childTnLst>
                                    <p:set>
                                      <p:cBhvr>
                                        <p:cTn id="301" dur="1" fill="hold">
                                          <p:stCondLst>
                                            <p:cond delay="0"/>
                                          </p:stCondLst>
                                        </p:cTn>
                                        <p:tgtEl>
                                          <p:spTgt spid="57"/>
                                        </p:tgtEl>
                                        <p:attrNameLst>
                                          <p:attrName>style.visibility</p:attrName>
                                        </p:attrNameLst>
                                      </p:cBhvr>
                                      <p:to>
                                        <p:strVal val="visible"/>
                                      </p:to>
                                    </p:set>
                                    <p:animEffect transition="in" filter="wipe(left)">
                                      <p:cBhvr>
                                        <p:cTn id="302" dur="500"/>
                                        <p:tgtEl>
                                          <p:spTgt spid="57"/>
                                        </p:tgtEl>
                                      </p:cBhvr>
                                    </p:animEffec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grpId="0" nodeType="clickEffect">
                                  <p:stCondLst>
                                    <p:cond delay="0"/>
                                  </p:stCondLst>
                                  <p:childTnLst>
                                    <p:set>
                                      <p:cBhvr>
                                        <p:cTn id="306" dur="1" fill="hold">
                                          <p:stCondLst>
                                            <p:cond delay="0"/>
                                          </p:stCondLst>
                                        </p:cTn>
                                        <p:tgtEl>
                                          <p:spTgt spid="65"/>
                                        </p:tgtEl>
                                        <p:attrNameLst>
                                          <p:attrName>style.visibility</p:attrName>
                                        </p:attrNameLst>
                                      </p:cBhvr>
                                      <p:to>
                                        <p:strVal val="visible"/>
                                      </p:to>
                                    </p:set>
                                  </p:childTnLst>
                                </p:cTn>
                              </p:par>
                              <p:par>
                                <p:cTn id="307" presetID="8" presetClass="emph" presetSubtype="0" fill="hold" grpId="1" nodeType="withEffect">
                                  <p:stCondLst>
                                    <p:cond delay="0"/>
                                  </p:stCondLst>
                                  <p:childTnLst>
                                    <p:animRot by="21600000">
                                      <p:cBhvr>
                                        <p:cTn id="308" dur="1500" fill="hold"/>
                                        <p:tgtEl>
                                          <p:spTgt spid="65"/>
                                        </p:tgtEl>
                                        <p:attrNameLst>
                                          <p:attrName>r</p:attrName>
                                        </p:attrNameLst>
                                      </p:cBhvr>
                                    </p:animRot>
                                  </p:childTnLst>
                                </p:cTn>
                              </p:par>
                            </p:childTnLst>
                          </p:cTn>
                        </p:par>
                        <p:par>
                          <p:cTn id="309" fill="hold">
                            <p:stCondLst>
                              <p:cond delay="1500"/>
                            </p:stCondLst>
                            <p:childTnLst>
                              <p:par>
                                <p:cTn id="310" presetID="42" presetClass="entr" presetSubtype="0" fill="hold" grpId="0" nodeType="afterEffect">
                                  <p:stCondLst>
                                    <p:cond delay="0"/>
                                  </p:stCondLst>
                                  <p:childTnLst>
                                    <p:set>
                                      <p:cBhvr>
                                        <p:cTn id="311" dur="1" fill="hold">
                                          <p:stCondLst>
                                            <p:cond delay="0"/>
                                          </p:stCondLst>
                                        </p:cTn>
                                        <p:tgtEl>
                                          <p:spTgt spid="55"/>
                                        </p:tgtEl>
                                        <p:attrNameLst>
                                          <p:attrName>style.visibility</p:attrName>
                                        </p:attrNameLst>
                                      </p:cBhvr>
                                      <p:to>
                                        <p:strVal val="visible"/>
                                      </p:to>
                                    </p:set>
                                    <p:animEffect transition="in" filter="fade">
                                      <p:cBhvr>
                                        <p:cTn id="312" dur="1000"/>
                                        <p:tgtEl>
                                          <p:spTgt spid="55"/>
                                        </p:tgtEl>
                                      </p:cBhvr>
                                    </p:animEffect>
                                    <p:anim calcmode="lin" valueType="num">
                                      <p:cBhvr>
                                        <p:cTn id="313" dur="1000" fill="hold"/>
                                        <p:tgtEl>
                                          <p:spTgt spid="55"/>
                                        </p:tgtEl>
                                        <p:attrNameLst>
                                          <p:attrName>ppt_x</p:attrName>
                                        </p:attrNameLst>
                                      </p:cBhvr>
                                      <p:tavLst>
                                        <p:tav tm="0">
                                          <p:val>
                                            <p:strVal val="#ppt_x"/>
                                          </p:val>
                                        </p:tav>
                                        <p:tav tm="100000">
                                          <p:val>
                                            <p:strVal val="#ppt_x"/>
                                          </p:val>
                                        </p:tav>
                                      </p:tavLst>
                                    </p:anim>
                                    <p:anim calcmode="lin" valueType="num">
                                      <p:cBhvr>
                                        <p:cTn id="314" dur="1000" fill="hold"/>
                                        <p:tgtEl>
                                          <p:spTgt spid="55"/>
                                        </p:tgtEl>
                                        <p:attrNameLst>
                                          <p:attrName>ppt_y</p:attrName>
                                        </p:attrNameLst>
                                      </p:cBhvr>
                                      <p:tavLst>
                                        <p:tav tm="0">
                                          <p:val>
                                            <p:strVal val="#ppt_y+.1"/>
                                          </p:val>
                                        </p:tav>
                                        <p:tav tm="100000">
                                          <p:val>
                                            <p:strVal val="#ppt_y"/>
                                          </p:val>
                                        </p:tav>
                                      </p:tavLst>
                                    </p:anim>
                                  </p:childTnLst>
                                </p:cTn>
                              </p:par>
                              <p:par>
                                <p:cTn id="315" presetID="42" presetClass="path" presetSubtype="0" accel="50000" decel="50000" fill="hold" grpId="2" nodeType="withEffect">
                                  <p:stCondLst>
                                    <p:cond delay="0"/>
                                  </p:stCondLst>
                                  <p:childTnLst>
                                    <p:animMotion origin="layout" path="M -8.33333E-7 1.48148E-6 L -0.01016 0.31296 " pathEditMode="relative" rAng="0" ptsTypes="AA">
                                      <p:cBhvr>
                                        <p:cTn id="316" dur="2000" fill="hold"/>
                                        <p:tgtEl>
                                          <p:spTgt spid="65"/>
                                        </p:tgtEl>
                                        <p:attrNameLst>
                                          <p:attrName>ppt_x</p:attrName>
                                          <p:attrName>ppt_y</p:attrName>
                                        </p:attrNameLst>
                                      </p:cBhvr>
                                      <p:rCtr x="-508" y="15648"/>
                                    </p:animMotion>
                                  </p:childTnLst>
                                </p:cTn>
                              </p:par>
                            </p:childTnLst>
                          </p:cTn>
                        </p:par>
                        <p:par>
                          <p:cTn id="317" fill="hold">
                            <p:stCondLst>
                              <p:cond delay="4500"/>
                            </p:stCondLst>
                            <p:childTnLst>
                              <p:par>
                                <p:cTn id="318" presetID="22" presetClass="entr" presetSubtype="8" fill="hold" nodeType="afterEffect">
                                  <p:stCondLst>
                                    <p:cond delay="0"/>
                                  </p:stCondLst>
                                  <p:childTnLst>
                                    <p:set>
                                      <p:cBhvr>
                                        <p:cTn id="319" dur="1" fill="hold">
                                          <p:stCondLst>
                                            <p:cond delay="0"/>
                                          </p:stCondLst>
                                        </p:cTn>
                                        <p:tgtEl>
                                          <p:spTgt spid="45"/>
                                        </p:tgtEl>
                                        <p:attrNameLst>
                                          <p:attrName>style.visibility</p:attrName>
                                        </p:attrNameLst>
                                      </p:cBhvr>
                                      <p:to>
                                        <p:strVal val="visible"/>
                                      </p:to>
                                    </p:set>
                                    <p:animEffect transition="in" filter="wipe(left)">
                                      <p:cBhvr>
                                        <p:cTn id="320" dur="500"/>
                                        <p:tgtEl>
                                          <p:spTgt spid="45"/>
                                        </p:tgtEl>
                                      </p:cBhvr>
                                    </p:animEffect>
                                  </p:childTnLst>
                                </p:cTn>
                              </p:par>
                            </p:childTnLst>
                          </p:cTn>
                        </p:par>
                      </p:childTnLst>
                    </p:cTn>
                  </p:par>
                  <p:par>
                    <p:cTn id="321" fill="hold">
                      <p:stCondLst>
                        <p:cond delay="indefinite"/>
                      </p:stCondLst>
                      <p:childTnLst>
                        <p:par>
                          <p:cTn id="322" fill="hold">
                            <p:stCondLst>
                              <p:cond delay="0"/>
                            </p:stCondLst>
                            <p:childTnLst>
                              <p:par>
                                <p:cTn id="323" presetID="1" presetClass="entr" presetSubtype="0" fill="hold" grpId="0" nodeType="clickEffect">
                                  <p:stCondLst>
                                    <p:cond delay="0"/>
                                  </p:stCondLst>
                                  <p:childTnLst>
                                    <p:set>
                                      <p:cBhvr>
                                        <p:cTn id="324" dur="1" fill="hold">
                                          <p:stCondLst>
                                            <p:cond delay="0"/>
                                          </p:stCondLst>
                                        </p:cTn>
                                        <p:tgtEl>
                                          <p:spTgt spid="69"/>
                                        </p:tgtEl>
                                        <p:attrNameLst>
                                          <p:attrName>style.visibility</p:attrName>
                                        </p:attrNameLst>
                                      </p:cBhvr>
                                      <p:to>
                                        <p:strVal val="visible"/>
                                      </p:to>
                                    </p:set>
                                  </p:childTnLst>
                                </p:cTn>
                              </p:par>
                              <p:par>
                                <p:cTn id="325" presetID="8" presetClass="emph" presetSubtype="0" fill="hold" grpId="1" nodeType="withEffect">
                                  <p:stCondLst>
                                    <p:cond delay="0"/>
                                  </p:stCondLst>
                                  <p:childTnLst>
                                    <p:animRot by="21600000">
                                      <p:cBhvr>
                                        <p:cTn id="326" dur="1500" fill="hold"/>
                                        <p:tgtEl>
                                          <p:spTgt spid="69"/>
                                        </p:tgtEl>
                                        <p:attrNameLst>
                                          <p:attrName>r</p:attrName>
                                        </p:attrNameLst>
                                      </p:cBhvr>
                                    </p:animRot>
                                  </p:childTnLst>
                                </p:cTn>
                              </p:par>
                            </p:childTnLst>
                          </p:cTn>
                        </p:par>
                        <p:par>
                          <p:cTn id="327" fill="hold">
                            <p:stCondLst>
                              <p:cond delay="1500"/>
                            </p:stCondLst>
                            <p:childTnLst>
                              <p:par>
                                <p:cTn id="328" presetID="27" presetClass="emph" presetSubtype="0" fill="remove" grpId="1" nodeType="afterEffect">
                                  <p:stCondLst>
                                    <p:cond delay="0"/>
                                  </p:stCondLst>
                                  <p:childTnLst>
                                    <p:animClr clrSpc="rgb" dir="cw">
                                      <p:cBhvr override="childStyle">
                                        <p:cTn id="329" dur="750" autoRev="1" fill="remove"/>
                                        <p:tgtEl>
                                          <p:spTgt spid="48"/>
                                        </p:tgtEl>
                                        <p:attrNameLst>
                                          <p:attrName>style.color</p:attrName>
                                        </p:attrNameLst>
                                      </p:cBhvr>
                                      <p:to>
                                        <a:schemeClr val="bg1"/>
                                      </p:to>
                                    </p:animClr>
                                    <p:animClr clrSpc="rgb" dir="cw">
                                      <p:cBhvr>
                                        <p:cTn id="330" dur="750" autoRev="1" fill="remove"/>
                                        <p:tgtEl>
                                          <p:spTgt spid="48"/>
                                        </p:tgtEl>
                                        <p:attrNameLst>
                                          <p:attrName>fillcolor</p:attrName>
                                        </p:attrNameLst>
                                      </p:cBhvr>
                                      <p:to>
                                        <a:schemeClr val="bg1"/>
                                      </p:to>
                                    </p:animClr>
                                    <p:set>
                                      <p:cBhvr>
                                        <p:cTn id="331" dur="750" autoRev="1" fill="remove"/>
                                        <p:tgtEl>
                                          <p:spTgt spid="48"/>
                                        </p:tgtEl>
                                        <p:attrNameLst>
                                          <p:attrName>fill.type</p:attrName>
                                        </p:attrNameLst>
                                      </p:cBhvr>
                                      <p:to>
                                        <p:strVal val="solid"/>
                                      </p:to>
                                    </p:set>
                                    <p:set>
                                      <p:cBhvr>
                                        <p:cTn id="332" dur="750" autoRev="1" fill="remove"/>
                                        <p:tgtEl>
                                          <p:spTgt spid="48"/>
                                        </p:tgtEl>
                                        <p:attrNameLst>
                                          <p:attrName>fill.on</p:attrName>
                                        </p:attrNameLst>
                                      </p:cBhvr>
                                      <p:to>
                                        <p:strVal val="true"/>
                                      </p:to>
                                    </p:set>
                                  </p:childTnLst>
                                </p:cTn>
                              </p:par>
                            </p:childTnLst>
                          </p:cTn>
                        </p:par>
                        <p:par>
                          <p:cTn id="333" fill="hold">
                            <p:stCondLst>
                              <p:cond delay="3000"/>
                            </p:stCondLst>
                            <p:childTnLst>
                              <p:par>
                                <p:cTn id="334" presetID="3" presetClass="emph" presetSubtype="2" fill="hold" grpId="2" nodeType="afterEffect">
                                  <p:stCondLst>
                                    <p:cond delay="0"/>
                                  </p:stCondLst>
                                  <p:childTnLst>
                                    <p:animClr clrSpc="rgb" dir="cw">
                                      <p:cBhvr override="childStyle">
                                        <p:cTn id="335" dur="1000" fill="hold"/>
                                        <p:tgtEl>
                                          <p:spTgt spid="69"/>
                                        </p:tgtEl>
                                        <p:attrNameLst>
                                          <p:attrName>style.color</p:attrName>
                                        </p:attrNameLst>
                                      </p:cBhvr>
                                      <p:to>
                                        <a:srgbClr val="00B0F0"/>
                                      </p:to>
                                    </p:animClr>
                                  </p:childTnLst>
                                </p:cTn>
                              </p:par>
                            </p:childTnLst>
                          </p:cTn>
                        </p:par>
                      </p:childTnLst>
                    </p:cTn>
                  </p:par>
                  <p:par>
                    <p:cTn id="336" fill="hold">
                      <p:stCondLst>
                        <p:cond delay="indefinite"/>
                      </p:stCondLst>
                      <p:childTnLst>
                        <p:par>
                          <p:cTn id="337" fill="hold">
                            <p:stCondLst>
                              <p:cond delay="0"/>
                            </p:stCondLst>
                            <p:childTnLst>
                              <p:par>
                                <p:cTn id="338" presetID="1" presetClass="entr" presetSubtype="0" fill="hold" grpId="0" nodeType="clickEffect">
                                  <p:stCondLst>
                                    <p:cond delay="0"/>
                                  </p:stCondLst>
                                  <p:childTnLst>
                                    <p:set>
                                      <p:cBhvr>
                                        <p:cTn id="339" dur="1" fill="hold">
                                          <p:stCondLst>
                                            <p:cond delay="0"/>
                                          </p:stCondLst>
                                        </p:cTn>
                                        <p:tgtEl>
                                          <p:spTgt spid="63"/>
                                        </p:tgtEl>
                                        <p:attrNameLst>
                                          <p:attrName>style.visibility</p:attrName>
                                        </p:attrNameLst>
                                      </p:cBhvr>
                                      <p:to>
                                        <p:strVal val="visible"/>
                                      </p:to>
                                    </p:set>
                                  </p:childTnLst>
                                </p:cTn>
                              </p:par>
                              <p:par>
                                <p:cTn id="340" presetID="8" presetClass="emph" presetSubtype="0" fill="hold" grpId="1" nodeType="withEffect">
                                  <p:stCondLst>
                                    <p:cond delay="0"/>
                                  </p:stCondLst>
                                  <p:childTnLst>
                                    <p:animRot by="21600000">
                                      <p:cBhvr>
                                        <p:cTn id="341" dur="1500" fill="hold"/>
                                        <p:tgtEl>
                                          <p:spTgt spid="63"/>
                                        </p:tgtEl>
                                        <p:attrNameLst>
                                          <p:attrName>r</p:attrName>
                                        </p:attrNameLst>
                                      </p:cBhvr>
                                    </p:animRot>
                                  </p:childTnLst>
                                </p:cTn>
                              </p:par>
                            </p:childTnLst>
                          </p:cTn>
                        </p:par>
                        <p:par>
                          <p:cTn id="342" fill="hold">
                            <p:stCondLst>
                              <p:cond delay="1500"/>
                            </p:stCondLst>
                            <p:childTnLst>
                              <p:par>
                                <p:cTn id="343" presetID="42" presetClass="entr" presetSubtype="0" fill="hold" grpId="0" nodeType="afterEffect">
                                  <p:stCondLst>
                                    <p:cond delay="0"/>
                                  </p:stCondLst>
                                  <p:childTnLst>
                                    <p:set>
                                      <p:cBhvr>
                                        <p:cTn id="344" dur="1" fill="hold">
                                          <p:stCondLst>
                                            <p:cond delay="0"/>
                                          </p:stCondLst>
                                        </p:cTn>
                                        <p:tgtEl>
                                          <p:spTgt spid="53"/>
                                        </p:tgtEl>
                                        <p:attrNameLst>
                                          <p:attrName>style.visibility</p:attrName>
                                        </p:attrNameLst>
                                      </p:cBhvr>
                                      <p:to>
                                        <p:strVal val="visible"/>
                                      </p:to>
                                    </p:set>
                                    <p:animEffect transition="in" filter="fade">
                                      <p:cBhvr>
                                        <p:cTn id="345" dur="1000"/>
                                        <p:tgtEl>
                                          <p:spTgt spid="53"/>
                                        </p:tgtEl>
                                      </p:cBhvr>
                                    </p:animEffect>
                                    <p:anim calcmode="lin" valueType="num">
                                      <p:cBhvr>
                                        <p:cTn id="346" dur="1000" fill="hold"/>
                                        <p:tgtEl>
                                          <p:spTgt spid="53"/>
                                        </p:tgtEl>
                                        <p:attrNameLst>
                                          <p:attrName>ppt_x</p:attrName>
                                        </p:attrNameLst>
                                      </p:cBhvr>
                                      <p:tavLst>
                                        <p:tav tm="0">
                                          <p:val>
                                            <p:strVal val="#ppt_x"/>
                                          </p:val>
                                        </p:tav>
                                        <p:tav tm="100000">
                                          <p:val>
                                            <p:strVal val="#ppt_x"/>
                                          </p:val>
                                        </p:tav>
                                      </p:tavLst>
                                    </p:anim>
                                    <p:anim calcmode="lin" valueType="num">
                                      <p:cBhvr>
                                        <p:cTn id="347" dur="1000" fill="hold"/>
                                        <p:tgtEl>
                                          <p:spTgt spid="53"/>
                                        </p:tgtEl>
                                        <p:attrNameLst>
                                          <p:attrName>ppt_y</p:attrName>
                                        </p:attrNameLst>
                                      </p:cBhvr>
                                      <p:tavLst>
                                        <p:tav tm="0">
                                          <p:val>
                                            <p:strVal val="#ppt_y+.1"/>
                                          </p:val>
                                        </p:tav>
                                        <p:tav tm="100000">
                                          <p:val>
                                            <p:strVal val="#ppt_y"/>
                                          </p:val>
                                        </p:tav>
                                      </p:tavLst>
                                    </p:anim>
                                  </p:childTnLst>
                                </p:cTn>
                              </p:par>
                              <p:par>
                                <p:cTn id="348" presetID="42" presetClass="path" presetSubtype="0" accel="50000" decel="50000" fill="hold" grpId="2" nodeType="withEffect">
                                  <p:stCondLst>
                                    <p:cond delay="0"/>
                                  </p:stCondLst>
                                  <p:childTnLst>
                                    <p:animMotion origin="layout" path="M 4.16667E-7 -1.48148E-6 L -0.22474 0.31574 " pathEditMode="relative" rAng="0" ptsTypes="AA">
                                      <p:cBhvr>
                                        <p:cTn id="349" dur="2000" fill="hold"/>
                                        <p:tgtEl>
                                          <p:spTgt spid="63"/>
                                        </p:tgtEl>
                                        <p:attrNameLst>
                                          <p:attrName>ppt_x</p:attrName>
                                          <p:attrName>ppt_y</p:attrName>
                                        </p:attrNameLst>
                                      </p:cBhvr>
                                      <p:rCtr x="-11237" y="15787"/>
                                    </p:animMotion>
                                  </p:childTnLst>
                                </p:cTn>
                              </p:par>
                            </p:childTnLst>
                          </p:cTn>
                        </p:par>
                        <p:par>
                          <p:cTn id="350" fill="hold">
                            <p:stCondLst>
                              <p:cond delay="3500"/>
                            </p:stCondLst>
                            <p:childTnLst>
                              <p:par>
                                <p:cTn id="351" presetID="22" presetClass="entr" presetSubtype="8" fill="hold" nodeType="afterEffect">
                                  <p:stCondLst>
                                    <p:cond delay="0"/>
                                  </p:stCondLst>
                                  <p:childTnLst>
                                    <p:set>
                                      <p:cBhvr>
                                        <p:cTn id="352" dur="1" fill="hold">
                                          <p:stCondLst>
                                            <p:cond delay="0"/>
                                          </p:stCondLst>
                                        </p:cTn>
                                        <p:tgtEl>
                                          <p:spTgt spid="46"/>
                                        </p:tgtEl>
                                        <p:attrNameLst>
                                          <p:attrName>style.visibility</p:attrName>
                                        </p:attrNameLst>
                                      </p:cBhvr>
                                      <p:to>
                                        <p:strVal val="visible"/>
                                      </p:to>
                                    </p:set>
                                    <p:animEffect transition="in" filter="wipe(left)">
                                      <p:cBhvr>
                                        <p:cTn id="353" dur="500"/>
                                        <p:tgtEl>
                                          <p:spTgt spid="46"/>
                                        </p:tgtEl>
                                      </p:cBhvr>
                                    </p:animEffect>
                                  </p:childTnLst>
                                </p:cTn>
                              </p:par>
                            </p:childTnLst>
                          </p:cTn>
                        </p:par>
                      </p:childTnLst>
                    </p:cTn>
                  </p:par>
                  <p:par>
                    <p:cTn id="354" fill="hold">
                      <p:stCondLst>
                        <p:cond delay="indefinite"/>
                      </p:stCondLst>
                      <p:childTnLst>
                        <p:par>
                          <p:cTn id="355" fill="hold">
                            <p:stCondLst>
                              <p:cond delay="0"/>
                            </p:stCondLst>
                            <p:childTnLst>
                              <p:par>
                                <p:cTn id="356" presetID="42" presetClass="entr" presetSubtype="0" fill="hold" grpId="0" nodeType="clickEffect">
                                  <p:stCondLst>
                                    <p:cond delay="0"/>
                                  </p:stCondLst>
                                  <p:childTnLst>
                                    <p:set>
                                      <p:cBhvr>
                                        <p:cTn id="357" dur="1" fill="hold">
                                          <p:stCondLst>
                                            <p:cond delay="0"/>
                                          </p:stCondLst>
                                        </p:cTn>
                                        <p:tgtEl>
                                          <p:spTgt spid="76">
                                            <p:bg/>
                                          </p:spTgt>
                                        </p:tgtEl>
                                        <p:attrNameLst>
                                          <p:attrName>style.visibility</p:attrName>
                                        </p:attrNameLst>
                                      </p:cBhvr>
                                      <p:to>
                                        <p:strVal val="visible"/>
                                      </p:to>
                                    </p:set>
                                    <p:animEffect transition="in" filter="fade">
                                      <p:cBhvr>
                                        <p:cTn id="358" dur="1000"/>
                                        <p:tgtEl>
                                          <p:spTgt spid="76">
                                            <p:bg/>
                                          </p:spTgt>
                                        </p:tgtEl>
                                      </p:cBhvr>
                                    </p:animEffect>
                                    <p:anim calcmode="lin" valueType="num">
                                      <p:cBhvr>
                                        <p:cTn id="359" dur="1000" fill="hold"/>
                                        <p:tgtEl>
                                          <p:spTgt spid="76">
                                            <p:bg/>
                                          </p:spTgt>
                                        </p:tgtEl>
                                        <p:attrNameLst>
                                          <p:attrName>ppt_x</p:attrName>
                                        </p:attrNameLst>
                                      </p:cBhvr>
                                      <p:tavLst>
                                        <p:tav tm="0">
                                          <p:val>
                                            <p:strVal val="#ppt_x"/>
                                          </p:val>
                                        </p:tav>
                                        <p:tav tm="100000">
                                          <p:val>
                                            <p:strVal val="#ppt_x"/>
                                          </p:val>
                                        </p:tav>
                                      </p:tavLst>
                                    </p:anim>
                                    <p:anim calcmode="lin" valueType="num">
                                      <p:cBhvr>
                                        <p:cTn id="360" dur="1000" fill="hold"/>
                                        <p:tgtEl>
                                          <p:spTgt spid="76">
                                            <p:bg/>
                                          </p:spTgt>
                                        </p:tgtEl>
                                        <p:attrNameLst>
                                          <p:attrName>ppt_y</p:attrName>
                                        </p:attrNameLst>
                                      </p:cBhvr>
                                      <p:tavLst>
                                        <p:tav tm="0">
                                          <p:val>
                                            <p:strVal val="#ppt_y+.1"/>
                                          </p:val>
                                        </p:tav>
                                        <p:tav tm="100000">
                                          <p:val>
                                            <p:strVal val="#ppt_y"/>
                                          </p:val>
                                        </p:tav>
                                      </p:tavLst>
                                    </p:anim>
                                  </p:childTnLst>
                                </p:cTn>
                              </p:par>
                              <p:par>
                                <p:cTn id="361" presetID="42" presetClass="entr" presetSubtype="0" fill="hold" grpId="0" nodeType="withEffect">
                                  <p:stCondLst>
                                    <p:cond delay="0"/>
                                  </p:stCondLst>
                                  <p:childTnLst>
                                    <p:set>
                                      <p:cBhvr>
                                        <p:cTn id="362" dur="1" fill="hold">
                                          <p:stCondLst>
                                            <p:cond delay="0"/>
                                          </p:stCondLst>
                                        </p:cTn>
                                        <p:tgtEl>
                                          <p:spTgt spid="76">
                                            <p:txEl>
                                              <p:pRg st="0" end="0"/>
                                            </p:txEl>
                                          </p:spTgt>
                                        </p:tgtEl>
                                        <p:attrNameLst>
                                          <p:attrName>style.visibility</p:attrName>
                                        </p:attrNameLst>
                                      </p:cBhvr>
                                      <p:to>
                                        <p:strVal val="visible"/>
                                      </p:to>
                                    </p:set>
                                    <p:animEffect transition="in" filter="fade">
                                      <p:cBhvr>
                                        <p:cTn id="363" dur="1000"/>
                                        <p:tgtEl>
                                          <p:spTgt spid="76">
                                            <p:txEl>
                                              <p:pRg st="0" end="0"/>
                                            </p:txEl>
                                          </p:spTgt>
                                        </p:tgtEl>
                                      </p:cBhvr>
                                    </p:animEffect>
                                    <p:anim calcmode="lin" valueType="num">
                                      <p:cBhvr>
                                        <p:cTn id="364" dur="1000" fill="hold"/>
                                        <p:tgtEl>
                                          <p:spTgt spid="76">
                                            <p:txEl>
                                              <p:pRg st="0" end="0"/>
                                            </p:txEl>
                                          </p:spTgt>
                                        </p:tgtEl>
                                        <p:attrNameLst>
                                          <p:attrName>ppt_x</p:attrName>
                                        </p:attrNameLst>
                                      </p:cBhvr>
                                      <p:tavLst>
                                        <p:tav tm="0">
                                          <p:val>
                                            <p:strVal val="#ppt_x"/>
                                          </p:val>
                                        </p:tav>
                                        <p:tav tm="100000">
                                          <p:val>
                                            <p:strVal val="#ppt_x"/>
                                          </p:val>
                                        </p:tav>
                                      </p:tavLst>
                                    </p:anim>
                                    <p:anim calcmode="lin" valueType="num">
                                      <p:cBhvr>
                                        <p:cTn id="365" dur="1000" fill="hold"/>
                                        <p:tgtEl>
                                          <p:spTgt spid="7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6" fill="hold">
                      <p:stCondLst>
                        <p:cond delay="indefinite"/>
                      </p:stCondLst>
                      <p:childTnLst>
                        <p:par>
                          <p:cTn id="367" fill="hold">
                            <p:stCondLst>
                              <p:cond delay="0"/>
                            </p:stCondLst>
                            <p:childTnLst>
                              <p:par>
                                <p:cTn id="368" presetID="42" presetClass="entr" presetSubtype="0" fill="hold" grpId="0" nodeType="clickEffect">
                                  <p:stCondLst>
                                    <p:cond delay="0"/>
                                  </p:stCondLst>
                                  <p:childTnLst>
                                    <p:set>
                                      <p:cBhvr>
                                        <p:cTn id="369" dur="1" fill="hold">
                                          <p:stCondLst>
                                            <p:cond delay="0"/>
                                          </p:stCondLst>
                                        </p:cTn>
                                        <p:tgtEl>
                                          <p:spTgt spid="76">
                                            <p:txEl>
                                              <p:pRg st="1" end="1"/>
                                            </p:txEl>
                                          </p:spTgt>
                                        </p:tgtEl>
                                        <p:attrNameLst>
                                          <p:attrName>style.visibility</p:attrName>
                                        </p:attrNameLst>
                                      </p:cBhvr>
                                      <p:to>
                                        <p:strVal val="visible"/>
                                      </p:to>
                                    </p:set>
                                    <p:animEffect transition="in" filter="fade">
                                      <p:cBhvr>
                                        <p:cTn id="370" dur="1000"/>
                                        <p:tgtEl>
                                          <p:spTgt spid="76">
                                            <p:txEl>
                                              <p:pRg st="1" end="1"/>
                                            </p:txEl>
                                          </p:spTgt>
                                        </p:tgtEl>
                                      </p:cBhvr>
                                    </p:animEffect>
                                    <p:anim calcmode="lin" valueType="num">
                                      <p:cBhvr>
                                        <p:cTn id="371" dur="1000" fill="hold"/>
                                        <p:tgtEl>
                                          <p:spTgt spid="76">
                                            <p:txEl>
                                              <p:pRg st="1" end="1"/>
                                            </p:txEl>
                                          </p:spTgt>
                                        </p:tgtEl>
                                        <p:attrNameLst>
                                          <p:attrName>ppt_x</p:attrName>
                                        </p:attrNameLst>
                                      </p:cBhvr>
                                      <p:tavLst>
                                        <p:tav tm="0">
                                          <p:val>
                                            <p:strVal val="#ppt_x"/>
                                          </p:val>
                                        </p:tav>
                                        <p:tav tm="100000">
                                          <p:val>
                                            <p:strVal val="#ppt_x"/>
                                          </p:val>
                                        </p:tav>
                                      </p:tavLst>
                                    </p:anim>
                                    <p:anim calcmode="lin" valueType="num">
                                      <p:cBhvr>
                                        <p:cTn id="372" dur="1000" fill="hold"/>
                                        <p:tgtEl>
                                          <p:spTgt spid="7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3" fill="hold">
                      <p:stCondLst>
                        <p:cond delay="indefinite"/>
                      </p:stCondLst>
                      <p:childTnLst>
                        <p:par>
                          <p:cTn id="374" fill="hold">
                            <p:stCondLst>
                              <p:cond delay="0"/>
                            </p:stCondLst>
                            <p:childTnLst>
                              <p:par>
                                <p:cTn id="375" presetID="42" presetClass="entr" presetSubtype="0" fill="hold" grpId="0" nodeType="clickEffect">
                                  <p:stCondLst>
                                    <p:cond delay="0"/>
                                  </p:stCondLst>
                                  <p:childTnLst>
                                    <p:set>
                                      <p:cBhvr>
                                        <p:cTn id="376" dur="1" fill="hold">
                                          <p:stCondLst>
                                            <p:cond delay="0"/>
                                          </p:stCondLst>
                                        </p:cTn>
                                        <p:tgtEl>
                                          <p:spTgt spid="76">
                                            <p:txEl>
                                              <p:pRg st="2" end="2"/>
                                            </p:txEl>
                                          </p:spTgt>
                                        </p:tgtEl>
                                        <p:attrNameLst>
                                          <p:attrName>style.visibility</p:attrName>
                                        </p:attrNameLst>
                                      </p:cBhvr>
                                      <p:to>
                                        <p:strVal val="visible"/>
                                      </p:to>
                                    </p:set>
                                    <p:animEffect transition="in" filter="fade">
                                      <p:cBhvr>
                                        <p:cTn id="377" dur="1000"/>
                                        <p:tgtEl>
                                          <p:spTgt spid="76">
                                            <p:txEl>
                                              <p:pRg st="2" end="2"/>
                                            </p:txEl>
                                          </p:spTgt>
                                        </p:tgtEl>
                                      </p:cBhvr>
                                    </p:animEffect>
                                    <p:anim calcmode="lin" valueType="num">
                                      <p:cBhvr>
                                        <p:cTn id="378" dur="1000" fill="hold"/>
                                        <p:tgtEl>
                                          <p:spTgt spid="76">
                                            <p:txEl>
                                              <p:pRg st="2" end="2"/>
                                            </p:txEl>
                                          </p:spTgt>
                                        </p:tgtEl>
                                        <p:attrNameLst>
                                          <p:attrName>ppt_x</p:attrName>
                                        </p:attrNameLst>
                                      </p:cBhvr>
                                      <p:tavLst>
                                        <p:tav tm="0">
                                          <p:val>
                                            <p:strVal val="#ppt_x"/>
                                          </p:val>
                                        </p:tav>
                                        <p:tav tm="100000">
                                          <p:val>
                                            <p:strVal val="#ppt_x"/>
                                          </p:val>
                                        </p:tav>
                                      </p:tavLst>
                                    </p:anim>
                                    <p:anim calcmode="lin" valueType="num">
                                      <p:cBhvr>
                                        <p:cTn id="379" dur="1000" fill="hold"/>
                                        <p:tgtEl>
                                          <p:spTgt spid="7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0" fill="hold">
                      <p:stCondLst>
                        <p:cond delay="indefinite"/>
                      </p:stCondLst>
                      <p:childTnLst>
                        <p:par>
                          <p:cTn id="381" fill="hold">
                            <p:stCondLst>
                              <p:cond delay="0"/>
                            </p:stCondLst>
                            <p:childTnLst>
                              <p:par>
                                <p:cTn id="382" presetID="42" presetClass="entr" presetSubtype="0" fill="hold" grpId="0" nodeType="clickEffect">
                                  <p:stCondLst>
                                    <p:cond delay="0"/>
                                  </p:stCondLst>
                                  <p:childTnLst>
                                    <p:set>
                                      <p:cBhvr>
                                        <p:cTn id="383" dur="1" fill="hold">
                                          <p:stCondLst>
                                            <p:cond delay="0"/>
                                          </p:stCondLst>
                                        </p:cTn>
                                        <p:tgtEl>
                                          <p:spTgt spid="76">
                                            <p:txEl>
                                              <p:pRg st="3" end="3"/>
                                            </p:txEl>
                                          </p:spTgt>
                                        </p:tgtEl>
                                        <p:attrNameLst>
                                          <p:attrName>style.visibility</p:attrName>
                                        </p:attrNameLst>
                                      </p:cBhvr>
                                      <p:to>
                                        <p:strVal val="visible"/>
                                      </p:to>
                                    </p:set>
                                    <p:animEffect transition="in" filter="fade">
                                      <p:cBhvr>
                                        <p:cTn id="384" dur="1000"/>
                                        <p:tgtEl>
                                          <p:spTgt spid="76">
                                            <p:txEl>
                                              <p:pRg st="3" end="3"/>
                                            </p:txEl>
                                          </p:spTgt>
                                        </p:tgtEl>
                                      </p:cBhvr>
                                    </p:animEffect>
                                    <p:anim calcmode="lin" valueType="num">
                                      <p:cBhvr>
                                        <p:cTn id="385" dur="1000" fill="hold"/>
                                        <p:tgtEl>
                                          <p:spTgt spid="76">
                                            <p:txEl>
                                              <p:pRg st="3" end="3"/>
                                            </p:txEl>
                                          </p:spTgt>
                                        </p:tgtEl>
                                        <p:attrNameLst>
                                          <p:attrName>ppt_x</p:attrName>
                                        </p:attrNameLst>
                                      </p:cBhvr>
                                      <p:tavLst>
                                        <p:tav tm="0">
                                          <p:val>
                                            <p:strVal val="#ppt_x"/>
                                          </p:val>
                                        </p:tav>
                                        <p:tav tm="100000">
                                          <p:val>
                                            <p:strVal val="#ppt_x"/>
                                          </p:val>
                                        </p:tav>
                                      </p:tavLst>
                                    </p:anim>
                                    <p:anim calcmode="lin" valueType="num">
                                      <p:cBhvr>
                                        <p:cTn id="386" dur="1000" fill="hold"/>
                                        <p:tgtEl>
                                          <p:spTgt spid="7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7" fill="hold">
                      <p:stCondLst>
                        <p:cond delay="indefinite"/>
                      </p:stCondLst>
                      <p:childTnLst>
                        <p:par>
                          <p:cTn id="388" fill="hold">
                            <p:stCondLst>
                              <p:cond delay="0"/>
                            </p:stCondLst>
                            <p:childTnLst>
                              <p:par>
                                <p:cTn id="389" presetID="47" presetClass="entr" presetSubtype="0" fill="hold" grpId="0" nodeType="clickEffect">
                                  <p:stCondLst>
                                    <p:cond delay="0"/>
                                  </p:stCondLst>
                                  <p:childTnLst>
                                    <p:set>
                                      <p:cBhvr>
                                        <p:cTn id="390" dur="1" fill="hold">
                                          <p:stCondLst>
                                            <p:cond delay="0"/>
                                          </p:stCondLst>
                                        </p:cTn>
                                        <p:tgtEl>
                                          <p:spTgt spid="2"/>
                                        </p:tgtEl>
                                        <p:attrNameLst>
                                          <p:attrName>style.visibility</p:attrName>
                                        </p:attrNameLst>
                                      </p:cBhvr>
                                      <p:to>
                                        <p:strVal val="visible"/>
                                      </p:to>
                                    </p:set>
                                    <p:animEffect transition="in" filter="fade">
                                      <p:cBhvr>
                                        <p:cTn id="391" dur="1000"/>
                                        <p:tgtEl>
                                          <p:spTgt spid="2"/>
                                        </p:tgtEl>
                                      </p:cBhvr>
                                    </p:animEffect>
                                    <p:anim calcmode="lin" valueType="num">
                                      <p:cBhvr>
                                        <p:cTn id="392" dur="1000" fill="hold"/>
                                        <p:tgtEl>
                                          <p:spTgt spid="2"/>
                                        </p:tgtEl>
                                        <p:attrNameLst>
                                          <p:attrName>ppt_x</p:attrName>
                                        </p:attrNameLst>
                                      </p:cBhvr>
                                      <p:tavLst>
                                        <p:tav tm="0">
                                          <p:val>
                                            <p:strVal val="#ppt_x"/>
                                          </p:val>
                                        </p:tav>
                                        <p:tav tm="100000">
                                          <p:val>
                                            <p:strVal val="#ppt_x"/>
                                          </p:val>
                                        </p:tav>
                                      </p:tavLst>
                                    </p:anim>
                                    <p:anim calcmode="lin" valueType="num">
                                      <p:cBhvr>
                                        <p:cTn id="39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0" grpId="0" animBg="1"/>
      <p:bldP spid="21" grpId="0" animBg="1"/>
      <p:bldP spid="22" grpId="0" animBg="1"/>
      <p:bldP spid="23" grpId="0" animBg="1"/>
      <p:bldP spid="23" grpId="1" animBg="1"/>
      <p:bldP spid="24" grpId="0" animBg="1"/>
      <p:bldP spid="25" grpId="0" animBg="1"/>
      <p:bldP spid="26" grpId="0" animBg="1"/>
      <p:bldP spid="27" grpId="0" animBg="1"/>
      <p:bldP spid="16" grpId="0"/>
      <p:bldP spid="7" grpId="0" autoUpdateAnimBg="0"/>
      <p:bldP spid="7" grpId="1"/>
      <p:bldP spid="7" grpId="2"/>
      <p:bldP spid="8" grpId="0" autoUpdateAnimBg="0"/>
      <p:bldP spid="8" grpId="1"/>
      <p:bldP spid="8" grpId="2"/>
      <p:bldP spid="9" grpId="0" autoUpdateAnimBg="0"/>
      <p:bldP spid="9" grpId="1"/>
      <p:bldP spid="9" grpId="2"/>
      <p:bldP spid="10" grpId="0" autoUpdateAnimBg="0"/>
      <p:bldP spid="10" grpId="1"/>
      <p:bldP spid="10" grpId="2"/>
      <p:bldP spid="11" grpId="0" autoUpdateAnimBg="0"/>
      <p:bldP spid="11" grpId="1"/>
      <p:bldP spid="11" grpId="2"/>
      <p:bldP spid="12" grpId="0" autoUpdateAnimBg="0"/>
      <p:bldP spid="12" grpId="1"/>
      <p:bldP spid="12" grpId="2"/>
      <p:bldP spid="13" grpId="0" autoUpdateAnimBg="0"/>
      <p:bldP spid="13" grpId="1"/>
      <p:bldP spid="13" grpId="2"/>
      <p:bldP spid="14" grpId="0" autoUpdateAnimBg="0"/>
      <p:bldP spid="14" grpId="1"/>
      <p:bldP spid="14" grpId="2"/>
      <p:bldP spid="15" grpId="0" autoUpdateAnimBg="0"/>
      <p:bldP spid="15" grpId="1"/>
      <p:bldP spid="15" grpId="2"/>
      <p:bldP spid="42" grpId="0"/>
      <p:bldP spid="48" grpId="0" animBg="1"/>
      <p:bldP spid="48" grpId="1" animBg="1"/>
      <p:bldP spid="49" grpId="0" animBg="1"/>
      <p:bldP spid="50" grpId="0" animBg="1"/>
      <p:bldP spid="51" grpId="0" animBg="1"/>
      <p:bldP spid="52" grpId="0" animBg="1"/>
      <p:bldP spid="53" grpId="0" animBg="1"/>
      <p:bldP spid="54" grpId="0" animBg="1"/>
      <p:bldP spid="55" grpId="0" animBg="1"/>
      <p:bldP spid="61" grpId="0"/>
      <p:bldP spid="62" grpId="0" autoUpdateAnimBg="0"/>
      <p:bldP spid="62" grpId="1"/>
      <p:bldP spid="62" grpId="2"/>
      <p:bldP spid="63" grpId="0" autoUpdateAnimBg="0"/>
      <p:bldP spid="63" grpId="1"/>
      <p:bldP spid="63" grpId="2"/>
      <p:bldP spid="64" grpId="0" autoUpdateAnimBg="0"/>
      <p:bldP spid="64" grpId="1"/>
      <p:bldP spid="64" grpId="2"/>
      <p:bldP spid="65" grpId="0" autoUpdateAnimBg="0"/>
      <p:bldP spid="65" grpId="1"/>
      <p:bldP spid="65" grpId="2"/>
      <p:bldP spid="66" grpId="0" autoUpdateAnimBg="0"/>
      <p:bldP spid="66" grpId="1"/>
      <p:bldP spid="66" grpId="2"/>
      <p:bldP spid="67" grpId="0" autoUpdateAnimBg="0"/>
      <p:bldP spid="67" grpId="1"/>
      <p:bldP spid="67" grpId="2"/>
      <p:bldP spid="68" grpId="0" autoUpdateAnimBg="0"/>
      <p:bldP spid="68" grpId="1"/>
      <p:bldP spid="68" grpId="2"/>
      <p:bldP spid="69" grpId="0" autoUpdateAnimBg="0"/>
      <p:bldP spid="69" grpId="1"/>
      <p:bldP spid="69" grpId="2"/>
      <p:bldP spid="70" grpId="0" autoUpdateAnimBg="0"/>
      <p:bldP spid="70" grpId="1"/>
      <p:bldP spid="70" grpId="2"/>
      <p:bldP spid="76" grpId="0" uiExpand="1" build="p" animBg="1"/>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7BA2AE5C-CDC7-4FA8-A56D-D732D119A940}"/>
              </a:ext>
            </a:extLst>
          </p:cNvPr>
          <p:cNvCxnSpPr>
            <a:cxnSpLocks/>
          </p:cNvCxnSpPr>
          <p:nvPr/>
        </p:nvCxnSpPr>
        <p:spPr>
          <a:xfrm>
            <a:off x="8939967" y="3038161"/>
            <a:ext cx="475762" cy="33139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C4B42315-7B5F-48DB-89D3-E8815D6C2431}"/>
              </a:ext>
            </a:extLst>
          </p:cNvPr>
          <p:cNvCxnSpPr>
            <a:cxnSpLocks/>
          </p:cNvCxnSpPr>
          <p:nvPr/>
        </p:nvCxnSpPr>
        <p:spPr>
          <a:xfrm>
            <a:off x="9191503" y="4104964"/>
            <a:ext cx="203545" cy="54607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E0910472-EBD6-4839-821D-2E6A3E2BA4D7}"/>
              </a:ext>
            </a:extLst>
          </p:cNvPr>
          <p:cNvCxnSpPr>
            <a:cxnSpLocks/>
          </p:cNvCxnSpPr>
          <p:nvPr/>
        </p:nvCxnSpPr>
        <p:spPr>
          <a:xfrm flipH="1">
            <a:off x="9177649" y="3558894"/>
            <a:ext cx="359852" cy="5303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A9AF7215-A943-4B82-9C85-88A590DF58A0}"/>
              </a:ext>
            </a:extLst>
          </p:cNvPr>
          <p:cNvCxnSpPr>
            <a:cxnSpLocks/>
          </p:cNvCxnSpPr>
          <p:nvPr/>
        </p:nvCxnSpPr>
        <p:spPr>
          <a:xfrm flipH="1">
            <a:off x="7132319" y="4089270"/>
            <a:ext cx="279100" cy="67151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1049CFCA-4823-41E8-8154-BF31FA3F74C0}"/>
              </a:ext>
            </a:extLst>
          </p:cNvPr>
          <p:cNvCxnSpPr>
            <a:cxnSpLocks/>
          </p:cNvCxnSpPr>
          <p:nvPr/>
        </p:nvCxnSpPr>
        <p:spPr>
          <a:xfrm flipH="1">
            <a:off x="7411418" y="3527057"/>
            <a:ext cx="290774" cy="5622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8561C2CB-C1AD-4D07-ABEC-A34D987F1F55}"/>
              </a:ext>
            </a:extLst>
          </p:cNvPr>
          <p:cNvSpPr/>
          <p:nvPr/>
        </p:nvSpPr>
        <p:spPr>
          <a:xfrm>
            <a:off x="7843076" y="239699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50</a:t>
            </a:r>
            <a:endParaRPr lang="zh-CN" altLang="en-US" sz="2000" b="1" dirty="0">
              <a:solidFill>
                <a:srgbClr val="002060"/>
              </a:solidFill>
            </a:endParaRPr>
          </a:p>
        </p:txBody>
      </p:sp>
      <p:sp>
        <p:nvSpPr>
          <p:cNvPr id="8" name="椭圆 7">
            <a:extLst>
              <a:ext uri="{FF2B5EF4-FFF2-40B4-BE49-F238E27FC236}">
                <a16:creationId xmlns:a16="http://schemas.microsoft.com/office/drawing/2014/main" id="{0571EBA7-E188-4D27-A6A1-66AA5AA66FA7}"/>
              </a:ext>
            </a:extLst>
          </p:cNvPr>
          <p:cNvSpPr/>
          <p:nvPr/>
        </p:nvSpPr>
        <p:spPr>
          <a:xfrm>
            <a:off x="6806467" y="2837748"/>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30</a:t>
            </a:r>
            <a:endParaRPr lang="zh-CN" altLang="en-US" sz="2000" b="1" dirty="0">
              <a:solidFill>
                <a:srgbClr val="002060"/>
              </a:solidFill>
            </a:endParaRPr>
          </a:p>
        </p:txBody>
      </p:sp>
      <p:sp>
        <p:nvSpPr>
          <p:cNvPr id="9" name="椭圆 8">
            <a:extLst>
              <a:ext uri="{FF2B5EF4-FFF2-40B4-BE49-F238E27FC236}">
                <a16:creationId xmlns:a16="http://schemas.microsoft.com/office/drawing/2014/main" id="{C91AF412-342C-4C70-A259-0DE5AC5272CB}"/>
              </a:ext>
            </a:extLst>
          </p:cNvPr>
          <p:cNvSpPr/>
          <p:nvPr/>
        </p:nvSpPr>
        <p:spPr>
          <a:xfrm>
            <a:off x="6152901" y="332376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20</a:t>
            </a:r>
            <a:endParaRPr lang="zh-CN" altLang="en-US" sz="2000" b="1" dirty="0">
              <a:solidFill>
                <a:srgbClr val="002060"/>
              </a:solidFill>
            </a:endParaRPr>
          </a:p>
        </p:txBody>
      </p:sp>
      <p:sp>
        <p:nvSpPr>
          <p:cNvPr id="10" name="椭圆 9">
            <a:extLst>
              <a:ext uri="{FF2B5EF4-FFF2-40B4-BE49-F238E27FC236}">
                <a16:creationId xmlns:a16="http://schemas.microsoft.com/office/drawing/2014/main" id="{2D577C30-872C-403E-8966-AA326CE23914}"/>
              </a:ext>
            </a:extLst>
          </p:cNvPr>
          <p:cNvSpPr/>
          <p:nvPr/>
        </p:nvSpPr>
        <p:spPr>
          <a:xfrm>
            <a:off x="7523184" y="332376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40</a:t>
            </a:r>
            <a:endParaRPr lang="zh-CN" altLang="en-US" sz="2000" b="1" dirty="0">
              <a:solidFill>
                <a:srgbClr val="002060"/>
              </a:solidFill>
            </a:endParaRPr>
          </a:p>
        </p:txBody>
      </p:sp>
      <p:sp>
        <p:nvSpPr>
          <p:cNvPr id="11" name="椭圆 10">
            <a:extLst>
              <a:ext uri="{FF2B5EF4-FFF2-40B4-BE49-F238E27FC236}">
                <a16:creationId xmlns:a16="http://schemas.microsoft.com/office/drawing/2014/main" id="{1916334C-FAFE-4328-9F29-5749CA7E27A7}"/>
              </a:ext>
            </a:extLst>
          </p:cNvPr>
          <p:cNvSpPr/>
          <p:nvPr/>
        </p:nvSpPr>
        <p:spPr>
          <a:xfrm>
            <a:off x="7209818" y="390927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35</a:t>
            </a:r>
            <a:endParaRPr lang="zh-CN" altLang="en-US" sz="2000" b="1" dirty="0">
              <a:solidFill>
                <a:srgbClr val="002060"/>
              </a:solidFill>
            </a:endParaRPr>
          </a:p>
        </p:txBody>
      </p:sp>
      <p:sp>
        <p:nvSpPr>
          <p:cNvPr id="12" name="椭圆 11">
            <a:extLst>
              <a:ext uri="{FF2B5EF4-FFF2-40B4-BE49-F238E27FC236}">
                <a16:creationId xmlns:a16="http://schemas.microsoft.com/office/drawing/2014/main" id="{46BC05AC-309D-4A0D-B33D-68DC133A3FC5}"/>
              </a:ext>
            </a:extLst>
          </p:cNvPr>
          <p:cNvSpPr/>
          <p:nvPr/>
        </p:nvSpPr>
        <p:spPr>
          <a:xfrm>
            <a:off x="6986135" y="4518439"/>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32</a:t>
            </a:r>
            <a:endParaRPr lang="zh-CN" altLang="en-US" sz="2000" b="1" dirty="0">
              <a:solidFill>
                <a:srgbClr val="002060"/>
              </a:solidFill>
            </a:endParaRPr>
          </a:p>
        </p:txBody>
      </p:sp>
      <p:sp>
        <p:nvSpPr>
          <p:cNvPr id="13" name="椭圆 12">
            <a:extLst>
              <a:ext uri="{FF2B5EF4-FFF2-40B4-BE49-F238E27FC236}">
                <a16:creationId xmlns:a16="http://schemas.microsoft.com/office/drawing/2014/main" id="{E374B260-62AF-46D1-AB5E-70BD131341B4}"/>
              </a:ext>
            </a:extLst>
          </p:cNvPr>
          <p:cNvSpPr/>
          <p:nvPr/>
        </p:nvSpPr>
        <p:spPr>
          <a:xfrm>
            <a:off x="8738367" y="2837748"/>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80</a:t>
            </a:r>
            <a:endParaRPr lang="zh-CN" altLang="en-US" sz="2000" b="1" dirty="0">
              <a:solidFill>
                <a:srgbClr val="002060"/>
              </a:solidFill>
            </a:endParaRPr>
          </a:p>
        </p:txBody>
      </p:sp>
      <p:sp>
        <p:nvSpPr>
          <p:cNvPr id="14" name="椭圆 13">
            <a:extLst>
              <a:ext uri="{FF2B5EF4-FFF2-40B4-BE49-F238E27FC236}">
                <a16:creationId xmlns:a16="http://schemas.microsoft.com/office/drawing/2014/main" id="{F92E9EBC-16AA-4A98-80C2-DCA205C6EDFC}"/>
              </a:ext>
            </a:extLst>
          </p:cNvPr>
          <p:cNvSpPr/>
          <p:nvPr/>
        </p:nvSpPr>
        <p:spPr>
          <a:xfrm>
            <a:off x="9349755" y="332376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90</a:t>
            </a:r>
            <a:endParaRPr lang="zh-CN" altLang="en-US" sz="2000" b="1" dirty="0">
              <a:solidFill>
                <a:srgbClr val="002060"/>
              </a:solidFill>
            </a:endParaRPr>
          </a:p>
        </p:txBody>
      </p:sp>
      <p:sp>
        <p:nvSpPr>
          <p:cNvPr id="15" name="椭圆 14">
            <a:extLst>
              <a:ext uri="{FF2B5EF4-FFF2-40B4-BE49-F238E27FC236}">
                <a16:creationId xmlns:a16="http://schemas.microsoft.com/office/drawing/2014/main" id="{8984063C-19B5-49A1-8489-1DDC02F859A4}"/>
              </a:ext>
            </a:extLst>
          </p:cNvPr>
          <p:cNvSpPr/>
          <p:nvPr/>
        </p:nvSpPr>
        <p:spPr>
          <a:xfrm>
            <a:off x="9025464" y="390927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85</a:t>
            </a:r>
            <a:endParaRPr lang="zh-CN" altLang="en-US" sz="2000" b="1" dirty="0">
              <a:solidFill>
                <a:srgbClr val="002060"/>
              </a:solidFill>
            </a:endParaRPr>
          </a:p>
        </p:txBody>
      </p:sp>
      <p:sp>
        <p:nvSpPr>
          <p:cNvPr id="16" name="椭圆 15">
            <a:extLst>
              <a:ext uri="{FF2B5EF4-FFF2-40B4-BE49-F238E27FC236}">
                <a16:creationId xmlns:a16="http://schemas.microsoft.com/office/drawing/2014/main" id="{F7B01D57-69AB-44E7-8D08-A69B88A4A883}"/>
              </a:ext>
            </a:extLst>
          </p:cNvPr>
          <p:cNvSpPr/>
          <p:nvPr/>
        </p:nvSpPr>
        <p:spPr>
          <a:xfrm>
            <a:off x="9193238" y="4518439"/>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88</a:t>
            </a:r>
            <a:endParaRPr lang="zh-CN" altLang="en-US" sz="2000" b="1" dirty="0">
              <a:solidFill>
                <a:srgbClr val="002060"/>
              </a:solidFill>
            </a:endParaRPr>
          </a:p>
        </p:txBody>
      </p:sp>
      <p:cxnSp>
        <p:nvCxnSpPr>
          <p:cNvPr id="17" name="直接连接符 16">
            <a:extLst>
              <a:ext uri="{FF2B5EF4-FFF2-40B4-BE49-F238E27FC236}">
                <a16:creationId xmlns:a16="http://schemas.microsoft.com/office/drawing/2014/main" id="{D7DBAAD4-6643-447B-9690-FEADE163BB2E}"/>
              </a:ext>
            </a:extLst>
          </p:cNvPr>
          <p:cNvCxnSpPr>
            <a:stCxn id="7" idx="3"/>
            <a:endCxn id="8" idx="7"/>
          </p:cNvCxnSpPr>
          <p:nvPr/>
        </p:nvCxnSpPr>
        <p:spPr>
          <a:xfrm flipH="1">
            <a:off x="7150620" y="2704276"/>
            <a:ext cx="751503" cy="18619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897C734-2151-491D-8215-9180314937A3}"/>
              </a:ext>
            </a:extLst>
          </p:cNvPr>
          <p:cNvCxnSpPr>
            <a:cxnSpLocks/>
            <a:stCxn id="8" idx="3"/>
            <a:endCxn id="9" idx="7"/>
          </p:cNvCxnSpPr>
          <p:nvPr/>
        </p:nvCxnSpPr>
        <p:spPr>
          <a:xfrm flipH="1">
            <a:off x="6497054" y="3145027"/>
            <a:ext cx="368460" cy="2314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016A60F-2F19-41F1-A2B8-59F9DEB259F5}"/>
              </a:ext>
            </a:extLst>
          </p:cNvPr>
          <p:cNvCxnSpPr>
            <a:cxnSpLocks/>
            <a:stCxn id="10" idx="1"/>
            <a:endCxn id="8" idx="5"/>
          </p:cNvCxnSpPr>
          <p:nvPr/>
        </p:nvCxnSpPr>
        <p:spPr>
          <a:xfrm flipH="1" flipV="1">
            <a:off x="7150620" y="3145027"/>
            <a:ext cx="431611" cy="2314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AD099A59-A215-4BA6-BBAF-E517A310F490}"/>
              </a:ext>
            </a:extLst>
          </p:cNvPr>
          <p:cNvCxnSpPr>
            <a:cxnSpLocks/>
            <a:stCxn id="7" idx="5"/>
            <a:endCxn id="13" idx="1"/>
          </p:cNvCxnSpPr>
          <p:nvPr/>
        </p:nvCxnSpPr>
        <p:spPr>
          <a:xfrm>
            <a:off x="8187229" y="2704276"/>
            <a:ext cx="610185" cy="18619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Rectangle 22">
            <a:extLst>
              <a:ext uri="{FF2B5EF4-FFF2-40B4-BE49-F238E27FC236}">
                <a16:creationId xmlns:a16="http://schemas.microsoft.com/office/drawing/2014/main" id="{85E61C65-6FED-48FF-B21F-C3E4F1712133}"/>
              </a:ext>
            </a:extLst>
          </p:cNvPr>
          <p:cNvSpPr>
            <a:spLocks noChangeArrowheads="1"/>
          </p:cNvSpPr>
          <p:nvPr/>
        </p:nvSpPr>
        <p:spPr bwMode="auto">
          <a:xfrm>
            <a:off x="736062" y="1635273"/>
            <a:ext cx="4347665" cy="1012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400" dirty="0">
                <a:solidFill>
                  <a:srgbClr val="002060"/>
                </a:solidFill>
                <a:ea typeface="楷体_GB2312" pitchFamily="49" charset="-122"/>
              </a:rPr>
              <a:t>观察三种情形的删除：</a:t>
            </a:r>
            <a:endParaRPr lang="en-US" altLang="zh-CN" sz="2400" dirty="0">
              <a:solidFill>
                <a:srgbClr val="002060"/>
              </a:solidFill>
              <a:ea typeface="楷体_GB2312" pitchFamily="49" charset="-122"/>
            </a:endParaRPr>
          </a:p>
          <a:p>
            <a:pPr>
              <a:lnSpc>
                <a:spcPct val="130000"/>
              </a:lnSpc>
            </a:pPr>
            <a:r>
              <a:rPr lang="zh-CN" altLang="en-US" sz="2400" dirty="0">
                <a:solidFill>
                  <a:srgbClr val="0070C0"/>
                </a:solidFill>
                <a:ea typeface="楷体_GB2312" pitchFamily="49" charset="-122"/>
              </a:rPr>
              <a:t>（</a:t>
            </a:r>
            <a:r>
              <a:rPr lang="en-US" altLang="zh-CN" sz="2400" dirty="0">
                <a:solidFill>
                  <a:srgbClr val="0070C0"/>
                </a:solidFill>
                <a:ea typeface="楷体_GB2312" pitchFamily="49" charset="-122"/>
              </a:rPr>
              <a:t>1</a:t>
            </a:r>
            <a:r>
              <a:rPr lang="zh-CN" altLang="en-US" sz="2400" dirty="0">
                <a:solidFill>
                  <a:srgbClr val="0070C0"/>
                </a:solidFill>
                <a:ea typeface="楷体_GB2312" pitchFamily="49" charset="-122"/>
              </a:rPr>
              <a:t>）被删除的结点是</a:t>
            </a:r>
            <a:r>
              <a:rPr lang="zh-CN" altLang="en-US" sz="2400" b="1" dirty="0">
                <a:solidFill>
                  <a:srgbClr val="FF00FF"/>
                </a:solidFill>
                <a:ea typeface="楷体_GB2312" pitchFamily="49" charset="-122"/>
              </a:rPr>
              <a:t>叶子结点</a:t>
            </a:r>
            <a:endParaRPr lang="zh-CN" altLang="en-US" sz="2400" dirty="0">
              <a:solidFill>
                <a:srgbClr val="0000FF"/>
              </a:solidFill>
              <a:ea typeface="楷体_GB2312" pitchFamily="49" charset="-122"/>
            </a:endParaRPr>
          </a:p>
        </p:txBody>
      </p:sp>
      <p:sp>
        <p:nvSpPr>
          <p:cNvPr id="23" name="Text Box 26">
            <a:extLst>
              <a:ext uri="{FF2B5EF4-FFF2-40B4-BE49-F238E27FC236}">
                <a16:creationId xmlns:a16="http://schemas.microsoft.com/office/drawing/2014/main" id="{D6F90C89-CD82-448F-BD04-AA7F026A5FBC}"/>
              </a:ext>
            </a:extLst>
          </p:cNvPr>
          <p:cNvSpPr txBox="1">
            <a:spLocks noChangeArrowheads="1"/>
          </p:cNvSpPr>
          <p:nvPr/>
        </p:nvSpPr>
        <p:spPr bwMode="auto">
          <a:xfrm>
            <a:off x="5913907" y="818707"/>
            <a:ext cx="21515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3333FF"/>
                </a:solidFill>
                <a:ea typeface="楷体_GB2312" pitchFamily="49" charset="-122"/>
              </a:rPr>
              <a:t>例如删除：</a:t>
            </a:r>
            <a:r>
              <a:rPr lang="en-US" altLang="zh-CN" sz="2400" b="1" dirty="0">
                <a:solidFill>
                  <a:srgbClr val="3333FF"/>
                </a:solidFill>
                <a:ea typeface="楷体_GB2312" pitchFamily="49" charset="-122"/>
              </a:rPr>
              <a:t> 20</a:t>
            </a:r>
            <a:endParaRPr lang="en-US" altLang="zh-CN" sz="2400" dirty="0">
              <a:ea typeface="楷体_GB2312" pitchFamily="49" charset="-122"/>
            </a:endParaRPr>
          </a:p>
        </p:txBody>
      </p:sp>
      <p:sp useBgFill="1">
        <p:nvSpPr>
          <p:cNvPr id="24" name="Text Box 27">
            <a:extLst>
              <a:ext uri="{FF2B5EF4-FFF2-40B4-BE49-F238E27FC236}">
                <a16:creationId xmlns:a16="http://schemas.microsoft.com/office/drawing/2014/main" id="{D7392A0A-ACFD-4B20-A5CD-07E6139B0BD6}"/>
              </a:ext>
            </a:extLst>
          </p:cNvPr>
          <p:cNvSpPr txBox="1">
            <a:spLocks noChangeArrowheads="1"/>
          </p:cNvSpPr>
          <p:nvPr/>
        </p:nvSpPr>
        <p:spPr bwMode="auto">
          <a:xfrm>
            <a:off x="8192767" y="818707"/>
            <a:ext cx="527709" cy="461665"/>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6600"/>
                </a:solidFill>
              </a:rPr>
              <a:t>88</a:t>
            </a:r>
            <a:endParaRPr lang="en-US" altLang="zh-CN" sz="2400" dirty="0"/>
          </a:p>
        </p:txBody>
      </p:sp>
      <p:sp>
        <p:nvSpPr>
          <p:cNvPr id="25" name="矩形: 圆角 24">
            <a:extLst>
              <a:ext uri="{FF2B5EF4-FFF2-40B4-BE49-F238E27FC236}">
                <a16:creationId xmlns:a16="http://schemas.microsoft.com/office/drawing/2014/main" id="{CE4353D0-3DE9-4C8B-888F-08FE03E6127F}"/>
              </a:ext>
            </a:extLst>
          </p:cNvPr>
          <p:cNvSpPr/>
          <p:nvPr/>
        </p:nvSpPr>
        <p:spPr>
          <a:xfrm>
            <a:off x="1403585" y="265075"/>
            <a:ext cx="3036094" cy="479204"/>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二叉排序树的删除</a:t>
            </a:r>
          </a:p>
        </p:txBody>
      </p:sp>
      <p:grpSp>
        <p:nvGrpSpPr>
          <p:cNvPr id="26" name="组合 25">
            <a:extLst>
              <a:ext uri="{FF2B5EF4-FFF2-40B4-BE49-F238E27FC236}">
                <a16:creationId xmlns:a16="http://schemas.microsoft.com/office/drawing/2014/main" id="{B601E004-411E-4903-ADEA-29BC9B3EC8D6}"/>
              </a:ext>
            </a:extLst>
          </p:cNvPr>
          <p:cNvGrpSpPr/>
          <p:nvPr/>
        </p:nvGrpSpPr>
        <p:grpSpPr>
          <a:xfrm>
            <a:off x="7695265" y="1942023"/>
            <a:ext cx="271991" cy="462444"/>
            <a:chOff x="8340989" y="543313"/>
            <a:chExt cx="284748" cy="374524"/>
          </a:xfrm>
        </p:grpSpPr>
        <p:sp>
          <p:nvSpPr>
            <p:cNvPr id="27" name="文本框 26">
              <a:extLst>
                <a:ext uri="{FF2B5EF4-FFF2-40B4-BE49-F238E27FC236}">
                  <a16:creationId xmlns:a16="http://schemas.microsoft.com/office/drawing/2014/main" id="{79BCB62A-8A9F-4E49-BE27-3B6F40F28136}"/>
                </a:ext>
              </a:extLst>
            </p:cNvPr>
            <p:cNvSpPr txBox="1"/>
            <p:nvPr/>
          </p:nvSpPr>
          <p:spPr>
            <a:xfrm>
              <a:off x="8340989" y="543313"/>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28" name="直接箭头连接符 27">
              <a:extLst>
                <a:ext uri="{FF2B5EF4-FFF2-40B4-BE49-F238E27FC236}">
                  <a16:creationId xmlns:a16="http://schemas.microsoft.com/office/drawing/2014/main" id="{13C0CF87-E713-4E44-9233-E925522EB2B5}"/>
                </a:ext>
              </a:extLst>
            </p:cNvPr>
            <p:cNvCxnSpPr/>
            <p:nvPr/>
          </p:nvCxnSpPr>
          <p:spPr>
            <a:xfrm>
              <a:off x="8503622" y="720297"/>
              <a:ext cx="122115" cy="197540"/>
            </a:xfrm>
            <a:prstGeom prst="straightConnector1">
              <a:avLst/>
            </a:prstGeom>
            <a:ln w="19050">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9" name="Text Box 28">
            <a:extLst>
              <a:ext uri="{FF2B5EF4-FFF2-40B4-BE49-F238E27FC236}">
                <a16:creationId xmlns:a16="http://schemas.microsoft.com/office/drawing/2014/main" id="{5C5098DB-3F82-40BB-89B5-BF08BAD9FEE9}"/>
              </a:ext>
            </a:extLst>
          </p:cNvPr>
          <p:cNvSpPr txBox="1">
            <a:spLocks noChangeArrowheads="1"/>
          </p:cNvSpPr>
          <p:nvPr/>
        </p:nvSpPr>
        <p:spPr bwMode="auto">
          <a:xfrm>
            <a:off x="5513861" y="5234213"/>
            <a:ext cx="57246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A50021"/>
                </a:solidFill>
                <a:ea typeface="楷体_GB2312" pitchFamily="49" charset="-122"/>
              </a:rPr>
              <a:t>其双亲结点中相应指针域的值改为“空”</a:t>
            </a:r>
            <a:endParaRPr lang="zh-CN" altLang="en-US" sz="2400" dirty="0">
              <a:ea typeface="楷体_GB2312" pitchFamily="49" charset="-122"/>
            </a:endParaRPr>
          </a:p>
        </p:txBody>
      </p:sp>
    </p:spTree>
    <p:extLst>
      <p:ext uri="{BB962C8B-B14F-4D97-AF65-F5344CB8AC3E}">
        <p14:creationId xmlns:p14="http://schemas.microsoft.com/office/powerpoint/2010/main" val="235038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1000"/>
                                        <p:tgtEl>
                                          <p:spTgt spid="21">
                                            <p:txEl>
                                              <p:pRg st="0" end="0"/>
                                            </p:txEl>
                                          </p:spTgt>
                                        </p:tgtEl>
                                      </p:cBhvr>
                                    </p:animEffect>
                                    <p:anim calcmode="lin" valueType="num">
                                      <p:cBhvr>
                                        <p:cTn id="8"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xEl>
                                              <p:pRg st="1" end="1"/>
                                            </p:txEl>
                                          </p:spTgt>
                                        </p:tgtEl>
                                        <p:attrNameLst>
                                          <p:attrName>style.visibility</p:attrName>
                                        </p:attrNameLst>
                                      </p:cBhvr>
                                      <p:to>
                                        <p:strVal val="visible"/>
                                      </p:to>
                                    </p:set>
                                    <p:animEffect transition="in" filter="fade">
                                      <p:cBhvr>
                                        <p:cTn id="14" dur="1000"/>
                                        <p:tgtEl>
                                          <p:spTgt spid="21">
                                            <p:txEl>
                                              <p:pRg st="1" end="1"/>
                                            </p:txEl>
                                          </p:spTgt>
                                        </p:tgtEl>
                                      </p:cBhvr>
                                    </p:animEffect>
                                    <p:anim calcmode="lin" valueType="num">
                                      <p:cBhvr>
                                        <p:cTn id="15" dur="10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xit" presetSubtype="0" fill="hold" grpId="0" nodeType="clickEffect">
                                  <p:stCondLst>
                                    <p:cond delay="0"/>
                                  </p:stCondLst>
                                  <p:childTnLst>
                                    <p:animEffect transition="out" filter="wipe(down)">
                                      <p:cBhvr>
                                        <p:cTn id="25" dur="180" accel="50000">
                                          <p:stCondLst>
                                            <p:cond delay="1820"/>
                                          </p:stCondLst>
                                        </p:cTn>
                                        <p:tgtEl>
                                          <p:spTgt spid="9"/>
                                        </p:tgtEl>
                                      </p:cBhvr>
                                    </p:animEffect>
                                    <p:anim calcmode="lin" valueType="num">
                                      <p:cBhvr>
                                        <p:cTn id="26" dur="1822" tmFilter="0,0; 0.14,0.31; 0.43,0.73; 0.71,0.91; 1.0,1.0">
                                          <p:stCondLst>
                                            <p:cond delay="0"/>
                                          </p:stCondLst>
                                        </p:cTn>
                                        <p:tgtEl>
                                          <p:spTgt spid="9"/>
                                        </p:tgtEl>
                                        <p:attrNameLst>
                                          <p:attrName>ppt_x</p:attrName>
                                        </p:attrNameLst>
                                      </p:cBhvr>
                                      <p:tavLst>
                                        <p:tav tm="0">
                                          <p:val>
                                            <p:strVal val="ppt_x"/>
                                          </p:val>
                                        </p:tav>
                                        <p:tav tm="100000">
                                          <p:val>
                                            <p:strVal val="#ppt_x+0.25"/>
                                          </p:val>
                                        </p:tav>
                                      </p:tavLst>
                                    </p:anim>
                                    <p:anim calcmode="lin" valueType="num">
                                      <p:cBhvr>
                                        <p:cTn id="27" dur="178">
                                          <p:stCondLst>
                                            <p:cond delay="1822"/>
                                          </p:stCondLst>
                                        </p:cTn>
                                        <p:tgtEl>
                                          <p:spTgt spid="9"/>
                                        </p:tgtEl>
                                        <p:attrNameLst>
                                          <p:attrName>ppt_x</p:attrName>
                                        </p:attrNameLst>
                                      </p:cBhvr>
                                      <p:tavLst>
                                        <p:tav tm="0">
                                          <p:val>
                                            <p:strVal val="ppt_x"/>
                                          </p:val>
                                        </p:tav>
                                        <p:tav tm="100000">
                                          <p:val>
                                            <p:strVal val="ppt_x"/>
                                          </p:val>
                                        </p:tav>
                                      </p:tavLst>
                                    </p:anim>
                                    <p:anim calcmode="lin" valueType="num">
                                      <p:cBhvr>
                                        <p:cTn id="28" dur="664" tmFilter="0.0,0.0;0.25,0.07;0.50,0.2;0.75,0.467;1.0,1.0">
                                          <p:stCondLst>
                                            <p:cond delay="0"/>
                                          </p:stCondLst>
                                        </p:cTn>
                                        <p:tgtEl>
                                          <p:spTgt spid="9"/>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9" dur="664" tmFilter="0, 0; 0.125,0.2665; 0.25,0.4; 0.375,0.465; 0.5,0.5;  0.625,0.535; 0.75,0.6; 0.875,0.7335; 1,1">
                                          <p:stCondLst>
                                            <p:cond delay="664"/>
                                          </p:stCondLst>
                                        </p:cTn>
                                        <p:tgtEl>
                                          <p:spTgt spid="9"/>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0" dur="332" tmFilter="0, 0; 0.125,0.2665; 0.25,0.4; 0.375,0.465; 0.5,0.5;  0.625,0.535; 0.75,0.6; 0.875,0.7335; 1,1">
                                          <p:stCondLst>
                                            <p:cond delay="1324"/>
                                          </p:stCondLst>
                                        </p:cTn>
                                        <p:tgtEl>
                                          <p:spTgt spid="9"/>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1" dur="164" tmFilter="0, 0; 0.125,0.2665; 0.25,0.4; 0.375,0.465; 0.5,0.5;  0.625,0.535; 0.75,0.6; 0.875,0.7335; 1,1">
                                          <p:stCondLst>
                                            <p:cond delay="1656"/>
                                          </p:stCondLst>
                                        </p:cTn>
                                        <p:tgtEl>
                                          <p:spTgt spid="9"/>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2" dur="180" accel="50000">
                                          <p:stCondLst>
                                            <p:cond delay="1820"/>
                                          </p:stCondLst>
                                        </p:cTn>
                                        <p:tgtEl>
                                          <p:spTgt spid="9"/>
                                        </p:tgtEl>
                                        <p:attrNameLst>
                                          <p:attrName>ppt_y</p:attrName>
                                        </p:attrNameLst>
                                      </p:cBhvr>
                                      <p:tavLst>
                                        <p:tav tm="0">
                                          <p:val>
                                            <p:strVal val="ppt_y"/>
                                          </p:val>
                                        </p:tav>
                                        <p:tav tm="100000">
                                          <p:val>
                                            <p:strVal val="ppt_y+ppt_h"/>
                                          </p:val>
                                        </p:tav>
                                      </p:tavLst>
                                    </p:anim>
                                    <p:animScale>
                                      <p:cBhvr>
                                        <p:cTn id="33" dur="26">
                                          <p:stCondLst>
                                            <p:cond delay="620"/>
                                          </p:stCondLst>
                                        </p:cTn>
                                        <p:tgtEl>
                                          <p:spTgt spid="9"/>
                                        </p:tgtEl>
                                      </p:cBhvr>
                                      <p:to x="100000" y="60000"/>
                                    </p:animScale>
                                    <p:animScale>
                                      <p:cBhvr>
                                        <p:cTn id="34" dur="166" decel="50000">
                                          <p:stCondLst>
                                            <p:cond delay="646"/>
                                          </p:stCondLst>
                                        </p:cTn>
                                        <p:tgtEl>
                                          <p:spTgt spid="9"/>
                                        </p:tgtEl>
                                      </p:cBhvr>
                                      <p:to x="100000" y="100000"/>
                                    </p:animScale>
                                    <p:animScale>
                                      <p:cBhvr>
                                        <p:cTn id="35" dur="26">
                                          <p:stCondLst>
                                            <p:cond delay="1312"/>
                                          </p:stCondLst>
                                        </p:cTn>
                                        <p:tgtEl>
                                          <p:spTgt spid="9"/>
                                        </p:tgtEl>
                                      </p:cBhvr>
                                      <p:to x="100000" y="80000"/>
                                    </p:animScale>
                                    <p:animScale>
                                      <p:cBhvr>
                                        <p:cTn id="36" dur="166" decel="50000">
                                          <p:stCondLst>
                                            <p:cond delay="1338"/>
                                          </p:stCondLst>
                                        </p:cTn>
                                        <p:tgtEl>
                                          <p:spTgt spid="9"/>
                                        </p:tgtEl>
                                      </p:cBhvr>
                                      <p:to x="100000" y="100000"/>
                                    </p:animScale>
                                    <p:animScale>
                                      <p:cBhvr>
                                        <p:cTn id="37" dur="26">
                                          <p:stCondLst>
                                            <p:cond delay="1642"/>
                                          </p:stCondLst>
                                        </p:cTn>
                                        <p:tgtEl>
                                          <p:spTgt spid="9"/>
                                        </p:tgtEl>
                                      </p:cBhvr>
                                      <p:to x="100000" y="90000"/>
                                    </p:animScale>
                                    <p:animScale>
                                      <p:cBhvr>
                                        <p:cTn id="38" dur="166" decel="50000">
                                          <p:stCondLst>
                                            <p:cond delay="1668"/>
                                          </p:stCondLst>
                                        </p:cTn>
                                        <p:tgtEl>
                                          <p:spTgt spid="9"/>
                                        </p:tgtEl>
                                      </p:cBhvr>
                                      <p:to x="100000" y="100000"/>
                                    </p:animScale>
                                    <p:animScale>
                                      <p:cBhvr>
                                        <p:cTn id="39" dur="26">
                                          <p:stCondLst>
                                            <p:cond delay="1808"/>
                                          </p:stCondLst>
                                        </p:cTn>
                                        <p:tgtEl>
                                          <p:spTgt spid="9"/>
                                        </p:tgtEl>
                                      </p:cBhvr>
                                      <p:to x="100000" y="95000"/>
                                    </p:animScale>
                                    <p:animScale>
                                      <p:cBhvr>
                                        <p:cTn id="40" dur="166" decel="50000">
                                          <p:stCondLst>
                                            <p:cond delay="1834"/>
                                          </p:stCondLst>
                                        </p:cTn>
                                        <p:tgtEl>
                                          <p:spTgt spid="9"/>
                                        </p:tgtEl>
                                      </p:cBhvr>
                                      <p:to x="100000" y="100000"/>
                                    </p:animScale>
                                    <p:set>
                                      <p:cBhvr>
                                        <p:cTn id="41" dur="1" fill="hold">
                                          <p:stCondLst>
                                            <p:cond delay="1999"/>
                                          </p:stCondLst>
                                        </p:cTn>
                                        <p:tgtEl>
                                          <p:spTgt spid="9"/>
                                        </p:tgtEl>
                                        <p:attrNameLst>
                                          <p:attrName>style.visibility</p:attrName>
                                        </p:attrNameLst>
                                      </p:cBhvr>
                                      <p:to>
                                        <p:strVal val="hidden"/>
                                      </p:to>
                                    </p:set>
                                  </p:childTnLst>
                                </p:cTn>
                              </p:par>
                              <p:par>
                                <p:cTn id="42" presetID="22" presetClass="exit" presetSubtype="4" fill="hold" nodeType="withEffect">
                                  <p:stCondLst>
                                    <p:cond delay="0"/>
                                  </p:stCondLst>
                                  <p:childTnLst>
                                    <p:animEffect transition="out" filter="wipe(down)">
                                      <p:cBhvr>
                                        <p:cTn id="43" dur="500"/>
                                        <p:tgtEl>
                                          <p:spTgt spid="18"/>
                                        </p:tgtEl>
                                      </p:cBhvr>
                                    </p:animEffect>
                                    <p:set>
                                      <p:cBhvr>
                                        <p:cTn id="44" dur="1" fill="hold">
                                          <p:stCondLst>
                                            <p:cond delay="499"/>
                                          </p:stCondLst>
                                        </p:cTn>
                                        <p:tgtEl>
                                          <p:spTgt spid="18"/>
                                        </p:tgtEl>
                                        <p:attrNameLst>
                                          <p:attrName>style.visibility</p:attrName>
                                        </p:attrNameLst>
                                      </p:cBhvr>
                                      <p:to>
                                        <p:strVal val="hidden"/>
                                      </p:to>
                                    </p:set>
                                  </p:childTnLst>
                                </p:cTn>
                              </p:par>
                            </p:childTnLst>
                          </p:cTn>
                        </p:par>
                        <p:par>
                          <p:cTn id="45" fill="hold">
                            <p:stCondLst>
                              <p:cond delay="2000"/>
                            </p:stCondLst>
                            <p:childTnLst>
                              <p:par>
                                <p:cTn id="46" presetID="47" presetClass="entr" presetSubtype="0"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1000"/>
                                        <p:tgtEl>
                                          <p:spTgt spid="26"/>
                                        </p:tgtEl>
                                      </p:cBhvr>
                                    </p:animEffect>
                                    <p:anim calcmode="lin" valueType="num">
                                      <p:cBhvr>
                                        <p:cTn id="49" dur="1000" fill="hold"/>
                                        <p:tgtEl>
                                          <p:spTgt spid="26"/>
                                        </p:tgtEl>
                                        <p:attrNameLst>
                                          <p:attrName>ppt_x</p:attrName>
                                        </p:attrNameLst>
                                      </p:cBhvr>
                                      <p:tavLst>
                                        <p:tav tm="0">
                                          <p:val>
                                            <p:strVal val="#ppt_x"/>
                                          </p:val>
                                        </p:tav>
                                        <p:tav tm="100000">
                                          <p:val>
                                            <p:strVal val="#ppt_x"/>
                                          </p:val>
                                        </p:tav>
                                      </p:tavLst>
                                    </p:anim>
                                    <p:anim calcmode="lin" valueType="num">
                                      <p:cBhvr>
                                        <p:cTn id="5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childTnLst>
                          </p:cTn>
                        </p:par>
                      </p:childTnLst>
                    </p:cTn>
                  </p:par>
                  <p:par>
                    <p:cTn id="56" fill="hold">
                      <p:stCondLst>
                        <p:cond delay="indefinite"/>
                      </p:stCondLst>
                      <p:childTnLst>
                        <p:par>
                          <p:cTn id="57" fill="hold">
                            <p:stCondLst>
                              <p:cond delay="0"/>
                            </p:stCondLst>
                            <p:childTnLst>
                              <p:par>
                                <p:cTn id="58" presetID="26" presetClass="exit" presetSubtype="0" fill="hold" grpId="0" nodeType="clickEffect">
                                  <p:stCondLst>
                                    <p:cond delay="0"/>
                                  </p:stCondLst>
                                  <p:childTnLst>
                                    <p:animEffect transition="out" filter="wipe(down)">
                                      <p:cBhvr>
                                        <p:cTn id="59" dur="180" accel="50000">
                                          <p:stCondLst>
                                            <p:cond delay="1820"/>
                                          </p:stCondLst>
                                        </p:cTn>
                                        <p:tgtEl>
                                          <p:spTgt spid="16"/>
                                        </p:tgtEl>
                                      </p:cBhvr>
                                    </p:animEffect>
                                    <p:anim calcmode="lin" valueType="num">
                                      <p:cBhvr>
                                        <p:cTn id="60" dur="1822" tmFilter="0,0; 0.14,0.31; 0.43,0.73; 0.71,0.91; 1.0,1.0">
                                          <p:stCondLst>
                                            <p:cond delay="0"/>
                                          </p:stCondLst>
                                        </p:cTn>
                                        <p:tgtEl>
                                          <p:spTgt spid="16"/>
                                        </p:tgtEl>
                                        <p:attrNameLst>
                                          <p:attrName>ppt_x</p:attrName>
                                        </p:attrNameLst>
                                      </p:cBhvr>
                                      <p:tavLst>
                                        <p:tav tm="0">
                                          <p:val>
                                            <p:strVal val="ppt_x"/>
                                          </p:val>
                                        </p:tav>
                                        <p:tav tm="100000">
                                          <p:val>
                                            <p:strVal val="#ppt_x+0.25"/>
                                          </p:val>
                                        </p:tav>
                                      </p:tavLst>
                                    </p:anim>
                                    <p:anim calcmode="lin" valueType="num">
                                      <p:cBhvr>
                                        <p:cTn id="61" dur="178">
                                          <p:stCondLst>
                                            <p:cond delay="1822"/>
                                          </p:stCondLst>
                                        </p:cTn>
                                        <p:tgtEl>
                                          <p:spTgt spid="16"/>
                                        </p:tgtEl>
                                        <p:attrNameLst>
                                          <p:attrName>ppt_x</p:attrName>
                                        </p:attrNameLst>
                                      </p:cBhvr>
                                      <p:tavLst>
                                        <p:tav tm="0">
                                          <p:val>
                                            <p:strVal val="ppt_x"/>
                                          </p:val>
                                        </p:tav>
                                        <p:tav tm="100000">
                                          <p:val>
                                            <p:strVal val="ppt_x"/>
                                          </p:val>
                                        </p:tav>
                                      </p:tavLst>
                                    </p:anim>
                                    <p:anim calcmode="lin" valueType="num">
                                      <p:cBhvr>
                                        <p:cTn id="62" dur="664" tmFilter="0.0,0.0;0.25,0.07;0.50,0.2;0.75,0.467;1.0,1.0">
                                          <p:stCondLst>
                                            <p:cond delay="0"/>
                                          </p:stCondLst>
                                        </p:cTn>
                                        <p:tgtEl>
                                          <p:spTgt spid="1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63" dur="664" tmFilter="0, 0; 0.125,0.2665; 0.25,0.4; 0.375,0.465; 0.5,0.5;  0.625,0.535; 0.75,0.6; 0.875,0.7335; 1,1">
                                          <p:stCondLst>
                                            <p:cond delay="664"/>
                                          </p:stCondLst>
                                        </p:cTn>
                                        <p:tgtEl>
                                          <p:spTgt spid="1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64" dur="332" tmFilter="0, 0; 0.125,0.2665; 0.25,0.4; 0.375,0.465; 0.5,0.5;  0.625,0.535; 0.75,0.6; 0.875,0.7335; 1,1">
                                          <p:stCondLst>
                                            <p:cond delay="1324"/>
                                          </p:stCondLst>
                                        </p:cTn>
                                        <p:tgtEl>
                                          <p:spTgt spid="1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65" dur="164" tmFilter="0, 0; 0.125,0.2665; 0.25,0.4; 0.375,0.465; 0.5,0.5;  0.625,0.535; 0.75,0.6; 0.875,0.7335; 1,1">
                                          <p:stCondLst>
                                            <p:cond delay="1656"/>
                                          </p:stCondLst>
                                        </p:cTn>
                                        <p:tgtEl>
                                          <p:spTgt spid="1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66" dur="180" accel="50000">
                                          <p:stCondLst>
                                            <p:cond delay="1820"/>
                                          </p:stCondLst>
                                        </p:cTn>
                                        <p:tgtEl>
                                          <p:spTgt spid="16"/>
                                        </p:tgtEl>
                                        <p:attrNameLst>
                                          <p:attrName>ppt_y</p:attrName>
                                        </p:attrNameLst>
                                      </p:cBhvr>
                                      <p:tavLst>
                                        <p:tav tm="0">
                                          <p:val>
                                            <p:strVal val="ppt_y"/>
                                          </p:val>
                                        </p:tav>
                                        <p:tav tm="100000">
                                          <p:val>
                                            <p:strVal val="ppt_y+ppt_h"/>
                                          </p:val>
                                        </p:tav>
                                      </p:tavLst>
                                    </p:anim>
                                    <p:animScale>
                                      <p:cBhvr>
                                        <p:cTn id="67" dur="26">
                                          <p:stCondLst>
                                            <p:cond delay="620"/>
                                          </p:stCondLst>
                                        </p:cTn>
                                        <p:tgtEl>
                                          <p:spTgt spid="16"/>
                                        </p:tgtEl>
                                      </p:cBhvr>
                                      <p:to x="100000" y="60000"/>
                                    </p:animScale>
                                    <p:animScale>
                                      <p:cBhvr>
                                        <p:cTn id="68" dur="166" decel="50000">
                                          <p:stCondLst>
                                            <p:cond delay="646"/>
                                          </p:stCondLst>
                                        </p:cTn>
                                        <p:tgtEl>
                                          <p:spTgt spid="16"/>
                                        </p:tgtEl>
                                      </p:cBhvr>
                                      <p:to x="100000" y="100000"/>
                                    </p:animScale>
                                    <p:animScale>
                                      <p:cBhvr>
                                        <p:cTn id="69" dur="26">
                                          <p:stCondLst>
                                            <p:cond delay="1312"/>
                                          </p:stCondLst>
                                        </p:cTn>
                                        <p:tgtEl>
                                          <p:spTgt spid="16"/>
                                        </p:tgtEl>
                                      </p:cBhvr>
                                      <p:to x="100000" y="80000"/>
                                    </p:animScale>
                                    <p:animScale>
                                      <p:cBhvr>
                                        <p:cTn id="70" dur="166" decel="50000">
                                          <p:stCondLst>
                                            <p:cond delay="1338"/>
                                          </p:stCondLst>
                                        </p:cTn>
                                        <p:tgtEl>
                                          <p:spTgt spid="16"/>
                                        </p:tgtEl>
                                      </p:cBhvr>
                                      <p:to x="100000" y="100000"/>
                                    </p:animScale>
                                    <p:animScale>
                                      <p:cBhvr>
                                        <p:cTn id="71" dur="26">
                                          <p:stCondLst>
                                            <p:cond delay="1642"/>
                                          </p:stCondLst>
                                        </p:cTn>
                                        <p:tgtEl>
                                          <p:spTgt spid="16"/>
                                        </p:tgtEl>
                                      </p:cBhvr>
                                      <p:to x="100000" y="90000"/>
                                    </p:animScale>
                                    <p:animScale>
                                      <p:cBhvr>
                                        <p:cTn id="72" dur="166" decel="50000">
                                          <p:stCondLst>
                                            <p:cond delay="1668"/>
                                          </p:stCondLst>
                                        </p:cTn>
                                        <p:tgtEl>
                                          <p:spTgt spid="16"/>
                                        </p:tgtEl>
                                      </p:cBhvr>
                                      <p:to x="100000" y="100000"/>
                                    </p:animScale>
                                    <p:animScale>
                                      <p:cBhvr>
                                        <p:cTn id="73" dur="26">
                                          <p:stCondLst>
                                            <p:cond delay="1808"/>
                                          </p:stCondLst>
                                        </p:cTn>
                                        <p:tgtEl>
                                          <p:spTgt spid="16"/>
                                        </p:tgtEl>
                                      </p:cBhvr>
                                      <p:to x="100000" y="95000"/>
                                    </p:animScale>
                                    <p:animScale>
                                      <p:cBhvr>
                                        <p:cTn id="74" dur="166" decel="50000">
                                          <p:stCondLst>
                                            <p:cond delay="1834"/>
                                          </p:stCondLst>
                                        </p:cTn>
                                        <p:tgtEl>
                                          <p:spTgt spid="16"/>
                                        </p:tgtEl>
                                      </p:cBhvr>
                                      <p:to x="100000" y="100000"/>
                                    </p:animScale>
                                    <p:set>
                                      <p:cBhvr>
                                        <p:cTn id="75" dur="1" fill="hold">
                                          <p:stCondLst>
                                            <p:cond delay="1999"/>
                                          </p:stCondLst>
                                        </p:cTn>
                                        <p:tgtEl>
                                          <p:spTgt spid="16"/>
                                        </p:tgtEl>
                                        <p:attrNameLst>
                                          <p:attrName>style.visibility</p:attrName>
                                        </p:attrNameLst>
                                      </p:cBhvr>
                                      <p:to>
                                        <p:strVal val="hidden"/>
                                      </p:to>
                                    </p:set>
                                  </p:childTnLst>
                                </p:cTn>
                              </p:par>
                              <p:par>
                                <p:cTn id="76" presetID="22" presetClass="exit" presetSubtype="4" fill="hold" nodeType="withEffect">
                                  <p:stCondLst>
                                    <p:cond delay="0"/>
                                  </p:stCondLst>
                                  <p:childTnLst>
                                    <p:animEffect transition="out" filter="wipe(down)">
                                      <p:cBhvr>
                                        <p:cTn id="77" dur="500"/>
                                        <p:tgtEl>
                                          <p:spTgt spid="3"/>
                                        </p:tgtEl>
                                      </p:cBhvr>
                                    </p:animEffect>
                                    <p:set>
                                      <p:cBhvr>
                                        <p:cTn id="78" dur="1" fill="hold">
                                          <p:stCondLst>
                                            <p:cond delay="499"/>
                                          </p:stCondLst>
                                        </p:cTn>
                                        <p:tgtEl>
                                          <p:spTgt spid="3"/>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ipe(left)">
                                      <p:cBhvr>
                                        <p:cTn id="8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21" grpId="0" build="p"/>
      <p:bldP spid="23" grpId="0" autoUpdateAnimBg="0"/>
      <p:bldP spid="24" grpId="0" animBg="1" autoUpdateAnimBg="0"/>
      <p:bldP spid="2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4E0C9E67-BD55-4B9E-BF76-45B823DC39A3}"/>
              </a:ext>
            </a:extLst>
          </p:cNvPr>
          <p:cNvCxnSpPr>
            <a:cxnSpLocks/>
            <a:stCxn id="10" idx="1"/>
            <a:endCxn id="8" idx="5"/>
          </p:cNvCxnSpPr>
          <p:nvPr/>
        </p:nvCxnSpPr>
        <p:spPr>
          <a:xfrm flipH="1" flipV="1">
            <a:off x="7155937" y="3149123"/>
            <a:ext cx="431611" cy="2314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F93B4D01-C2A4-4A60-A4E3-2129C5A596BE}"/>
              </a:ext>
            </a:extLst>
          </p:cNvPr>
          <p:cNvCxnSpPr>
            <a:cxnSpLocks/>
            <a:endCxn id="10" idx="1"/>
          </p:cNvCxnSpPr>
          <p:nvPr/>
        </p:nvCxnSpPr>
        <p:spPr>
          <a:xfrm>
            <a:off x="7116480" y="3115189"/>
            <a:ext cx="471068" cy="26539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 name="直接连接符 1">
            <a:extLst>
              <a:ext uri="{FF2B5EF4-FFF2-40B4-BE49-F238E27FC236}">
                <a16:creationId xmlns:a16="http://schemas.microsoft.com/office/drawing/2014/main" id="{92F6ED2B-615B-4537-9915-5BBC285CAC0C}"/>
              </a:ext>
            </a:extLst>
          </p:cNvPr>
          <p:cNvCxnSpPr>
            <a:cxnSpLocks/>
          </p:cNvCxnSpPr>
          <p:nvPr/>
        </p:nvCxnSpPr>
        <p:spPr>
          <a:xfrm>
            <a:off x="8945284" y="3042257"/>
            <a:ext cx="475762" cy="33139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06BD7A5B-75B5-4758-9062-24EE1F86E951}"/>
              </a:ext>
            </a:extLst>
          </p:cNvPr>
          <p:cNvCxnSpPr>
            <a:cxnSpLocks/>
          </p:cNvCxnSpPr>
          <p:nvPr/>
        </p:nvCxnSpPr>
        <p:spPr>
          <a:xfrm flipH="1">
            <a:off x="9182966" y="3562990"/>
            <a:ext cx="359852" cy="5303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F168A5A7-48E3-452F-BC67-F889F87DC99B}"/>
              </a:ext>
            </a:extLst>
          </p:cNvPr>
          <p:cNvCxnSpPr>
            <a:cxnSpLocks/>
          </p:cNvCxnSpPr>
          <p:nvPr/>
        </p:nvCxnSpPr>
        <p:spPr>
          <a:xfrm flipH="1">
            <a:off x="7137636" y="4093366"/>
            <a:ext cx="279100" cy="67151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C559EA51-14B1-4561-A3A0-43BAB9B2AE0E}"/>
              </a:ext>
            </a:extLst>
          </p:cNvPr>
          <p:cNvCxnSpPr>
            <a:cxnSpLocks/>
          </p:cNvCxnSpPr>
          <p:nvPr/>
        </p:nvCxnSpPr>
        <p:spPr>
          <a:xfrm flipH="1">
            <a:off x="7416735" y="3531153"/>
            <a:ext cx="290774" cy="5622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3DB1EB41-D851-4BD7-BA4B-D4ACE377E4B8}"/>
              </a:ext>
            </a:extLst>
          </p:cNvPr>
          <p:cNvSpPr/>
          <p:nvPr/>
        </p:nvSpPr>
        <p:spPr>
          <a:xfrm>
            <a:off x="7848393" y="2401093"/>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50</a:t>
            </a:r>
            <a:endParaRPr lang="zh-CN" altLang="en-US" sz="2000" b="1" dirty="0">
              <a:solidFill>
                <a:srgbClr val="002060"/>
              </a:solidFill>
            </a:endParaRPr>
          </a:p>
        </p:txBody>
      </p:sp>
      <p:sp>
        <p:nvSpPr>
          <p:cNvPr id="8" name="椭圆 7">
            <a:extLst>
              <a:ext uri="{FF2B5EF4-FFF2-40B4-BE49-F238E27FC236}">
                <a16:creationId xmlns:a16="http://schemas.microsoft.com/office/drawing/2014/main" id="{4C7AC85D-3F86-42C5-963D-7066DBB08FBA}"/>
              </a:ext>
            </a:extLst>
          </p:cNvPr>
          <p:cNvSpPr/>
          <p:nvPr/>
        </p:nvSpPr>
        <p:spPr>
          <a:xfrm>
            <a:off x="6811784" y="284184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30</a:t>
            </a:r>
            <a:endParaRPr lang="zh-CN" altLang="en-US" sz="2000" b="1" dirty="0">
              <a:solidFill>
                <a:srgbClr val="002060"/>
              </a:solidFill>
            </a:endParaRPr>
          </a:p>
        </p:txBody>
      </p:sp>
      <p:sp>
        <p:nvSpPr>
          <p:cNvPr id="10" name="椭圆 9">
            <a:extLst>
              <a:ext uri="{FF2B5EF4-FFF2-40B4-BE49-F238E27FC236}">
                <a16:creationId xmlns:a16="http://schemas.microsoft.com/office/drawing/2014/main" id="{B5FC0182-8056-426A-B958-0E6448F4D80F}"/>
              </a:ext>
            </a:extLst>
          </p:cNvPr>
          <p:cNvSpPr/>
          <p:nvPr/>
        </p:nvSpPr>
        <p:spPr>
          <a:xfrm>
            <a:off x="7528501" y="332786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40</a:t>
            </a:r>
            <a:endParaRPr lang="zh-CN" altLang="en-US" sz="2000" b="1" dirty="0">
              <a:solidFill>
                <a:srgbClr val="002060"/>
              </a:solidFill>
            </a:endParaRPr>
          </a:p>
        </p:txBody>
      </p:sp>
      <p:sp>
        <p:nvSpPr>
          <p:cNvPr id="11" name="椭圆 10">
            <a:extLst>
              <a:ext uri="{FF2B5EF4-FFF2-40B4-BE49-F238E27FC236}">
                <a16:creationId xmlns:a16="http://schemas.microsoft.com/office/drawing/2014/main" id="{5786C51E-3F7B-4F15-9319-22B2F62885B7}"/>
              </a:ext>
            </a:extLst>
          </p:cNvPr>
          <p:cNvSpPr/>
          <p:nvPr/>
        </p:nvSpPr>
        <p:spPr>
          <a:xfrm>
            <a:off x="7215135" y="3913366"/>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35</a:t>
            </a:r>
            <a:endParaRPr lang="zh-CN" altLang="en-US" sz="2000" b="1" dirty="0">
              <a:solidFill>
                <a:srgbClr val="002060"/>
              </a:solidFill>
            </a:endParaRPr>
          </a:p>
        </p:txBody>
      </p:sp>
      <p:sp>
        <p:nvSpPr>
          <p:cNvPr id="12" name="椭圆 11">
            <a:extLst>
              <a:ext uri="{FF2B5EF4-FFF2-40B4-BE49-F238E27FC236}">
                <a16:creationId xmlns:a16="http://schemas.microsoft.com/office/drawing/2014/main" id="{BA708364-3E3C-48E7-92C7-F51C8A102A3C}"/>
              </a:ext>
            </a:extLst>
          </p:cNvPr>
          <p:cNvSpPr/>
          <p:nvPr/>
        </p:nvSpPr>
        <p:spPr>
          <a:xfrm>
            <a:off x="6991452" y="452253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32</a:t>
            </a:r>
            <a:endParaRPr lang="zh-CN" altLang="en-US" sz="2000" b="1" dirty="0">
              <a:solidFill>
                <a:srgbClr val="002060"/>
              </a:solidFill>
            </a:endParaRPr>
          </a:p>
        </p:txBody>
      </p:sp>
      <p:sp>
        <p:nvSpPr>
          <p:cNvPr id="13" name="椭圆 12">
            <a:extLst>
              <a:ext uri="{FF2B5EF4-FFF2-40B4-BE49-F238E27FC236}">
                <a16:creationId xmlns:a16="http://schemas.microsoft.com/office/drawing/2014/main" id="{1FD00B28-1E78-4A59-A5BD-33AC7F4FF37A}"/>
              </a:ext>
            </a:extLst>
          </p:cNvPr>
          <p:cNvSpPr/>
          <p:nvPr/>
        </p:nvSpPr>
        <p:spPr>
          <a:xfrm>
            <a:off x="8743684" y="284184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80</a:t>
            </a:r>
            <a:endParaRPr lang="zh-CN" altLang="en-US" sz="2000" b="1" dirty="0">
              <a:solidFill>
                <a:srgbClr val="002060"/>
              </a:solidFill>
            </a:endParaRPr>
          </a:p>
        </p:txBody>
      </p:sp>
      <p:sp>
        <p:nvSpPr>
          <p:cNvPr id="14" name="椭圆 13">
            <a:extLst>
              <a:ext uri="{FF2B5EF4-FFF2-40B4-BE49-F238E27FC236}">
                <a16:creationId xmlns:a16="http://schemas.microsoft.com/office/drawing/2014/main" id="{898B948A-1EA5-4B00-9B59-BDFEFE0E94A5}"/>
              </a:ext>
            </a:extLst>
          </p:cNvPr>
          <p:cNvSpPr/>
          <p:nvPr/>
        </p:nvSpPr>
        <p:spPr>
          <a:xfrm>
            <a:off x="9355072" y="3327860"/>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90</a:t>
            </a:r>
            <a:endParaRPr lang="zh-CN" altLang="en-US" sz="2000" b="1" dirty="0">
              <a:solidFill>
                <a:srgbClr val="002060"/>
              </a:solidFill>
            </a:endParaRPr>
          </a:p>
        </p:txBody>
      </p:sp>
      <p:sp>
        <p:nvSpPr>
          <p:cNvPr id="15" name="椭圆 14">
            <a:extLst>
              <a:ext uri="{FF2B5EF4-FFF2-40B4-BE49-F238E27FC236}">
                <a16:creationId xmlns:a16="http://schemas.microsoft.com/office/drawing/2014/main" id="{0596C8FB-F0A3-46A6-942D-2D0838A55227}"/>
              </a:ext>
            </a:extLst>
          </p:cNvPr>
          <p:cNvSpPr/>
          <p:nvPr/>
        </p:nvSpPr>
        <p:spPr>
          <a:xfrm>
            <a:off x="9030781" y="3913366"/>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85</a:t>
            </a:r>
            <a:endParaRPr lang="zh-CN" altLang="en-US" sz="2000" b="1" dirty="0">
              <a:solidFill>
                <a:srgbClr val="002060"/>
              </a:solidFill>
            </a:endParaRPr>
          </a:p>
        </p:txBody>
      </p:sp>
      <p:cxnSp>
        <p:nvCxnSpPr>
          <p:cNvPr id="17" name="直接连接符 16">
            <a:extLst>
              <a:ext uri="{FF2B5EF4-FFF2-40B4-BE49-F238E27FC236}">
                <a16:creationId xmlns:a16="http://schemas.microsoft.com/office/drawing/2014/main" id="{2B0F154E-FD38-4CB8-AA42-9B470DECCD7F}"/>
              </a:ext>
            </a:extLst>
          </p:cNvPr>
          <p:cNvCxnSpPr>
            <a:stCxn id="7" idx="3"/>
            <a:endCxn id="8" idx="7"/>
          </p:cNvCxnSpPr>
          <p:nvPr/>
        </p:nvCxnSpPr>
        <p:spPr>
          <a:xfrm flipH="1">
            <a:off x="7155937" y="2708372"/>
            <a:ext cx="751503" cy="18619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44A3683-0468-4952-AEAD-DABCD191FDD7}"/>
              </a:ext>
            </a:extLst>
          </p:cNvPr>
          <p:cNvCxnSpPr>
            <a:cxnSpLocks/>
            <a:stCxn id="7" idx="5"/>
            <a:endCxn id="13" idx="1"/>
          </p:cNvCxnSpPr>
          <p:nvPr/>
        </p:nvCxnSpPr>
        <p:spPr>
          <a:xfrm>
            <a:off x="8192546" y="2708372"/>
            <a:ext cx="610185" cy="18619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Rectangle 22">
            <a:extLst>
              <a:ext uri="{FF2B5EF4-FFF2-40B4-BE49-F238E27FC236}">
                <a16:creationId xmlns:a16="http://schemas.microsoft.com/office/drawing/2014/main" id="{E47912D0-15AF-4A7B-8297-23C262654368}"/>
              </a:ext>
            </a:extLst>
          </p:cNvPr>
          <p:cNvSpPr>
            <a:spLocks noChangeArrowheads="1"/>
          </p:cNvSpPr>
          <p:nvPr/>
        </p:nvSpPr>
        <p:spPr bwMode="auto">
          <a:xfrm>
            <a:off x="741379" y="1639369"/>
            <a:ext cx="4347665" cy="1012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400" dirty="0">
                <a:solidFill>
                  <a:srgbClr val="002060"/>
                </a:solidFill>
                <a:ea typeface="楷体_GB2312" pitchFamily="49" charset="-122"/>
              </a:rPr>
              <a:t>观察三种情形的删除：</a:t>
            </a:r>
            <a:endParaRPr lang="en-US" altLang="zh-CN" sz="2400" dirty="0">
              <a:solidFill>
                <a:srgbClr val="002060"/>
              </a:solidFill>
              <a:ea typeface="楷体_GB2312" pitchFamily="49" charset="-122"/>
            </a:endParaRPr>
          </a:p>
          <a:p>
            <a:pPr>
              <a:lnSpc>
                <a:spcPct val="130000"/>
              </a:lnSpc>
            </a:pPr>
            <a:r>
              <a:rPr lang="zh-CN" altLang="en-US" sz="2400" dirty="0">
                <a:solidFill>
                  <a:srgbClr val="0070C0"/>
                </a:solidFill>
                <a:ea typeface="楷体_GB2312" pitchFamily="49" charset="-122"/>
              </a:rPr>
              <a:t>（</a:t>
            </a:r>
            <a:r>
              <a:rPr lang="en-US" altLang="zh-CN" sz="2400" dirty="0">
                <a:solidFill>
                  <a:srgbClr val="0070C0"/>
                </a:solidFill>
                <a:ea typeface="楷体_GB2312" pitchFamily="49" charset="-122"/>
              </a:rPr>
              <a:t>1</a:t>
            </a:r>
            <a:r>
              <a:rPr lang="zh-CN" altLang="en-US" sz="2400" dirty="0">
                <a:solidFill>
                  <a:srgbClr val="0070C0"/>
                </a:solidFill>
                <a:ea typeface="楷体_GB2312" pitchFamily="49" charset="-122"/>
              </a:rPr>
              <a:t>）被删除的结点是</a:t>
            </a:r>
            <a:r>
              <a:rPr lang="zh-CN" altLang="en-US" sz="2400" b="1" dirty="0">
                <a:solidFill>
                  <a:srgbClr val="FF00FF"/>
                </a:solidFill>
                <a:ea typeface="楷体_GB2312" pitchFamily="49" charset="-122"/>
              </a:rPr>
              <a:t>叶子结点</a:t>
            </a:r>
            <a:endParaRPr lang="zh-CN" altLang="en-US" sz="2400" dirty="0">
              <a:solidFill>
                <a:srgbClr val="0000FF"/>
              </a:solidFill>
              <a:ea typeface="楷体_GB2312" pitchFamily="49" charset="-122"/>
            </a:endParaRPr>
          </a:p>
        </p:txBody>
      </p:sp>
      <p:sp>
        <p:nvSpPr>
          <p:cNvPr id="22" name="Text Box 26">
            <a:extLst>
              <a:ext uri="{FF2B5EF4-FFF2-40B4-BE49-F238E27FC236}">
                <a16:creationId xmlns:a16="http://schemas.microsoft.com/office/drawing/2014/main" id="{A5868D62-1774-436E-9160-1571DD42FF57}"/>
              </a:ext>
            </a:extLst>
          </p:cNvPr>
          <p:cNvSpPr txBox="1">
            <a:spLocks noChangeArrowheads="1"/>
          </p:cNvSpPr>
          <p:nvPr/>
        </p:nvSpPr>
        <p:spPr bwMode="auto">
          <a:xfrm>
            <a:off x="6040908" y="579116"/>
            <a:ext cx="46987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2060"/>
                </a:solidFill>
                <a:ea typeface="楷体_GB2312" pitchFamily="49" charset="-122"/>
              </a:rPr>
              <a:t>例如删除：</a:t>
            </a:r>
            <a:r>
              <a:rPr lang="en-US" altLang="zh-CN" sz="2400" b="1" dirty="0">
                <a:solidFill>
                  <a:srgbClr val="002060"/>
                </a:solidFill>
                <a:ea typeface="楷体_GB2312" pitchFamily="49" charset="-122"/>
              </a:rPr>
              <a:t> </a:t>
            </a:r>
            <a:r>
              <a:rPr lang="en-US" altLang="zh-CN" sz="2400" b="1" dirty="0">
                <a:solidFill>
                  <a:srgbClr val="3333FF"/>
                </a:solidFill>
                <a:ea typeface="楷体_GB2312" pitchFamily="49" charset="-122"/>
              </a:rPr>
              <a:t>40 </a:t>
            </a:r>
            <a:r>
              <a:rPr lang="zh-CN" altLang="en-US" sz="2400" dirty="0">
                <a:solidFill>
                  <a:srgbClr val="3333FF"/>
                </a:solidFill>
                <a:ea typeface="楷体_GB2312" pitchFamily="49" charset="-122"/>
              </a:rPr>
              <a:t>（其左子树非空）</a:t>
            </a:r>
            <a:endParaRPr lang="en-US" altLang="zh-CN" sz="2400" dirty="0">
              <a:ea typeface="楷体_GB2312" pitchFamily="49" charset="-122"/>
            </a:endParaRPr>
          </a:p>
        </p:txBody>
      </p:sp>
      <p:sp>
        <p:nvSpPr>
          <p:cNvPr id="23" name="Text Box 27">
            <a:extLst>
              <a:ext uri="{FF2B5EF4-FFF2-40B4-BE49-F238E27FC236}">
                <a16:creationId xmlns:a16="http://schemas.microsoft.com/office/drawing/2014/main" id="{1D7B517C-1F9F-4C84-A14E-D1917CF54C7A}"/>
              </a:ext>
            </a:extLst>
          </p:cNvPr>
          <p:cNvSpPr txBox="1">
            <a:spLocks noChangeArrowheads="1"/>
          </p:cNvSpPr>
          <p:nvPr/>
        </p:nvSpPr>
        <p:spPr bwMode="auto">
          <a:xfrm>
            <a:off x="7631233" y="1076212"/>
            <a:ext cx="3074881" cy="461665"/>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8B32A0"/>
                </a:solidFill>
              </a:rPr>
              <a:t>80</a:t>
            </a:r>
            <a:r>
              <a:rPr lang="zh-CN" altLang="en-US" sz="2400" dirty="0">
                <a:solidFill>
                  <a:srgbClr val="8B32A0"/>
                </a:solidFill>
                <a:ea typeface="楷体_GB2312" pitchFamily="49" charset="-122"/>
              </a:rPr>
              <a:t> （其右子树非空）</a:t>
            </a:r>
            <a:endParaRPr lang="en-US" altLang="zh-CN" sz="2400" dirty="0">
              <a:solidFill>
                <a:srgbClr val="8B32A0"/>
              </a:solidFill>
            </a:endParaRPr>
          </a:p>
        </p:txBody>
      </p:sp>
      <p:sp>
        <p:nvSpPr>
          <p:cNvPr id="24" name="矩形: 圆角 23">
            <a:extLst>
              <a:ext uri="{FF2B5EF4-FFF2-40B4-BE49-F238E27FC236}">
                <a16:creationId xmlns:a16="http://schemas.microsoft.com/office/drawing/2014/main" id="{5D841A71-7EFF-4E2E-82E1-BFFE83E8DFC3}"/>
              </a:ext>
            </a:extLst>
          </p:cNvPr>
          <p:cNvSpPr/>
          <p:nvPr/>
        </p:nvSpPr>
        <p:spPr>
          <a:xfrm>
            <a:off x="1452370" y="249864"/>
            <a:ext cx="3571514" cy="560083"/>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二叉排序树的删除（续）</a:t>
            </a:r>
          </a:p>
        </p:txBody>
      </p:sp>
      <p:grpSp>
        <p:nvGrpSpPr>
          <p:cNvPr id="25" name="组合 24">
            <a:extLst>
              <a:ext uri="{FF2B5EF4-FFF2-40B4-BE49-F238E27FC236}">
                <a16:creationId xmlns:a16="http://schemas.microsoft.com/office/drawing/2014/main" id="{EFB2D6DD-FA9F-4610-A5FD-4FB901002061}"/>
              </a:ext>
            </a:extLst>
          </p:cNvPr>
          <p:cNvGrpSpPr/>
          <p:nvPr/>
        </p:nvGrpSpPr>
        <p:grpSpPr>
          <a:xfrm>
            <a:off x="7700582" y="1946119"/>
            <a:ext cx="271991" cy="462444"/>
            <a:chOff x="8340989" y="543313"/>
            <a:chExt cx="284748" cy="374524"/>
          </a:xfrm>
        </p:grpSpPr>
        <p:sp>
          <p:nvSpPr>
            <p:cNvPr id="26" name="文本框 25">
              <a:extLst>
                <a:ext uri="{FF2B5EF4-FFF2-40B4-BE49-F238E27FC236}">
                  <a16:creationId xmlns:a16="http://schemas.microsoft.com/office/drawing/2014/main" id="{7A74C093-BE5A-4138-9BD2-B9333A97A106}"/>
                </a:ext>
              </a:extLst>
            </p:cNvPr>
            <p:cNvSpPr txBox="1"/>
            <p:nvPr/>
          </p:nvSpPr>
          <p:spPr>
            <a:xfrm>
              <a:off x="8340989" y="543313"/>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D020DAD8-6776-4601-B597-E19E4FA56541}"/>
                </a:ext>
              </a:extLst>
            </p:cNvPr>
            <p:cNvCxnSpPr/>
            <p:nvPr/>
          </p:nvCxnSpPr>
          <p:spPr>
            <a:xfrm>
              <a:off x="8503622" y="720297"/>
              <a:ext cx="122115" cy="197540"/>
            </a:xfrm>
            <a:prstGeom prst="straightConnector1">
              <a:avLst/>
            </a:prstGeom>
            <a:ln w="19050">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8" name="Rectangle 22">
            <a:extLst>
              <a:ext uri="{FF2B5EF4-FFF2-40B4-BE49-F238E27FC236}">
                <a16:creationId xmlns:a16="http://schemas.microsoft.com/office/drawing/2014/main" id="{1EDF0F48-0228-45DC-8087-CD1A4632E208}"/>
              </a:ext>
            </a:extLst>
          </p:cNvPr>
          <p:cNvSpPr>
            <a:spLocks noChangeArrowheads="1"/>
          </p:cNvSpPr>
          <p:nvPr/>
        </p:nvSpPr>
        <p:spPr bwMode="auto">
          <a:xfrm>
            <a:off x="704564" y="2821439"/>
            <a:ext cx="4655442" cy="948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solidFill>
                  <a:srgbClr val="0070C0"/>
                </a:solidFill>
                <a:ea typeface="楷体_GB2312" pitchFamily="49" charset="-122"/>
              </a:rPr>
              <a:t>（</a:t>
            </a:r>
            <a:r>
              <a:rPr lang="en-US" altLang="zh-CN" sz="2400" dirty="0">
                <a:solidFill>
                  <a:srgbClr val="0070C0"/>
                </a:solidFill>
                <a:ea typeface="楷体_GB2312" pitchFamily="49" charset="-122"/>
              </a:rPr>
              <a:t>2</a:t>
            </a:r>
            <a:r>
              <a:rPr lang="zh-CN" altLang="en-US" sz="2400" dirty="0">
                <a:solidFill>
                  <a:srgbClr val="0070C0"/>
                </a:solidFill>
                <a:ea typeface="楷体_GB2312" pitchFamily="49" charset="-122"/>
              </a:rPr>
              <a:t>）被删除的结点的</a:t>
            </a:r>
            <a:r>
              <a:rPr lang="zh-CN" altLang="en-US" sz="2400" b="1" dirty="0">
                <a:solidFill>
                  <a:srgbClr val="FF00FF"/>
                </a:solidFill>
                <a:ea typeface="楷体_GB2312" pitchFamily="49" charset="-122"/>
              </a:rPr>
              <a:t>左、右子树</a:t>
            </a:r>
            <a:endParaRPr lang="zh-CN" altLang="en-US" sz="2400" dirty="0">
              <a:solidFill>
                <a:schemeClr val="accent2"/>
              </a:solidFill>
              <a:ea typeface="楷体_GB2312" pitchFamily="49" charset="-122"/>
            </a:endParaRPr>
          </a:p>
          <a:p>
            <a:pPr>
              <a:lnSpc>
                <a:spcPct val="120000"/>
              </a:lnSpc>
            </a:pPr>
            <a:r>
              <a:rPr lang="zh-CN" altLang="en-US" sz="2400" b="1" dirty="0">
                <a:solidFill>
                  <a:srgbClr val="FF00FF"/>
                </a:solidFill>
                <a:ea typeface="楷体_GB2312" pitchFamily="49" charset="-122"/>
              </a:rPr>
              <a:t>只有一棵非空</a:t>
            </a:r>
            <a:endParaRPr lang="zh-CN" altLang="en-US" sz="1600" dirty="0">
              <a:solidFill>
                <a:schemeClr val="accent2"/>
              </a:solidFill>
              <a:ea typeface="楷体_GB2312" pitchFamily="49" charset="-122"/>
            </a:endParaRPr>
          </a:p>
        </p:txBody>
      </p:sp>
      <p:sp>
        <p:nvSpPr>
          <p:cNvPr id="29" name="Text Box 29">
            <a:extLst>
              <a:ext uri="{FF2B5EF4-FFF2-40B4-BE49-F238E27FC236}">
                <a16:creationId xmlns:a16="http://schemas.microsoft.com/office/drawing/2014/main" id="{E9D51A61-1F73-48C5-AB13-DAB6B6192B55}"/>
              </a:ext>
            </a:extLst>
          </p:cNvPr>
          <p:cNvSpPr txBox="1">
            <a:spLocks noChangeArrowheads="1"/>
          </p:cNvSpPr>
          <p:nvPr/>
        </p:nvSpPr>
        <p:spPr bwMode="auto">
          <a:xfrm>
            <a:off x="869534" y="5276778"/>
            <a:ext cx="10314709" cy="505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sz="2400" b="1" dirty="0">
                <a:solidFill>
                  <a:srgbClr val="A50021"/>
                </a:solidFill>
                <a:ea typeface="楷体_GB2312" pitchFamily="49" charset="-122"/>
              </a:rPr>
              <a:t>其双亲结点的相应指针域的值改为：“指向被删除结点的左子树或右子树”。</a:t>
            </a:r>
            <a:endParaRPr lang="zh-CN" altLang="en-US" sz="2400" dirty="0">
              <a:ea typeface="楷体_GB2312" pitchFamily="49" charset="-122"/>
            </a:endParaRPr>
          </a:p>
        </p:txBody>
      </p:sp>
      <p:cxnSp>
        <p:nvCxnSpPr>
          <p:cNvPr id="47" name="直接连接符 46">
            <a:extLst>
              <a:ext uri="{FF2B5EF4-FFF2-40B4-BE49-F238E27FC236}">
                <a16:creationId xmlns:a16="http://schemas.microsoft.com/office/drawing/2014/main" id="{10750AD2-73A6-43F5-94A5-A732B78E13C4}"/>
              </a:ext>
            </a:extLst>
          </p:cNvPr>
          <p:cNvCxnSpPr>
            <a:cxnSpLocks/>
            <a:endCxn id="13" idx="1"/>
          </p:cNvCxnSpPr>
          <p:nvPr/>
        </p:nvCxnSpPr>
        <p:spPr>
          <a:xfrm>
            <a:off x="8172455" y="2708372"/>
            <a:ext cx="630276" cy="18619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7978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grpId="0" nodeType="clickEffect">
                                  <p:stCondLst>
                                    <p:cond delay="0"/>
                                  </p:stCondLst>
                                  <p:childTnLst>
                                    <p:animRot by="21600000">
                                      <p:cBhvr>
                                        <p:cTn id="18" dur="2000" fill="hold"/>
                                        <p:tgtEl>
                                          <p:spTgt spid="10"/>
                                        </p:tgtEl>
                                        <p:attrNameLst>
                                          <p:attrName>r</p:attrName>
                                        </p:attrNameLst>
                                      </p:cBhvr>
                                    </p:animRot>
                                  </p:childTnLst>
                                </p:cTn>
                              </p:par>
                              <p:par>
                                <p:cTn id="19" presetID="22" presetClass="exit" presetSubtype="4" fill="hold" nodeType="withEffect">
                                  <p:stCondLst>
                                    <p:cond delay="0"/>
                                  </p:stCondLst>
                                  <p:childTnLst>
                                    <p:animEffect transition="out" filter="wipe(down)">
                                      <p:cBhvr>
                                        <p:cTn id="20" dur="1000"/>
                                        <p:tgtEl>
                                          <p:spTgt spid="19"/>
                                        </p:tgtEl>
                                      </p:cBhvr>
                                    </p:animEffect>
                                    <p:set>
                                      <p:cBhvr>
                                        <p:cTn id="21" dur="1" fill="hold">
                                          <p:stCondLst>
                                            <p:cond delay="999"/>
                                          </p:stCondLst>
                                        </p:cTn>
                                        <p:tgtEl>
                                          <p:spTgt spid="19"/>
                                        </p:tgtEl>
                                        <p:attrNameLst>
                                          <p:attrName>style.visibility</p:attrName>
                                        </p:attrNameLst>
                                      </p:cBhvr>
                                      <p:to>
                                        <p:strVal val="hidden"/>
                                      </p:to>
                                    </p:set>
                                  </p:childTnLst>
                                </p:cTn>
                              </p:par>
                              <p:par>
                                <p:cTn id="22" presetID="22" presetClass="exit" presetSubtype="4" fill="hold" nodeType="withEffect">
                                  <p:stCondLst>
                                    <p:cond delay="0"/>
                                  </p:stCondLst>
                                  <p:childTnLst>
                                    <p:animEffect transition="out" filter="wipe(down)">
                                      <p:cBhvr>
                                        <p:cTn id="23" dur="1000"/>
                                        <p:tgtEl>
                                          <p:spTgt spid="6"/>
                                        </p:tgtEl>
                                      </p:cBhvr>
                                    </p:animEffect>
                                    <p:set>
                                      <p:cBhvr>
                                        <p:cTn id="24" dur="1" fill="hold">
                                          <p:stCondLst>
                                            <p:cond delay="999"/>
                                          </p:stCondLst>
                                        </p:cTn>
                                        <p:tgtEl>
                                          <p:spTgt spid="6"/>
                                        </p:tgtEl>
                                        <p:attrNameLst>
                                          <p:attrName>style.visibility</p:attrName>
                                        </p:attrNameLst>
                                      </p:cBhvr>
                                      <p:to>
                                        <p:strVal val="hidden"/>
                                      </p:to>
                                    </p:set>
                                  </p:childTnLst>
                                </p:cTn>
                              </p:par>
                              <p:par>
                                <p:cTn id="25" presetID="26" presetClass="exit" presetSubtype="0" fill="hold" grpId="1" nodeType="withEffect">
                                  <p:stCondLst>
                                    <p:cond delay="0"/>
                                  </p:stCondLst>
                                  <p:childTnLst>
                                    <p:animEffect transition="out" filter="wipe(down)">
                                      <p:cBhvr>
                                        <p:cTn id="26" dur="180" accel="50000">
                                          <p:stCondLst>
                                            <p:cond delay="1820"/>
                                          </p:stCondLst>
                                        </p:cTn>
                                        <p:tgtEl>
                                          <p:spTgt spid="10"/>
                                        </p:tgtEl>
                                      </p:cBhvr>
                                    </p:animEffect>
                                    <p:anim calcmode="lin" valueType="num">
                                      <p:cBhvr>
                                        <p:cTn id="27" dur="1822" tmFilter="0,0; 0.14,0.31; 0.43,0.73; 0.71,0.91; 1.0,1.0">
                                          <p:stCondLst>
                                            <p:cond delay="0"/>
                                          </p:stCondLst>
                                        </p:cTn>
                                        <p:tgtEl>
                                          <p:spTgt spid="10"/>
                                        </p:tgtEl>
                                        <p:attrNameLst>
                                          <p:attrName>ppt_x</p:attrName>
                                        </p:attrNameLst>
                                      </p:cBhvr>
                                      <p:tavLst>
                                        <p:tav tm="0">
                                          <p:val>
                                            <p:strVal val="ppt_x"/>
                                          </p:val>
                                        </p:tav>
                                        <p:tav tm="100000">
                                          <p:val>
                                            <p:strVal val="#ppt_x+0.25"/>
                                          </p:val>
                                        </p:tav>
                                      </p:tavLst>
                                    </p:anim>
                                    <p:anim calcmode="lin" valueType="num">
                                      <p:cBhvr>
                                        <p:cTn id="28" dur="178">
                                          <p:stCondLst>
                                            <p:cond delay="1822"/>
                                          </p:stCondLst>
                                        </p:cTn>
                                        <p:tgtEl>
                                          <p:spTgt spid="10"/>
                                        </p:tgtEl>
                                        <p:attrNameLst>
                                          <p:attrName>ppt_x</p:attrName>
                                        </p:attrNameLst>
                                      </p:cBhvr>
                                      <p:tavLst>
                                        <p:tav tm="0">
                                          <p:val>
                                            <p:strVal val="ppt_x"/>
                                          </p:val>
                                        </p:tav>
                                        <p:tav tm="100000">
                                          <p:val>
                                            <p:strVal val="ppt_x"/>
                                          </p:val>
                                        </p:tav>
                                      </p:tavLst>
                                    </p:anim>
                                    <p:anim calcmode="lin" valueType="num">
                                      <p:cBhvr>
                                        <p:cTn id="29" dur="664" tmFilter="0.0,0.0;0.25,0.07;0.50,0.2;0.75,0.467;1.0,1.0">
                                          <p:stCondLst>
                                            <p:cond delay="0"/>
                                          </p:stCondLst>
                                        </p:cTn>
                                        <p:tgtEl>
                                          <p:spTgt spid="10"/>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0" dur="664" tmFilter="0, 0; 0.125,0.2665; 0.25,0.4; 0.375,0.465; 0.5,0.5;  0.625,0.535; 0.75,0.6; 0.875,0.7335; 1,1">
                                          <p:stCondLst>
                                            <p:cond delay="664"/>
                                          </p:stCondLst>
                                        </p:cTn>
                                        <p:tgtEl>
                                          <p:spTgt spid="10"/>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1" dur="332" tmFilter="0, 0; 0.125,0.2665; 0.25,0.4; 0.375,0.465; 0.5,0.5;  0.625,0.535; 0.75,0.6; 0.875,0.7335; 1,1">
                                          <p:stCondLst>
                                            <p:cond delay="1324"/>
                                          </p:stCondLst>
                                        </p:cTn>
                                        <p:tgtEl>
                                          <p:spTgt spid="10"/>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2" dur="164" tmFilter="0, 0; 0.125,0.2665; 0.25,0.4; 0.375,0.465; 0.5,0.5;  0.625,0.535; 0.75,0.6; 0.875,0.7335; 1,1">
                                          <p:stCondLst>
                                            <p:cond delay="1656"/>
                                          </p:stCondLst>
                                        </p:cTn>
                                        <p:tgtEl>
                                          <p:spTgt spid="10"/>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3" dur="180" accel="50000">
                                          <p:stCondLst>
                                            <p:cond delay="1820"/>
                                          </p:stCondLst>
                                        </p:cTn>
                                        <p:tgtEl>
                                          <p:spTgt spid="10"/>
                                        </p:tgtEl>
                                        <p:attrNameLst>
                                          <p:attrName>ppt_y</p:attrName>
                                        </p:attrNameLst>
                                      </p:cBhvr>
                                      <p:tavLst>
                                        <p:tav tm="0">
                                          <p:val>
                                            <p:strVal val="ppt_y"/>
                                          </p:val>
                                        </p:tav>
                                        <p:tav tm="100000">
                                          <p:val>
                                            <p:strVal val="ppt_y+ppt_h"/>
                                          </p:val>
                                        </p:tav>
                                      </p:tavLst>
                                    </p:anim>
                                    <p:animScale>
                                      <p:cBhvr>
                                        <p:cTn id="34" dur="26">
                                          <p:stCondLst>
                                            <p:cond delay="620"/>
                                          </p:stCondLst>
                                        </p:cTn>
                                        <p:tgtEl>
                                          <p:spTgt spid="10"/>
                                        </p:tgtEl>
                                      </p:cBhvr>
                                      <p:to x="100000" y="60000"/>
                                    </p:animScale>
                                    <p:animScale>
                                      <p:cBhvr>
                                        <p:cTn id="35" dur="166" decel="50000">
                                          <p:stCondLst>
                                            <p:cond delay="646"/>
                                          </p:stCondLst>
                                        </p:cTn>
                                        <p:tgtEl>
                                          <p:spTgt spid="10"/>
                                        </p:tgtEl>
                                      </p:cBhvr>
                                      <p:to x="100000" y="100000"/>
                                    </p:animScale>
                                    <p:animScale>
                                      <p:cBhvr>
                                        <p:cTn id="36" dur="26">
                                          <p:stCondLst>
                                            <p:cond delay="1312"/>
                                          </p:stCondLst>
                                        </p:cTn>
                                        <p:tgtEl>
                                          <p:spTgt spid="10"/>
                                        </p:tgtEl>
                                      </p:cBhvr>
                                      <p:to x="100000" y="80000"/>
                                    </p:animScale>
                                    <p:animScale>
                                      <p:cBhvr>
                                        <p:cTn id="37" dur="166" decel="50000">
                                          <p:stCondLst>
                                            <p:cond delay="1338"/>
                                          </p:stCondLst>
                                        </p:cTn>
                                        <p:tgtEl>
                                          <p:spTgt spid="10"/>
                                        </p:tgtEl>
                                      </p:cBhvr>
                                      <p:to x="100000" y="100000"/>
                                    </p:animScale>
                                    <p:animScale>
                                      <p:cBhvr>
                                        <p:cTn id="38" dur="26">
                                          <p:stCondLst>
                                            <p:cond delay="1642"/>
                                          </p:stCondLst>
                                        </p:cTn>
                                        <p:tgtEl>
                                          <p:spTgt spid="10"/>
                                        </p:tgtEl>
                                      </p:cBhvr>
                                      <p:to x="100000" y="90000"/>
                                    </p:animScale>
                                    <p:animScale>
                                      <p:cBhvr>
                                        <p:cTn id="39" dur="166" decel="50000">
                                          <p:stCondLst>
                                            <p:cond delay="1668"/>
                                          </p:stCondLst>
                                        </p:cTn>
                                        <p:tgtEl>
                                          <p:spTgt spid="10"/>
                                        </p:tgtEl>
                                      </p:cBhvr>
                                      <p:to x="100000" y="100000"/>
                                    </p:animScale>
                                    <p:animScale>
                                      <p:cBhvr>
                                        <p:cTn id="40" dur="26">
                                          <p:stCondLst>
                                            <p:cond delay="1808"/>
                                          </p:stCondLst>
                                        </p:cTn>
                                        <p:tgtEl>
                                          <p:spTgt spid="10"/>
                                        </p:tgtEl>
                                      </p:cBhvr>
                                      <p:to x="100000" y="95000"/>
                                    </p:animScale>
                                    <p:animScale>
                                      <p:cBhvr>
                                        <p:cTn id="41" dur="166" decel="50000">
                                          <p:stCondLst>
                                            <p:cond delay="1834"/>
                                          </p:stCondLst>
                                        </p:cTn>
                                        <p:tgtEl>
                                          <p:spTgt spid="10"/>
                                        </p:tgtEl>
                                      </p:cBhvr>
                                      <p:to x="100000" y="100000"/>
                                    </p:animScale>
                                    <p:set>
                                      <p:cBhvr>
                                        <p:cTn id="42" dur="1" fill="hold">
                                          <p:stCondLst>
                                            <p:cond delay="1999"/>
                                          </p:stCondLst>
                                        </p:cTn>
                                        <p:tgtEl>
                                          <p:spTgt spid="10"/>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left)">
                                      <p:cBhvr>
                                        <p:cTn id="45" dur="2000"/>
                                        <p:tgtEl>
                                          <p:spTgt spid="30"/>
                                        </p:tgtEl>
                                      </p:cBhvr>
                                    </p:animEffect>
                                  </p:childTnLst>
                                </p:cTn>
                              </p:par>
                              <p:par>
                                <p:cTn id="46" presetID="64" presetClass="path" presetSubtype="0" accel="50000" decel="50000" fill="hold" nodeType="withEffect">
                                  <p:stCondLst>
                                    <p:cond delay="0"/>
                                  </p:stCondLst>
                                  <p:childTnLst>
                                    <p:animMotion origin="layout" path="M 5E-6 -1.85185E-6 L 0.02396 -0.09166 " pathEditMode="relative" rAng="0" ptsTypes="AA">
                                      <p:cBhvr>
                                        <p:cTn id="47" dur="2000" fill="hold"/>
                                        <p:tgtEl>
                                          <p:spTgt spid="5"/>
                                        </p:tgtEl>
                                        <p:attrNameLst>
                                          <p:attrName>ppt_x</p:attrName>
                                          <p:attrName>ppt_y</p:attrName>
                                        </p:attrNameLst>
                                      </p:cBhvr>
                                      <p:rCtr x="1198" y="-4583"/>
                                    </p:animMotion>
                                  </p:childTnLst>
                                </p:cTn>
                              </p:par>
                              <p:par>
                                <p:cTn id="48" presetID="64" presetClass="path" presetSubtype="0" accel="50000" decel="50000" fill="hold" grpId="0" nodeType="withEffect">
                                  <p:stCondLst>
                                    <p:cond delay="0"/>
                                  </p:stCondLst>
                                  <p:childTnLst>
                                    <p:animMotion origin="layout" path="M -3.33333E-6 7.40741E-7 L 0.02578 -0.08495 " pathEditMode="relative" rAng="0" ptsTypes="AA">
                                      <p:cBhvr>
                                        <p:cTn id="49" dur="2000" fill="hold"/>
                                        <p:tgtEl>
                                          <p:spTgt spid="11"/>
                                        </p:tgtEl>
                                        <p:attrNameLst>
                                          <p:attrName>ppt_x</p:attrName>
                                          <p:attrName>ppt_y</p:attrName>
                                        </p:attrNameLst>
                                      </p:cBhvr>
                                      <p:rCtr x="1289" y="-4259"/>
                                    </p:animMotion>
                                  </p:childTnLst>
                                </p:cTn>
                              </p:par>
                              <p:par>
                                <p:cTn id="50" presetID="64" presetClass="path" presetSubtype="0" accel="50000" decel="50000" fill="hold" grpId="0" nodeType="withEffect">
                                  <p:stCondLst>
                                    <p:cond delay="0"/>
                                  </p:stCondLst>
                                  <p:childTnLst>
                                    <p:animMotion origin="layout" path="M -3.95833E-6 1.85185E-6 L 0.01823 -0.08889 " pathEditMode="relative" rAng="0" ptsTypes="AA">
                                      <p:cBhvr>
                                        <p:cTn id="51" dur="2000" fill="hold"/>
                                        <p:tgtEl>
                                          <p:spTgt spid="12"/>
                                        </p:tgtEl>
                                        <p:attrNameLst>
                                          <p:attrName>ppt_x</p:attrName>
                                          <p:attrName>ppt_y</p:attrName>
                                        </p:attrNameLst>
                                      </p:cBhvr>
                                      <p:rCtr x="911" y="-4444"/>
                                    </p:animMotion>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10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8" presetClass="emph" presetSubtype="0" fill="hold" grpId="0" nodeType="clickEffect">
                                  <p:stCondLst>
                                    <p:cond delay="0"/>
                                  </p:stCondLst>
                                  <p:childTnLst>
                                    <p:animRot by="21600000">
                                      <p:cBhvr>
                                        <p:cTn id="60" dur="2000" fill="hold"/>
                                        <p:tgtEl>
                                          <p:spTgt spid="13"/>
                                        </p:tgtEl>
                                        <p:attrNameLst>
                                          <p:attrName>r</p:attrName>
                                        </p:attrNameLst>
                                      </p:cBhvr>
                                    </p:animRot>
                                  </p:childTnLst>
                                </p:cTn>
                              </p:par>
                              <p:par>
                                <p:cTn id="61" presetID="22" presetClass="exit" presetSubtype="4" fill="hold" nodeType="withEffect">
                                  <p:stCondLst>
                                    <p:cond delay="0"/>
                                  </p:stCondLst>
                                  <p:childTnLst>
                                    <p:animEffect transition="out" filter="wipe(down)">
                                      <p:cBhvr>
                                        <p:cTn id="62" dur="1000"/>
                                        <p:tgtEl>
                                          <p:spTgt spid="20"/>
                                        </p:tgtEl>
                                      </p:cBhvr>
                                    </p:animEffect>
                                    <p:set>
                                      <p:cBhvr>
                                        <p:cTn id="63" dur="1" fill="hold">
                                          <p:stCondLst>
                                            <p:cond delay="999"/>
                                          </p:stCondLst>
                                        </p:cTn>
                                        <p:tgtEl>
                                          <p:spTgt spid="20"/>
                                        </p:tgtEl>
                                        <p:attrNameLst>
                                          <p:attrName>style.visibility</p:attrName>
                                        </p:attrNameLst>
                                      </p:cBhvr>
                                      <p:to>
                                        <p:strVal val="hidden"/>
                                      </p:to>
                                    </p:set>
                                  </p:childTnLst>
                                </p:cTn>
                              </p:par>
                              <p:par>
                                <p:cTn id="64" presetID="22" presetClass="exit" presetSubtype="4" fill="hold" nodeType="withEffect">
                                  <p:stCondLst>
                                    <p:cond delay="0"/>
                                  </p:stCondLst>
                                  <p:childTnLst>
                                    <p:animEffect transition="out" filter="wipe(down)">
                                      <p:cBhvr>
                                        <p:cTn id="65" dur="1000"/>
                                        <p:tgtEl>
                                          <p:spTgt spid="2"/>
                                        </p:tgtEl>
                                      </p:cBhvr>
                                    </p:animEffect>
                                    <p:set>
                                      <p:cBhvr>
                                        <p:cTn id="66" dur="1" fill="hold">
                                          <p:stCondLst>
                                            <p:cond delay="999"/>
                                          </p:stCondLst>
                                        </p:cTn>
                                        <p:tgtEl>
                                          <p:spTgt spid="2"/>
                                        </p:tgtEl>
                                        <p:attrNameLst>
                                          <p:attrName>style.visibility</p:attrName>
                                        </p:attrNameLst>
                                      </p:cBhvr>
                                      <p:to>
                                        <p:strVal val="hidden"/>
                                      </p:to>
                                    </p:set>
                                  </p:childTnLst>
                                </p:cTn>
                              </p:par>
                              <p:par>
                                <p:cTn id="67" presetID="26" presetClass="exit" presetSubtype="0" fill="hold" grpId="1" nodeType="withEffect">
                                  <p:stCondLst>
                                    <p:cond delay="0"/>
                                  </p:stCondLst>
                                  <p:childTnLst>
                                    <p:animEffect transition="out" filter="wipe(down)">
                                      <p:cBhvr>
                                        <p:cTn id="68" dur="180" accel="50000">
                                          <p:stCondLst>
                                            <p:cond delay="1820"/>
                                          </p:stCondLst>
                                        </p:cTn>
                                        <p:tgtEl>
                                          <p:spTgt spid="13"/>
                                        </p:tgtEl>
                                      </p:cBhvr>
                                    </p:animEffect>
                                    <p:anim calcmode="lin" valueType="num">
                                      <p:cBhvr>
                                        <p:cTn id="69" dur="1822" tmFilter="0,0; 0.14,0.31; 0.43,0.73; 0.71,0.91; 1.0,1.0">
                                          <p:stCondLst>
                                            <p:cond delay="0"/>
                                          </p:stCondLst>
                                        </p:cTn>
                                        <p:tgtEl>
                                          <p:spTgt spid="13"/>
                                        </p:tgtEl>
                                        <p:attrNameLst>
                                          <p:attrName>ppt_x</p:attrName>
                                        </p:attrNameLst>
                                      </p:cBhvr>
                                      <p:tavLst>
                                        <p:tav tm="0">
                                          <p:val>
                                            <p:strVal val="ppt_x"/>
                                          </p:val>
                                        </p:tav>
                                        <p:tav tm="100000">
                                          <p:val>
                                            <p:strVal val="#ppt_x+0.25"/>
                                          </p:val>
                                        </p:tav>
                                      </p:tavLst>
                                    </p:anim>
                                    <p:anim calcmode="lin" valueType="num">
                                      <p:cBhvr>
                                        <p:cTn id="70" dur="178">
                                          <p:stCondLst>
                                            <p:cond delay="1822"/>
                                          </p:stCondLst>
                                        </p:cTn>
                                        <p:tgtEl>
                                          <p:spTgt spid="13"/>
                                        </p:tgtEl>
                                        <p:attrNameLst>
                                          <p:attrName>ppt_x</p:attrName>
                                        </p:attrNameLst>
                                      </p:cBhvr>
                                      <p:tavLst>
                                        <p:tav tm="0">
                                          <p:val>
                                            <p:strVal val="ppt_x"/>
                                          </p:val>
                                        </p:tav>
                                        <p:tav tm="100000">
                                          <p:val>
                                            <p:strVal val="ppt_x"/>
                                          </p:val>
                                        </p:tav>
                                      </p:tavLst>
                                    </p:anim>
                                    <p:anim calcmode="lin" valueType="num">
                                      <p:cBhvr>
                                        <p:cTn id="71" dur="664" tmFilter="0.0,0.0;0.25,0.07;0.50,0.2;0.75,0.467;1.0,1.0">
                                          <p:stCondLst>
                                            <p:cond delay="0"/>
                                          </p:stCondLst>
                                        </p:cTn>
                                        <p:tgtEl>
                                          <p:spTgt spid="1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72" dur="664" tmFilter="0, 0; 0.125,0.2665; 0.25,0.4; 0.375,0.465; 0.5,0.5;  0.625,0.535; 0.75,0.6; 0.875,0.7335; 1,1">
                                          <p:stCondLst>
                                            <p:cond delay="664"/>
                                          </p:stCondLst>
                                        </p:cTn>
                                        <p:tgtEl>
                                          <p:spTgt spid="1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73" dur="332" tmFilter="0, 0; 0.125,0.2665; 0.25,0.4; 0.375,0.465; 0.5,0.5;  0.625,0.535; 0.75,0.6; 0.875,0.7335; 1,1">
                                          <p:stCondLst>
                                            <p:cond delay="1324"/>
                                          </p:stCondLst>
                                        </p:cTn>
                                        <p:tgtEl>
                                          <p:spTgt spid="1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74" dur="164" tmFilter="0, 0; 0.125,0.2665; 0.25,0.4; 0.375,0.465; 0.5,0.5;  0.625,0.535; 0.75,0.6; 0.875,0.7335; 1,1">
                                          <p:stCondLst>
                                            <p:cond delay="1656"/>
                                          </p:stCondLst>
                                        </p:cTn>
                                        <p:tgtEl>
                                          <p:spTgt spid="1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75" dur="180" accel="50000">
                                          <p:stCondLst>
                                            <p:cond delay="1820"/>
                                          </p:stCondLst>
                                        </p:cTn>
                                        <p:tgtEl>
                                          <p:spTgt spid="13"/>
                                        </p:tgtEl>
                                        <p:attrNameLst>
                                          <p:attrName>ppt_y</p:attrName>
                                        </p:attrNameLst>
                                      </p:cBhvr>
                                      <p:tavLst>
                                        <p:tav tm="0">
                                          <p:val>
                                            <p:strVal val="ppt_y"/>
                                          </p:val>
                                        </p:tav>
                                        <p:tav tm="100000">
                                          <p:val>
                                            <p:strVal val="ppt_y+ppt_h"/>
                                          </p:val>
                                        </p:tav>
                                      </p:tavLst>
                                    </p:anim>
                                    <p:animScale>
                                      <p:cBhvr>
                                        <p:cTn id="76" dur="26">
                                          <p:stCondLst>
                                            <p:cond delay="620"/>
                                          </p:stCondLst>
                                        </p:cTn>
                                        <p:tgtEl>
                                          <p:spTgt spid="13"/>
                                        </p:tgtEl>
                                      </p:cBhvr>
                                      <p:to x="100000" y="60000"/>
                                    </p:animScale>
                                    <p:animScale>
                                      <p:cBhvr>
                                        <p:cTn id="77" dur="166" decel="50000">
                                          <p:stCondLst>
                                            <p:cond delay="646"/>
                                          </p:stCondLst>
                                        </p:cTn>
                                        <p:tgtEl>
                                          <p:spTgt spid="13"/>
                                        </p:tgtEl>
                                      </p:cBhvr>
                                      <p:to x="100000" y="100000"/>
                                    </p:animScale>
                                    <p:animScale>
                                      <p:cBhvr>
                                        <p:cTn id="78" dur="26">
                                          <p:stCondLst>
                                            <p:cond delay="1312"/>
                                          </p:stCondLst>
                                        </p:cTn>
                                        <p:tgtEl>
                                          <p:spTgt spid="13"/>
                                        </p:tgtEl>
                                      </p:cBhvr>
                                      <p:to x="100000" y="80000"/>
                                    </p:animScale>
                                    <p:animScale>
                                      <p:cBhvr>
                                        <p:cTn id="79" dur="166" decel="50000">
                                          <p:stCondLst>
                                            <p:cond delay="1338"/>
                                          </p:stCondLst>
                                        </p:cTn>
                                        <p:tgtEl>
                                          <p:spTgt spid="13"/>
                                        </p:tgtEl>
                                      </p:cBhvr>
                                      <p:to x="100000" y="100000"/>
                                    </p:animScale>
                                    <p:animScale>
                                      <p:cBhvr>
                                        <p:cTn id="80" dur="26">
                                          <p:stCondLst>
                                            <p:cond delay="1642"/>
                                          </p:stCondLst>
                                        </p:cTn>
                                        <p:tgtEl>
                                          <p:spTgt spid="13"/>
                                        </p:tgtEl>
                                      </p:cBhvr>
                                      <p:to x="100000" y="90000"/>
                                    </p:animScale>
                                    <p:animScale>
                                      <p:cBhvr>
                                        <p:cTn id="81" dur="166" decel="50000">
                                          <p:stCondLst>
                                            <p:cond delay="1668"/>
                                          </p:stCondLst>
                                        </p:cTn>
                                        <p:tgtEl>
                                          <p:spTgt spid="13"/>
                                        </p:tgtEl>
                                      </p:cBhvr>
                                      <p:to x="100000" y="100000"/>
                                    </p:animScale>
                                    <p:animScale>
                                      <p:cBhvr>
                                        <p:cTn id="82" dur="26">
                                          <p:stCondLst>
                                            <p:cond delay="1808"/>
                                          </p:stCondLst>
                                        </p:cTn>
                                        <p:tgtEl>
                                          <p:spTgt spid="13"/>
                                        </p:tgtEl>
                                      </p:cBhvr>
                                      <p:to x="100000" y="95000"/>
                                    </p:animScale>
                                    <p:animScale>
                                      <p:cBhvr>
                                        <p:cTn id="83" dur="166" decel="50000">
                                          <p:stCondLst>
                                            <p:cond delay="1834"/>
                                          </p:stCondLst>
                                        </p:cTn>
                                        <p:tgtEl>
                                          <p:spTgt spid="13"/>
                                        </p:tgtEl>
                                      </p:cBhvr>
                                      <p:to x="100000" y="100000"/>
                                    </p:animScale>
                                    <p:set>
                                      <p:cBhvr>
                                        <p:cTn id="84" dur="1" fill="hold">
                                          <p:stCondLst>
                                            <p:cond delay="1999"/>
                                          </p:stCondLst>
                                        </p:cTn>
                                        <p:tgtEl>
                                          <p:spTgt spid="13"/>
                                        </p:tgtEl>
                                        <p:attrNameLst>
                                          <p:attrName>style.visibility</p:attrName>
                                        </p:attrNameLst>
                                      </p:cBhvr>
                                      <p:to>
                                        <p:strVal val="hidden"/>
                                      </p:to>
                                    </p:set>
                                  </p:childTnLst>
                                </p:cTn>
                              </p:par>
                              <p:par>
                                <p:cTn id="85" presetID="22" presetClass="entr" presetSubtype="8" fill="hold"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wipe(left)">
                                      <p:cBhvr>
                                        <p:cTn id="87" dur="2000"/>
                                        <p:tgtEl>
                                          <p:spTgt spid="47"/>
                                        </p:tgtEl>
                                      </p:cBhvr>
                                    </p:animEffect>
                                  </p:childTnLst>
                                </p:cTn>
                              </p:par>
                              <p:par>
                                <p:cTn id="88" presetID="64" presetClass="path" presetSubtype="0" accel="50000" decel="50000" fill="hold" nodeType="withEffect">
                                  <p:stCondLst>
                                    <p:cond delay="0"/>
                                  </p:stCondLst>
                                  <p:childTnLst>
                                    <p:animMotion origin="layout" path="M 1.25E-6 -1.85185E-6 L -0.05169 -0.06643 " pathEditMode="relative" rAng="0" ptsTypes="AA">
                                      <p:cBhvr>
                                        <p:cTn id="89" dur="2000" fill="hold"/>
                                        <p:tgtEl>
                                          <p:spTgt spid="4"/>
                                        </p:tgtEl>
                                        <p:attrNameLst>
                                          <p:attrName>ppt_x</p:attrName>
                                          <p:attrName>ppt_y</p:attrName>
                                        </p:attrNameLst>
                                      </p:cBhvr>
                                      <p:rCtr x="-2591" y="-3333"/>
                                    </p:animMotion>
                                  </p:childTnLst>
                                </p:cTn>
                              </p:par>
                              <p:par>
                                <p:cTn id="90" presetID="64" presetClass="path" presetSubtype="0" accel="50000" decel="50000" fill="hold" grpId="0" nodeType="withEffect">
                                  <p:stCondLst>
                                    <p:cond delay="0"/>
                                  </p:stCondLst>
                                  <p:childTnLst>
                                    <p:animMotion origin="layout" path="M -4.16667E-6 -2.59259E-6 L -0.05013 -0.0706 " pathEditMode="relative" rAng="0" ptsTypes="AA">
                                      <p:cBhvr>
                                        <p:cTn id="91" dur="2000" fill="hold"/>
                                        <p:tgtEl>
                                          <p:spTgt spid="14"/>
                                        </p:tgtEl>
                                        <p:attrNameLst>
                                          <p:attrName>ppt_x</p:attrName>
                                          <p:attrName>ppt_y</p:attrName>
                                        </p:attrNameLst>
                                      </p:cBhvr>
                                      <p:rCtr x="-2513" y="-3542"/>
                                    </p:animMotion>
                                  </p:childTnLst>
                                </p:cTn>
                              </p:par>
                              <p:par>
                                <p:cTn id="92" presetID="64" presetClass="path" presetSubtype="0" accel="50000" decel="50000" fill="hold" grpId="0" nodeType="withEffect">
                                  <p:stCondLst>
                                    <p:cond delay="0"/>
                                  </p:stCondLst>
                                  <p:childTnLst>
                                    <p:animMotion origin="layout" path="M -1.66667E-6 7.40741E-7 L -0.05169 -0.08195 " pathEditMode="relative" rAng="0" ptsTypes="AA">
                                      <p:cBhvr>
                                        <p:cTn id="93" dur="2000" fill="hold"/>
                                        <p:tgtEl>
                                          <p:spTgt spid="15"/>
                                        </p:tgtEl>
                                        <p:attrNameLst>
                                          <p:attrName>ppt_x</p:attrName>
                                          <p:attrName>ppt_y</p:attrName>
                                        </p:attrNameLst>
                                      </p:cBhvr>
                                      <p:rCtr x="-2591" y="-4097"/>
                                    </p:animMotion>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wipe(left)">
                                      <p:cBhvr>
                                        <p:cTn id="98"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2" grpId="0" animBg="1"/>
      <p:bldP spid="13" grpId="0" animBg="1"/>
      <p:bldP spid="13" grpId="1" animBg="1"/>
      <p:bldP spid="14" grpId="0" animBg="1"/>
      <p:bldP spid="15" grpId="0" animBg="1"/>
      <p:bldP spid="22" grpId="0" autoUpdateAnimBg="0"/>
      <p:bldP spid="23" grpId="0"/>
      <p:bldP spid="28" grpId="0"/>
      <p:bldP spid="29"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7BE2FB50-F60D-45E0-8756-33CF021DC05B}"/>
              </a:ext>
            </a:extLst>
          </p:cNvPr>
          <p:cNvCxnSpPr>
            <a:cxnSpLocks/>
            <a:stCxn id="10" idx="1"/>
            <a:endCxn id="9" idx="5"/>
          </p:cNvCxnSpPr>
          <p:nvPr/>
        </p:nvCxnSpPr>
        <p:spPr>
          <a:xfrm flipH="1" flipV="1">
            <a:off x="7155775" y="3138844"/>
            <a:ext cx="431611" cy="2314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317FD904-8AF3-496B-A1D1-3CF977AC4B6B}"/>
              </a:ext>
            </a:extLst>
          </p:cNvPr>
          <p:cNvCxnSpPr>
            <a:cxnSpLocks/>
            <a:endCxn id="10" idx="1"/>
          </p:cNvCxnSpPr>
          <p:nvPr/>
        </p:nvCxnSpPr>
        <p:spPr>
          <a:xfrm>
            <a:off x="7116318" y="3104910"/>
            <a:ext cx="471068" cy="26539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D7F4BC9B-8DA8-4886-BDF5-55F54D2B5D33}"/>
              </a:ext>
            </a:extLst>
          </p:cNvPr>
          <p:cNvCxnSpPr>
            <a:cxnSpLocks/>
          </p:cNvCxnSpPr>
          <p:nvPr/>
        </p:nvCxnSpPr>
        <p:spPr>
          <a:xfrm>
            <a:off x="8945122" y="3031978"/>
            <a:ext cx="475762" cy="33139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5091941-6AAE-427E-B432-AA7BD26AB9DF}"/>
              </a:ext>
            </a:extLst>
          </p:cNvPr>
          <p:cNvCxnSpPr>
            <a:cxnSpLocks/>
          </p:cNvCxnSpPr>
          <p:nvPr/>
        </p:nvCxnSpPr>
        <p:spPr>
          <a:xfrm flipH="1">
            <a:off x="9182804" y="3552711"/>
            <a:ext cx="359852" cy="5303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E6FD359-4BD7-45FD-839E-2E853878752D}"/>
              </a:ext>
            </a:extLst>
          </p:cNvPr>
          <p:cNvCxnSpPr>
            <a:cxnSpLocks/>
          </p:cNvCxnSpPr>
          <p:nvPr/>
        </p:nvCxnSpPr>
        <p:spPr>
          <a:xfrm flipH="1">
            <a:off x="7137474" y="4083087"/>
            <a:ext cx="279100" cy="67151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BCFECBFD-3AC6-4664-8AC7-3109242ABCE0}"/>
              </a:ext>
            </a:extLst>
          </p:cNvPr>
          <p:cNvCxnSpPr>
            <a:cxnSpLocks/>
          </p:cNvCxnSpPr>
          <p:nvPr/>
        </p:nvCxnSpPr>
        <p:spPr>
          <a:xfrm flipH="1">
            <a:off x="7416573" y="3520874"/>
            <a:ext cx="290774" cy="5622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031FE234-C780-406E-ABD2-827AD2C3E5DA}"/>
              </a:ext>
            </a:extLst>
          </p:cNvPr>
          <p:cNvSpPr/>
          <p:nvPr/>
        </p:nvSpPr>
        <p:spPr>
          <a:xfrm>
            <a:off x="7848231" y="239081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50</a:t>
            </a:r>
            <a:endParaRPr lang="zh-CN" altLang="en-US" sz="2000" b="1" dirty="0">
              <a:solidFill>
                <a:srgbClr val="002060"/>
              </a:solidFill>
            </a:endParaRPr>
          </a:p>
        </p:txBody>
      </p:sp>
      <p:sp>
        <p:nvSpPr>
          <p:cNvPr id="9" name="椭圆 8">
            <a:extLst>
              <a:ext uri="{FF2B5EF4-FFF2-40B4-BE49-F238E27FC236}">
                <a16:creationId xmlns:a16="http://schemas.microsoft.com/office/drawing/2014/main" id="{48F72A49-2DF7-46CF-9AB3-346551060ADB}"/>
              </a:ext>
            </a:extLst>
          </p:cNvPr>
          <p:cNvSpPr/>
          <p:nvPr/>
        </p:nvSpPr>
        <p:spPr>
          <a:xfrm>
            <a:off x="6811622" y="283156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30</a:t>
            </a:r>
            <a:endParaRPr lang="zh-CN" altLang="en-US" sz="2000" b="1" dirty="0">
              <a:solidFill>
                <a:srgbClr val="002060"/>
              </a:solidFill>
            </a:endParaRPr>
          </a:p>
        </p:txBody>
      </p:sp>
      <p:sp>
        <p:nvSpPr>
          <p:cNvPr id="10" name="椭圆 9">
            <a:extLst>
              <a:ext uri="{FF2B5EF4-FFF2-40B4-BE49-F238E27FC236}">
                <a16:creationId xmlns:a16="http://schemas.microsoft.com/office/drawing/2014/main" id="{C19F2B1F-37AD-42E9-9ECF-7FFD64D09192}"/>
              </a:ext>
            </a:extLst>
          </p:cNvPr>
          <p:cNvSpPr/>
          <p:nvPr/>
        </p:nvSpPr>
        <p:spPr>
          <a:xfrm>
            <a:off x="7528339" y="331758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40</a:t>
            </a:r>
            <a:endParaRPr lang="zh-CN" altLang="en-US" sz="2000" b="1" dirty="0">
              <a:solidFill>
                <a:srgbClr val="002060"/>
              </a:solidFill>
            </a:endParaRPr>
          </a:p>
        </p:txBody>
      </p:sp>
      <p:sp>
        <p:nvSpPr>
          <p:cNvPr id="11" name="椭圆 10">
            <a:extLst>
              <a:ext uri="{FF2B5EF4-FFF2-40B4-BE49-F238E27FC236}">
                <a16:creationId xmlns:a16="http://schemas.microsoft.com/office/drawing/2014/main" id="{FA65E25E-6350-4AF7-9443-20E163A6568F}"/>
              </a:ext>
            </a:extLst>
          </p:cNvPr>
          <p:cNvSpPr/>
          <p:nvPr/>
        </p:nvSpPr>
        <p:spPr>
          <a:xfrm>
            <a:off x="7214973" y="390308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35</a:t>
            </a:r>
            <a:endParaRPr lang="zh-CN" altLang="en-US" sz="2000" b="1" dirty="0">
              <a:solidFill>
                <a:srgbClr val="002060"/>
              </a:solidFill>
            </a:endParaRPr>
          </a:p>
        </p:txBody>
      </p:sp>
      <p:sp>
        <p:nvSpPr>
          <p:cNvPr id="12" name="椭圆 11">
            <a:extLst>
              <a:ext uri="{FF2B5EF4-FFF2-40B4-BE49-F238E27FC236}">
                <a16:creationId xmlns:a16="http://schemas.microsoft.com/office/drawing/2014/main" id="{E20BDBCC-DCFA-4710-85B6-F107490CCD6E}"/>
              </a:ext>
            </a:extLst>
          </p:cNvPr>
          <p:cNvSpPr/>
          <p:nvPr/>
        </p:nvSpPr>
        <p:spPr>
          <a:xfrm>
            <a:off x="6991290" y="4512256"/>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32</a:t>
            </a:r>
            <a:endParaRPr lang="zh-CN" altLang="en-US" sz="2000" b="1" dirty="0">
              <a:solidFill>
                <a:srgbClr val="002060"/>
              </a:solidFill>
            </a:endParaRPr>
          </a:p>
        </p:txBody>
      </p:sp>
      <p:sp>
        <p:nvSpPr>
          <p:cNvPr id="13" name="椭圆 12">
            <a:extLst>
              <a:ext uri="{FF2B5EF4-FFF2-40B4-BE49-F238E27FC236}">
                <a16:creationId xmlns:a16="http://schemas.microsoft.com/office/drawing/2014/main" id="{1C0D942E-6003-461A-A48F-6859556FFAEF}"/>
              </a:ext>
            </a:extLst>
          </p:cNvPr>
          <p:cNvSpPr/>
          <p:nvPr/>
        </p:nvSpPr>
        <p:spPr>
          <a:xfrm>
            <a:off x="8743522" y="283156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80</a:t>
            </a:r>
            <a:endParaRPr lang="zh-CN" altLang="en-US" sz="2000" b="1" dirty="0">
              <a:solidFill>
                <a:srgbClr val="002060"/>
              </a:solidFill>
            </a:endParaRPr>
          </a:p>
        </p:txBody>
      </p:sp>
      <p:sp>
        <p:nvSpPr>
          <p:cNvPr id="14" name="椭圆 13">
            <a:extLst>
              <a:ext uri="{FF2B5EF4-FFF2-40B4-BE49-F238E27FC236}">
                <a16:creationId xmlns:a16="http://schemas.microsoft.com/office/drawing/2014/main" id="{7BF1F602-FAA6-4CE2-B899-B9AAFC16C7AB}"/>
              </a:ext>
            </a:extLst>
          </p:cNvPr>
          <p:cNvSpPr/>
          <p:nvPr/>
        </p:nvSpPr>
        <p:spPr>
          <a:xfrm>
            <a:off x="9354910" y="331758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90</a:t>
            </a:r>
            <a:endParaRPr lang="zh-CN" altLang="en-US" sz="2000" b="1" dirty="0">
              <a:solidFill>
                <a:srgbClr val="002060"/>
              </a:solidFill>
            </a:endParaRPr>
          </a:p>
        </p:txBody>
      </p:sp>
      <p:sp>
        <p:nvSpPr>
          <p:cNvPr id="15" name="椭圆 14">
            <a:extLst>
              <a:ext uri="{FF2B5EF4-FFF2-40B4-BE49-F238E27FC236}">
                <a16:creationId xmlns:a16="http://schemas.microsoft.com/office/drawing/2014/main" id="{A0622CCB-E338-49F2-83E5-C310E7C1C35C}"/>
              </a:ext>
            </a:extLst>
          </p:cNvPr>
          <p:cNvSpPr/>
          <p:nvPr/>
        </p:nvSpPr>
        <p:spPr>
          <a:xfrm>
            <a:off x="9030619" y="390308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85</a:t>
            </a:r>
            <a:endParaRPr lang="zh-CN" altLang="en-US" sz="2000" b="1" dirty="0">
              <a:solidFill>
                <a:srgbClr val="002060"/>
              </a:solidFill>
            </a:endParaRPr>
          </a:p>
        </p:txBody>
      </p:sp>
      <p:cxnSp>
        <p:nvCxnSpPr>
          <p:cNvPr id="16" name="直接连接符 15">
            <a:extLst>
              <a:ext uri="{FF2B5EF4-FFF2-40B4-BE49-F238E27FC236}">
                <a16:creationId xmlns:a16="http://schemas.microsoft.com/office/drawing/2014/main" id="{7DF62F7F-1857-44D0-96FF-2BAC51D087C0}"/>
              </a:ext>
            </a:extLst>
          </p:cNvPr>
          <p:cNvCxnSpPr>
            <a:stCxn id="8" idx="3"/>
            <a:endCxn id="9" idx="7"/>
          </p:cNvCxnSpPr>
          <p:nvPr/>
        </p:nvCxnSpPr>
        <p:spPr>
          <a:xfrm flipH="1">
            <a:off x="7155775" y="2698093"/>
            <a:ext cx="751503" cy="18619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560A4A6-C0F7-4AA2-80DC-052BE73DBC1C}"/>
              </a:ext>
            </a:extLst>
          </p:cNvPr>
          <p:cNvCxnSpPr>
            <a:cxnSpLocks/>
            <a:stCxn id="8" idx="5"/>
            <a:endCxn id="13" idx="1"/>
          </p:cNvCxnSpPr>
          <p:nvPr/>
        </p:nvCxnSpPr>
        <p:spPr>
          <a:xfrm>
            <a:off x="8192384" y="2698093"/>
            <a:ext cx="610185" cy="18619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8" name="Rectangle 22">
            <a:extLst>
              <a:ext uri="{FF2B5EF4-FFF2-40B4-BE49-F238E27FC236}">
                <a16:creationId xmlns:a16="http://schemas.microsoft.com/office/drawing/2014/main" id="{38EB274F-840D-4ADD-8905-DC6D5BC73975}"/>
              </a:ext>
            </a:extLst>
          </p:cNvPr>
          <p:cNvSpPr>
            <a:spLocks noChangeArrowheads="1"/>
          </p:cNvSpPr>
          <p:nvPr/>
        </p:nvSpPr>
        <p:spPr bwMode="auto">
          <a:xfrm>
            <a:off x="741217" y="1629090"/>
            <a:ext cx="4347665" cy="1012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400" dirty="0">
                <a:solidFill>
                  <a:srgbClr val="002060"/>
                </a:solidFill>
                <a:ea typeface="楷体_GB2312" pitchFamily="49" charset="-122"/>
              </a:rPr>
              <a:t>观察三种情形的删除：</a:t>
            </a:r>
            <a:endParaRPr lang="en-US" altLang="zh-CN" sz="2400" dirty="0">
              <a:solidFill>
                <a:srgbClr val="002060"/>
              </a:solidFill>
              <a:ea typeface="楷体_GB2312" pitchFamily="49" charset="-122"/>
            </a:endParaRPr>
          </a:p>
          <a:p>
            <a:pPr>
              <a:lnSpc>
                <a:spcPct val="130000"/>
              </a:lnSpc>
            </a:pPr>
            <a:r>
              <a:rPr lang="zh-CN" altLang="en-US" sz="2400" dirty="0">
                <a:solidFill>
                  <a:srgbClr val="0070C0"/>
                </a:solidFill>
                <a:ea typeface="楷体_GB2312" pitchFamily="49" charset="-122"/>
              </a:rPr>
              <a:t>（</a:t>
            </a:r>
            <a:r>
              <a:rPr lang="en-US" altLang="zh-CN" sz="2400" dirty="0">
                <a:solidFill>
                  <a:srgbClr val="0070C0"/>
                </a:solidFill>
                <a:ea typeface="楷体_GB2312" pitchFamily="49" charset="-122"/>
              </a:rPr>
              <a:t>1</a:t>
            </a:r>
            <a:r>
              <a:rPr lang="zh-CN" altLang="en-US" sz="2400" dirty="0">
                <a:solidFill>
                  <a:srgbClr val="0070C0"/>
                </a:solidFill>
                <a:ea typeface="楷体_GB2312" pitchFamily="49" charset="-122"/>
              </a:rPr>
              <a:t>）被删除的结点是</a:t>
            </a:r>
            <a:r>
              <a:rPr lang="zh-CN" altLang="en-US" sz="2400" b="1" dirty="0">
                <a:solidFill>
                  <a:srgbClr val="FF00FF"/>
                </a:solidFill>
                <a:ea typeface="楷体_GB2312" pitchFamily="49" charset="-122"/>
              </a:rPr>
              <a:t>叶子结点</a:t>
            </a:r>
            <a:endParaRPr lang="zh-CN" altLang="en-US" sz="2400" dirty="0">
              <a:solidFill>
                <a:srgbClr val="0000FF"/>
              </a:solidFill>
              <a:ea typeface="楷体_GB2312" pitchFamily="49" charset="-122"/>
            </a:endParaRPr>
          </a:p>
        </p:txBody>
      </p:sp>
      <p:sp>
        <p:nvSpPr>
          <p:cNvPr id="19" name="Text Box 26">
            <a:extLst>
              <a:ext uri="{FF2B5EF4-FFF2-40B4-BE49-F238E27FC236}">
                <a16:creationId xmlns:a16="http://schemas.microsoft.com/office/drawing/2014/main" id="{E52FAE65-4759-43B6-A158-694DF5A194F7}"/>
              </a:ext>
            </a:extLst>
          </p:cNvPr>
          <p:cNvSpPr txBox="1">
            <a:spLocks noChangeArrowheads="1"/>
          </p:cNvSpPr>
          <p:nvPr/>
        </p:nvSpPr>
        <p:spPr bwMode="auto">
          <a:xfrm>
            <a:off x="6040908" y="579116"/>
            <a:ext cx="56220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2060"/>
                </a:solidFill>
                <a:ea typeface="楷体_GB2312" pitchFamily="49" charset="-122"/>
              </a:rPr>
              <a:t>例如删除：</a:t>
            </a:r>
            <a:r>
              <a:rPr lang="en-US" altLang="zh-CN" sz="2400" b="1" dirty="0">
                <a:solidFill>
                  <a:srgbClr val="002060"/>
                </a:solidFill>
                <a:ea typeface="楷体_GB2312" pitchFamily="49" charset="-122"/>
              </a:rPr>
              <a:t> </a:t>
            </a:r>
            <a:r>
              <a:rPr lang="en-US" altLang="zh-CN" sz="2400" b="1" dirty="0">
                <a:solidFill>
                  <a:srgbClr val="3333FF"/>
                </a:solidFill>
                <a:ea typeface="楷体_GB2312" pitchFamily="49" charset="-122"/>
              </a:rPr>
              <a:t>50 </a:t>
            </a:r>
            <a:r>
              <a:rPr lang="zh-CN" altLang="en-US" sz="2400" dirty="0">
                <a:solidFill>
                  <a:srgbClr val="3333FF"/>
                </a:solidFill>
                <a:ea typeface="楷体_GB2312" pitchFamily="49" charset="-122"/>
              </a:rPr>
              <a:t>（其左、右子树均不空）</a:t>
            </a:r>
            <a:endParaRPr lang="en-US" altLang="zh-CN" sz="2400" dirty="0">
              <a:ea typeface="楷体_GB2312" pitchFamily="49" charset="-122"/>
            </a:endParaRPr>
          </a:p>
        </p:txBody>
      </p:sp>
      <p:sp>
        <p:nvSpPr>
          <p:cNvPr id="21" name="矩形: 圆角 20">
            <a:extLst>
              <a:ext uri="{FF2B5EF4-FFF2-40B4-BE49-F238E27FC236}">
                <a16:creationId xmlns:a16="http://schemas.microsoft.com/office/drawing/2014/main" id="{93E81D12-F481-40BF-99C6-CC62323406F1}"/>
              </a:ext>
            </a:extLst>
          </p:cNvPr>
          <p:cNvSpPr/>
          <p:nvPr/>
        </p:nvSpPr>
        <p:spPr>
          <a:xfrm>
            <a:off x="1428624" y="211196"/>
            <a:ext cx="3600576" cy="529320"/>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二叉排序树的删除（续）</a:t>
            </a:r>
          </a:p>
        </p:txBody>
      </p:sp>
      <p:grpSp>
        <p:nvGrpSpPr>
          <p:cNvPr id="22" name="组合 21">
            <a:extLst>
              <a:ext uri="{FF2B5EF4-FFF2-40B4-BE49-F238E27FC236}">
                <a16:creationId xmlns:a16="http://schemas.microsoft.com/office/drawing/2014/main" id="{1BED4638-2AD5-4FFD-B483-72F52D8B22D1}"/>
              </a:ext>
            </a:extLst>
          </p:cNvPr>
          <p:cNvGrpSpPr/>
          <p:nvPr/>
        </p:nvGrpSpPr>
        <p:grpSpPr>
          <a:xfrm>
            <a:off x="7700420" y="1935840"/>
            <a:ext cx="271991" cy="462444"/>
            <a:chOff x="8340989" y="543313"/>
            <a:chExt cx="284748" cy="374524"/>
          </a:xfrm>
        </p:grpSpPr>
        <p:sp>
          <p:nvSpPr>
            <p:cNvPr id="23" name="文本框 22">
              <a:extLst>
                <a:ext uri="{FF2B5EF4-FFF2-40B4-BE49-F238E27FC236}">
                  <a16:creationId xmlns:a16="http://schemas.microsoft.com/office/drawing/2014/main" id="{714A6DF5-36D6-4C29-9EEB-ACC3E6BA21C7}"/>
                </a:ext>
              </a:extLst>
            </p:cNvPr>
            <p:cNvSpPr txBox="1"/>
            <p:nvPr/>
          </p:nvSpPr>
          <p:spPr>
            <a:xfrm>
              <a:off x="8340989" y="543313"/>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24" name="直接箭头连接符 23">
              <a:extLst>
                <a:ext uri="{FF2B5EF4-FFF2-40B4-BE49-F238E27FC236}">
                  <a16:creationId xmlns:a16="http://schemas.microsoft.com/office/drawing/2014/main" id="{1882EF4B-6F7D-438E-ACD4-C710DBCCD192}"/>
                </a:ext>
              </a:extLst>
            </p:cNvPr>
            <p:cNvCxnSpPr/>
            <p:nvPr/>
          </p:nvCxnSpPr>
          <p:spPr>
            <a:xfrm>
              <a:off x="8503622" y="720297"/>
              <a:ext cx="122115" cy="197540"/>
            </a:xfrm>
            <a:prstGeom prst="straightConnector1">
              <a:avLst/>
            </a:prstGeom>
            <a:ln w="19050">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5" name="Rectangle 22">
            <a:extLst>
              <a:ext uri="{FF2B5EF4-FFF2-40B4-BE49-F238E27FC236}">
                <a16:creationId xmlns:a16="http://schemas.microsoft.com/office/drawing/2014/main" id="{5360A577-A1D1-4455-92E8-CF365D9444A5}"/>
              </a:ext>
            </a:extLst>
          </p:cNvPr>
          <p:cNvSpPr>
            <a:spLocks noChangeArrowheads="1"/>
          </p:cNvSpPr>
          <p:nvPr/>
        </p:nvSpPr>
        <p:spPr bwMode="auto">
          <a:xfrm>
            <a:off x="704402" y="2811160"/>
            <a:ext cx="4655442" cy="948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solidFill>
                  <a:srgbClr val="0070C0"/>
                </a:solidFill>
                <a:ea typeface="楷体_GB2312" pitchFamily="49" charset="-122"/>
              </a:rPr>
              <a:t>（</a:t>
            </a:r>
            <a:r>
              <a:rPr lang="en-US" altLang="zh-CN" sz="2400" dirty="0">
                <a:solidFill>
                  <a:srgbClr val="0070C0"/>
                </a:solidFill>
                <a:ea typeface="楷体_GB2312" pitchFamily="49" charset="-122"/>
              </a:rPr>
              <a:t>2</a:t>
            </a:r>
            <a:r>
              <a:rPr lang="zh-CN" altLang="en-US" sz="2400" dirty="0">
                <a:solidFill>
                  <a:srgbClr val="0070C0"/>
                </a:solidFill>
                <a:ea typeface="楷体_GB2312" pitchFamily="49" charset="-122"/>
              </a:rPr>
              <a:t>）被删除的结点的</a:t>
            </a:r>
            <a:r>
              <a:rPr lang="zh-CN" altLang="en-US" sz="2400" b="1" dirty="0">
                <a:solidFill>
                  <a:srgbClr val="FF00FF"/>
                </a:solidFill>
                <a:ea typeface="楷体_GB2312" pitchFamily="49" charset="-122"/>
              </a:rPr>
              <a:t>左、右子树</a:t>
            </a:r>
            <a:endParaRPr lang="zh-CN" altLang="en-US" sz="2400" dirty="0">
              <a:solidFill>
                <a:schemeClr val="accent2"/>
              </a:solidFill>
              <a:ea typeface="楷体_GB2312" pitchFamily="49" charset="-122"/>
            </a:endParaRPr>
          </a:p>
          <a:p>
            <a:pPr>
              <a:lnSpc>
                <a:spcPct val="120000"/>
              </a:lnSpc>
            </a:pPr>
            <a:r>
              <a:rPr lang="zh-CN" altLang="en-US" sz="2400" b="1" dirty="0">
                <a:solidFill>
                  <a:srgbClr val="FF00FF"/>
                </a:solidFill>
                <a:ea typeface="楷体_GB2312" pitchFamily="49" charset="-122"/>
              </a:rPr>
              <a:t>只有一棵非空</a:t>
            </a:r>
            <a:endParaRPr lang="zh-CN" altLang="en-US" sz="1600" dirty="0">
              <a:solidFill>
                <a:schemeClr val="accent2"/>
              </a:solidFill>
              <a:ea typeface="楷体_GB2312" pitchFamily="49" charset="-122"/>
            </a:endParaRPr>
          </a:p>
        </p:txBody>
      </p:sp>
      <p:sp>
        <p:nvSpPr>
          <p:cNvPr id="27" name="椭圆 26">
            <a:extLst>
              <a:ext uri="{FF2B5EF4-FFF2-40B4-BE49-F238E27FC236}">
                <a16:creationId xmlns:a16="http://schemas.microsoft.com/office/drawing/2014/main" id="{8C082EF7-F978-4C63-BDA3-3F9FF3A25064}"/>
              </a:ext>
            </a:extLst>
          </p:cNvPr>
          <p:cNvSpPr/>
          <p:nvPr/>
        </p:nvSpPr>
        <p:spPr>
          <a:xfrm>
            <a:off x="6158056" y="331758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20</a:t>
            </a:r>
            <a:endParaRPr lang="zh-CN" altLang="en-US" sz="2000" b="1" dirty="0">
              <a:solidFill>
                <a:srgbClr val="002060"/>
              </a:solidFill>
            </a:endParaRPr>
          </a:p>
        </p:txBody>
      </p:sp>
      <p:cxnSp>
        <p:nvCxnSpPr>
          <p:cNvPr id="28" name="直接连接符 27">
            <a:extLst>
              <a:ext uri="{FF2B5EF4-FFF2-40B4-BE49-F238E27FC236}">
                <a16:creationId xmlns:a16="http://schemas.microsoft.com/office/drawing/2014/main" id="{549FE89E-2A58-4604-AFF5-F75E0B594D5F}"/>
              </a:ext>
            </a:extLst>
          </p:cNvPr>
          <p:cNvCxnSpPr>
            <a:cxnSpLocks/>
            <a:endCxn id="27" idx="7"/>
          </p:cNvCxnSpPr>
          <p:nvPr/>
        </p:nvCxnSpPr>
        <p:spPr>
          <a:xfrm flipH="1">
            <a:off x="6502209" y="3138844"/>
            <a:ext cx="368460" cy="23145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9" name="Rectangle 22">
            <a:extLst>
              <a:ext uri="{FF2B5EF4-FFF2-40B4-BE49-F238E27FC236}">
                <a16:creationId xmlns:a16="http://schemas.microsoft.com/office/drawing/2014/main" id="{D7963726-7095-493F-B693-08C35C33222D}"/>
              </a:ext>
            </a:extLst>
          </p:cNvPr>
          <p:cNvSpPr>
            <a:spLocks noChangeArrowheads="1"/>
          </p:cNvSpPr>
          <p:nvPr/>
        </p:nvSpPr>
        <p:spPr bwMode="auto">
          <a:xfrm>
            <a:off x="689429" y="3903087"/>
            <a:ext cx="4655442" cy="948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solidFill>
                  <a:srgbClr val="0070C0"/>
                </a:solidFill>
                <a:ea typeface="楷体_GB2312" pitchFamily="49" charset="-122"/>
              </a:rPr>
              <a:t>（</a:t>
            </a:r>
            <a:r>
              <a:rPr lang="en-US" altLang="zh-CN" sz="2400" dirty="0">
                <a:solidFill>
                  <a:srgbClr val="0070C0"/>
                </a:solidFill>
                <a:ea typeface="楷体_GB2312" pitchFamily="49" charset="-122"/>
              </a:rPr>
              <a:t>3</a:t>
            </a:r>
            <a:r>
              <a:rPr lang="zh-CN" altLang="en-US" sz="2400" dirty="0">
                <a:solidFill>
                  <a:srgbClr val="0070C0"/>
                </a:solidFill>
                <a:ea typeface="楷体_GB2312" pitchFamily="49" charset="-122"/>
              </a:rPr>
              <a:t>）被删除的结点的</a:t>
            </a:r>
            <a:r>
              <a:rPr lang="zh-CN" altLang="en-US" sz="2400" b="1" dirty="0">
                <a:solidFill>
                  <a:srgbClr val="FF00FF"/>
                </a:solidFill>
                <a:ea typeface="楷体_GB2312" pitchFamily="49" charset="-122"/>
              </a:rPr>
              <a:t>左、右子树</a:t>
            </a:r>
            <a:endParaRPr lang="zh-CN" altLang="en-US" sz="2400" dirty="0">
              <a:solidFill>
                <a:schemeClr val="accent2"/>
              </a:solidFill>
              <a:ea typeface="楷体_GB2312" pitchFamily="49" charset="-122"/>
            </a:endParaRPr>
          </a:p>
          <a:p>
            <a:pPr>
              <a:lnSpc>
                <a:spcPct val="120000"/>
              </a:lnSpc>
            </a:pPr>
            <a:r>
              <a:rPr lang="zh-CN" altLang="en-US" sz="2400" b="1" dirty="0">
                <a:solidFill>
                  <a:srgbClr val="FF00FF"/>
                </a:solidFill>
                <a:ea typeface="楷体_GB2312" pitchFamily="49" charset="-122"/>
              </a:rPr>
              <a:t>都不空</a:t>
            </a:r>
            <a:endParaRPr lang="zh-CN" altLang="en-US" sz="1600" dirty="0">
              <a:solidFill>
                <a:schemeClr val="accent2"/>
              </a:solidFill>
              <a:ea typeface="楷体_GB2312" pitchFamily="49" charset="-122"/>
            </a:endParaRPr>
          </a:p>
        </p:txBody>
      </p:sp>
      <p:sp>
        <p:nvSpPr>
          <p:cNvPr id="32" name="椭圆 31">
            <a:extLst>
              <a:ext uri="{FF2B5EF4-FFF2-40B4-BE49-F238E27FC236}">
                <a16:creationId xmlns:a16="http://schemas.microsoft.com/office/drawing/2014/main" id="{0BA7E2B4-E5E7-4647-BDAA-A4AD2EC84342}"/>
              </a:ext>
            </a:extLst>
          </p:cNvPr>
          <p:cNvSpPr/>
          <p:nvPr/>
        </p:nvSpPr>
        <p:spPr>
          <a:xfrm>
            <a:off x="7533306" y="3315329"/>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40</a:t>
            </a:r>
            <a:endParaRPr lang="zh-CN" altLang="en-US" sz="2000" b="1" dirty="0">
              <a:solidFill>
                <a:srgbClr val="002060"/>
              </a:solidFill>
            </a:endParaRPr>
          </a:p>
        </p:txBody>
      </p:sp>
      <p:sp>
        <p:nvSpPr>
          <p:cNvPr id="33" name="Rectangle 26">
            <a:extLst>
              <a:ext uri="{FF2B5EF4-FFF2-40B4-BE49-F238E27FC236}">
                <a16:creationId xmlns:a16="http://schemas.microsoft.com/office/drawing/2014/main" id="{D011D07D-1D7D-458F-BDD9-A354C5D055CC}"/>
              </a:ext>
            </a:extLst>
          </p:cNvPr>
          <p:cNvSpPr>
            <a:spLocks noChangeArrowheads="1"/>
          </p:cNvSpPr>
          <p:nvPr/>
        </p:nvSpPr>
        <p:spPr bwMode="auto">
          <a:xfrm>
            <a:off x="1645318" y="5734117"/>
            <a:ext cx="4038600" cy="381000"/>
          </a:xfrm>
          <a:prstGeom prst="rect">
            <a:avLst/>
          </a:prstGeom>
          <a:solidFill>
            <a:schemeClr val="hlink"/>
          </a:solidFill>
          <a:ln w="952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27">
            <a:extLst>
              <a:ext uri="{FF2B5EF4-FFF2-40B4-BE49-F238E27FC236}">
                <a16:creationId xmlns:a16="http://schemas.microsoft.com/office/drawing/2014/main" id="{1206BC89-1530-468B-8563-82A909797A12}"/>
              </a:ext>
            </a:extLst>
          </p:cNvPr>
          <p:cNvSpPr>
            <a:spLocks noChangeArrowheads="1"/>
          </p:cNvSpPr>
          <p:nvPr/>
        </p:nvSpPr>
        <p:spPr bwMode="auto">
          <a:xfrm>
            <a:off x="4083718" y="5734117"/>
            <a:ext cx="381000" cy="381000"/>
          </a:xfrm>
          <a:prstGeom prst="ellipse">
            <a:avLst/>
          </a:prstGeom>
          <a:solidFill>
            <a:srgbClr val="FFEDCD"/>
          </a:solidFill>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28">
            <a:extLst>
              <a:ext uri="{FF2B5EF4-FFF2-40B4-BE49-F238E27FC236}">
                <a16:creationId xmlns:a16="http://schemas.microsoft.com/office/drawing/2014/main" id="{356556B5-5168-4E5F-8196-CA1A24F03333}"/>
              </a:ext>
            </a:extLst>
          </p:cNvPr>
          <p:cNvSpPr>
            <a:spLocks noChangeArrowheads="1"/>
          </p:cNvSpPr>
          <p:nvPr/>
        </p:nvSpPr>
        <p:spPr bwMode="auto">
          <a:xfrm>
            <a:off x="3626518" y="5734117"/>
            <a:ext cx="381000" cy="381000"/>
          </a:xfrm>
          <a:prstGeom prst="ellipse">
            <a:avLst/>
          </a:prstGeom>
          <a:solidFill>
            <a:srgbClr val="FFFF00"/>
          </a:solidFill>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29">
            <a:extLst>
              <a:ext uri="{FF2B5EF4-FFF2-40B4-BE49-F238E27FC236}">
                <a16:creationId xmlns:a16="http://schemas.microsoft.com/office/drawing/2014/main" id="{2CF9E2FA-38F5-4E95-8098-5D49EB7663EE}"/>
              </a:ext>
            </a:extLst>
          </p:cNvPr>
          <p:cNvSpPr>
            <a:spLocks noChangeArrowheads="1"/>
          </p:cNvSpPr>
          <p:nvPr/>
        </p:nvSpPr>
        <p:spPr bwMode="auto">
          <a:xfrm>
            <a:off x="1645318" y="5734117"/>
            <a:ext cx="381000" cy="381000"/>
          </a:xfrm>
          <a:prstGeom prst="ellipse">
            <a:avLst/>
          </a:prstGeom>
          <a:solidFill>
            <a:srgbClr val="FFEDCD"/>
          </a:solidFill>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Oval 30">
            <a:extLst>
              <a:ext uri="{FF2B5EF4-FFF2-40B4-BE49-F238E27FC236}">
                <a16:creationId xmlns:a16="http://schemas.microsoft.com/office/drawing/2014/main" id="{A89FB498-744F-44F4-856B-B075420122E6}"/>
              </a:ext>
            </a:extLst>
          </p:cNvPr>
          <p:cNvSpPr>
            <a:spLocks noChangeArrowheads="1"/>
          </p:cNvSpPr>
          <p:nvPr/>
        </p:nvSpPr>
        <p:spPr bwMode="auto">
          <a:xfrm>
            <a:off x="5302918" y="5734117"/>
            <a:ext cx="381000" cy="381000"/>
          </a:xfrm>
          <a:prstGeom prst="ellipse">
            <a:avLst/>
          </a:prstGeom>
          <a:solidFill>
            <a:srgbClr val="FFEDCD"/>
          </a:solidFill>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38" name="Oval 31">
            <a:extLst>
              <a:ext uri="{FF2B5EF4-FFF2-40B4-BE49-F238E27FC236}">
                <a16:creationId xmlns:a16="http://schemas.microsoft.com/office/drawing/2014/main" id="{10276B37-38F4-4878-875C-5BD14A19502B}"/>
              </a:ext>
            </a:extLst>
          </p:cNvPr>
          <p:cNvSpPr>
            <a:spLocks noChangeArrowheads="1"/>
          </p:cNvSpPr>
          <p:nvPr/>
        </p:nvSpPr>
        <p:spPr bwMode="auto">
          <a:xfrm>
            <a:off x="2407318" y="5886517"/>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39" name="Oval 32">
            <a:extLst>
              <a:ext uri="{FF2B5EF4-FFF2-40B4-BE49-F238E27FC236}">
                <a16:creationId xmlns:a16="http://schemas.microsoft.com/office/drawing/2014/main" id="{C227034B-FD6C-441D-9151-55E2AC693461}"/>
              </a:ext>
            </a:extLst>
          </p:cNvPr>
          <p:cNvSpPr>
            <a:spLocks noChangeArrowheads="1"/>
          </p:cNvSpPr>
          <p:nvPr/>
        </p:nvSpPr>
        <p:spPr bwMode="auto">
          <a:xfrm>
            <a:off x="2635918" y="5886517"/>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40" name="Oval 33">
            <a:extLst>
              <a:ext uri="{FF2B5EF4-FFF2-40B4-BE49-F238E27FC236}">
                <a16:creationId xmlns:a16="http://schemas.microsoft.com/office/drawing/2014/main" id="{69DC5937-CF58-4574-A8C6-53C394656623}"/>
              </a:ext>
            </a:extLst>
          </p:cNvPr>
          <p:cNvSpPr>
            <a:spLocks noChangeArrowheads="1"/>
          </p:cNvSpPr>
          <p:nvPr/>
        </p:nvSpPr>
        <p:spPr bwMode="auto">
          <a:xfrm>
            <a:off x="2864518" y="5886517"/>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41" name="Oval 34">
            <a:extLst>
              <a:ext uri="{FF2B5EF4-FFF2-40B4-BE49-F238E27FC236}">
                <a16:creationId xmlns:a16="http://schemas.microsoft.com/office/drawing/2014/main" id="{34202E63-C4D0-4044-8A8A-07B6C4743104}"/>
              </a:ext>
            </a:extLst>
          </p:cNvPr>
          <p:cNvSpPr>
            <a:spLocks noChangeArrowheads="1"/>
          </p:cNvSpPr>
          <p:nvPr/>
        </p:nvSpPr>
        <p:spPr bwMode="auto">
          <a:xfrm>
            <a:off x="4617118" y="5886517"/>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42" name="Oval 35">
            <a:extLst>
              <a:ext uri="{FF2B5EF4-FFF2-40B4-BE49-F238E27FC236}">
                <a16:creationId xmlns:a16="http://schemas.microsoft.com/office/drawing/2014/main" id="{CE053220-DF0D-4960-87B4-1307ED13ABD4}"/>
              </a:ext>
            </a:extLst>
          </p:cNvPr>
          <p:cNvSpPr>
            <a:spLocks noChangeArrowheads="1"/>
          </p:cNvSpPr>
          <p:nvPr/>
        </p:nvSpPr>
        <p:spPr bwMode="auto">
          <a:xfrm>
            <a:off x="4845718" y="5886517"/>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43" name="Oval 36">
            <a:extLst>
              <a:ext uri="{FF2B5EF4-FFF2-40B4-BE49-F238E27FC236}">
                <a16:creationId xmlns:a16="http://schemas.microsoft.com/office/drawing/2014/main" id="{C63F5A3B-53CF-47F0-8039-4F71E137DA34}"/>
              </a:ext>
            </a:extLst>
          </p:cNvPr>
          <p:cNvSpPr>
            <a:spLocks noChangeArrowheads="1"/>
          </p:cNvSpPr>
          <p:nvPr/>
        </p:nvSpPr>
        <p:spPr bwMode="auto">
          <a:xfrm>
            <a:off x="5074318" y="5886517"/>
            <a:ext cx="76200" cy="76200"/>
          </a:xfrm>
          <a:prstGeom prst="ellipse">
            <a:avLst/>
          </a:prstGeom>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Oval 37">
            <a:extLst>
              <a:ext uri="{FF2B5EF4-FFF2-40B4-BE49-F238E27FC236}">
                <a16:creationId xmlns:a16="http://schemas.microsoft.com/office/drawing/2014/main" id="{A1AD8FE0-1733-40D8-BF90-09FCE4A27DB3}"/>
              </a:ext>
            </a:extLst>
          </p:cNvPr>
          <p:cNvSpPr>
            <a:spLocks noChangeArrowheads="1"/>
          </p:cNvSpPr>
          <p:nvPr/>
        </p:nvSpPr>
        <p:spPr bwMode="auto">
          <a:xfrm>
            <a:off x="4083718" y="5734117"/>
            <a:ext cx="381000" cy="381000"/>
          </a:xfrm>
          <a:prstGeom prst="ellipse">
            <a:avLst/>
          </a:prstGeom>
          <a:solidFill>
            <a:srgbClr val="FFFF00"/>
          </a:solidFill>
          <a:ln w="9525">
            <a:solidFill>
              <a:srgbClr val="A5002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39">
            <a:extLst>
              <a:ext uri="{FF2B5EF4-FFF2-40B4-BE49-F238E27FC236}">
                <a16:creationId xmlns:a16="http://schemas.microsoft.com/office/drawing/2014/main" id="{4E76B8D9-FFC4-4D4A-BA35-9047E3CA0AC8}"/>
              </a:ext>
            </a:extLst>
          </p:cNvPr>
          <p:cNvSpPr txBox="1">
            <a:spLocks noChangeArrowheads="1"/>
          </p:cNvSpPr>
          <p:nvPr/>
        </p:nvSpPr>
        <p:spPr bwMode="auto">
          <a:xfrm>
            <a:off x="6101034" y="5047017"/>
            <a:ext cx="5859169" cy="505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2400" dirty="0">
                <a:solidFill>
                  <a:srgbClr val="A50021"/>
                </a:solidFill>
                <a:ea typeface="楷体_GB2312" pitchFamily="49" charset="-122"/>
              </a:rPr>
              <a:t>以其前驱替代之，然后再删除该前驱结点</a:t>
            </a:r>
          </a:p>
        </p:txBody>
      </p:sp>
      <p:sp>
        <p:nvSpPr>
          <p:cNvPr id="47" name="AutoShape 42">
            <a:extLst>
              <a:ext uri="{FF2B5EF4-FFF2-40B4-BE49-F238E27FC236}">
                <a16:creationId xmlns:a16="http://schemas.microsoft.com/office/drawing/2014/main" id="{F2AFA38E-3E24-4C35-B04D-C22171ECCDE3}"/>
              </a:ext>
            </a:extLst>
          </p:cNvPr>
          <p:cNvSpPr>
            <a:spLocks noChangeArrowheads="1"/>
          </p:cNvSpPr>
          <p:nvPr/>
        </p:nvSpPr>
        <p:spPr bwMode="auto">
          <a:xfrm>
            <a:off x="4236118" y="5353117"/>
            <a:ext cx="76200" cy="381000"/>
          </a:xfrm>
          <a:prstGeom prst="downArrow">
            <a:avLst>
              <a:gd name="adj1" fmla="val 50000"/>
              <a:gd name="adj2" fmla="val 200000"/>
            </a:avLst>
          </a:prstGeom>
          <a:solidFill>
            <a:srgbClr val="A50021"/>
          </a:solidFill>
          <a:ln w="952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48" name="Text Box 43">
            <a:extLst>
              <a:ext uri="{FF2B5EF4-FFF2-40B4-BE49-F238E27FC236}">
                <a16:creationId xmlns:a16="http://schemas.microsoft.com/office/drawing/2014/main" id="{8C308D61-8F99-4DD2-A55B-582EB3EE6360}"/>
              </a:ext>
            </a:extLst>
          </p:cNvPr>
          <p:cNvSpPr txBox="1">
            <a:spLocks noChangeArrowheads="1"/>
          </p:cNvSpPr>
          <p:nvPr/>
        </p:nvSpPr>
        <p:spPr bwMode="auto">
          <a:xfrm>
            <a:off x="4020218" y="5007197"/>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A50021"/>
                </a:solidFill>
                <a:ea typeface="楷体_GB2312" pitchFamily="49" charset="-122"/>
              </a:rPr>
              <a:t>被删结点</a:t>
            </a:r>
            <a:endParaRPr lang="zh-CN" altLang="en-US" sz="2400" dirty="0"/>
          </a:p>
        </p:txBody>
      </p:sp>
      <p:sp>
        <p:nvSpPr>
          <p:cNvPr id="49" name="AutoShape 44">
            <a:extLst>
              <a:ext uri="{FF2B5EF4-FFF2-40B4-BE49-F238E27FC236}">
                <a16:creationId xmlns:a16="http://schemas.microsoft.com/office/drawing/2014/main" id="{D7DE24B1-9B09-4A54-BFB2-E8B47694016E}"/>
              </a:ext>
            </a:extLst>
          </p:cNvPr>
          <p:cNvSpPr>
            <a:spLocks noChangeArrowheads="1"/>
          </p:cNvSpPr>
          <p:nvPr/>
        </p:nvSpPr>
        <p:spPr bwMode="auto">
          <a:xfrm>
            <a:off x="3785268" y="5353117"/>
            <a:ext cx="76200" cy="381000"/>
          </a:xfrm>
          <a:prstGeom prst="downArrow">
            <a:avLst>
              <a:gd name="adj1" fmla="val 50000"/>
              <a:gd name="adj2" fmla="val 200000"/>
            </a:avLst>
          </a:prstGeom>
          <a:solidFill>
            <a:srgbClr val="006600"/>
          </a:solidFill>
          <a:ln w="9525">
            <a:solidFill>
              <a:srgbClr val="00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50" name="Text Box 45">
            <a:extLst>
              <a:ext uri="{FF2B5EF4-FFF2-40B4-BE49-F238E27FC236}">
                <a16:creationId xmlns:a16="http://schemas.microsoft.com/office/drawing/2014/main" id="{FC7ACA5D-44C6-4007-B029-61395C08CFBA}"/>
              </a:ext>
            </a:extLst>
          </p:cNvPr>
          <p:cNvSpPr txBox="1">
            <a:spLocks noChangeArrowheads="1"/>
          </p:cNvSpPr>
          <p:nvPr/>
        </p:nvSpPr>
        <p:spPr bwMode="auto">
          <a:xfrm>
            <a:off x="2699696" y="5006747"/>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006600"/>
                </a:solidFill>
                <a:ea typeface="楷体_GB2312" pitchFamily="49" charset="-122"/>
              </a:rPr>
              <a:t>前驱结点</a:t>
            </a:r>
            <a:endParaRPr lang="zh-CN" altLang="en-US" sz="2400" dirty="0"/>
          </a:p>
        </p:txBody>
      </p:sp>
      <p:sp>
        <p:nvSpPr>
          <p:cNvPr id="51" name="文本框 50">
            <a:extLst>
              <a:ext uri="{FF2B5EF4-FFF2-40B4-BE49-F238E27FC236}">
                <a16:creationId xmlns:a16="http://schemas.microsoft.com/office/drawing/2014/main" id="{46F78F1D-C262-40C4-BF22-D3317E876F1D}"/>
              </a:ext>
            </a:extLst>
          </p:cNvPr>
          <p:cNvSpPr txBox="1"/>
          <p:nvPr/>
        </p:nvSpPr>
        <p:spPr>
          <a:xfrm rot="20766077">
            <a:off x="6839759" y="2356675"/>
            <a:ext cx="1107996" cy="369332"/>
          </a:xfrm>
          <a:prstGeom prst="rect">
            <a:avLst/>
          </a:prstGeom>
          <a:noFill/>
        </p:spPr>
        <p:txBody>
          <a:bodyPr wrap="none" rtlCol="0">
            <a:spAutoFit/>
          </a:bodyPr>
          <a:lstStyle/>
          <a:p>
            <a:r>
              <a:rPr lang="zh-CN" altLang="en-US" b="1" dirty="0">
                <a:solidFill>
                  <a:srgbClr val="FF0000"/>
                </a:solidFill>
              </a:rPr>
              <a:t>向左一步</a:t>
            </a:r>
          </a:p>
        </p:txBody>
      </p:sp>
      <p:sp>
        <p:nvSpPr>
          <p:cNvPr id="52" name="文本框 51">
            <a:extLst>
              <a:ext uri="{FF2B5EF4-FFF2-40B4-BE49-F238E27FC236}">
                <a16:creationId xmlns:a16="http://schemas.microsoft.com/office/drawing/2014/main" id="{81006360-07C3-4C6C-8B40-78E53732BF55}"/>
              </a:ext>
            </a:extLst>
          </p:cNvPr>
          <p:cNvSpPr txBox="1"/>
          <p:nvPr/>
        </p:nvSpPr>
        <p:spPr>
          <a:xfrm rot="1688599">
            <a:off x="7234988" y="2953607"/>
            <a:ext cx="1107996" cy="369332"/>
          </a:xfrm>
          <a:prstGeom prst="rect">
            <a:avLst/>
          </a:prstGeom>
          <a:noFill/>
        </p:spPr>
        <p:txBody>
          <a:bodyPr wrap="none" rtlCol="0">
            <a:spAutoFit/>
          </a:bodyPr>
          <a:lstStyle/>
          <a:p>
            <a:r>
              <a:rPr lang="zh-CN" altLang="en-US" b="1" dirty="0">
                <a:solidFill>
                  <a:srgbClr val="FF0000"/>
                </a:solidFill>
              </a:rPr>
              <a:t>向右到底</a:t>
            </a:r>
          </a:p>
        </p:txBody>
      </p:sp>
      <p:sp>
        <p:nvSpPr>
          <p:cNvPr id="53" name="文本框 52">
            <a:extLst>
              <a:ext uri="{FF2B5EF4-FFF2-40B4-BE49-F238E27FC236}">
                <a16:creationId xmlns:a16="http://schemas.microsoft.com/office/drawing/2014/main" id="{5054F83D-1563-4F25-89AA-6CF4C26E5549}"/>
              </a:ext>
            </a:extLst>
          </p:cNvPr>
          <p:cNvSpPr txBox="1"/>
          <p:nvPr/>
        </p:nvSpPr>
        <p:spPr>
          <a:xfrm>
            <a:off x="6263584" y="2137649"/>
            <a:ext cx="1107996" cy="369332"/>
          </a:xfrm>
          <a:prstGeom prst="rect">
            <a:avLst/>
          </a:prstGeom>
          <a:noFill/>
        </p:spPr>
        <p:txBody>
          <a:bodyPr wrap="none" rtlCol="0">
            <a:spAutoFit/>
          </a:bodyPr>
          <a:lstStyle/>
          <a:p>
            <a:r>
              <a:rPr lang="zh-CN" altLang="en-US" b="1" dirty="0">
                <a:solidFill>
                  <a:srgbClr val="FF0000"/>
                </a:solidFill>
              </a:rPr>
              <a:t>找前驱：</a:t>
            </a:r>
          </a:p>
        </p:txBody>
      </p:sp>
      <p:sp>
        <p:nvSpPr>
          <p:cNvPr id="54" name="文本框 53">
            <a:extLst>
              <a:ext uri="{FF2B5EF4-FFF2-40B4-BE49-F238E27FC236}">
                <a16:creationId xmlns:a16="http://schemas.microsoft.com/office/drawing/2014/main" id="{57250960-EC45-41B6-98D7-F0F6E01C63DA}"/>
              </a:ext>
            </a:extLst>
          </p:cNvPr>
          <p:cNvSpPr txBox="1"/>
          <p:nvPr/>
        </p:nvSpPr>
        <p:spPr>
          <a:xfrm>
            <a:off x="404404" y="5778051"/>
            <a:ext cx="1338828" cy="369332"/>
          </a:xfrm>
          <a:prstGeom prst="rect">
            <a:avLst/>
          </a:prstGeom>
          <a:noFill/>
        </p:spPr>
        <p:txBody>
          <a:bodyPr wrap="none" rtlCol="0">
            <a:spAutoFit/>
          </a:bodyPr>
          <a:lstStyle/>
          <a:p>
            <a:r>
              <a:rPr lang="zh-CN" altLang="en-US" b="1" dirty="0">
                <a:solidFill>
                  <a:srgbClr val="FF0000"/>
                </a:solidFill>
              </a:rPr>
              <a:t>中序序列：</a:t>
            </a:r>
          </a:p>
        </p:txBody>
      </p:sp>
      <p:sp>
        <p:nvSpPr>
          <p:cNvPr id="55" name="Text Box 39">
            <a:extLst>
              <a:ext uri="{FF2B5EF4-FFF2-40B4-BE49-F238E27FC236}">
                <a16:creationId xmlns:a16="http://schemas.microsoft.com/office/drawing/2014/main" id="{2858EFCE-25A7-4067-8108-1DDE5C090611}"/>
              </a:ext>
            </a:extLst>
          </p:cNvPr>
          <p:cNvSpPr txBox="1">
            <a:spLocks noChangeArrowheads="1"/>
          </p:cNvSpPr>
          <p:nvPr/>
        </p:nvSpPr>
        <p:spPr bwMode="auto">
          <a:xfrm>
            <a:off x="6101033" y="5552027"/>
            <a:ext cx="5859169" cy="505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2400" dirty="0">
                <a:solidFill>
                  <a:srgbClr val="00B050"/>
                </a:solidFill>
                <a:ea typeface="楷体_GB2312" pitchFamily="49" charset="-122"/>
              </a:rPr>
              <a:t>前驱结点的右子树为空！</a:t>
            </a:r>
          </a:p>
        </p:txBody>
      </p:sp>
      <p:sp>
        <p:nvSpPr>
          <p:cNvPr id="56" name="文本框 55">
            <a:extLst>
              <a:ext uri="{FF2B5EF4-FFF2-40B4-BE49-F238E27FC236}">
                <a16:creationId xmlns:a16="http://schemas.microsoft.com/office/drawing/2014/main" id="{4A32FCA9-C833-4F70-BD05-1AC5F50BB9B8}"/>
              </a:ext>
            </a:extLst>
          </p:cNvPr>
          <p:cNvSpPr txBox="1"/>
          <p:nvPr/>
        </p:nvSpPr>
        <p:spPr>
          <a:xfrm>
            <a:off x="3054642" y="6166568"/>
            <a:ext cx="1107996" cy="369332"/>
          </a:xfrm>
          <a:prstGeom prst="rect">
            <a:avLst/>
          </a:prstGeom>
          <a:noFill/>
        </p:spPr>
        <p:txBody>
          <a:bodyPr wrap="none" rtlCol="0">
            <a:spAutoFit/>
          </a:bodyPr>
          <a:lstStyle/>
          <a:p>
            <a:r>
              <a:rPr lang="zh-CN" altLang="en-US" b="1" dirty="0">
                <a:solidFill>
                  <a:srgbClr val="00B050"/>
                </a:solidFill>
              </a:rPr>
              <a:t>有序序列</a:t>
            </a:r>
          </a:p>
        </p:txBody>
      </p:sp>
      <p:sp>
        <p:nvSpPr>
          <p:cNvPr id="57" name="文本框 56">
            <a:extLst>
              <a:ext uri="{FF2B5EF4-FFF2-40B4-BE49-F238E27FC236}">
                <a16:creationId xmlns:a16="http://schemas.microsoft.com/office/drawing/2014/main" id="{912BABB5-7A62-4EB4-8511-22EED3412B9B}"/>
              </a:ext>
            </a:extLst>
          </p:cNvPr>
          <p:cNvSpPr txBox="1"/>
          <p:nvPr/>
        </p:nvSpPr>
        <p:spPr>
          <a:xfrm>
            <a:off x="7764496" y="656059"/>
            <a:ext cx="285335" cy="307777"/>
          </a:xfrm>
          <a:prstGeom prst="rect">
            <a:avLst/>
          </a:prstGeom>
          <a:noFill/>
        </p:spPr>
        <p:txBody>
          <a:bodyPr wrap="none" lIns="0" tIns="0" rIns="0" bIns="0" rtlCol="0">
            <a:spAutoFit/>
          </a:bodyPr>
          <a:lstStyle/>
          <a:p>
            <a:pPr algn="ctr"/>
            <a:r>
              <a:rPr lang="en-US" altLang="zh-CN" sz="2000" b="1" dirty="0"/>
              <a:t>50</a:t>
            </a:r>
            <a:endParaRPr lang="zh-CN" altLang="en-US" sz="2000" b="1" dirty="0"/>
          </a:p>
        </p:txBody>
      </p:sp>
      <p:sp>
        <p:nvSpPr>
          <p:cNvPr id="58" name="文本框 57">
            <a:extLst>
              <a:ext uri="{FF2B5EF4-FFF2-40B4-BE49-F238E27FC236}">
                <a16:creationId xmlns:a16="http://schemas.microsoft.com/office/drawing/2014/main" id="{C8B65098-65EB-427A-AEB1-1A49D032A893}"/>
              </a:ext>
            </a:extLst>
          </p:cNvPr>
          <p:cNvSpPr txBox="1"/>
          <p:nvPr/>
        </p:nvSpPr>
        <p:spPr>
          <a:xfrm>
            <a:off x="7587386" y="3336826"/>
            <a:ext cx="285335" cy="307777"/>
          </a:xfrm>
          <a:prstGeom prst="rect">
            <a:avLst/>
          </a:prstGeom>
          <a:noFill/>
        </p:spPr>
        <p:txBody>
          <a:bodyPr wrap="none" lIns="0" tIns="0" rIns="0" bIns="0" rtlCol="0">
            <a:spAutoFit/>
          </a:bodyPr>
          <a:lstStyle/>
          <a:p>
            <a:pPr algn="ctr"/>
            <a:r>
              <a:rPr lang="en-US" altLang="zh-CN" sz="2000" b="1" dirty="0"/>
              <a:t>40</a:t>
            </a:r>
            <a:endParaRPr lang="zh-CN" altLang="en-US" sz="2000" b="1" dirty="0"/>
          </a:p>
        </p:txBody>
      </p:sp>
    </p:spTree>
    <p:extLst>
      <p:ext uri="{BB962C8B-B14F-4D97-AF65-F5344CB8AC3E}">
        <p14:creationId xmlns:p14="http://schemas.microsoft.com/office/powerpoint/2010/main" val="412140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wipe(left)">
                                      <p:cBhvr>
                                        <p:cTn id="19" dur="500"/>
                                        <p:tgtEl>
                                          <p:spTgt spid="54"/>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500"/>
                                        <p:tgtEl>
                                          <p:spTgt spid="33"/>
                                        </p:tgtEl>
                                      </p:cBhvr>
                                    </p:animEffect>
                                  </p:childTnLst>
                                </p:cTn>
                              </p:par>
                            </p:childTnLst>
                          </p:cTn>
                        </p:par>
                        <p:par>
                          <p:cTn id="24" fill="hold">
                            <p:stCondLst>
                              <p:cond delay="1000"/>
                            </p:stCondLst>
                            <p:childTnLst>
                              <p:par>
                                <p:cTn id="25" presetID="22" presetClass="entr" presetSubtype="8"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childTnLst>
                          </p:cTn>
                        </p:par>
                        <p:par>
                          <p:cTn id="28" fill="hold">
                            <p:stCondLst>
                              <p:cond delay="1500"/>
                            </p:stCondLst>
                            <p:childTnLst>
                              <p:par>
                                <p:cTn id="29" presetID="22" presetClass="entr" presetSubtype="8" fill="hold"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left)">
                                      <p:cBhvr>
                                        <p:cTn id="31" dur="500"/>
                                        <p:tgtEl>
                                          <p:spTgt spid="38"/>
                                        </p:tgtEl>
                                      </p:cBhvr>
                                    </p:animEffect>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left)">
                                      <p:cBhvr>
                                        <p:cTn id="35" dur="500"/>
                                        <p:tgtEl>
                                          <p:spTgt spid="39"/>
                                        </p:tgtEl>
                                      </p:cBhvr>
                                    </p:animEffect>
                                  </p:childTnLst>
                                </p:cTn>
                              </p:par>
                            </p:childTnLst>
                          </p:cTn>
                        </p:par>
                        <p:par>
                          <p:cTn id="36" fill="hold">
                            <p:stCondLst>
                              <p:cond delay="2500"/>
                            </p:stCondLst>
                            <p:childTnLst>
                              <p:par>
                                <p:cTn id="37" presetID="22" presetClass="entr" presetSubtype="8" fill="hold"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wipe(left)">
                                      <p:cBhvr>
                                        <p:cTn id="39" dur="500"/>
                                        <p:tgtEl>
                                          <p:spTgt spid="40"/>
                                        </p:tgtEl>
                                      </p:cBhvr>
                                    </p:animEffect>
                                  </p:childTnLst>
                                </p:cTn>
                              </p:par>
                            </p:childTnLst>
                          </p:cTn>
                        </p:par>
                        <p:par>
                          <p:cTn id="40" fill="hold">
                            <p:stCondLst>
                              <p:cond delay="3000"/>
                            </p:stCondLst>
                            <p:childTnLst>
                              <p:par>
                                <p:cTn id="41" presetID="22" presetClass="entr" presetSubtype="8" fill="hold" nodeType="after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wipe(left)">
                                      <p:cBhvr>
                                        <p:cTn id="43" dur="500"/>
                                        <p:tgtEl>
                                          <p:spTgt spid="34"/>
                                        </p:tgtEl>
                                      </p:cBhvr>
                                    </p:animEffect>
                                  </p:childTnLst>
                                </p:cTn>
                              </p:par>
                            </p:childTnLst>
                          </p:cTn>
                        </p:par>
                        <p:par>
                          <p:cTn id="44" fill="hold">
                            <p:stCondLst>
                              <p:cond delay="3500"/>
                            </p:stCondLst>
                            <p:childTnLst>
                              <p:par>
                                <p:cTn id="45" presetID="22" presetClass="entr" presetSubtype="8" fill="hold" nodeType="after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par>
                          <p:cTn id="48" fill="hold">
                            <p:stCondLst>
                              <p:cond delay="4000"/>
                            </p:stCondLst>
                            <p:childTnLst>
                              <p:par>
                                <p:cTn id="49" presetID="22" presetClass="entr" presetSubtype="8" fill="hold" nodeType="after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wipe(left)">
                                      <p:cBhvr>
                                        <p:cTn id="51" dur="500"/>
                                        <p:tgtEl>
                                          <p:spTgt spid="42"/>
                                        </p:tgtEl>
                                      </p:cBhvr>
                                    </p:animEffect>
                                  </p:childTnLst>
                                </p:cTn>
                              </p:par>
                            </p:childTnLst>
                          </p:cTn>
                        </p:par>
                        <p:par>
                          <p:cTn id="52" fill="hold">
                            <p:stCondLst>
                              <p:cond delay="4500"/>
                            </p:stCondLst>
                            <p:childTnLst>
                              <p:par>
                                <p:cTn id="53" presetID="22" presetClass="entr" presetSubtype="8" fill="hold" nodeType="after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wipe(left)">
                                      <p:cBhvr>
                                        <p:cTn id="55" dur="500"/>
                                        <p:tgtEl>
                                          <p:spTgt spid="43"/>
                                        </p:tgtEl>
                                      </p:cBhvr>
                                    </p:animEffect>
                                  </p:childTnLst>
                                </p:cTn>
                              </p:par>
                            </p:childTnLst>
                          </p:cTn>
                        </p:par>
                        <p:par>
                          <p:cTn id="56" fill="hold">
                            <p:stCondLst>
                              <p:cond delay="5000"/>
                            </p:stCondLst>
                            <p:childTnLst>
                              <p:par>
                                <p:cTn id="57" presetID="22" presetClass="entr" presetSubtype="8" fill="hold" nodeType="after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wipe(left)">
                                      <p:cBhvr>
                                        <p:cTn id="59" dur="500"/>
                                        <p:tgtEl>
                                          <p:spTgt spid="3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56"/>
                                        </p:tgtEl>
                                        <p:attrNameLst>
                                          <p:attrName>style.visibility</p:attrName>
                                        </p:attrNameLst>
                                      </p:cBhvr>
                                      <p:to>
                                        <p:strVal val="visible"/>
                                      </p:to>
                                    </p:set>
                                    <p:animEffect transition="in" filter="wipe(left)">
                                      <p:cBhvr>
                                        <p:cTn id="64" dur="500"/>
                                        <p:tgtEl>
                                          <p:spTgt spid="56"/>
                                        </p:tgtEl>
                                      </p:cBhvr>
                                    </p:animEffect>
                                  </p:childTnLst>
                                </p:cTn>
                              </p:par>
                            </p:childTnLst>
                          </p:cTn>
                        </p:par>
                        <p:par>
                          <p:cTn id="65" fill="hold">
                            <p:stCondLst>
                              <p:cond delay="500"/>
                            </p:stCondLst>
                            <p:childTnLst>
                              <p:par>
                                <p:cTn id="66" presetID="17" presetClass="entr" presetSubtype="1" fill="hold" nodeType="afterEffect">
                                  <p:stCondLst>
                                    <p:cond delay="0"/>
                                  </p:stCondLst>
                                  <p:childTnLst>
                                    <p:set>
                                      <p:cBhvr>
                                        <p:cTn id="67" dur="1" fill="hold">
                                          <p:stCondLst>
                                            <p:cond delay="0"/>
                                          </p:stCondLst>
                                        </p:cTn>
                                        <p:tgtEl>
                                          <p:spTgt spid="47"/>
                                        </p:tgtEl>
                                        <p:attrNameLst>
                                          <p:attrName>style.visibility</p:attrName>
                                        </p:attrNameLst>
                                      </p:cBhvr>
                                      <p:to>
                                        <p:strVal val="visible"/>
                                      </p:to>
                                    </p:set>
                                    <p:anim calcmode="lin" valueType="num">
                                      <p:cBhvr>
                                        <p:cTn id="68" dur="500" fill="hold"/>
                                        <p:tgtEl>
                                          <p:spTgt spid="47"/>
                                        </p:tgtEl>
                                        <p:attrNameLst>
                                          <p:attrName>ppt_x</p:attrName>
                                        </p:attrNameLst>
                                      </p:cBhvr>
                                      <p:tavLst>
                                        <p:tav tm="0">
                                          <p:val>
                                            <p:strVal val="#ppt_x"/>
                                          </p:val>
                                        </p:tav>
                                        <p:tav tm="100000">
                                          <p:val>
                                            <p:strVal val="#ppt_x"/>
                                          </p:val>
                                        </p:tav>
                                      </p:tavLst>
                                    </p:anim>
                                    <p:anim calcmode="lin" valueType="num">
                                      <p:cBhvr>
                                        <p:cTn id="69" dur="500" fill="hold"/>
                                        <p:tgtEl>
                                          <p:spTgt spid="47"/>
                                        </p:tgtEl>
                                        <p:attrNameLst>
                                          <p:attrName>ppt_y</p:attrName>
                                        </p:attrNameLst>
                                      </p:cBhvr>
                                      <p:tavLst>
                                        <p:tav tm="0">
                                          <p:val>
                                            <p:strVal val="#ppt_y-#ppt_h/2"/>
                                          </p:val>
                                        </p:tav>
                                        <p:tav tm="100000">
                                          <p:val>
                                            <p:strVal val="#ppt_y"/>
                                          </p:val>
                                        </p:tav>
                                      </p:tavLst>
                                    </p:anim>
                                    <p:anim calcmode="lin" valueType="num">
                                      <p:cBhvr>
                                        <p:cTn id="70" dur="500" fill="hold"/>
                                        <p:tgtEl>
                                          <p:spTgt spid="47"/>
                                        </p:tgtEl>
                                        <p:attrNameLst>
                                          <p:attrName>ppt_w</p:attrName>
                                        </p:attrNameLst>
                                      </p:cBhvr>
                                      <p:tavLst>
                                        <p:tav tm="0">
                                          <p:val>
                                            <p:strVal val="#ppt_w"/>
                                          </p:val>
                                        </p:tav>
                                        <p:tav tm="100000">
                                          <p:val>
                                            <p:strVal val="#ppt_w"/>
                                          </p:val>
                                        </p:tav>
                                      </p:tavLst>
                                    </p:anim>
                                    <p:anim calcmode="lin" valueType="num">
                                      <p:cBhvr>
                                        <p:cTn id="71" dur="500" fill="hold"/>
                                        <p:tgtEl>
                                          <p:spTgt spid="47"/>
                                        </p:tgtEl>
                                        <p:attrNameLst>
                                          <p:attrName>ppt_h</p:attrName>
                                        </p:attrNameLst>
                                      </p:cBhvr>
                                      <p:tavLst>
                                        <p:tav tm="0">
                                          <p:val>
                                            <p:fltVal val="0"/>
                                          </p:val>
                                        </p:tav>
                                        <p:tav tm="100000">
                                          <p:val>
                                            <p:strVal val="#ppt_h"/>
                                          </p:val>
                                        </p:tav>
                                      </p:tavLst>
                                    </p:anim>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wipe(left)">
                                      <p:cBhvr>
                                        <p:cTn id="75" dur="500"/>
                                        <p:tgtEl>
                                          <p:spTgt spid="48"/>
                                        </p:tgtEl>
                                      </p:cBhvr>
                                    </p:animEffect>
                                  </p:childTnLst>
                                </p:cTn>
                              </p:par>
                            </p:childTnLst>
                          </p:cTn>
                        </p:par>
                        <p:par>
                          <p:cTn id="76" fill="hold">
                            <p:stCondLst>
                              <p:cond delay="1500"/>
                            </p:stCondLst>
                            <p:childTnLst>
                              <p:par>
                                <p:cTn id="77" presetID="17" presetClass="entr" presetSubtype="1" fill="hold" nodeType="afterEffect">
                                  <p:stCondLst>
                                    <p:cond delay="1000"/>
                                  </p:stCondLst>
                                  <p:childTnLst>
                                    <p:set>
                                      <p:cBhvr>
                                        <p:cTn id="78" dur="1" fill="hold">
                                          <p:stCondLst>
                                            <p:cond delay="0"/>
                                          </p:stCondLst>
                                        </p:cTn>
                                        <p:tgtEl>
                                          <p:spTgt spid="49"/>
                                        </p:tgtEl>
                                        <p:attrNameLst>
                                          <p:attrName>style.visibility</p:attrName>
                                        </p:attrNameLst>
                                      </p:cBhvr>
                                      <p:to>
                                        <p:strVal val="visible"/>
                                      </p:to>
                                    </p:set>
                                    <p:anim calcmode="lin" valueType="num">
                                      <p:cBhvr>
                                        <p:cTn id="79" dur="500" fill="hold"/>
                                        <p:tgtEl>
                                          <p:spTgt spid="49"/>
                                        </p:tgtEl>
                                        <p:attrNameLst>
                                          <p:attrName>ppt_x</p:attrName>
                                        </p:attrNameLst>
                                      </p:cBhvr>
                                      <p:tavLst>
                                        <p:tav tm="0">
                                          <p:val>
                                            <p:strVal val="#ppt_x"/>
                                          </p:val>
                                        </p:tav>
                                        <p:tav tm="100000">
                                          <p:val>
                                            <p:strVal val="#ppt_x"/>
                                          </p:val>
                                        </p:tav>
                                      </p:tavLst>
                                    </p:anim>
                                    <p:anim calcmode="lin" valueType="num">
                                      <p:cBhvr>
                                        <p:cTn id="80" dur="500" fill="hold"/>
                                        <p:tgtEl>
                                          <p:spTgt spid="49"/>
                                        </p:tgtEl>
                                        <p:attrNameLst>
                                          <p:attrName>ppt_y</p:attrName>
                                        </p:attrNameLst>
                                      </p:cBhvr>
                                      <p:tavLst>
                                        <p:tav tm="0">
                                          <p:val>
                                            <p:strVal val="#ppt_y-#ppt_h/2"/>
                                          </p:val>
                                        </p:tav>
                                        <p:tav tm="100000">
                                          <p:val>
                                            <p:strVal val="#ppt_y"/>
                                          </p:val>
                                        </p:tav>
                                      </p:tavLst>
                                    </p:anim>
                                    <p:anim calcmode="lin" valueType="num">
                                      <p:cBhvr>
                                        <p:cTn id="81" dur="500" fill="hold"/>
                                        <p:tgtEl>
                                          <p:spTgt spid="49"/>
                                        </p:tgtEl>
                                        <p:attrNameLst>
                                          <p:attrName>ppt_w</p:attrName>
                                        </p:attrNameLst>
                                      </p:cBhvr>
                                      <p:tavLst>
                                        <p:tav tm="0">
                                          <p:val>
                                            <p:strVal val="#ppt_w"/>
                                          </p:val>
                                        </p:tav>
                                        <p:tav tm="100000">
                                          <p:val>
                                            <p:strVal val="#ppt_w"/>
                                          </p:val>
                                        </p:tav>
                                      </p:tavLst>
                                    </p:anim>
                                    <p:anim calcmode="lin" valueType="num">
                                      <p:cBhvr>
                                        <p:cTn id="82" dur="500" fill="hold"/>
                                        <p:tgtEl>
                                          <p:spTgt spid="49"/>
                                        </p:tgtEl>
                                        <p:attrNameLst>
                                          <p:attrName>ppt_h</p:attrName>
                                        </p:attrNameLst>
                                      </p:cBhvr>
                                      <p:tavLst>
                                        <p:tav tm="0">
                                          <p:val>
                                            <p:fltVal val="0"/>
                                          </p:val>
                                        </p:tav>
                                        <p:tav tm="100000">
                                          <p:val>
                                            <p:strVal val="#ppt_h"/>
                                          </p:val>
                                        </p:tav>
                                      </p:tavLst>
                                    </p:anim>
                                  </p:childTnLst>
                                </p:cTn>
                              </p:par>
                            </p:childTnLst>
                          </p:cTn>
                        </p:par>
                        <p:par>
                          <p:cTn id="83" fill="hold">
                            <p:stCondLst>
                              <p:cond delay="3000"/>
                            </p:stCondLst>
                            <p:childTnLst>
                              <p:par>
                                <p:cTn id="84" presetID="22" presetClass="entr" presetSubtype="8" fill="hold"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wipe(left)">
                                      <p:cBhvr>
                                        <p:cTn id="86" dur="500"/>
                                        <p:tgtEl>
                                          <p:spTgt spid="35"/>
                                        </p:tgtEl>
                                      </p:cBhvr>
                                    </p:animEffect>
                                  </p:childTnLst>
                                </p:cTn>
                              </p:par>
                            </p:childTnLst>
                          </p:cTn>
                        </p:par>
                        <p:par>
                          <p:cTn id="87" fill="hold">
                            <p:stCondLst>
                              <p:cond delay="3500"/>
                            </p:stCondLst>
                            <p:childTnLst>
                              <p:par>
                                <p:cTn id="88" presetID="22" presetClass="entr" presetSubtype="8" fill="hold" grpId="0" nodeType="after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wipe(left)">
                                      <p:cBhvr>
                                        <p:cTn id="90" dur="500"/>
                                        <p:tgtEl>
                                          <p:spTgt spid="50"/>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44"/>
                                        </p:tgtEl>
                                        <p:attrNameLst>
                                          <p:attrName>style.visibility</p:attrName>
                                        </p:attrNameLst>
                                      </p:cBhvr>
                                      <p:to>
                                        <p:strVal val="visible"/>
                                      </p:to>
                                    </p:set>
                                    <p:animEffect transition="in" filter="wipe(left)">
                                      <p:cBhvr>
                                        <p:cTn id="95" dur="500"/>
                                        <p:tgtEl>
                                          <p:spTgt spid="44"/>
                                        </p:tgtEl>
                                      </p:cBhvr>
                                    </p:animEffect>
                                  </p:childTnLst>
                                </p:cTn>
                              </p:par>
                            </p:childTnLst>
                          </p:cTn>
                        </p:par>
                        <p:par>
                          <p:cTn id="96" fill="hold">
                            <p:stCondLst>
                              <p:cond delay="500"/>
                            </p:stCondLst>
                            <p:childTnLst>
                              <p:par>
                                <p:cTn id="97" presetID="1" presetClass="entr" presetSubtype="0" fill="hold" grpId="0" nodeType="afterEffect">
                                  <p:stCondLst>
                                    <p:cond delay="0"/>
                                  </p:stCondLst>
                                  <p:childTnLst>
                                    <p:set>
                                      <p:cBhvr>
                                        <p:cTn id="98" dur="1" fill="hold">
                                          <p:stCondLst>
                                            <p:cond delay="0"/>
                                          </p:stCondLst>
                                        </p:cTn>
                                        <p:tgtEl>
                                          <p:spTgt spid="57"/>
                                        </p:tgtEl>
                                        <p:attrNameLst>
                                          <p:attrName>style.visibility</p:attrName>
                                        </p:attrNameLst>
                                      </p:cBhvr>
                                      <p:to>
                                        <p:strVal val="visible"/>
                                      </p:to>
                                    </p:set>
                                  </p:childTnLst>
                                </p:cTn>
                              </p:par>
                              <p:par>
                                <p:cTn id="99" presetID="42" presetClass="path" presetSubtype="0" accel="50000" decel="50000" fill="hold" grpId="1" nodeType="withEffect">
                                  <p:stCondLst>
                                    <p:cond delay="0"/>
                                  </p:stCondLst>
                                  <p:childTnLst>
                                    <p:animMotion origin="layout" path="M 2.29167E-6 4.44444E-6 L -0.29805 0.74629 " pathEditMode="relative" rAng="0" ptsTypes="AA">
                                      <p:cBhvr>
                                        <p:cTn id="100" dur="2000" fill="hold"/>
                                        <p:tgtEl>
                                          <p:spTgt spid="57"/>
                                        </p:tgtEl>
                                        <p:attrNameLst>
                                          <p:attrName>ppt_x</p:attrName>
                                          <p:attrName>ppt_y</p:attrName>
                                        </p:attrNameLst>
                                      </p:cBhvr>
                                      <p:rCtr x="-14909" y="37315"/>
                                    </p:animMotion>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5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7" presetClass="emph" presetSubtype="0" fill="remove" grpId="0" nodeType="clickEffect">
                                  <p:stCondLst>
                                    <p:cond delay="0"/>
                                  </p:stCondLst>
                                  <p:childTnLst>
                                    <p:animClr clrSpc="rgb" dir="cw">
                                      <p:cBhvr override="childStyle">
                                        <p:cTn id="108" dur="1000" autoRev="1" fill="remove"/>
                                        <p:tgtEl>
                                          <p:spTgt spid="8"/>
                                        </p:tgtEl>
                                        <p:attrNameLst>
                                          <p:attrName>style.color</p:attrName>
                                        </p:attrNameLst>
                                      </p:cBhvr>
                                      <p:to>
                                        <a:schemeClr val="bg1"/>
                                      </p:to>
                                    </p:animClr>
                                    <p:animClr clrSpc="rgb" dir="cw">
                                      <p:cBhvr>
                                        <p:cTn id="109" dur="1000" autoRev="1" fill="remove"/>
                                        <p:tgtEl>
                                          <p:spTgt spid="8"/>
                                        </p:tgtEl>
                                        <p:attrNameLst>
                                          <p:attrName>fillcolor</p:attrName>
                                        </p:attrNameLst>
                                      </p:cBhvr>
                                      <p:to>
                                        <a:schemeClr val="bg1"/>
                                      </p:to>
                                    </p:animClr>
                                    <p:set>
                                      <p:cBhvr>
                                        <p:cTn id="110" dur="1000" autoRev="1" fill="remove"/>
                                        <p:tgtEl>
                                          <p:spTgt spid="8"/>
                                        </p:tgtEl>
                                        <p:attrNameLst>
                                          <p:attrName>fill.type</p:attrName>
                                        </p:attrNameLst>
                                      </p:cBhvr>
                                      <p:to>
                                        <p:strVal val="solid"/>
                                      </p:to>
                                    </p:set>
                                    <p:set>
                                      <p:cBhvr>
                                        <p:cTn id="111" dur="1000" autoRev="1" fill="remove"/>
                                        <p:tgtEl>
                                          <p:spTgt spid="8"/>
                                        </p:tgtEl>
                                        <p:attrNameLst>
                                          <p:attrName>fill.on</p:attrName>
                                        </p:attrNameLst>
                                      </p:cBhvr>
                                      <p:to>
                                        <p:strVal val="tru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53"/>
                                        </p:tgtEl>
                                        <p:attrNameLst>
                                          <p:attrName>style.visibility</p:attrName>
                                        </p:attrNameLst>
                                      </p:cBhvr>
                                      <p:to>
                                        <p:strVal val="visible"/>
                                      </p:to>
                                    </p:set>
                                    <p:animEffect transition="in" filter="wipe(left)">
                                      <p:cBhvr>
                                        <p:cTn id="116" dur="2000"/>
                                        <p:tgtEl>
                                          <p:spTgt spid="53"/>
                                        </p:tgtEl>
                                      </p:cBhvr>
                                    </p:animEffect>
                                  </p:childTnLst>
                                </p:cTn>
                              </p:par>
                            </p:childTnLst>
                          </p:cTn>
                        </p:par>
                        <p:par>
                          <p:cTn id="117" fill="hold">
                            <p:stCondLst>
                              <p:cond delay="2000"/>
                            </p:stCondLst>
                            <p:childTnLst>
                              <p:par>
                                <p:cTn id="118" presetID="22" presetClass="entr" presetSubtype="2" fill="hold" grpId="0" nodeType="after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right)">
                                      <p:cBhvr>
                                        <p:cTn id="120" dur="2000"/>
                                        <p:tgtEl>
                                          <p:spTgt spid="51"/>
                                        </p:tgtEl>
                                      </p:cBhvr>
                                    </p:animEffect>
                                  </p:childTnLst>
                                </p:cTn>
                              </p:par>
                            </p:childTnLst>
                          </p:cTn>
                        </p:par>
                        <p:par>
                          <p:cTn id="121" fill="hold">
                            <p:stCondLst>
                              <p:cond delay="4000"/>
                            </p:stCondLst>
                            <p:childTnLst>
                              <p:par>
                                <p:cTn id="122" presetID="22" presetClass="entr" presetSubtype="8" fill="hold" grpId="0" nodeType="after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wipe(left)">
                                      <p:cBhvr>
                                        <p:cTn id="124" dur="2000"/>
                                        <p:tgtEl>
                                          <p:spTgt spid="52"/>
                                        </p:tgtEl>
                                      </p:cBhvr>
                                    </p:animEffect>
                                  </p:childTnLst>
                                </p:cTn>
                              </p:par>
                            </p:childTnLst>
                          </p:cTn>
                        </p:par>
                      </p:childTnLst>
                    </p:cTn>
                  </p:par>
                  <p:par>
                    <p:cTn id="125" fill="hold">
                      <p:stCondLst>
                        <p:cond delay="indefinite"/>
                      </p:stCondLst>
                      <p:childTnLst>
                        <p:par>
                          <p:cTn id="126" fill="hold">
                            <p:stCondLst>
                              <p:cond delay="0"/>
                            </p:stCondLst>
                            <p:childTnLst>
                              <p:par>
                                <p:cTn id="127" presetID="42" presetClass="path" presetSubtype="0" accel="50000" decel="50000" fill="hold" grpId="1" nodeType="clickEffect">
                                  <p:stCondLst>
                                    <p:cond delay="0"/>
                                  </p:stCondLst>
                                  <p:childTnLst>
                                    <p:animMotion origin="layout" path="M -4.375E-6 2.22222E-6 L -0.32109 0.35532 " pathEditMode="relative" rAng="0" ptsTypes="AA">
                                      <p:cBhvr>
                                        <p:cTn id="128" dur="2000" fill="hold"/>
                                        <p:tgtEl>
                                          <p:spTgt spid="58"/>
                                        </p:tgtEl>
                                        <p:attrNameLst>
                                          <p:attrName>ppt_x</p:attrName>
                                          <p:attrName>ppt_y</p:attrName>
                                        </p:attrNameLst>
                                      </p:cBhvr>
                                      <p:rCtr x="-16055" y="17755"/>
                                    </p:animMotion>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32"/>
                                        </p:tgtEl>
                                        <p:attrNameLst>
                                          <p:attrName>style.visibility</p:attrName>
                                        </p:attrNameLst>
                                      </p:cBhvr>
                                      <p:to>
                                        <p:strVal val="visible"/>
                                      </p:to>
                                    </p:set>
                                  </p:childTnLst>
                                </p:cTn>
                              </p:par>
                              <p:par>
                                <p:cTn id="133" presetID="8" presetClass="emph" presetSubtype="0" fill="hold" grpId="1" nodeType="withEffect">
                                  <p:stCondLst>
                                    <p:cond delay="0"/>
                                  </p:stCondLst>
                                  <p:childTnLst>
                                    <p:animRot by="21600000">
                                      <p:cBhvr>
                                        <p:cTn id="134" dur="2000" fill="hold"/>
                                        <p:tgtEl>
                                          <p:spTgt spid="32"/>
                                        </p:tgtEl>
                                        <p:attrNameLst>
                                          <p:attrName>r</p:attrName>
                                        </p:attrNameLst>
                                      </p:cBhvr>
                                    </p:animRot>
                                  </p:childTnLst>
                                </p:cTn>
                              </p:par>
                              <p:par>
                                <p:cTn id="135" presetID="1" presetClass="emph" presetSubtype="2" fill="hold" nodeType="withEffect">
                                  <p:stCondLst>
                                    <p:cond delay="0"/>
                                  </p:stCondLst>
                                  <p:childTnLst>
                                    <p:animClr clrSpc="rgb" dir="cw">
                                      <p:cBhvr>
                                        <p:cTn id="136" dur="2000" fill="hold"/>
                                        <p:tgtEl>
                                          <p:spTgt spid="32"/>
                                        </p:tgtEl>
                                        <p:attrNameLst>
                                          <p:attrName>fillcolor</p:attrName>
                                        </p:attrNameLst>
                                      </p:cBhvr>
                                      <p:to>
                                        <a:srgbClr val="FBE5D5"/>
                                      </p:to>
                                    </p:animClr>
                                    <p:set>
                                      <p:cBhvr>
                                        <p:cTn id="137" dur="2000" fill="hold"/>
                                        <p:tgtEl>
                                          <p:spTgt spid="32"/>
                                        </p:tgtEl>
                                        <p:attrNameLst>
                                          <p:attrName>fill.type</p:attrName>
                                        </p:attrNameLst>
                                      </p:cBhvr>
                                      <p:to>
                                        <p:strVal val="solid"/>
                                      </p:to>
                                    </p:set>
                                    <p:set>
                                      <p:cBhvr>
                                        <p:cTn id="138" dur="2000" fill="hold"/>
                                        <p:tgtEl>
                                          <p:spTgt spid="32"/>
                                        </p:tgtEl>
                                        <p:attrNameLst>
                                          <p:attrName>fill.on</p:attrName>
                                        </p:attrNameLst>
                                      </p:cBhvr>
                                      <p:to>
                                        <p:strVal val="true"/>
                                      </p:to>
                                    </p:set>
                                  </p:childTnLst>
                                </p:cTn>
                              </p:par>
                            </p:childTnLst>
                          </p:cTn>
                        </p:par>
                        <p:par>
                          <p:cTn id="139" fill="hold">
                            <p:stCondLst>
                              <p:cond delay="2000"/>
                            </p:stCondLst>
                            <p:childTnLst>
                              <p:par>
                                <p:cTn id="140" presetID="64" presetClass="path" presetSubtype="0" accel="50000" decel="50000" fill="hold" grpId="2" nodeType="afterEffect">
                                  <p:stCondLst>
                                    <p:cond delay="0"/>
                                  </p:stCondLst>
                                  <p:childTnLst>
                                    <p:animMotion origin="layout" path="M 5E-6 -7.40741E-7 L 0.02592 -0.13403 " pathEditMode="relative" rAng="0" ptsTypes="AA">
                                      <p:cBhvr>
                                        <p:cTn id="141" dur="2000" fill="hold"/>
                                        <p:tgtEl>
                                          <p:spTgt spid="32"/>
                                        </p:tgtEl>
                                        <p:attrNameLst>
                                          <p:attrName>ppt_x</p:attrName>
                                          <p:attrName>ppt_y</p:attrName>
                                        </p:attrNameLst>
                                      </p:cBhvr>
                                      <p:rCtr x="1289" y="-6713"/>
                                    </p:animMotion>
                                  </p:childTnLst>
                                </p:cTn>
                              </p:par>
                            </p:childTnLst>
                          </p:cTn>
                        </p:par>
                      </p:childTnLst>
                    </p:cTn>
                  </p:par>
                  <p:par>
                    <p:cTn id="142" fill="hold">
                      <p:stCondLst>
                        <p:cond delay="indefinite"/>
                      </p:stCondLst>
                      <p:childTnLst>
                        <p:par>
                          <p:cTn id="143" fill="hold">
                            <p:stCondLst>
                              <p:cond delay="0"/>
                            </p:stCondLst>
                            <p:childTnLst>
                              <p:par>
                                <p:cTn id="144" presetID="8" presetClass="emph" presetSubtype="0" fill="hold" grpId="0" nodeType="clickEffect">
                                  <p:stCondLst>
                                    <p:cond delay="0"/>
                                  </p:stCondLst>
                                  <p:childTnLst>
                                    <p:animRot by="21600000">
                                      <p:cBhvr>
                                        <p:cTn id="145" dur="2000" fill="hold"/>
                                        <p:tgtEl>
                                          <p:spTgt spid="10"/>
                                        </p:tgtEl>
                                        <p:attrNameLst>
                                          <p:attrName>r</p:attrName>
                                        </p:attrNameLst>
                                      </p:cBhvr>
                                    </p:animRot>
                                  </p:childTnLst>
                                </p:cTn>
                              </p:par>
                              <p:par>
                                <p:cTn id="146" presetID="22" presetClass="exit" presetSubtype="4" fill="hold" nodeType="withEffect">
                                  <p:stCondLst>
                                    <p:cond delay="0"/>
                                  </p:stCondLst>
                                  <p:childTnLst>
                                    <p:animEffect transition="out" filter="wipe(down)">
                                      <p:cBhvr>
                                        <p:cTn id="147" dur="1000"/>
                                        <p:tgtEl>
                                          <p:spTgt spid="2"/>
                                        </p:tgtEl>
                                      </p:cBhvr>
                                    </p:animEffect>
                                    <p:set>
                                      <p:cBhvr>
                                        <p:cTn id="148" dur="1" fill="hold">
                                          <p:stCondLst>
                                            <p:cond delay="999"/>
                                          </p:stCondLst>
                                        </p:cTn>
                                        <p:tgtEl>
                                          <p:spTgt spid="2"/>
                                        </p:tgtEl>
                                        <p:attrNameLst>
                                          <p:attrName>style.visibility</p:attrName>
                                        </p:attrNameLst>
                                      </p:cBhvr>
                                      <p:to>
                                        <p:strVal val="hidden"/>
                                      </p:to>
                                    </p:set>
                                  </p:childTnLst>
                                </p:cTn>
                              </p:par>
                              <p:par>
                                <p:cTn id="149" presetID="22" presetClass="exit" presetSubtype="4" fill="hold" nodeType="withEffect">
                                  <p:stCondLst>
                                    <p:cond delay="0"/>
                                  </p:stCondLst>
                                  <p:childTnLst>
                                    <p:animEffect transition="out" filter="wipe(down)">
                                      <p:cBhvr>
                                        <p:cTn id="150" dur="1000"/>
                                        <p:tgtEl>
                                          <p:spTgt spid="7"/>
                                        </p:tgtEl>
                                      </p:cBhvr>
                                    </p:animEffect>
                                    <p:set>
                                      <p:cBhvr>
                                        <p:cTn id="151" dur="1" fill="hold">
                                          <p:stCondLst>
                                            <p:cond delay="999"/>
                                          </p:stCondLst>
                                        </p:cTn>
                                        <p:tgtEl>
                                          <p:spTgt spid="7"/>
                                        </p:tgtEl>
                                        <p:attrNameLst>
                                          <p:attrName>style.visibility</p:attrName>
                                        </p:attrNameLst>
                                      </p:cBhvr>
                                      <p:to>
                                        <p:strVal val="hidden"/>
                                      </p:to>
                                    </p:set>
                                  </p:childTnLst>
                                </p:cTn>
                              </p:par>
                              <p:par>
                                <p:cTn id="152" presetID="26" presetClass="exit" presetSubtype="0" fill="hold" grpId="1" nodeType="withEffect">
                                  <p:stCondLst>
                                    <p:cond delay="0"/>
                                  </p:stCondLst>
                                  <p:childTnLst>
                                    <p:animEffect transition="out" filter="wipe(down)">
                                      <p:cBhvr>
                                        <p:cTn id="153" dur="180" accel="50000">
                                          <p:stCondLst>
                                            <p:cond delay="1820"/>
                                          </p:stCondLst>
                                        </p:cTn>
                                        <p:tgtEl>
                                          <p:spTgt spid="10"/>
                                        </p:tgtEl>
                                      </p:cBhvr>
                                    </p:animEffect>
                                    <p:anim calcmode="lin" valueType="num">
                                      <p:cBhvr>
                                        <p:cTn id="154" dur="1822" tmFilter="0,0; 0.14,0.31; 0.43,0.73; 0.71,0.91; 1.0,1.0">
                                          <p:stCondLst>
                                            <p:cond delay="0"/>
                                          </p:stCondLst>
                                        </p:cTn>
                                        <p:tgtEl>
                                          <p:spTgt spid="10"/>
                                        </p:tgtEl>
                                        <p:attrNameLst>
                                          <p:attrName>ppt_x</p:attrName>
                                        </p:attrNameLst>
                                      </p:cBhvr>
                                      <p:tavLst>
                                        <p:tav tm="0">
                                          <p:val>
                                            <p:strVal val="ppt_x"/>
                                          </p:val>
                                        </p:tav>
                                        <p:tav tm="100000">
                                          <p:val>
                                            <p:strVal val="#ppt_x+0.25"/>
                                          </p:val>
                                        </p:tav>
                                      </p:tavLst>
                                    </p:anim>
                                    <p:anim calcmode="lin" valueType="num">
                                      <p:cBhvr>
                                        <p:cTn id="155" dur="178">
                                          <p:stCondLst>
                                            <p:cond delay="1822"/>
                                          </p:stCondLst>
                                        </p:cTn>
                                        <p:tgtEl>
                                          <p:spTgt spid="10"/>
                                        </p:tgtEl>
                                        <p:attrNameLst>
                                          <p:attrName>ppt_x</p:attrName>
                                        </p:attrNameLst>
                                      </p:cBhvr>
                                      <p:tavLst>
                                        <p:tav tm="0">
                                          <p:val>
                                            <p:strVal val="ppt_x"/>
                                          </p:val>
                                        </p:tav>
                                        <p:tav tm="100000">
                                          <p:val>
                                            <p:strVal val="ppt_x"/>
                                          </p:val>
                                        </p:tav>
                                      </p:tavLst>
                                    </p:anim>
                                    <p:anim calcmode="lin" valueType="num">
                                      <p:cBhvr>
                                        <p:cTn id="156" dur="664" tmFilter="0.0,0.0;0.25,0.07;0.50,0.2;0.75,0.467;1.0,1.0">
                                          <p:stCondLst>
                                            <p:cond delay="0"/>
                                          </p:stCondLst>
                                        </p:cTn>
                                        <p:tgtEl>
                                          <p:spTgt spid="10"/>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57" dur="664" tmFilter="0, 0; 0.125,0.2665; 0.25,0.4; 0.375,0.465; 0.5,0.5;  0.625,0.535; 0.75,0.6; 0.875,0.7335; 1,1">
                                          <p:stCondLst>
                                            <p:cond delay="664"/>
                                          </p:stCondLst>
                                        </p:cTn>
                                        <p:tgtEl>
                                          <p:spTgt spid="10"/>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58" dur="332" tmFilter="0, 0; 0.125,0.2665; 0.25,0.4; 0.375,0.465; 0.5,0.5;  0.625,0.535; 0.75,0.6; 0.875,0.7335; 1,1">
                                          <p:stCondLst>
                                            <p:cond delay="1324"/>
                                          </p:stCondLst>
                                        </p:cTn>
                                        <p:tgtEl>
                                          <p:spTgt spid="10"/>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59" dur="164" tmFilter="0, 0; 0.125,0.2665; 0.25,0.4; 0.375,0.465; 0.5,0.5;  0.625,0.535; 0.75,0.6; 0.875,0.7335; 1,1">
                                          <p:stCondLst>
                                            <p:cond delay="1656"/>
                                          </p:stCondLst>
                                        </p:cTn>
                                        <p:tgtEl>
                                          <p:spTgt spid="10"/>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60" dur="180" accel="50000">
                                          <p:stCondLst>
                                            <p:cond delay="1820"/>
                                          </p:stCondLst>
                                        </p:cTn>
                                        <p:tgtEl>
                                          <p:spTgt spid="10"/>
                                        </p:tgtEl>
                                        <p:attrNameLst>
                                          <p:attrName>ppt_y</p:attrName>
                                        </p:attrNameLst>
                                      </p:cBhvr>
                                      <p:tavLst>
                                        <p:tav tm="0">
                                          <p:val>
                                            <p:strVal val="ppt_y"/>
                                          </p:val>
                                        </p:tav>
                                        <p:tav tm="100000">
                                          <p:val>
                                            <p:strVal val="ppt_y+ppt_h"/>
                                          </p:val>
                                        </p:tav>
                                      </p:tavLst>
                                    </p:anim>
                                    <p:animScale>
                                      <p:cBhvr>
                                        <p:cTn id="161" dur="26">
                                          <p:stCondLst>
                                            <p:cond delay="620"/>
                                          </p:stCondLst>
                                        </p:cTn>
                                        <p:tgtEl>
                                          <p:spTgt spid="10"/>
                                        </p:tgtEl>
                                      </p:cBhvr>
                                      <p:to x="100000" y="60000"/>
                                    </p:animScale>
                                    <p:animScale>
                                      <p:cBhvr>
                                        <p:cTn id="162" dur="166" decel="50000">
                                          <p:stCondLst>
                                            <p:cond delay="646"/>
                                          </p:stCondLst>
                                        </p:cTn>
                                        <p:tgtEl>
                                          <p:spTgt spid="10"/>
                                        </p:tgtEl>
                                      </p:cBhvr>
                                      <p:to x="100000" y="100000"/>
                                    </p:animScale>
                                    <p:animScale>
                                      <p:cBhvr>
                                        <p:cTn id="163" dur="26">
                                          <p:stCondLst>
                                            <p:cond delay="1312"/>
                                          </p:stCondLst>
                                        </p:cTn>
                                        <p:tgtEl>
                                          <p:spTgt spid="10"/>
                                        </p:tgtEl>
                                      </p:cBhvr>
                                      <p:to x="100000" y="80000"/>
                                    </p:animScale>
                                    <p:animScale>
                                      <p:cBhvr>
                                        <p:cTn id="164" dur="166" decel="50000">
                                          <p:stCondLst>
                                            <p:cond delay="1338"/>
                                          </p:stCondLst>
                                        </p:cTn>
                                        <p:tgtEl>
                                          <p:spTgt spid="10"/>
                                        </p:tgtEl>
                                      </p:cBhvr>
                                      <p:to x="100000" y="100000"/>
                                    </p:animScale>
                                    <p:animScale>
                                      <p:cBhvr>
                                        <p:cTn id="165" dur="26">
                                          <p:stCondLst>
                                            <p:cond delay="1642"/>
                                          </p:stCondLst>
                                        </p:cTn>
                                        <p:tgtEl>
                                          <p:spTgt spid="10"/>
                                        </p:tgtEl>
                                      </p:cBhvr>
                                      <p:to x="100000" y="90000"/>
                                    </p:animScale>
                                    <p:animScale>
                                      <p:cBhvr>
                                        <p:cTn id="166" dur="166" decel="50000">
                                          <p:stCondLst>
                                            <p:cond delay="1668"/>
                                          </p:stCondLst>
                                        </p:cTn>
                                        <p:tgtEl>
                                          <p:spTgt spid="10"/>
                                        </p:tgtEl>
                                      </p:cBhvr>
                                      <p:to x="100000" y="100000"/>
                                    </p:animScale>
                                    <p:animScale>
                                      <p:cBhvr>
                                        <p:cTn id="167" dur="26">
                                          <p:stCondLst>
                                            <p:cond delay="1808"/>
                                          </p:stCondLst>
                                        </p:cTn>
                                        <p:tgtEl>
                                          <p:spTgt spid="10"/>
                                        </p:tgtEl>
                                      </p:cBhvr>
                                      <p:to x="100000" y="95000"/>
                                    </p:animScale>
                                    <p:animScale>
                                      <p:cBhvr>
                                        <p:cTn id="168" dur="166" decel="50000">
                                          <p:stCondLst>
                                            <p:cond delay="1834"/>
                                          </p:stCondLst>
                                        </p:cTn>
                                        <p:tgtEl>
                                          <p:spTgt spid="10"/>
                                        </p:tgtEl>
                                      </p:cBhvr>
                                      <p:to x="100000" y="100000"/>
                                    </p:animScale>
                                    <p:set>
                                      <p:cBhvr>
                                        <p:cTn id="169" dur="1" fill="hold">
                                          <p:stCondLst>
                                            <p:cond delay="1999"/>
                                          </p:stCondLst>
                                        </p:cTn>
                                        <p:tgtEl>
                                          <p:spTgt spid="10"/>
                                        </p:tgtEl>
                                        <p:attrNameLst>
                                          <p:attrName>style.visibility</p:attrName>
                                        </p:attrNameLst>
                                      </p:cBhvr>
                                      <p:to>
                                        <p:strVal val="hidden"/>
                                      </p:to>
                                    </p:set>
                                  </p:childTnLst>
                                </p:cTn>
                              </p:par>
                              <p:par>
                                <p:cTn id="170" presetID="22" presetClass="entr" presetSubtype="8" fill="hold" nodeType="withEffect">
                                  <p:stCondLst>
                                    <p:cond delay="0"/>
                                  </p:stCondLst>
                                  <p:childTnLst>
                                    <p:set>
                                      <p:cBhvr>
                                        <p:cTn id="171" dur="1" fill="hold">
                                          <p:stCondLst>
                                            <p:cond delay="0"/>
                                          </p:stCondLst>
                                        </p:cTn>
                                        <p:tgtEl>
                                          <p:spTgt spid="3"/>
                                        </p:tgtEl>
                                        <p:attrNameLst>
                                          <p:attrName>style.visibility</p:attrName>
                                        </p:attrNameLst>
                                      </p:cBhvr>
                                      <p:to>
                                        <p:strVal val="visible"/>
                                      </p:to>
                                    </p:set>
                                    <p:animEffect transition="in" filter="wipe(left)">
                                      <p:cBhvr>
                                        <p:cTn id="172" dur="2000"/>
                                        <p:tgtEl>
                                          <p:spTgt spid="3"/>
                                        </p:tgtEl>
                                      </p:cBhvr>
                                    </p:animEffect>
                                  </p:childTnLst>
                                </p:cTn>
                              </p:par>
                              <p:par>
                                <p:cTn id="173" presetID="64" presetClass="path" presetSubtype="0" accel="50000" decel="50000" fill="hold" nodeType="withEffect">
                                  <p:stCondLst>
                                    <p:cond delay="0"/>
                                  </p:stCondLst>
                                  <p:childTnLst>
                                    <p:animMotion origin="layout" path="M 5E-6 -2.96296E-6 L 0.02396 -0.09166 " pathEditMode="relative" rAng="0" ptsTypes="AA">
                                      <p:cBhvr>
                                        <p:cTn id="174" dur="2000" fill="hold"/>
                                        <p:tgtEl>
                                          <p:spTgt spid="6"/>
                                        </p:tgtEl>
                                        <p:attrNameLst>
                                          <p:attrName>ppt_x</p:attrName>
                                          <p:attrName>ppt_y</p:attrName>
                                        </p:attrNameLst>
                                      </p:cBhvr>
                                      <p:rCtr x="1198" y="-4583"/>
                                    </p:animMotion>
                                  </p:childTnLst>
                                </p:cTn>
                              </p:par>
                              <p:par>
                                <p:cTn id="175" presetID="64" presetClass="path" presetSubtype="0" accel="50000" decel="50000" fill="hold" grpId="0" nodeType="withEffect">
                                  <p:stCondLst>
                                    <p:cond delay="0"/>
                                  </p:stCondLst>
                                  <p:childTnLst>
                                    <p:animMotion origin="layout" path="M -3.33333E-6 -3.7037E-7 L 0.02578 -0.08495 " pathEditMode="relative" rAng="0" ptsTypes="AA">
                                      <p:cBhvr>
                                        <p:cTn id="176" dur="2000" fill="hold"/>
                                        <p:tgtEl>
                                          <p:spTgt spid="11"/>
                                        </p:tgtEl>
                                        <p:attrNameLst>
                                          <p:attrName>ppt_x</p:attrName>
                                          <p:attrName>ppt_y</p:attrName>
                                        </p:attrNameLst>
                                      </p:cBhvr>
                                      <p:rCtr x="1289" y="-4259"/>
                                    </p:animMotion>
                                  </p:childTnLst>
                                </p:cTn>
                              </p:par>
                              <p:par>
                                <p:cTn id="177" presetID="64" presetClass="path" presetSubtype="0" accel="50000" decel="50000" fill="hold" grpId="0" nodeType="withEffect">
                                  <p:stCondLst>
                                    <p:cond delay="0"/>
                                  </p:stCondLst>
                                  <p:childTnLst>
                                    <p:animMotion origin="layout" path="M -3.95833E-6 2.22222E-6 L 0.01823 -0.08889 " pathEditMode="relative" rAng="0" ptsTypes="AA">
                                      <p:cBhvr>
                                        <p:cTn id="178" dur="2000" fill="hold"/>
                                        <p:tgtEl>
                                          <p:spTgt spid="12"/>
                                        </p:tgtEl>
                                        <p:attrNameLst>
                                          <p:attrName>ppt_x</p:attrName>
                                          <p:attrName>ppt_y</p:attrName>
                                        </p:attrNameLst>
                                      </p:cBhvr>
                                      <p:rCtr x="911" y="-4444"/>
                                    </p:animMotion>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46"/>
                                        </p:tgtEl>
                                        <p:attrNameLst>
                                          <p:attrName>style.visibility</p:attrName>
                                        </p:attrNameLst>
                                      </p:cBhvr>
                                      <p:to>
                                        <p:strVal val="visible"/>
                                      </p:to>
                                    </p:set>
                                    <p:animEffect transition="in" filter="wipe(left)">
                                      <p:cBhvr>
                                        <p:cTn id="183" dur="500"/>
                                        <p:tgtEl>
                                          <p:spTgt spid="46"/>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55"/>
                                        </p:tgtEl>
                                        <p:attrNameLst>
                                          <p:attrName>style.visibility</p:attrName>
                                        </p:attrNameLst>
                                      </p:cBhvr>
                                      <p:to>
                                        <p:strVal val="visible"/>
                                      </p:to>
                                    </p:set>
                                    <p:animEffect transition="in" filter="wipe(left)">
                                      <p:cBhvr>
                                        <p:cTn id="18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0" grpId="1" animBg="1"/>
      <p:bldP spid="11" grpId="0" animBg="1"/>
      <p:bldP spid="12" grpId="0" animBg="1"/>
      <p:bldP spid="19" grpId="0" autoUpdateAnimBg="0"/>
      <p:bldP spid="29" grpId="0"/>
      <p:bldP spid="32" grpId="0" animBg="1"/>
      <p:bldP spid="32" grpId="1" animBg="1"/>
      <p:bldP spid="32" grpId="2" animBg="1"/>
      <p:bldP spid="46" grpId="0" autoUpdateAnimBg="0"/>
      <p:bldP spid="48" grpId="0" autoUpdateAnimBg="0"/>
      <p:bldP spid="50" grpId="0" autoUpdateAnimBg="0"/>
      <p:bldP spid="51" grpId="0"/>
      <p:bldP spid="52" grpId="0"/>
      <p:bldP spid="53" grpId="0"/>
      <p:bldP spid="54" grpId="0"/>
      <p:bldP spid="55" grpId="0" autoUpdateAnimBg="0"/>
      <p:bldP spid="56" grpId="0"/>
      <p:bldP spid="57" grpId="0"/>
      <p:bldP spid="57" grpId="1"/>
      <p:bldP spid="58" grpId="0"/>
      <p:bldP spid="58"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C36917-33EB-7DE6-45CB-7A35E070D176}"/>
              </a:ext>
            </a:extLst>
          </p:cNvPr>
          <p:cNvSpPr>
            <a:spLocks noGrp="1"/>
          </p:cNvSpPr>
          <p:nvPr>
            <p:ph type="sldNum" sz="quarter" idx="12"/>
          </p:nvPr>
        </p:nvSpPr>
        <p:spPr>
          <a:xfrm>
            <a:off x="8629083" y="6669151"/>
            <a:ext cx="2743200" cy="365125"/>
          </a:xfrm>
        </p:spPr>
        <p:txBody>
          <a:bodyPr/>
          <a:lstStyle/>
          <a:p>
            <a:fld id="{D7C0FE0B-717B-41AE-9FA2-CA4BF851D1C3}" type="slidenum">
              <a:rPr lang="zh-CN" altLang="en-US" smtClean="0"/>
              <a:t>16</a:t>
            </a:fld>
            <a:endParaRPr lang="zh-CN" altLang="en-US"/>
          </a:p>
        </p:txBody>
      </p:sp>
      <p:sp>
        <p:nvSpPr>
          <p:cNvPr id="3" name="矩形: 圆角 2">
            <a:extLst>
              <a:ext uri="{FF2B5EF4-FFF2-40B4-BE49-F238E27FC236}">
                <a16:creationId xmlns:a16="http://schemas.microsoft.com/office/drawing/2014/main" id="{8A62B7A2-0615-0F5C-537A-0D6A2E37CC0D}"/>
              </a:ext>
            </a:extLst>
          </p:cNvPr>
          <p:cNvSpPr/>
          <p:nvPr/>
        </p:nvSpPr>
        <p:spPr>
          <a:xfrm>
            <a:off x="1428624" y="211196"/>
            <a:ext cx="3600576" cy="529320"/>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2060"/>
                </a:solidFill>
                <a:effectLst>
                  <a:outerShdw blurRad="38100" dist="38100" dir="2700000" algn="tl">
                    <a:srgbClr val="000000">
                      <a:alpha val="43137"/>
                    </a:srgbClr>
                  </a:outerShdw>
                </a:effectLst>
              </a:rPr>
              <a:t>二叉排序树的删除（续）</a:t>
            </a:r>
          </a:p>
        </p:txBody>
      </p:sp>
      <p:sp>
        <p:nvSpPr>
          <p:cNvPr id="4" name="Text Box 26">
            <a:extLst>
              <a:ext uri="{FF2B5EF4-FFF2-40B4-BE49-F238E27FC236}">
                <a16:creationId xmlns:a16="http://schemas.microsoft.com/office/drawing/2014/main" id="{C62B5D92-280C-7DC9-0555-53D49F1BE8D9}"/>
              </a:ext>
            </a:extLst>
          </p:cNvPr>
          <p:cNvSpPr txBox="1">
            <a:spLocks noChangeArrowheads="1"/>
          </p:cNvSpPr>
          <p:nvPr/>
        </p:nvSpPr>
        <p:spPr bwMode="auto">
          <a:xfrm>
            <a:off x="147989" y="2586402"/>
            <a:ext cx="264687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rgbClr val="002060"/>
                </a:solidFill>
                <a:ea typeface="楷体_GB2312" pitchFamily="49" charset="-122"/>
              </a:rPr>
              <a:t>例如删除：</a:t>
            </a:r>
            <a:r>
              <a:rPr lang="en-US" altLang="zh-CN" b="1" dirty="0">
                <a:solidFill>
                  <a:srgbClr val="002060"/>
                </a:solidFill>
                <a:ea typeface="楷体_GB2312" pitchFamily="49" charset="-122"/>
              </a:rPr>
              <a:t> </a:t>
            </a:r>
            <a:r>
              <a:rPr lang="en-US" altLang="zh-CN" b="1" dirty="0">
                <a:solidFill>
                  <a:srgbClr val="3333FF"/>
                </a:solidFill>
                <a:ea typeface="楷体_GB2312" pitchFamily="49" charset="-122"/>
              </a:rPr>
              <a:t>88</a:t>
            </a:r>
            <a:r>
              <a:rPr lang="zh-CN" altLang="en-US" dirty="0">
                <a:solidFill>
                  <a:srgbClr val="3333FF"/>
                </a:solidFill>
                <a:ea typeface="楷体_GB2312" pitchFamily="49" charset="-122"/>
              </a:rPr>
              <a:t>（叶子）</a:t>
            </a:r>
            <a:endParaRPr lang="en-US" altLang="zh-CN" dirty="0">
              <a:solidFill>
                <a:srgbClr val="3333FF"/>
              </a:solidFill>
              <a:ea typeface="楷体_GB2312" pitchFamily="49" charset="-122"/>
            </a:endParaRPr>
          </a:p>
          <a:p>
            <a:r>
              <a:rPr lang="zh-CN" altLang="en-US" dirty="0">
                <a:solidFill>
                  <a:srgbClr val="3333FF"/>
                </a:solidFill>
                <a:ea typeface="楷体_GB2312" pitchFamily="49" charset="-122"/>
              </a:rPr>
              <a:t>       经若干递归：</a:t>
            </a:r>
            <a:endParaRPr lang="en-US" altLang="zh-CN" dirty="0">
              <a:ea typeface="楷体_GB2312" pitchFamily="49" charset="-122"/>
            </a:endParaRPr>
          </a:p>
        </p:txBody>
      </p:sp>
      <p:cxnSp>
        <p:nvCxnSpPr>
          <p:cNvPr id="5" name="直接连接符 4">
            <a:extLst>
              <a:ext uri="{FF2B5EF4-FFF2-40B4-BE49-F238E27FC236}">
                <a16:creationId xmlns:a16="http://schemas.microsoft.com/office/drawing/2014/main" id="{6F7D8F25-D4D2-D272-3BEC-9C401E52E042}"/>
              </a:ext>
            </a:extLst>
          </p:cNvPr>
          <p:cNvCxnSpPr>
            <a:cxnSpLocks/>
          </p:cNvCxnSpPr>
          <p:nvPr/>
        </p:nvCxnSpPr>
        <p:spPr>
          <a:xfrm>
            <a:off x="3217674" y="4333088"/>
            <a:ext cx="475762" cy="33139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1B46C439-EAA0-B24A-8299-1B1BF5DC6B07}"/>
              </a:ext>
            </a:extLst>
          </p:cNvPr>
          <p:cNvCxnSpPr>
            <a:cxnSpLocks/>
          </p:cNvCxnSpPr>
          <p:nvPr/>
        </p:nvCxnSpPr>
        <p:spPr>
          <a:xfrm>
            <a:off x="3507046" y="5399891"/>
            <a:ext cx="203545" cy="54607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5459B291-39FB-2355-735C-10AF29C26994}"/>
              </a:ext>
            </a:extLst>
          </p:cNvPr>
          <p:cNvCxnSpPr>
            <a:cxnSpLocks/>
          </p:cNvCxnSpPr>
          <p:nvPr/>
        </p:nvCxnSpPr>
        <p:spPr>
          <a:xfrm flipH="1">
            <a:off x="3455356" y="4853821"/>
            <a:ext cx="359852" cy="5303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8E5736C-B641-E2CD-3D83-78F918B5D62F}"/>
              </a:ext>
            </a:extLst>
          </p:cNvPr>
          <p:cNvCxnSpPr>
            <a:cxnSpLocks/>
          </p:cNvCxnSpPr>
          <p:nvPr/>
        </p:nvCxnSpPr>
        <p:spPr>
          <a:xfrm flipH="1">
            <a:off x="1410026" y="5384197"/>
            <a:ext cx="279100" cy="67151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99012D0-8C22-7728-504B-D01D27F8BDF9}"/>
              </a:ext>
            </a:extLst>
          </p:cNvPr>
          <p:cNvCxnSpPr>
            <a:cxnSpLocks/>
          </p:cNvCxnSpPr>
          <p:nvPr/>
        </p:nvCxnSpPr>
        <p:spPr>
          <a:xfrm flipH="1">
            <a:off x="1689125" y="4821984"/>
            <a:ext cx="290774" cy="5622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4C0A3D00-DF79-DC42-9AD6-4131869F738B}"/>
              </a:ext>
            </a:extLst>
          </p:cNvPr>
          <p:cNvSpPr/>
          <p:nvPr/>
        </p:nvSpPr>
        <p:spPr>
          <a:xfrm>
            <a:off x="2120783" y="3691924"/>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50</a:t>
            </a:r>
            <a:endParaRPr lang="zh-CN" altLang="en-US" sz="2000" b="1" dirty="0">
              <a:solidFill>
                <a:srgbClr val="002060"/>
              </a:solidFill>
            </a:endParaRPr>
          </a:p>
        </p:txBody>
      </p:sp>
      <p:sp>
        <p:nvSpPr>
          <p:cNvPr id="11" name="椭圆 10">
            <a:extLst>
              <a:ext uri="{FF2B5EF4-FFF2-40B4-BE49-F238E27FC236}">
                <a16:creationId xmlns:a16="http://schemas.microsoft.com/office/drawing/2014/main" id="{0E10529C-D3C8-A0AA-A33E-BBBA776BD59E}"/>
              </a:ext>
            </a:extLst>
          </p:cNvPr>
          <p:cNvSpPr/>
          <p:nvPr/>
        </p:nvSpPr>
        <p:spPr>
          <a:xfrm>
            <a:off x="1084174" y="413267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30</a:t>
            </a:r>
            <a:endParaRPr lang="zh-CN" altLang="en-US" sz="2000" b="1" dirty="0">
              <a:solidFill>
                <a:srgbClr val="002060"/>
              </a:solidFill>
            </a:endParaRPr>
          </a:p>
        </p:txBody>
      </p:sp>
      <p:sp>
        <p:nvSpPr>
          <p:cNvPr id="12" name="椭圆 11">
            <a:extLst>
              <a:ext uri="{FF2B5EF4-FFF2-40B4-BE49-F238E27FC236}">
                <a16:creationId xmlns:a16="http://schemas.microsoft.com/office/drawing/2014/main" id="{1E3B14A1-D875-43B2-E089-F9BB83D2A125}"/>
              </a:ext>
            </a:extLst>
          </p:cNvPr>
          <p:cNvSpPr/>
          <p:nvPr/>
        </p:nvSpPr>
        <p:spPr>
          <a:xfrm>
            <a:off x="430608" y="461869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20</a:t>
            </a:r>
            <a:endParaRPr lang="zh-CN" altLang="en-US" sz="2000" b="1" dirty="0">
              <a:solidFill>
                <a:srgbClr val="002060"/>
              </a:solidFill>
            </a:endParaRPr>
          </a:p>
        </p:txBody>
      </p:sp>
      <p:sp>
        <p:nvSpPr>
          <p:cNvPr id="13" name="椭圆 12">
            <a:extLst>
              <a:ext uri="{FF2B5EF4-FFF2-40B4-BE49-F238E27FC236}">
                <a16:creationId xmlns:a16="http://schemas.microsoft.com/office/drawing/2014/main" id="{061B5D09-C6F9-C15C-2572-91468A858E5C}"/>
              </a:ext>
            </a:extLst>
          </p:cNvPr>
          <p:cNvSpPr/>
          <p:nvPr/>
        </p:nvSpPr>
        <p:spPr>
          <a:xfrm>
            <a:off x="1800891" y="461869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40</a:t>
            </a:r>
            <a:endParaRPr lang="zh-CN" altLang="en-US" sz="2000" b="1" dirty="0">
              <a:solidFill>
                <a:srgbClr val="002060"/>
              </a:solidFill>
            </a:endParaRPr>
          </a:p>
        </p:txBody>
      </p:sp>
      <p:sp>
        <p:nvSpPr>
          <p:cNvPr id="14" name="椭圆 13">
            <a:extLst>
              <a:ext uri="{FF2B5EF4-FFF2-40B4-BE49-F238E27FC236}">
                <a16:creationId xmlns:a16="http://schemas.microsoft.com/office/drawing/2014/main" id="{43706CB3-621D-908E-8BEA-80C6CD72C313}"/>
              </a:ext>
            </a:extLst>
          </p:cNvPr>
          <p:cNvSpPr/>
          <p:nvPr/>
        </p:nvSpPr>
        <p:spPr>
          <a:xfrm>
            <a:off x="1487525" y="520419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35</a:t>
            </a:r>
            <a:endParaRPr lang="zh-CN" altLang="en-US" sz="2000" b="1" dirty="0">
              <a:solidFill>
                <a:srgbClr val="002060"/>
              </a:solidFill>
            </a:endParaRPr>
          </a:p>
        </p:txBody>
      </p:sp>
      <p:sp>
        <p:nvSpPr>
          <p:cNvPr id="15" name="椭圆 14">
            <a:extLst>
              <a:ext uri="{FF2B5EF4-FFF2-40B4-BE49-F238E27FC236}">
                <a16:creationId xmlns:a16="http://schemas.microsoft.com/office/drawing/2014/main" id="{4553C560-2072-2D8D-7003-4127E67BD027}"/>
              </a:ext>
            </a:extLst>
          </p:cNvPr>
          <p:cNvSpPr/>
          <p:nvPr/>
        </p:nvSpPr>
        <p:spPr>
          <a:xfrm>
            <a:off x="1263842" y="5813366"/>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32</a:t>
            </a:r>
            <a:endParaRPr lang="zh-CN" altLang="en-US" sz="2000" b="1" dirty="0">
              <a:solidFill>
                <a:srgbClr val="002060"/>
              </a:solidFill>
            </a:endParaRPr>
          </a:p>
        </p:txBody>
      </p:sp>
      <p:sp>
        <p:nvSpPr>
          <p:cNvPr id="16" name="椭圆 15">
            <a:extLst>
              <a:ext uri="{FF2B5EF4-FFF2-40B4-BE49-F238E27FC236}">
                <a16:creationId xmlns:a16="http://schemas.microsoft.com/office/drawing/2014/main" id="{89097786-5701-C11D-B3E2-28601F1273F1}"/>
              </a:ext>
            </a:extLst>
          </p:cNvPr>
          <p:cNvSpPr/>
          <p:nvPr/>
        </p:nvSpPr>
        <p:spPr>
          <a:xfrm>
            <a:off x="3016074" y="4132675"/>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80</a:t>
            </a:r>
            <a:endParaRPr lang="zh-CN" altLang="en-US" sz="2000" b="1" dirty="0">
              <a:solidFill>
                <a:srgbClr val="002060"/>
              </a:solidFill>
            </a:endParaRPr>
          </a:p>
        </p:txBody>
      </p:sp>
      <p:sp>
        <p:nvSpPr>
          <p:cNvPr id="17" name="椭圆 16">
            <a:extLst>
              <a:ext uri="{FF2B5EF4-FFF2-40B4-BE49-F238E27FC236}">
                <a16:creationId xmlns:a16="http://schemas.microsoft.com/office/drawing/2014/main" id="{44AD2148-C7CB-909B-F3BC-9ECC0EBE9A12}"/>
              </a:ext>
            </a:extLst>
          </p:cNvPr>
          <p:cNvSpPr/>
          <p:nvPr/>
        </p:nvSpPr>
        <p:spPr>
          <a:xfrm>
            <a:off x="3627462" y="4618691"/>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90</a:t>
            </a:r>
            <a:endParaRPr lang="zh-CN" altLang="en-US" sz="2000" b="1" dirty="0">
              <a:solidFill>
                <a:srgbClr val="002060"/>
              </a:solidFill>
            </a:endParaRPr>
          </a:p>
        </p:txBody>
      </p:sp>
      <p:sp>
        <p:nvSpPr>
          <p:cNvPr id="18" name="椭圆 17">
            <a:extLst>
              <a:ext uri="{FF2B5EF4-FFF2-40B4-BE49-F238E27FC236}">
                <a16:creationId xmlns:a16="http://schemas.microsoft.com/office/drawing/2014/main" id="{42901A55-9F62-01D8-9B92-678145791316}"/>
              </a:ext>
            </a:extLst>
          </p:cNvPr>
          <p:cNvSpPr/>
          <p:nvPr/>
        </p:nvSpPr>
        <p:spPr>
          <a:xfrm>
            <a:off x="3303171" y="5204197"/>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85</a:t>
            </a:r>
            <a:endParaRPr lang="zh-CN" altLang="en-US" sz="2000" b="1" dirty="0">
              <a:solidFill>
                <a:srgbClr val="002060"/>
              </a:solidFill>
            </a:endParaRPr>
          </a:p>
        </p:txBody>
      </p:sp>
      <p:sp>
        <p:nvSpPr>
          <p:cNvPr id="19" name="椭圆 18">
            <a:extLst>
              <a:ext uri="{FF2B5EF4-FFF2-40B4-BE49-F238E27FC236}">
                <a16:creationId xmlns:a16="http://schemas.microsoft.com/office/drawing/2014/main" id="{E5CFE7EE-7A1A-F8C3-5AA3-0437E6B10FEB}"/>
              </a:ext>
            </a:extLst>
          </p:cNvPr>
          <p:cNvSpPr/>
          <p:nvPr/>
        </p:nvSpPr>
        <p:spPr>
          <a:xfrm>
            <a:off x="3470944" y="5813366"/>
            <a:ext cx="405589"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88</a:t>
            </a:r>
            <a:endParaRPr lang="zh-CN" altLang="en-US" sz="2000" b="1" dirty="0">
              <a:solidFill>
                <a:srgbClr val="002060"/>
              </a:solidFill>
            </a:endParaRPr>
          </a:p>
        </p:txBody>
      </p:sp>
      <p:cxnSp>
        <p:nvCxnSpPr>
          <p:cNvPr id="20" name="直接连接符 19">
            <a:extLst>
              <a:ext uri="{FF2B5EF4-FFF2-40B4-BE49-F238E27FC236}">
                <a16:creationId xmlns:a16="http://schemas.microsoft.com/office/drawing/2014/main" id="{5276025A-F8C4-BC12-9C7F-3B72E0F0E183}"/>
              </a:ext>
            </a:extLst>
          </p:cNvPr>
          <p:cNvCxnSpPr>
            <a:stCxn id="10" idx="3"/>
            <a:endCxn id="11" idx="7"/>
          </p:cNvCxnSpPr>
          <p:nvPr/>
        </p:nvCxnSpPr>
        <p:spPr>
          <a:xfrm flipH="1">
            <a:off x="1428327" y="3999203"/>
            <a:ext cx="751503" cy="18619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C8297D8-3B68-63E0-DB73-4916BF866D8E}"/>
              </a:ext>
            </a:extLst>
          </p:cNvPr>
          <p:cNvCxnSpPr>
            <a:cxnSpLocks/>
            <a:stCxn id="11" idx="3"/>
            <a:endCxn id="12" idx="7"/>
          </p:cNvCxnSpPr>
          <p:nvPr/>
        </p:nvCxnSpPr>
        <p:spPr>
          <a:xfrm flipH="1">
            <a:off x="774761" y="4439954"/>
            <a:ext cx="368460" cy="2314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0B8A068-C18F-33A4-030D-FDC49FE24847}"/>
              </a:ext>
            </a:extLst>
          </p:cNvPr>
          <p:cNvCxnSpPr>
            <a:cxnSpLocks/>
            <a:stCxn id="13" idx="1"/>
            <a:endCxn id="11" idx="5"/>
          </p:cNvCxnSpPr>
          <p:nvPr/>
        </p:nvCxnSpPr>
        <p:spPr>
          <a:xfrm flipH="1" flipV="1">
            <a:off x="1428327" y="4439954"/>
            <a:ext cx="431611" cy="2314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44CAC02-7CFF-BEFE-80F4-89A3D71FE590}"/>
              </a:ext>
            </a:extLst>
          </p:cNvPr>
          <p:cNvCxnSpPr>
            <a:cxnSpLocks/>
            <a:stCxn id="10" idx="5"/>
            <a:endCxn id="16" idx="1"/>
          </p:cNvCxnSpPr>
          <p:nvPr/>
        </p:nvCxnSpPr>
        <p:spPr>
          <a:xfrm>
            <a:off x="2464936" y="3999203"/>
            <a:ext cx="610185" cy="18619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C4F7B637-547D-A19F-B696-026299A51C53}"/>
              </a:ext>
            </a:extLst>
          </p:cNvPr>
          <p:cNvGrpSpPr/>
          <p:nvPr/>
        </p:nvGrpSpPr>
        <p:grpSpPr>
          <a:xfrm>
            <a:off x="1972972" y="3236950"/>
            <a:ext cx="271991" cy="462444"/>
            <a:chOff x="8340989" y="543313"/>
            <a:chExt cx="284748" cy="374524"/>
          </a:xfrm>
        </p:grpSpPr>
        <p:sp>
          <p:nvSpPr>
            <p:cNvPr id="25" name="文本框 24">
              <a:extLst>
                <a:ext uri="{FF2B5EF4-FFF2-40B4-BE49-F238E27FC236}">
                  <a16:creationId xmlns:a16="http://schemas.microsoft.com/office/drawing/2014/main" id="{37E0FD3D-CF30-2243-4455-62BF35768690}"/>
                </a:ext>
              </a:extLst>
            </p:cNvPr>
            <p:cNvSpPr txBox="1"/>
            <p:nvPr/>
          </p:nvSpPr>
          <p:spPr>
            <a:xfrm>
              <a:off x="8340989" y="543313"/>
              <a:ext cx="171522" cy="307777"/>
            </a:xfrm>
            <a:prstGeom prst="rect">
              <a:avLst/>
            </a:prstGeom>
            <a:noFill/>
          </p:spPr>
          <p:txBody>
            <a:bodyPr wrap="none" lIns="0" tIns="0" rIns="0" bIns="0" rtlCol="0">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T</a:t>
              </a:r>
              <a:endParaRPr lang="zh-CN" altLang="en-US" sz="2000" b="1" dirty="0">
                <a:solidFill>
                  <a:srgbClr val="002060"/>
                </a:solidFill>
                <a:latin typeface="Times New Roman" panose="02020603050405020304" pitchFamily="18" charset="0"/>
                <a:cs typeface="Times New Roman" panose="02020603050405020304" pitchFamily="18" charset="0"/>
              </a:endParaRPr>
            </a:p>
          </p:txBody>
        </p:sp>
        <p:cxnSp>
          <p:nvCxnSpPr>
            <p:cNvPr id="26" name="直接箭头连接符 25">
              <a:extLst>
                <a:ext uri="{FF2B5EF4-FFF2-40B4-BE49-F238E27FC236}">
                  <a16:creationId xmlns:a16="http://schemas.microsoft.com/office/drawing/2014/main" id="{4359031E-4D5A-7886-CB43-D62C20E2433D}"/>
                </a:ext>
              </a:extLst>
            </p:cNvPr>
            <p:cNvCxnSpPr/>
            <p:nvPr/>
          </p:nvCxnSpPr>
          <p:spPr>
            <a:xfrm>
              <a:off x="8503622" y="720297"/>
              <a:ext cx="122115" cy="197540"/>
            </a:xfrm>
            <a:prstGeom prst="straightConnector1">
              <a:avLst/>
            </a:prstGeom>
            <a:ln w="19050">
              <a:solidFill>
                <a:srgbClr val="00206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7" name="文本框 26">
            <a:extLst>
              <a:ext uri="{FF2B5EF4-FFF2-40B4-BE49-F238E27FC236}">
                <a16:creationId xmlns:a16="http://schemas.microsoft.com/office/drawing/2014/main" id="{C5617180-0D45-B479-99C6-0196722FA67C}"/>
              </a:ext>
            </a:extLst>
          </p:cNvPr>
          <p:cNvSpPr txBox="1"/>
          <p:nvPr/>
        </p:nvSpPr>
        <p:spPr>
          <a:xfrm>
            <a:off x="3372573" y="5560385"/>
            <a:ext cx="200360" cy="316238"/>
          </a:xfrm>
          <a:prstGeom prst="rect">
            <a:avLst/>
          </a:prstGeom>
          <a:noFill/>
        </p:spPr>
        <p:txBody>
          <a:bodyPr wrap="square" lIns="0" tIns="0" rIns="0" bIns="0"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T</a:t>
            </a:r>
            <a:endParaRPr lang="zh-CN" altLang="en-US" sz="2000" b="1" dirty="0">
              <a:solidFill>
                <a:srgbClr val="C00000"/>
              </a:solidFill>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5B9524A0-E18F-66EC-AF7F-796B39678FD1}"/>
              </a:ext>
            </a:extLst>
          </p:cNvPr>
          <p:cNvSpPr txBox="1"/>
          <p:nvPr/>
        </p:nvSpPr>
        <p:spPr>
          <a:xfrm>
            <a:off x="3648434" y="5437882"/>
            <a:ext cx="716888" cy="307777"/>
          </a:xfrm>
          <a:prstGeom prst="rect">
            <a:avLst/>
          </a:prstGeom>
          <a:noFill/>
        </p:spPr>
        <p:txBody>
          <a:bodyPr wrap="square" lIns="0" tIns="0" rIns="0" bIns="0" rtlCol="0">
            <a:spAutoFit/>
          </a:bodyPr>
          <a:lstStyle/>
          <a:p>
            <a:r>
              <a:rPr lang="en-US" altLang="zh-CN" sz="2000" b="1" dirty="0" err="1">
                <a:solidFill>
                  <a:srgbClr val="041ABC"/>
                </a:solidFill>
                <a:latin typeface="Times New Roman" panose="02020603050405020304" pitchFamily="18" charset="0"/>
                <a:cs typeface="Times New Roman" panose="02020603050405020304" pitchFamily="18" charset="0"/>
              </a:rPr>
              <a:t>nodeP</a:t>
            </a:r>
            <a:endParaRPr lang="zh-CN" altLang="en-US" sz="2000" b="1" dirty="0">
              <a:solidFill>
                <a:srgbClr val="041ABC"/>
              </a:solidFill>
              <a:latin typeface="Times New Roman" panose="02020603050405020304" pitchFamily="18" charset="0"/>
              <a:cs typeface="Times New Roman" panose="02020603050405020304" pitchFamily="18" charset="0"/>
            </a:endParaRPr>
          </a:p>
        </p:txBody>
      </p:sp>
      <p:cxnSp>
        <p:nvCxnSpPr>
          <p:cNvPr id="29" name="直接箭头连接符 28">
            <a:extLst>
              <a:ext uri="{FF2B5EF4-FFF2-40B4-BE49-F238E27FC236}">
                <a16:creationId xmlns:a16="http://schemas.microsoft.com/office/drawing/2014/main" id="{7BF66ACA-813C-6283-D533-27D4B76A3C87}"/>
              </a:ext>
            </a:extLst>
          </p:cNvPr>
          <p:cNvCxnSpPr>
            <a:cxnSpLocks/>
            <a:endCxn id="19" idx="0"/>
          </p:cNvCxnSpPr>
          <p:nvPr/>
        </p:nvCxnSpPr>
        <p:spPr>
          <a:xfrm>
            <a:off x="3563586" y="5555373"/>
            <a:ext cx="110153" cy="25799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CACEF49D-DE12-9829-2532-54762914CC5F}"/>
              </a:ext>
            </a:extLst>
          </p:cNvPr>
          <p:cNvSpPr txBox="1"/>
          <p:nvPr/>
        </p:nvSpPr>
        <p:spPr>
          <a:xfrm>
            <a:off x="2598777" y="2600482"/>
            <a:ext cx="1935685" cy="369332"/>
          </a:xfrm>
          <a:prstGeom prst="rect">
            <a:avLst/>
          </a:prstGeom>
          <a:noFill/>
        </p:spPr>
        <p:txBody>
          <a:bodyPr wrap="square">
            <a:spAutoFit/>
          </a:bodyPr>
          <a:lstStyle/>
          <a:p>
            <a:r>
              <a:rPr lang="en-US" altLang="zh-CN" b="1" dirty="0">
                <a:solidFill>
                  <a:srgbClr val="8B32A0"/>
                </a:solidFill>
                <a:ea typeface="楷体_GB2312" pitchFamily="49" charset="-122"/>
              </a:rPr>
              <a:t>80</a:t>
            </a:r>
            <a:r>
              <a:rPr lang="zh-CN" altLang="en-US" dirty="0">
                <a:solidFill>
                  <a:srgbClr val="8B32A0"/>
                </a:solidFill>
                <a:ea typeface="楷体_GB2312" pitchFamily="49" charset="-122"/>
              </a:rPr>
              <a:t>（左子树为空）</a:t>
            </a:r>
            <a:endParaRPr lang="en-US" altLang="zh-CN" dirty="0">
              <a:solidFill>
                <a:srgbClr val="8B32A0"/>
              </a:solidFill>
              <a:ea typeface="楷体_GB2312" pitchFamily="49" charset="-122"/>
            </a:endParaRPr>
          </a:p>
        </p:txBody>
      </p:sp>
      <p:sp>
        <p:nvSpPr>
          <p:cNvPr id="34" name="文本框 33">
            <a:extLst>
              <a:ext uri="{FF2B5EF4-FFF2-40B4-BE49-F238E27FC236}">
                <a16:creationId xmlns:a16="http://schemas.microsoft.com/office/drawing/2014/main" id="{CD26D635-6FEB-DC38-6892-0490D04487D4}"/>
              </a:ext>
            </a:extLst>
          </p:cNvPr>
          <p:cNvSpPr txBox="1"/>
          <p:nvPr/>
        </p:nvSpPr>
        <p:spPr>
          <a:xfrm>
            <a:off x="2612694" y="3777034"/>
            <a:ext cx="171522" cy="307777"/>
          </a:xfrm>
          <a:prstGeom prst="rect">
            <a:avLst/>
          </a:prstGeom>
          <a:noFill/>
        </p:spPr>
        <p:txBody>
          <a:bodyPr wrap="none" lIns="0" tIns="0" rIns="0" bIns="0"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T</a:t>
            </a:r>
            <a:endParaRPr lang="zh-CN" altLang="en-US" sz="2000" b="1" dirty="0">
              <a:solidFill>
                <a:srgbClr val="C00000"/>
              </a:solidFill>
              <a:latin typeface="Times New Roman" panose="02020603050405020304" pitchFamily="18" charset="0"/>
              <a:cs typeface="Times New Roman" panose="02020603050405020304" pitchFamily="18" charset="0"/>
            </a:endParaRPr>
          </a:p>
        </p:txBody>
      </p:sp>
      <p:cxnSp>
        <p:nvCxnSpPr>
          <p:cNvPr id="35" name="直接箭头连接符 34">
            <a:extLst>
              <a:ext uri="{FF2B5EF4-FFF2-40B4-BE49-F238E27FC236}">
                <a16:creationId xmlns:a16="http://schemas.microsoft.com/office/drawing/2014/main" id="{345FFAB2-EFF3-F848-E406-43CEC708E53B}"/>
              </a:ext>
            </a:extLst>
          </p:cNvPr>
          <p:cNvCxnSpPr>
            <a:cxnSpLocks/>
            <a:stCxn id="10" idx="5"/>
            <a:endCxn id="16" idx="1"/>
          </p:cNvCxnSpPr>
          <p:nvPr/>
        </p:nvCxnSpPr>
        <p:spPr>
          <a:xfrm>
            <a:off x="2464936" y="3999203"/>
            <a:ext cx="610185" cy="18619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0B1CA3C0-CD96-55C1-DDCF-3196CD0B4A39}"/>
              </a:ext>
            </a:extLst>
          </p:cNvPr>
          <p:cNvSpPr txBox="1"/>
          <p:nvPr/>
        </p:nvSpPr>
        <p:spPr>
          <a:xfrm>
            <a:off x="2846584" y="3787396"/>
            <a:ext cx="812760" cy="307777"/>
          </a:xfrm>
          <a:prstGeom prst="rect">
            <a:avLst/>
          </a:prstGeom>
          <a:noFill/>
        </p:spPr>
        <p:txBody>
          <a:bodyPr wrap="square" lIns="0" tIns="0" rIns="0" bIns="0" rtlCol="0">
            <a:spAutoFit/>
          </a:bodyPr>
          <a:lstStyle/>
          <a:p>
            <a:r>
              <a:rPr lang="en-US" altLang="zh-CN" sz="2000" b="1" dirty="0">
                <a:solidFill>
                  <a:srgbClr val="041ABC"/>
                </a:solidFill>
                <a:latin typeface="Times New Roman" panose="02020603050405020304" pitchFamily="18" charset="0"/>
                <a:cs typeface="Times New Roman" panose="02020603050405020304" pitchFamily="18" charset="0"/>
              </a:rPr>
              <a:t>nodeP</a:t>
            </a:r>
            <a:endParaRPr lang="zh-CN" altLang="en-US" sz="2000" b="1" dirty="0">
              <a:solidFill>
                <a:srgbClr val="041ABC"/>
              </a:solidFill>
              <a:latin typeface="Times New Roman" panose="02020603050405020304" pitchFamily="18" charset="0"/>
              <a:cs typeface="Times New Roman" panose="02020603050405020304" pitchFamily="18" charset="0"/>
            </a:endParaRPr>
          </a:p>
        </p:txBody>
      </p:sp>
      <p:cxnSp>
        <p:nvCxnSpPr>
          <p:cNvPr id="40" name="直接连接符 39">
            <a:extLst>
              <a:ext uri="{FF2B5EF4-FFF2-40B4-BE49-F238E27FC236}">
                <a16:creationId xmlns:a16="http://schemas.microsoft.com/office/drawing/2014/main" id="{1FD35324-DBB6-D2D2-F2D0-634340D5883B}"/>
              </a:ext>
            </a:extLst>
          </p:cNvPr>
          <p:cNvCxnSpPr>
            <a:cxnSpLocks/>
            <a:stCxn id="17" idx="1"/>
            <a:endCxn id="10" idx="5"/>
          </p:cNvCxnSpPr>
          <p:nvPr/>
        </p:nvCxnSpPr>
        <p:spPr>
          <a:xfrm flipH="1" flipV="1">
            <a:off x="2464936" y="3999203"/>
            <a:ext cx="1221573" cy="6722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242FC11A-1175-3A2D-2D35-5E244C7E9570}"/>
              </a:ext>
            </a:extLst>
          </p:cNvPr>
          <p:cNvSpPr txBox="1"/>
          <p:nvPr/>
        </p:nvSpPr>
        <p:spPr>
          <a:xfrm>
            <a:off x="4611553" y="964126"/>
            <a:ext cx="7450941" cy="5664884"/>
          </a:xfrm>
          <a:prstGeom prst="rect">
            <a:avLst/>
          </a:prstGeom>
          <a:solidFill>
            <a:srgbClr val="FFFAEB"/>
          </a:solidFill>
          <a:ln>
            <a:solidFill>
              <a:srgbClr val="041ABC"/>
            </a:solidFill>
          </a:ln>
        </p:spPr>
        <p:txBody>
          <a:bodyPr wrap="square">
            <a:spAutoFit/>
          </a:bodyPr>
          <a:lstStyle/>
          <a:p>
            <a:pPr marR="57785">
              <a:lnSpc>
                <a:spcPct val="115000"/>
              </a:lnSpc>
            </a:pP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BiTree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DeleteDST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BiTree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ElemType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e)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rgbClr val="C00000"/>
                </a:solidFill>
                <a:latin typeface="Calibri" panose="020F0502020204030204" pitchFamily="34" charset="0"/>
                <a:ea typeface="黑体" panose="02010609060101010101" pitchFamily="49" charset="-122"/>
                <a:cs typeface="Calibri" panose="020F0502020204030204" pitchFamily="34" charset="0"/>
              </a:rPr>
              <a:t>算法</a:t>
            </a:r>
            <a:r>
              <a:rPr lang="en-US" altLang="zh-CN" sz="1600" dirty="0">
                <a:solidFill>
                  <a:srgbClr val="C00000"/>
                </a:solidFill>
                <a:latin typeface="Calibri" panose="020F0502020204030204" pitchFamily="34" charset="0"/>
                <a:ea typeface="Calibri" panose="020F0502020204030204" pitchFamily="34" charset="0"/>
                <a:cs typeface="Calibri" panose="020F0502020204030204" pitchFamily="34" charset="0"/>
              </a:rPr>
              <a:t>9.8 </a:t>
            </a:r>
            <a:r>
              <a:rPr lang="zh-CN" altLang="zh-CN" sz="1600" dirty="0">
                <a:solidFill>
                  <a:schemeClr val="accent6">
                    <a:lumMod val="75000"/>
                  </a:schemeClr>
                </a:solidFill>
                <a:effectLst/>
                <a:latin typeface="Calibri" panose="020F0502020204030204" pitchFamily="34" charset="0"/>
                <a:ea typeface="宋体" panose="02010600030101010101" pitchFamily="2" charset="-122"/>
                <a:cs typeface="Calibri" panose="020F0502020204030204" pitchFamily="34" charset="0"/>
              </a:rPr>
              <a:t>在</a:t>
            </a:r>
            <a:r>
              <a:rPr lang="en-US" altLang="zh-CN" sz="1600"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T</a:t>
            </a:r>
            <a:r>
              <a:rPr lang="zh-CN" altLang="zh-CN" sz="1600" dirty="0">
                <a:solidFill>
                  <a:schemeClr val="accent6">
                    <a:lumMod val="75000"/>
                  </a:schemeClr>
                </a:solidFill>
                <a:effectLst/>
                <a:latin typeface="Calibri" panose="020F0502020204030204" pitchFamily="34" charset="0"/>
                <a:ea typeface="宋体" panose="02010600030101010101" pitchFamily="2" charset="-122"/>
                <a:cs typeface="Calibri" panose="020F0502020204030204" pitchFamily="34" charset="0"/>
              </a:rPr>
              <a:t>中删除元素</a:t>
            </a:r>
            <a:r>
              <a:rPr lang="en-US" altLang="zh-CN" sz="1600"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effectLst/>
                <a:latin typeface="Calibri" panose="020F0502020204030204" pitchFamily="34" charset="0"/>
                <a:ea typeface="宋体" panose="02010600030101010101" pitchFamily="2" charset="-122"/>
                <a:cs typeface="Calibri" panose="020F0502020204030204" pitchFamily="34" charset="0"/>
              </a:rPr>
              <a:t>并返回树根指针</a:t>
            </a: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BiTNode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*f;</a:t>
            </a:r>
            <a:endParaRPr lang="zh-CN" altLang="zh-CN" sz="1600" dirty="0">
              <a:solidFill>
                <a:srgbClr val="000000"/>
              </a:solidFill>
              <a:effectLst/>
              <a:latin typeface="Calibri" panose="020F0502020204030204" pitchFamily="34" charset="0"/>
              <a:ea typeface="宋体" panose="02010600030101010101" pitchFamily="2" charset="-122"/>
              <a:cs typeface="Calibri" panose="020F0502020204030204" pitchFamily="34" charset="0"/>
            </a:endParaRP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 == NULL)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return</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NULL;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找不到</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，则返回</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NULL</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(LT(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-&gt;data)) 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DeleteDST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e);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若</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小则对左子树递归</a:t>
            </a:r>
          </a:p>
          <a:p>
            <a:pPr marR="57785">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else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-&gt;data)) 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DeleteDST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e);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大则对右子树递归</a:t>
            </a: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else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到此，找到了</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，分两种情形删除</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&amp;&amp;</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若</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a:t>
            </a:r>
            <a:r>
              <a:rPr lang="zh-CN" altLang="zh-CN" sz="1600" dirty="0">
                <a:solidFill>
                  <a:schemeClr val="accent6">
                    <a:lumMod val="75000"/>
                  </a:schemeClr>
                </a:solidFill>
                <a:latin typeface="Calibri" panose="020F0502020204030204" pitchFamily="34" charset="0"/>
                <a:cs typeface="Calibri" panose="020F0502020204030204" pitchFamily="34" charset="0"/>
              </a:rPr>
              <a:t>节点的左右孩子齐全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3</a:t>
            </a:r>
            <a:r>
              <a:rPr lang="zh-CN" altLang="zh-CN" sz="1600" dirty="0">
                <a:solidFill>
                  <a:schemeClr val="accent6">
                    <a:lumMod val="75000"/>
                  </a:schemeClr>
                </a:solidFill>
                <a:latin typeface="Calibri" panose="020F0502020204030204" pitchFamily="34" charset="0"/>
                <a:cs typeface="Calibri" panose="020F0502020204030204" pitchFamily="34" charset="0"/>
              </a:rPr>
              <a:t>）</a:t>
            </a: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f = T;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FindMin</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&amp;f);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找右子树的最小元素顶替</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（做法二）</a:t>
            </a:r>
          </a:p>
          <a:p>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if (f-&gt;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f-&gt;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是</a:t>
            </a:r>
            <a:r>
              <a:rPr lang="en-US" altLang="zh-CN" sz="1600" dirty="0">
                <a:solidFill>
                  <a:schemeClr val="accent6">
                    <a:lumMod val="75000"/>
                  </a:schemeClr>
                </a:solidFill>
                <a:latin typeface="Calibri" panose="020F0502020204030204" pitchFamily="34" charset="0"/>
                <a:cs typeface="Calibri" panose="020F0502020204030204" pitchFamily="34" charset="0"/>
              </a:rPr>
              <a:t>f</a:t>
            </a:r>
            <a:r>
              <a:rPr lang="zh-CN" altLang="zh-CN" sz="1600" dirty="0">
                <a:solidFill>
                  <a:schemeClr val="accent6">
                    <a:lumMod val="75000"/>
                  </a:schemeClr>
                </a:solidFill>
                <a:latin typeface="Calibri" panose="020F0502020204030204" pitchFamily="34" charset="0"/>
                <a:cs typeface="Calibri" panose="020F0502020204030204" pitchFamily="34" charset="0"/>
              </a:rPr>
              <a:t>节点的左孩子</a:t>
            </a:r>
          </a:p>
          <a:p>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else f-&gt;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否则是右孩子</a:t>
            </a:r>
            <a:endParaRPr lang="en-US"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T-&gt;data =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-&gt;data;    free(</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最小元素顶替被删元素且实际删除</a:t>
            </a:r>
          </a:p>
          <a:p>
            <a:pPr marR="57785" eaLnBrk="1">
              <a:lnSpc>
                <a:spcPct val="115000"/>
              </a:lnSpc>
              <a:buNone/>
            </a:pP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else {</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否则，只有</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1</a:t>
            </a:r>
            <a:r>
              <a:rPr lang="zh-CN" altLang="zh-CN" sz="1600" dirty="0">
                <a:solidFill>
                  <a:schemeClr val="accent6">
                    <a:lumMod val="75000"/>
                  </a:schemeClr>
                </a:solidFill>
                <a:latin typeface="Calibri" panose="020F0502020204030204" pitchFamily="34" charset="0"/>
                <a:cs typeface="Calibri" panose="020F0502020204030204" pitchFamily="34" charset="0"/>
              </a:rPr>
              <a:t>个或</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0</a:t>
            </a:r>
            <a:r>
              <a:rPr lang="zh-CN" altLang="zh-CN" sz="1600" dirty="0">
                <a:solidFill>
                  <a:schemeClr val="accent6">
                    <a:lumMod val="75000"/>
                  </a:schemeClr>
                </a:solidFill>
                <a:latin typeface="Calibri" panose="020F0502020204030204" pitchFamily="34" charset="0"/>
                <a:cs typeface="Calibri" panose="020F0502020204030204" pitchFamily="34" charset="0"/>
              </a:rPr>
              <a:t>个孩子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1</a:t>
            </a:r>
            <a:r>
              <a:rPr lang="zh-CN" altLang="zh-CN" sz="1600" dirty="0">
                <a:solidFill>
                  <a:schemeClr val="accent6">
                    <a:lumMod val="75000"/>
                  </a:schemeClr>
                </a:solidFill>
                <a:latin typeface="Calibri" panose="020F0502020204030204" pitchFamily="34" charset="0"/>
                <a:cs typeface="Calibri" panose="020F0502020204030204" pitchFamily="34" charset="0"/>
              </a:rPr>
              <a:t>）和（</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2</a:t>
            </a:r>
            <a:r>
              <a:rPr lang="zh-CN" altLang="zh-CN" sz="1600" dirty="0">
                <a:solidFill>
                  <a:schemeClr val="accent6">
                    <a:lumMod val="75000"/>
                  </a:schemeClr>
                </a:solidFill>
                <a:latin typeface="Calibri" panose="020F0502020204030204" pitchFamily="34" charset="0"/>
                <a:cs typeface="Calibri" panose="020F0502020204030204" pitchFamily="34" charset="0"/>
              </a:rPr>
              <a:t>）</a:t>
            </a: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T;</a:t>
            </a:r>
            <a:endParaRPr lang="zh-CN" altLang="zh-CN" sz="1600" dirty="0">
              <a:solidFill>
                <a:srgbClr val="000000"/>
              </a:solidFill>
              <a:effectLst/>
              <a:latin typeface="Calibri" panose="020F0502020204030204" pitchFamily="34" charset="0"/>
              <a:ea typeface="宋体" panose="02010600030101010101" pitchFamily="2" charset="-122"/>
              <a:cs typeface="Calibri" panose="020F0502020204030204" pitchFamily="34" charset="0"/>
            </a:endParaRP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NULL) T = 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无左孩子则选右子树</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zh-CN" altLang="zh-CN" sz="1600" dirty="0">
                <a:solidFill>
                  <a:schemeClr val="accent6">
                    <a:lumMod val="75000"/>
                  </a:schemeClr>
                </a:solidFill>
                <a:latin typeface="Calibri" panose="020F0502020204030204" pitchFamily="34" charset="0"/>
                <a:cs typeface="Calibri" panose="020F0502020204030204" pitchFamily="34" charset="0"/>
              </a:rPr>
              <a:t>也处理了</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0</a:t>
            </a:r>
            <a:r>
              <a:rPr lang="zh-CN" altLang="zh-CN" sz="1600" dirty="0">
                <a:solidFill>
                  <a:schemeClr val="accent6">
                    <a:lumMod val="75000"/>
                  </a:schemeClr>
                </a:solidFill>
                <a:latin typeface="Calibri" panose="020F0502020204030204" pitchFamily="34" charset="0"/>
                <a:cs typeface="Calibri" panose="020F0502020204030204" pitchFamily="34" charset="0"/>
              </a:rPr>
              <a:t>个孩子</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else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NULL)  T = T-&gt;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否则选左子树</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zh-CN" altLang="zh-CN" sz="1600" dirty="0">
                <a:solidFill>
                  <a:schemeClr val="accent6">
                    <a:lumMod val="75000"/>
                  </a:schemeClr>
                </a:solidFill>
                <a:latin typeface="Calibri" panose="020F0502020204030204" pitchFamily="34" charset="0"/>
                <a:cs typeface="Calibri" panose="020F0502020204030204" pitchFamily="34" charset="0"/>
              </a:rPr>
              <a:t>返回接为子树</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free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释放实际被删节点</a:t>
            </a: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zh-CN" altLang="zh-CN" sz="1600" dirty="0">
              <a:solidFill>
                <a:srgbClr val="000000"/>
              </a:solidFill>
              <a:effectLst/>
              <a:latin typeface="Calibri" panose="020F0502020204030204" pitchFamily="34" charset="0"/>
              <a:ea typeface="宋体" panose="02010600030101010101" pitchFamily="2" charset="-122"/>
              <a:cs typeface="Calibri" panose="020F0502020204030204" pitchFamily="34" charset="0"/>
            </a:endParaRPr>
          </a:p>
          <a:p>
            <a:pPr marR="57785" eaLnBrk="1">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zh-CN" altLang="zh-CN" sz="1600" dirty="0">
              <a:solidFill>
                <a:srgbClr val="000000"/>
              </a:solidFill>
              <a:effectLst/>
              <a:latin typeface="Calibri" panose="020F0502020204030204" pitchFamily="34" charset="0"/>
              <a:ea typeface="宋体" panose="02010600030101010101" pitchFamily="2" charset="-122"/>
              <a:cs typeface="Calibri" panose="020F0502020204030204" pitchFamily="34" charset="0"/>
            </a:endParaRPr>
          </a:p>
          <a:p>
            <a:pPr marR="57785">
              <a:lnSpc>
                <a:spcPct val="115000"/>
              </a:lnSpc>
              <a:buNone/>
            </a:pP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return</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返回</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a:t>
            </a:r>
            <a:r>
              <a:rPr lang="zh-CN" altLang="zh-CN" sz="1600" dirty="0">
                <a:solidFill>
                  <a:schemeClr val="accent6">
                    <a:lumMod val="75000"/>
                  </a:schemeClr>
                </a:solidFill>
                <a:latin typeface="Calibri" panose="020F0502020204030204" pitchFamily="34" charset="0"/>
                <a:cs typeface="Calibri" panose="020F0502020204030204" pitchFamily="34" charset="0"/>
              </a:rPr>
              <a:t>（</a:t>
            </a:r>
            <a:r>
              <a:rPr lang="zh-CN" altLang="en-US" sz="1600" dirty="0">
                <a:solidFill>
                  <a:schemeClr val="accent6">
                    <a:lumMod val="75000"/>
                  </a:schemeClr>
                </a:solidFill>
                <a:latin typeface="Calibri" panose="020F0502020204030204" pitchFamily="34" charset="0"/>
                <a:cs typeface="Calibri" panose="020F0502020204030204" pitchFamily="34" charset="0"/>
              </a:rPr>
              <a:t>可能</a:t>
            </a:r>
            <a:r>
              <a:rPr lang="zh-CN" altLang="zh-CN" sz="1600" dirty="0">
                <a:solidFill>
                  <a:schemeClr val="accent6">
                    <a:lumMod val="75000"/>
                  </a:schemeClr>
                </a:solidFill>
                <a:latin typeface="Calibri" panose="020F0502020204030204" pitchFamily="34" charset="0"/>
                <a:cs typeface="Calibri" panose="020F0502020204030204" pitchFamily="34" charset="0"/>
              </a:rPr>
              <a:t>被改变了）</a:t>
            </a:r>
          </a:p>
          <a:p>
            <a:pPr marR="57785" eaLnBrk="1">
              <a:lnSpc>
                <a:spcPct val="115000"/>
              </a:lnSpc>
              <a:buNone/>
            </a:pP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zh-CN" altLang="zh-CN" sz="1600" dirty="0">
              <a:solidFill>
                <a:srgbClr val="000000"/>
              </a:solidFill>
              <a:effectLst/>
              <a:latin typeface="Calibri" panose="020F0502020204030204" pitchFamily="34" charset="0"/>
              <a:ea typeface="宋体" panose="02010600030101010101" pitchFamily="2" charset="-122"/>
              <a:cs typeface="Calibri" panose="020F0502020204030204" pitchFamily="34" charset="0"/>
            </a:endParaRPr>
          </a:p>
        </p:txBody>
      </p:sp>
      <p:sp>
        <p:nvSpPr>
          <p:cNvPr id="45" name="文本框 44">
            <a:extLst>
              <a:ext uri="{FF2B5EF4-FFF2-40B4-BE49-F238E27FC236}">
                <a16:creationId xmlns:a16="http://schemas.microsoft.com/office/drawing/2014/main" id="{B27F059D-E799-5EEF-29C9-80687A6F5D9A}"/>
              </a:ext>
            </a:extLst>
          </p:cNvPr>
          <p:cNvSpPr txBox="1"/>
          <p:nvPr/>
        </p:nvSpPr>
        <p:spPr>
          <a:xfrm>
            <a:off x="415583" y="1016383"/>
            <a:ext cx="3221658" cy="811184"/>
          </a:xfrm>
          <a:prstGeom prst="rect">
            <a:avLst/>
          </a:prstGeom>
          <a:noFill/>
        </p:spPr>
        <p:txBody>
          <a:bodyPr wrap="square">
            <a:spAutoFit/>
          </a:bodyPr>
          <a:lstStyle/>
          <a:p>
            <a:pPr algn="just">
              <a:lnSpc>
                <a:spcPct val="120000"/>
              </a:lnSpc>
            </a:pPr>
            <a:r>
              <a:rPr lang="zh-CN" altLang="en-US"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对前面观察的三种情形，</a:t>
            </a:r>
            <a:endParaRPr lang="en-US" altLang="zh-CN"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a:p>
            <a:pPr algn="just">
              <a:lnSpc>
                <a:spcPct val="120000"/>
              </a:lnSpc>
            </a:pPr>
            <a:r>
              <a:rPr lang="zh-CN" altLang="en-US"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分别进行</a:t>
            </a:r>
            <a:r>
              <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算法9.</a:t>
            </a: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8</a:t>
            </a:r>
            <a:r>
              <a:rPr lang="zh-CN" altLang="en-US"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示例演示。</a:t>
            </a:r>
            <a:endParaRPr lang="en-US" altLang="zh-CN"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p:txBody>
      </p:sp>
      <p:cxnSp>
        <p:nvCxnSpPr>
          <p:cNvPr id="47" name="直接连接符 46">
            <a:extLst>
              <a:ext uri="{FF2B5EF4-FFF2-40B4-BE49-F238E27FC236}">
                <a16:creationId xmlns:a16="http://schemas.microsoft.com/office/drawing/2014/main" id="{C6C45EC9-B3D5-1B42-EA2D-D7C92536C8F4}"/>
              </a:ext>
            </a:extLst>
          </p:cNvPr>
          <p:cNvCxnSpPr>
            <a:cxnSpLocks/>
          </p:cNvCxnSpPr>
          <p:nvPr/>
        </p:nvCxnSpPr>
        <p:spPr>
          <a:xfrm>
            <a:off x="4792502" y="1817308"/>
            <a:ext cx="1190846"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1" name="矩形 40">
            <a:extLst>
              <a:ext uri="{FF2B5EF4-FFF2-40B4-BE49-F238E27FC236}">
                <a16:creationId xmlns:a16="http://schemas.microsoft.com/office/drawing/2014/main" id="{B0FA233F-DCCD-CF4C-89E7-A87D516B2492}"/>
              </a:ext>
            </a:extLst>
          </p:cNvPr>
          <p:cNvSpPr/>
          <p:nvPr/>
        </p:nvSpPr>
        <p:spPr>
          <a:xfrm>
            <a:off x="4734023" y="1856316"/>
            <a:ext cx="4869711" cy="574157"/>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A49FEE83-2349-DB40-C4F5-38C74E9726EE}"/>
              </a:ext>
            </a:extLst>
          </p:cNvPr>
          <p:cNvCxnSpPr>
            <a:cxnSpLocks/>
          </p:cNvCxnSpPr>
          <p:nvPr/>
        </p:nvCxnSpPr>
        <p:spPr>
          <a:xfrm>
            <a:off x="4944904" y="2969168"/>
            <a:ext cx="2160182"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46" name="直接连接符 45">
            <a:extLst>
              <a:ext uri="{FF2B5EF4-FFF2-40B4-BE49-F238E27FC236}">
                <a16:creationId xmlns:a16="http://schemas.microsoft.com/office/drawing/2014/main" id="{0944CFF5-E96B-97AD-8779-D253EB693816}"/>
              </a:ext>
            </a:extLst>
          </p:cNvPr>
          <p:cNvCxnSpPr>
            <a:cxnSpLocks/>
          </p:cNvCxnSpPr>
          <p:nvPr/>
        </p:nvCxnSpPr>
        <p:spPr>
          <a:xfrm>
            <a:off x="5091987" y="4567595"/>
            <a:ext cx="933891"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49" name="直接连接符 48">
            <a:extLst>
              <a:ext uri="{FF2B5EF4-FFF2-40B4-BE49-F238E27FC236}">
                <a16:creationId xmlns:a16="http://schemas.microsoft.com/office/drawing/2014/main" id="{1C0DC5FE-8D4C-909E-C9F8-2295472CFD78}"/>
              </a:ext>
            </a:extLst>
          </p:cNvPr>
          <p:cNvCxnSpPr>
            <a:cxnSpLocks/>
          </p:cNvCxnSpPr>
          <p:nvPr/>
        </p:nvCxnSpPr>
        <p:spPr>
          <a:xfrm>
            <a:off x="5091987" y="4843754"/>
            <a:ext cx="2911547"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53" name="直接箭头连接符 52">
            <a:extLst>
              <a:ext uri="{FF2B5EF4-FFF2-40B4-BE49-F238E27FC236}">
                <a16:creationId xmlns:a16="http://schemas.microsoft.com/office/drawing/2014/main" id="{432F8D5F-D190-4D8D-741D-C1EC0BEC43E6}"/>
              </a:ext>
            </a:extLst>
          </p:cNvPr>
          <p:cNvCxnSpPr>
            <a:cxnSpLocks/>
          </p:cNvCxnSpPr>
          <p:nvPr/>
        </p:nvCxnSpPr>
        <p:spPr>
          <a:xfrm>
            <a:off x="4069572" y="6280919"/>
            <a:ext cx="110153" cy="25799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BF276A58-18B2-F927-2F69-B48CD1C63405}"/>
              </a:ext>
            </a:extLst>
          </p:cNvPr>
          <p:cNvCxnSpPr>
            <a:cxnSpLocks/>
          </p:cNvCxnSpPr>
          <p:nvPr/>
        </p:nvCxnSpPr>
        <p:spPr>
          <a:xfrm>
            <a:off x="5091987" y="5415602"/>
            <a:ext cx="1173124"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56" name="直接连接符 55">
            <a:extLst>
              <a:ext uri="{FF2B5EF4-FFF2-40B4-BE49-F238E27FC236}">
                <a16:creationId xmlns:a16="http://schemas.microsoft.com/office/drawing/2014/main" id="{C245C518-7BB0-CA59-D575-1351BDDDDA0C}"/>
              </a:ext>
            </a:extLst>
          </p:cNvPr>
          <p:cNvCxnSpPr>
            <a:cxnSpLocks/>
          </p:cNvCxnSpPr>
          <p:nvPr/>
        </p:nvCxnSpPr>
        <p:spPr>
          <a:xfrm>
            <a:off x="4810224" y="6237498"/>
            <a:ext cx="74870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grpSp>
        <p:nvGrpSpPr>
          <p:cNvPr id="61" name="组合 60">
            <a:extLst>
              <a:ext uri="{FF2B5EF4-FFF2-40B4-BE49-F238E27FC236}">
                <a16:creationId xmlns:a16="http://schemas.microsoft.com/office/drawing/2014/main" id="{268FB968-E3E8-69D3-45C8-64D45E7D2B22}"/>
              </a:ext>
            </a:extLst>
          </p:cNvPr>
          <p:cNvGrpSpPr/>
          <p:nvPr/>
        </p:nvGrpSpPr>
        <p:grpSpPr>
          <a:xfrm>
            <a:off x="5184578" y="6226866"/>
            <a:ext cx="1782625" cy="479775"/>
            <a:chOff x="5166095" y="5914065"/>
            <a:chExt cx="1782625" cy="479775"/>
          </a:xfrm>
        </p:grpSpPr>
        <p:sp>
          <p:nvSpPr>
            <p:cNvPr id="58" name="文本框 57">
              <a:extLst>
                <a:ext uri="{FF2B5EF4-FFF2-40B4-BE49-F238E27FC236}">
                  <a16:creationId xmlns:a16="http://schemas.microsoft.com/office/drawing/2014/main" id="{87875833-A0A6-6AC7-4D3C-C6A505762470}"/>
                </a:ext>
              </a:extLst>
            </p:cNvPr>
            <p:cNvSpPr txBox="1"/>
            <p:nvPr/>
          </p:nvSpPr>
          <p:spPr>
            <a:xfrm>
              <a:off x="5369442" y="6024508"/>
              <a:ext cx="1579278" cy="369332"/>
            </a:xfrm>
            <a:prstGeom prst="rect">
              <a:avLst/>
            </a:prstGeom>
            <a:noFill/>
          </p:spPr>
          <p:txBody>
            <a:bodyPr wrap="none" rtlCol="0">
              <a:spAutoFit/>
            </a:bodyPr>
            <a:lstStyle/>
            <a:p>
              <a:r>
                <a:rPr lang="zh-CN" altLang="en-US" b="1" dirty="0">
                  <a:solidFill>
                    <a:srgbClr val="FF0000"/>
                  </a:solidFill>
                </a:rPr>
                <a:t>之后逐层返回</a:t>
              </a:r>
            </a:p>
          </p:txBody>
        </p:sp>
        <p:cxnSp>
          <p:nvCxnSpPr>
            <p:cNvPr id="60" name="直接连接符 59">
              <a:extLst>
                <a:ext uri="{FF2B5EF4-FFF2-40B4-BE49-F238E27FC236}">
                  <a16:creationId xmlns:a16="http://schemas.microsoft.com/office/drawing/2014/main" id="{076DC7E5-B731-0430-AC1D-FFAA9FA66101}"/>
                </a:ext>
              </a:extLst>
            </p:cNvPr>
            <p:cNvCxnSpPr>
              <a:cxnSpLocks/>
            </p:cNvCxnSpPr>
            <p:nvPr/>
          </p:nvCxnSpPr>
          <p:spPr>
            <a:xfrm>
              <a:off x="5166095" y="5914065"/>
              <a:ext cx="532282" cy="194051"/>
            </a:xfrm>
            <a:prstGeom prst="line">
              <a:avLst/>
            </a:prstGeom>
            <a:ln>
              <a:solidFill>
                <a:schemeClr val="accent2"/>
              </a:solidFill>
              <a:prstDash val="dash"/>
            </a:ln>
          </p:spPr>
          <p:style>
            <a:lnRef idx="2">
              <a:schemeClr val="accent1"/>
            </a:lnRef>
            <a:fillRef idx="0">
              <a:schemeClr val="accent1"/>
            </a:fillRef>
            <a:effectRef idx="1">
              <a:schemeClr val="accent1"/>
            </a:effectRef>
            <a:fontRef idx="minor">
              <a:schemeClr val="tx1"/>
            </a:fontRef>
          </p:style>
        </p:cxnSp>
      </p:grpSp>
      <p:sp>
        <p:nvSpPr>
          <p:cNvPr id="62" name="文本框 61">
            <a:extLst>
              <a:ext uri="{FF2B5EF4-FFF2-40B4-BE49-F238E27FC236}">
                <a16:creationId xmlns:a16="http://schemas.microsoft.com/office/drawing/2014/main" id="{5C580E8B-BCB2-1079-5013-1B84E56CFBF2}"/>
              </a:ext>
            </a:extLst>
          </p:cNvPr>
          <p:cNvSpPr txBox="1"/>
          <p:nvPr/>
        </p:nvSpPr>
        <p:spPr>
          <a:xfrm>
            <a:off x="2607291" y="3788078"/>
            <a:ext cx="200360" cy="316238"/>
          </a:xfrm>
          <a:prstGeom prst="rect">
            <a:avLst/>
          </a:prstGeom>
          <a:noFill/>
        </p:spPr>
        <p:txBody>
          <a:bodyPr wrap="square" lIns="0" tIns="0" rIns="0" bIns="0"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T</a:t>
            </a:r>
            <a:endParaRPr lang="zh-CN" altLang="en-US" sz="2000" b="1" dirty="0">
              <a:solidFill>
                <a:srgbClr val="C00000"/>
              </a:solidFill>
              <a:latin typeface="Times New Roman" panose="02020603050405020304" pitchFamily="18" charset="0"/>
              <a:cs typeface="Times New Roman" panose="02020603050405020304" pitchFamily="18" charset="0"/>
            </a:endParaRPr>
          </a:p>
        </p:txBody>
      </p:sp>
      <p:sp>
        <p:nvSpPr>
          <p:cNvPr id="63" name="文本框 62">
            <a:extLst>
              <a:ext uri="{FF2B5EF4-FFF2-40B4-BE49-F238E27FC236}">
                <a16:creationId xmlns:a16="http://schemas.microsoft.com/office/drawing/2014/main" id="{8BBDD361-0F9A-72BE-1953-210BC6527B3E}"/>
              </a:ext>
            </a:extLst>
          </p:cNvPr>
          <p:cNvSpPr txBox="1"/>
          <p:nvPr/>
        </p:nvSpPr>
        <p:spPr>
          <a:xfrm>
            <a:off x="3518482" y="4233167"/>
            <a:ext cx="200360" cy="316238"/>
          </a:xfrm>
          <a:prstGeom prst="rect">
            <a:avLst/>
          </a:prstGeom>
          <a:noFill/>
        </p:spPr>
        <p:txBody>
          <a:bodyPr wrap="square" lIns="0" tIns="0" rIns="0" bIns="0"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T</a:t>
            </a:r>
            <a:endParaRPr lang="zh-CN" altLang="en-US" sz="2000" b="1" dirty="0">
              <a:solidFill>
                <a:srgbClr val="C00000"/>
              </a:solidFill>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EA06BC21-A660-F961-376A-847473C1F3CB}"/>
              </a:ext>
            </a:extLst>
          </p:cNvPr>
          <p:cNvSpPr txBox="1"/>
          <p:nvPr/>
        </p:nvSpPr>
        <p:spPr>
          <a:xfrm>
            <a:off x="3429900" y="4869481"/>
            <a:ext cx="200360" cy="316238"/>
          </a:xfrm>
          <a:prstGeom prst="rect">
            <a:avLst/>
          </a:prstGeom>
          <a:noFill/>
        </p:spPr>
        <p:txBody>
          <a:bodyPr wrap="square" lIns="0" tIns="0" rIns="0" bIns="0"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T</a:t>
            </a:r>
            <a:endParaRPr lang="zh-CN" altLang="en-US" sz="2000" b="1" dirty="0">
              <a:solidFill>
                <a:srgbClr val="C00000"/>
              </a:solidFill>
              <a:latin typeface="Times New Roman" panose="02020603050405020304" pitchFamily="18" charset="0"/>
              <a:cs typeface="Times New Roman" panose="02020603050405020304" pitchFamily="18" charset="0"/>
            </a:endParaRPr>
          </a:p>
        </p:txBody>
      </p:sp>
      <p:grpSp>
        <p:nvGrpSpPr>
          <p:cNvPr id="66" name="组合 65">
            <a:extLst>
              <a:ext uri="{FF2B5EF4-FFF2-40B4-BE49-F238E27FC236}">
                <a16:creationId xmlns:a16="http://schemas.microsoft.com/office/drawing/2014/main" id="{23026666-B7D6-E524-E03E-4BC034F9267A}"/>
              </a:ext>
            </a:extLst>
          </p:cNvPr>
          <p:cNvGrpSpPr/>
          <p:nvPr/>
        </p:nvGrpSpPr>
        <p:grpSpPr>
          <a:xfrm>
            <a:off x="2192873" y="4262122"/>
            <a:ext cx="1268296" cy="694057"/>
            <a:chOff x="4958172" y="5962949"/>
            <a:chExt cx="1268296" cy="694057"/>
          </a:xfrm>
        </p:grpSpPr>
        <p:sp>
          <p:nvSpPr>
            <p:cNvPr id="67" name="文本框 66">
              <a:extLst>
                <a:ext uri="{FF2B5EF4-FFF2-40B4-BE49-F238E27FC236}">
                  <a16:creationId xmlns:a16="http://schemas.microsoft.com/office/drawing/2014/main" id="{41A3C4A7-3C99-C27D-8710-DCAC923F00D0}"/>
                </a:ext>
              </a:extLst>
            </p:cNvPr>
            <p:cNvSpPr txBox="1"/>
            <p:nvPr/>
          </p:nvSpPr>
          <p:spPr>
            <a:xfrm>
              <a:off x="4958172" y="6287674"/>
              <a:ext cx="1268296" cy="369332"/>
            </a:xfrm>
            <a:prstGeom prst="rect">
              <a:avLst/>
            </a:prstGeom>
            <a:noFill/>
          </p:spPr>
          <p:txBody>
            <a:bodyPr wrap="none" rtlCol="0">
              <a:spAutoFit/>
            </a:bodyPr>
            <a:lstStyle/>
            <a:p>
              <a:r>
                <a:rPr lang="en-US" altLang="zh-CN" b="1" dirty="0">
                  <a:solidFill>
                    <a:srgbClr val="FF0000"/>
                  </a:solidFill>
                </a:rPr>
                <a:t>T</a:t>
              </a:r>
              <a:r>
                <a:rPr lang="zh-CN" altLang="en-US" b="1" dirty="0">
                  <a:solidFill>
                    <a:srgbClr val="FF0000"/>
                  </a:solidFill>
                </a:rPr>
                <a:t>返回赋值</a:t>
              </a:r>
            </a:p>
          </p:txBody>
        </p:sp>
        <p:cxnSp>
          <p:nvCxnSpPr>
            <p:cNvPr id="68" name="直接连接符 67">
              <a:extLst>
                <a:ext uri="{FF2B5EF4-FFF2-40B4-BE49-F238E27FC236}">
                  <a16:creationId xmlns:a16="http://schemas.microsoft.com/office/drawing/2014/main" id="{1B7CD465-5B81-4A45-361A-5DE745680651}"/>
                </a:ext>
              </a:extLst>
            </p:cNvPr>
            <p:cNvCxnSpPr>
              <a:cxnSpLocks/>
            </p:cNvCxnSpPr>
            <p:nvPr/>
          </p:nvCxnSpPr>
          <p:spPr>
            <a:xfrm flipH="1">
              <a:off x="5540449" y="5962949"/>
              <a:ext cx="141473" cy="446966"/>
            </a:xfrm>
            <a:prstGeom prst="line">
              <a:avLst/>
            </a:prstGeom>
            <a:ln>
              <a:solidFill>
                <a:schemeClr val="accent2"/>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6490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fade">
                                      <p:cBhvr>
                                        <p:cTn id="7" dur="1000"/>
                                        <p:tgtEl>
                                          <p:spTgt spid="45">
                                            <p:txEl>
                                              <p:pRg st="0" end="0"/>
                                            </p:txEl>
                                          </p:spTgt>
                                        </p:tgtEl>
                                      </p:cBhvr>
                                    </p:animEffect>
                                    <p:anim calcmode="lin" valueType="num">
                                      <p:cBhvr>
                                        <p:cTn id="8" dur="1000" fill="hold"/>
                                        <p:tgtEl>
                                          <p:spTgt spid="4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5">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5">
                                            <p:txEl>
                                              <p:pRg st="1" end="1"/>
                                            </p:txEl>
                                          </p:spTgt>
                                        </p:tgtEl>
                                        <p:attrNameLst>
                                          <p:attrName>style.visibility</p:attrName>
                                        </p:attrNameLst>
                                      </p:cBhvr>
                                      <p:to>
                                        <p:strVal val="visible"/>
                                      </p:to>
                                    </p:set>
                                    <p:animEffect transition="in" filter="fade">
                                      <p:cBhvr>
                                        <p:cTn id="13" dur="1000"/>
                                        <p:tgtEl>
                                          <p:spTgt spid="45">
                                            <p:txEl>
                                              <p:pRg st="1" end="1"/>
                                            </p:txEl>
                                          </p:spTgt>
                                        </p:tgtEl>
                                      </p:cBhvr>
                                    </p:animEffect>
                                    <p:anim calcmode="lin" valueType="num">
                                      <p:cBhvr>
                                        <p:cTn id="14" dur="1000" fill="hold"/>
                                        <p:tgtEl>
                                          <p:spTgt spid="45">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wipe(left)">
                                      <p:cBhvr>
                                        <p:cTn id="20" dur="500"/>
                                        <p:tgtEl>
                                          <p:spTgt spid="4">
                                            <p:txEl>
                                              <p:pRg st="0" end="0"/>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wipe(left)">
                                      <p:cBhvr>
                                        <p:cTn id="24" dur="1000"/>
                                        <p:tgtEl>
                                          <p:spTgt spid="4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1" fill="hold" nodeType="clickEffect">
                                  <p:stCondLst>
                                    <p:cond delay="0"/>
                                  </p:stCondLst>
                                  <p:childTnLst>
                                    <p:animEffect transition="out" filter="wipe(up)">
                                      <p:cBhvr>
                                        <p:cTn id="28" dur="500"/>
                                        <p:tgtEl>
                                          <p:spTgt spid="47"/>
                                        </p:tgtEl>
                                      </p:cBhvr>
                                    </p:animEffect>
                                    <p:set>
                                      <p:cBhvr>
                                        <p:cTn id="29" dur="1" fill="hold">
                                          <p:stCondLst>
                                            <p:cond delay="499"/>
                                          </p:stCondLst>
                                        </p:cTn>
                                        <p:tgtEl>
                                          <p:spTgt spid="47"/>
                                        </p:tgtEl>
                                        <p:attrNameLst>
                                          <p:attrName>style.visibility</p:attrName>
                                        </p:attrNameLst>
                                      </p:cBhvr>
                                      <p:to>
                                        <p:strVal val="hidden"/>
                                      </p:to>
                                    </p:se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Effect transition="in" filter="wipe(left)">
                                      <p:cBhvr>
                                        <p:cTn id="33" dur="500"/>
                                        <p:tgtEl>
                                          <p:spTgt spid="4">
                                            <p:txEl>
                                              <p:pRg st="1" end="1"/>
                                            </p:txEl>
                                          </p:spTgt>
                                        </p:tgtEl>
                                      </p:cBhvr>
                                    </p:animEffect>
                                  </p:childTnLst>
                                </p:cTn>
                              </p:par>
                            </p:childTnLst>
                          </p:cTn>
                        </p:par>
                        <p:par>
                          <p:cTn id="34" fill="hold">
                            <p:stCondLst>
                              <p:cond delay="1000"/>
                            </p:stCondLst>
                            <p:childTnLst>
                              <p:par>
                                <p:cTn id="35" presetID="22" presetClass="entr" presetSubtype="1" fill="hold" grpId="0" nodeType="after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ipe(up)">
                                      <p:cBhvr>
                                        <p:cTn id="37" dur="1000"/>
                                        <p:tgtEl>
                                          <p:spTgt spid="41"/>
                                        </p:tgtEl>
                                      </p:cBhvr>
                                    </p:animEffect>
                                  </p:childTnLst>
                                </p:cTn>
                              </p:par>
                            </p:childTnLst>
                          </p:cTn>
                        </p:par>
                        <p:par>
                          <p:cTn id="38" fill="hold">
                            <p:stCondLst>
                              <p:cond delay="2000"/>
                            </p:stCondLst>
                            <p:childTnLst>
                              <p:par>
                                <p:cTn id="39" presetID="47" presetClass="entr" presetSubtype="0" fill="hold" grpId="0" nodeType="afterEffect">
                                  <p:stCondLst>
                                    <p:cond delay="0"/>
                                  </p:stCondLst>
                                  <p:childTnLst>
                                    <p:set>
                                      <p:cBhvr>
                                        <p:cTn id="40" dur="1" fill="hold">
                                          <p:stCondLst>
                                            <p:cond delay="0"/>
                                          </p:stCondLst>
                                        </p:cTn>
                                        <p:tgtEl>
                                          <p:spTgt spid="62"/>
                                        </p:tgtEl>
                                        <p:attrNameLst>
                                          <p:attrName>style.visibility</p:attrName>
                                        </p:attrNameLst>
                                      </p:cBhvr>
                                      <p:to>
                                        <p:strVal val="visible"/>
                                      </p:to>
                                    </p:set>
                                    <p:animEffect transition="in" filter="fade">
                                      <p:cBhvr>
                                        <p:cTn id="41" dur="1000"/>
                                        <p:tgtEl>
                                          <p:spTgt spid="62"/>
                                        </p:tgtEl>
                                      </p:cBhvr>
                                    </p:animEffect>
                                    <p:anim calcmode="lin" valueType="num">
                                      <p:cBhvr>
                                        <p:cTn id="42" dur="1000" fill="hold"/>
                                        <p:tgtEl>
                                          <p:spTgt spid="62"/>
                                        </p:tgtEl>
                                        <p:attrNameLst>
                                          <p:attrName>ppt_x</p:attrName>
                                        </p:attrNameLst>
                                      </p:cBhvr>
                                      <p:tavLst>
                                        <p:tav tm="0">
                                          <p:val>
                                            <p:strVal val="#ppt_x"/>
                                          </p:val>
                                        </p:tav>
                                        <p:tav tm="100000">
                                          <p:val>
                                            <p:strVal val="#ppt_x"/>
                                          </p:val>
                                        </p:tav>
                                      </p:tavLst>
                                    </p:anim>
                                    <p:anim calcmode="lin" valueType="num">
                                      <p:cBhvr>
                                        <p:cTn id="43" dur="1000" fill="hold"/>
                                        <p:tgtEl>
                                          <p:spTgt spid="62"/>
                                        </p:tgtEl>
                                        <p:attrNameLst>
                                          <p:attrName>ppt_y</p:attrName>
                                        </p:attrNameLst>
                                      </p:cBhvr>
                                      <p:tavLst>
                                        <p:tav tm="0">
                                          <p:val>
                                            <p:strVal val="#ppt_y-.1"/>
                                          </p:val>
                                        </p:tav>
                                        <p:tav tm="100000">
                                          <p:val>
                                            <p:strVal val="#ppt_y"/>
                                          </p:val>
                                        </p:tav>
                                      </p:tavLst>
                                    </p:anim>
                                  </p:childTnLst>
                                </p:cTn>
                              </p:par>
                            </p:childTnLst>
                          </p:cTn>
                        </p:par>
                        <p:par>
                          <p:cTn id="44" fill="hold">
                            <p:stCondLst>
                              <p:cond delay="3000"/>
                            </p:stCondLst>
                            <p:childTnLst>
                              <p:par>
                                <p:cTn id="45" presetID="47" presetClass="entr" presetSubtype="0" fill="hold" grpId="0" nodeType="after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fade">
                                      <p:cBhvr>
                                        <p:cTn id="47" dur="1000"/>
                                        <p:tgtEl>
                                          <p:spTgt spid="63"/>
                                        </p:tgtEl>
                                      </p:cBhvr>
                                    </p:animEffect>
                                    <p:anim calcmode="lin" valueType="num">
                                      <p:cBhvr>
                                        <p:cTn id="48" dur="1000" fill="hold"/>
                                        <p:tgtEl>
                                          <p:spTgt spid="63"/>
                                        </p:tgtEl>
                                        <p:attrNameLst>
                                          <p:attrName>ppt_x</p:attrName>
                                        </p:attrNameLst>
                                      </p:cBhvr>
                                      <p:tavLst>
                                        <p:tav tm="0">
                                          <p:val>
                                            <p:strVal val="#ppt_x"/>
                                          </p:val>
                                        </p:tav>
                                        <p:tav tm="100000">
                                          <p:val>
                                            <p:strVal val="#ppt_x"/>
                                          </p:val>
                                        </p:tav>
                                      </p:tavLst>
                                    </p:anim>
                                    <p:anim calcmode="lin" valueType="num">
                                      <p:cBhvr>
                                        <p:cTn id="49" dur="1000" fill="hold"/>
                                        <p:tgtEl>
                                          <p:spTgt spid="63"/>
                                        </p:tgtEl>
                                        <p:attrNameLst>
                                          <p:attrName>ppt_y</p:attrName>
                                        </p:attrNameLst>
                                      </p:cBhvr>
                                      <p:tavLst>
                                        <p:tav tm="0">
                                          <p:val>
                                            <p:strVal val="#ppt_y-.1"/>
                                          </p:val>
                                        </p:tav>
                                        <p:tav tm="100000">
                                          <p:val>
                                            <p:strVal val="#ppt_y"/>
                                          </p:val>
                                        </p:tav>
                                      </p:tavLst>
                                    </p:anim>
                                  </p:childTnLst>
                                </p:cTn>
                              </p:par>
                            </p:childTnLst>
                          </p:cTn>
                        </p:par>
                        <p:par>
                          <p:cTn id="50" fill="hold">
                            <p:stCondLst>
                              <p:cond delay="4000"/>
                            </p:stCondLst>
                            <p:childTnLst>
                              <p:par>
                                <p:cTn id="51" presetID="47" presetClass="entr" presetSubtype="0" fill="hold" grpId="0" nodeType="after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fade">
                                      <p:cBhvr>
                                        <p:cTn id="53" dur="1000"/>
                                        <p:tgtEl>
                                          <p:spTgt spid="65"/>
                                        </p:tgtEl>
                                      </p:cBhvr>
                                    </p:animEffect>
                                    <p:anim calcmode="lin" valueType="num">
                                      <p:cBhvr>
                                        <p:cTn id="54" dur="1000" fill="hold"/>
                                        <p:tgtEl>
                                          <p:spTgt spid="65"/>
                                        </p:tgtEl>
                                        <p:attrNameLst>
                                          <p:attrName>ppt_x</p:attrName>
                                        </p:attrNameLst>
                                      </p:cBhvr>
                                      <p:tavLst>
                                        <p:tav tm="0">
                                          <p:val>
                                            <p:strVal val="#ppt_x"/>
                                          </p:val>
                                        </p:tav>
                                        <p:tav tm="100000">
                                          <p:val>
                                            <p:strVal val="#ppt_x"/>
                                          </p:val>
                                        </p:tav>
                                      </p:tavLst>
                                    </p:anim>
                                    <p:anim calcmode="lin" valueType="num">
                                      <p:cBhvr>
                                        <p:cTn id="55"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xit" presetSubtype="1" fill="hold" grpId="1" nodeType="clickEffect">
                                  <p:stCondLst>
                                    <p:cond delay="0"/>
                                  </p:stCondLst>
                                  <p:childTnLst>
                                    <p:animEffect transition="out" filter="wipe(up)">
                                      <p:cBhvr>
                                        <p:cTn id="59" dur="500"/>
                                        <p:tgtEl>
                                          <p:spTgt spid="41"/>
                                        </p:tgtEl>
                                      </p:cBhvr>
                                    </p:animEffect>
                                    <p:set>
                                      <p:cBhvr>
                                        <p:cTn id="60" dur="1" fill="hold">
                                          <p:stCondLst>
                                            <p:cond delay="499"/>
                                          </p:stCondLst>
                                        </p:cTn>
                                        <p:tgtEl>
                                          <p:spTgt spid="41"/>
                                        </p:tgtEl>
                                        <p:attrNameLst>
                                          <p:attrName>style.visibility</p:attrName>
                                        </p:attrNameLst>
                                      </p:cBhvr>
                                      <p:to>
                                        <p:strVal val="hidden"/>
                                      </p:to>
                                    </p:set>
                                  </p:childTnLst>
                                </p:cTn>
                              </p:par>
                            </p:childTnLst>
                          </p:cTn>
                        </p:par>
                        <p:par>
                          <p:cTn id="61" fill="hold">
                            <p:stCondLst>
                              <p:cond delay="500"/>
                            </p:stCondLst>
                            <p:childTnLst>
                              <p:par>
                                <p:cTn id="62" presetID="47" presetClass="entr" presetSubtype="0" fill="hold" grpId="0"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1000"/>
                                        <p:tgtEl>
                                          <p:spTgt spid="27"/>
                                        </p:tgtEl>
                                      </p:cBhvr>
                                    </p:animEffect>
                                    <p:anim calcmode="lin" valueType="num">
                                      <p:cBhvr>
                                        <p:cTn id="65" dur="1000" fill="hold"/>
                                        <p:tgtEl>
                                          <p:spTgt spid="27"/>
                                        </p:tgtEl>
                                        <p:attrNameLst>
                                          <p:attrName>ppt_x</p:attrName>
                                        </p:attrNameLst>
                                      </p:cBhvr>
                                      <p:tavLst>
                                        <p:tav tm="0">
                                          <p:val>
                                            <p:strVal val="#ppt_x"/>
                                          </p:val>
                                        </p:tav>
                                        <p:tav tm="100000">
                                          <p:val>
                                            <p:strVal val="#ppt_x"/>
                                          </p:val>
                                        </p:tav>
                                      </p:tavLst>
                                    </p:anim>
                                    <p:anim calcmode="lin" valueType="num">
                                      <p:cBhvr>
                                        <p:cTn id="66" dur="1000" fill="hold"/>
                                        <p:tgtEl>
                                          <p:spTgt spid="27"/>
                                        </p:tgtEl>
                                        <p:attrNameLst>
                                          <p:attrName>ppt_y</p:attrName>
                                        </p:attrNameLst>
                                      </p:cBhvr>
                                      <p:tavLst>
                                        <p:tav tm="0">
                                          <p:val>
                                            <p:strVal val="#ppt_y-.1"/>
                                          </p:val>
                                        </p:tav>
                                        <p:tav tm="100000">
                                          <p:val>
                                            <p:strVal val="#ppt_y"/>
                                          </p:val>
                                        </p:tav>
                                      </p:tavLst>
                                    </p:anim>
                                  </p:childTnLst>
                                </p:cTn>
                              </p:par>
                              <p:par>
                                <p:cTn id="67" presetID="22" presetClass="entr" presetSubtype="1"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up)">
                                      <p:cBhvr>
                                        <p:cTn id="69" dur="1000"/>
                                        <p:tgtEl>
                                          <p:spTgt spid="29"/>
                                        </p:tgtEl>
                                      </p:cBhvr>
                                    </p:animEffect>
                                  </p:childTnLst>
                                </p:cTn>
                              </p:par>
                            </p:childTnLst>
                          </p:cTn>
                        </p:par>
                        <p:par>
                          <p:cTn id="70" fill="hold">
                            <p:stCondLst>
                              <p:cond delay="1500"/>
                            </p:stCondLst>
                            <p:childTnLst>
                              <p:par>
                                <p:cTn id="71" presetID="27" presetClass="emph" presetSubtype="0" fill="remove" grpId="1" nodeType="afterEffect">
                                  <p:stCondLst>
                                    <p:cond delay="0"/>
                                  </p:stCondLst>
                                  <p:childTnLst>
                                    <p:animClr clrSpc="rgb" dir="cw">
                                      <p:cBhvr override="childStyle">
                                        <p:cTn id="72" dur="500" autoRev="1" fill="remove"/>
                                        <p:tgtEl>
                                          <p:spTgt spid="19"/>
                                        </p:tgtEl>
                                        <p:attrNameLst>
                                          <p:attrName>style.color</p:attrName>
                                        </p:attrNameLst>
                                      </p:cBhvr>
                                      <p:to>
                                        <a:schemeClr val="bg1"/>
                                      </p:to>
                                    </p:animClr>
                                    <p:animClr clrSpc="rgb" dir="cw">
                                      <p:cBhvr>
                                        <p:cTn id="73" dur="500" autoRev="1" fill="remove"/>
                                        <p:tgtEl>
                                          <p:spTgt spid="19"/>
                                        </p:tgtEl>
                                        <p:attrNameLst>
                                          <p:attrName>fillcolor</p:attrName>
                                        </p:attrNameLst>
                                      </p:cBhvr>
                                      <p:to>
                                        <a:schemeClr val="bg1"/>
                                      </p:to>
                                    </p:animClr>
                                    <p:set>
                                      <p:cBhvr>
                                        <p:cTn id="74" dur="500" autoRev="1" fill="remove"/>
                                        <p:tgtEl>
                                          <p:spTgt spid="19"/>
                                        </p:tgtEl>
                                        <p:attrNameLst>
                                          <p:attrName>fill.type</p:attrName>
                                        </p:attrNameLst>
                                      </p:cBhvr>
                                      <p:to>
                                        <p:strVal val="solid"/>
                                      </p:to>
                                    </p:set>
                                    <p:set>
                                      <p:cBhvr>
                                        <p:cTn id="75" dur="500" autoRev="1" fill="remove"/>
                                        <p:tgtEl>
                                          <p:spTgt spid="19"/>
                                        </p:tgtEl>
                                        <p:attrNameLst>
                                          <p:attrName>fill.on</p:attrName>
                                        </p:attrNameLst>
                                      </p:cBhvr>
                                      <p:to>
                                        <p:strVal val="true"/>
                                      </p:to>
                                    </p:set>
                                  </p:childTnLst>
                                </p:cTn>
                              </p:par>
                              <p:par>
                                <p:cTn id="76" presetID="1" presetClass="emph" presetSubtype="2" fill="hold" nodeType="withEffect">
                                  <p:stCondLst>
                                    <p:cond delay="500"/>
                                  </p:stCondLst>
                                  <p:childTnLst>
                                    <p:animClr clrSpc="rgb" dir="cw">
                                      <p:cBhvr>
                                        <p:cTn id="77" dur="500" fill="hold"/>
                                        <p:tgtEl>
                                          <p:spTgt spid="19"/>
                                        </p:tgtEl>
                                        <p:attrNameLst>
                                          <p:attrName>fillcolor</p:attrName>
                                        </p:attrNameLst>
                                      </p:cBhvr>
                                      <p:to>
                                        <a:srgbClr val="F7CBAC"/>
                                      </p:to>
                                    </p:animClr>
                                    <p:set>
                                      <p:cBhvr>
                                        <p:cTn id="78" dur="500" fill="hold"/>
                                        <p:tgtEl>
                                          <p:spTgt spid="19"/>
                                        </p:tgtEl>
                                        <p:attrNameLst>
                                          <p:attrName>fill.type</p:attrName>
                                        </p:attrNameLst>
                                      </p:cBhvr>
                                      <p:to>
                                        <p:strVal val="solid"/>
                                      </p:to>
                                    </p:set>
                                    <p:set>
                                      <p:cBhvr>
                                        <p:cTn id="79" dur="500" fill="hold"/>
                                        <p:tgtEl>
                                          <p:spTgt spid="19"/>
                                        </p:tgtEl>
                                        <p:attrNameLst>
                                          <p:attrName>fill.on</p:attrName>
                                        </p:attrNameLst>
                                      </p:cBhvr>
                                      <p:to>
                                        <p:strVal val="true"/>
                                      </p:to>
                                    </p:set>
                                  </p:childTnLst>
                                </p:cTn>
                              </p:par>
                            </p:childTnLst>
                          </p:cTn>
                        </p:par>
                        <p:par>
                          <p:cTn id="80" fill="hold">
                            <p:stCondLst>
                              <p:cond delay="2500"/>
                            </p:stCondLst>
                            <p:childTnLst>
                              <p:par>
                                <p:cTn id="81" presetID="22" presetClass="entr" presetSubtype="8" fill="hold" nodeType="after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wipe(left)">
                                      <p:cBhvr>
                                        <p:cTn id="83" dur="1000"/>
                                        <p:tgtEl>
                                          <p:spTgt spid="4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xit" presetSubtype="1" fill="hold" nodeType="clickEffect">
                                  <p:stCondLst>
                                    <p:cond delay="0"/>
                                  </p:stCondLst>
                                  <p:childTnLst>
                                    <p:animEffect transition="out" filter="wipe(up)">
                                      <p:cBhvr>
                                        <p:cTn id="87" dur="500"/>
                                        <p:tgtEl>
                                          <p:spTgt spid="43"/>
                                        </p:tgtEl>
                                      </p:cBhvr>
                                    </p:animEffect>
                                    <p:set>
                                      <p:cBhvr>
                                        <p:cTn id="88" dur="1" fill="hold">
                                          <p:stCondLst>
                                            <p:cond delay="499"/>
                                          </p:stCondLst>
                                        </p:cTn>
                                        <p:tgtEl>
                                          <p:spTgt spid="43"/>
                                        </p:tgtEl>
                                        <p:attrNameLst>
                                          <p:attrName>style.visibility</p:attrName>
                                        </p:attrNameLst>
                                      </p:cBhvr>
                                      <p:to>
                                        <p:strVal val="hidden"/>
                                      </p:to>
                                    </p:set>
                                  </p:childTnLst>
                                </p:cTn>
                              </p:par>
                            </p:childTnLst>
                          </p:cTn>
                        </p:par>
                        <p:par>
                          <p:cTn id="89" fill="hold">
                            <p:stCondLst>
                              <p:cond delay="500"/>
                            </p:stCondLst>
                            <p:childTnLst>
                              <p:par>
                                <p:cTn id="90" presetID="22" presetClass="entr" presetSubtype="8" fill="hold" nodeType="after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wipe(left)">
                                      <p:cBhvr>
                                        <p:cTn id="92" dur="1000"/>
                                        <p:tgtEl>
                                          <p:spTgt spid="4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wipe(up)">
                                      <p:cBhvr>
                                        <p:cTn id="97" dur="1000"/>
                                        <p:tgtEl>
                                          <p:spTgt spid="28"/>
                                        </p:tgtEl>
                                      </p:cBhvr>
                                    </p:animEffect>
                                  </p:childTnLst>
                                </p:cTn>
                              </p:par>
                            </p:childTnLst>
                          </p:cTn>
                        </p:par>
                        <p:par>
                          <p:cTn id="98" fill="hold">
                            <p:stCondLst>
                              <p:cond delay="1000"/>
                            </p:stCondLst>
                            <p:childTnLst>
                              <p:par>
                                <p:cTn id="99" presetID="22" presetClass="exit" presetSubtype="1" fill="hold" nodeType="afterEffect">
                                  <p:stCondLst>
                                    <p:cond delay="0"/>
                                  </p:stCondLst>
                                  <p:childTnLst>
                                    <p:animEffect transition="out" filter="wipe(up)">
                                      <p:cBhvr>
                                        <p:cTn id="100" dur="500"/>
                                        <p:tgtEl>
                                          <p:spTgt spid="46"/>
                                        </p:tgtEl>
                                      </p:cBhvr>
                                    </p:animEffect>
                                    <p:set>
                                      <p:cBhvr>
                                        <p:cTn id="101" dur="1" fill="hold">
                                          <p:stCondLst>
                                            <p:cond delay="499"/>
                                          </p:stCondLst>
                                        </p:cTn>
                                        <p:tgtEl>
                                          <p:spTgt spid="46"/>
                                        </p:tgtEl>
                                        <p:attrNameLst>
                                          <p:attrName>style.visibility</p:attrName>
                                        </p:attrNameLst>
                                      </p:cBhvr>
                                      <p:to>
                                        <p:strVal val="hidden"/>
                                      </p:to>
                                    </p:set>
                                  </p:childTnLst>
                                </p:cTn>
                              </p:par>
                            </p:childTnLst>
                          </p:cTn>
                        </p:par>
                        <p:par>
                          <p:cTn id="102" fill="hold">
                            <p:stCondLst>
                              <p:cond delay="1500"/>
                            </p:stCondLst>
                            <p:childTnLst>
                              <p:par>
                                <p:cTn id="103" presetID="22" presetClass="entr" presetSubtype="8" fill="hold" nodeType="after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wipe(left)">
                                      <p:cBhvr>
                                        <p:cTn id="105" dur="1000"/>
                                        <p:tgtEl>
                                          <p:spTgt spid="49"/>
                                        </p:tgtEl>
                                      </p:cBhvr>
                                    </p:animEffect>
                                  </p:childTnLst>
                                </p:cTn>
                              </p:par>
                            </p:childTnLst>
                          </p:cTn>
                        </p:par>
                      </p:childTnLst>
                    </p:cTn>
                  </p:par>
                  <p:par>
                    <p:cTn id="106" fill="hold">
                      <p:stCondLst>
                        <p:cond delay="indefinite"/>
                      </p:stCondLst>
                      <p:childTnLst>
                        <p:par>
                          <p:cTn id="107" fill="hold">
                            <p:stCondLst>
                              <p:cond delay="0"/>
                            </p:stCondLst>
                            <p:childTnLst>
                              <p:par>
                                <p:cTn id="108" presetID="42" presetClass="path" presetSubtype="0" accel="50000" decel="50000" fill="hold" grpId="2" nodeType="clickEffect">
                                  <p:stCondLst>
                                    <p:cond delay="0"/>
                                  </p:stCondLst>
                                  <p:childTnLst>
                                    <p:animMotion origin="layout" path="M 4.375E-6 3.7037E-6 L 0.04453 0.07106 " pathEditMode="relative" rAng="0" ptsTypes="AA">
                                      <p:cBhvr>
                                        <p:cTn id="109" dur="1000" fill="hold"/>
                                        <p:tgtEl>
                                          <p:spTgt spid="27"/>
                                        </p:tgtEl>
                                        <p:attrNameLst>
                                          <p:attrName>ppt_x</p:attrName>
                                          <p:attrName>ppt_y</p:attrName>
                                        </p:attrNameLst>
                                      </p:cBhvr>
                                      <p:rCtr x="2227" y="3542"/>
                                    </p:animMotion>
                                  </p:childTnLst>
                                </p:cTn>
                              </p:par>
                              <p:par>
                                <p:cTn id="110" presetID="22" presetClass="exit" presetSubtype="4" fill="hold" nodeType="withEffect">
                                  <p:stCondLst>
                                    <p:cond delay="0"/>
                                  </p:stCondLst>
                                  <p:childTnLst>
                                    <p:animEffect transition="out" filter="wipe(down)">
                                      <p:cBhvr>
                                        <p:cTn id="111" dur="500"/>
                                        <p:tgtEl>
                                          <p:spTgt spid="29"/>
                                        </p:tgtEl>
                                      </p:cBhvr>
                                    </p:animEffect>
                                    <p:set>
                                      <p:cBhvr>
                                        <p:cTn id="112" dur="1" fill="hold">
                                          <p:stCondLst>
                                            <p:cond delay="499"/>
                                          </p:stCondLst>
                                        </p:cTn>
                                        <p:tgtEl>
                                          <p:spTgt spid="29"/>
                                        </p:tgtEl>
                                        <p:attrNameLst>
                                          <p:attrName>style.visibility</p:attrName>
                                        </p:attrNameLst>
                                      </p:cBhvr>
                                      <p:to>
                                        <p:strVal val="hidden"/>
                                      </p:to>
                                    </p:set>
                                  </p:childTnLst>
                                </p:cTn>
                              </p:par>
                            </p:childTnLst>
                          </p:cTn>
                        </p:par>
                        <p:par>
                          <p:cTn id="113" fill="hold">
                            <p:stCondLst>
                              <p:cond delay="1000"/>
                            </p:stCondLst>
                            <p:childTnLst>
                              <p:par>
                                <p:cTn id="114" presetID="22" presetClass="entr" presetSubtype="1" fill="hold" nodeType="afterEffect">
                                  <p:stCondLst>
                                    <p:cond delay="0"/>
                                  </p:stCondLst>
                                  <p:childTnLst>
                                    <p:set>
                                      <p:cBhvr>
                                        <p:cTn id="115" dur="1" fill="hold">
                                          <p:stCondLst>
                                            <p:cond delay="0"/>
                                          </p:stCondLst>
                                        </p:cTn>
                                        <p:tgtEl>
                                          <p:spTgt spid="53"/>
                                        </p:tgtEl>
                                        <p:attrNameLst>
                                          <p:attrName>style.visibility</p:attrName>
                                        </p:attrNameLst>
                                      </p:cBhvr>
                                      <p:to>
                                        <p:strVal val="visible"/>
                                      </p:to>
                                    </p:set>
                                    <p:animEffect transition="in" filter="wipe(up)">
                                      <p:cBhvr>
                                        <p:cTn id="116" dur="1000"/>
                                        <p:tgtEl>
                                          <p:spTgt spid="53"/>
                                        </p:tgtEl>
                                      </p:cBhvr>
                                    </p:animEffect>
                                  </p:childTnLst>
                                </p:cTn>
                              </p:par>
                            </p:childTnLst>
                          </p:cTn>
                        </p:par>
                        <p:par>
                          <p:cTn id="117" fill="hold">
                            <p:stCondLst>
                              <p:cond delay="2000"/>
                            </p:stCondLst>
                            <p:childTnLst>
                              <p:par>
                                <p:cTn id="118" presetID="22" presetClass="exit" presetSubtype="1" fill="hold" nodeType="afterEffect">
                                  <p:stCondLst>
                                    <p:cond delay="0"/>
                                  </p:stCondLst>
                                  <p:childTnLst>
                                    <p:animEffect transition="out" filter="wipe(up)">
                                      <p:cBhvr>
                                        <p:cTn id="119" dur="500"/>
                                        <p:tgtEl>
                                          <p:spTgt spid="49"/>
                                        </p:tgtEl>
                                      </p:cBhvr>
                                    </p:animEffect>
                                    <p:set>
                                      <p:cBhvr>
                                        <p:cTn id="120" dur="1" fill="hold">
                                          <p:stCondLst>
                                            <p:cond delay="499"/>
                                          </p:stCondLst>
                                        </p:cTn>
                                        <p:tgtEl>
                                          <p:spTgt spid="49"/>
                                        </p:tgtEl>
                                        <p:attrNameLst>
                                          <p:attrName>style.visibility</p:attrName>
                                        </p:attrNameLst>
                                      </p:cBhvr>
                                      <p:to>
                                        <p:strVal val="hidden"/>
                                      </p:to>
                                    </p:set>
                                  </p:childTnLst>
                                </p:cTn>
                              </p:par>
                            </p:childTnLst>
                          </p:cTn>
                        </p:par>
                        <p:par>
                          <p:cTn id="121" fill="hold">
                            <p:stCondLst>
                              <p:cond delay="2500"/>
                            </p:stCondLst>
                            <p:childTnLst>
                              <p:par>
                                <p:cTn id="122" presetID="22" presetClass="entr" presetSubtype="8" fill="hold" nodeType="afterEffect">
                                  <p:stCondLst>
                                    <p:cond delay="0"/>
                                  </p:stCondLst>
                                  <p:childTnLst>
                                    <p:set>
                                      <p:cBhvr>
                                        <p:cTn id="123" dur="1" fill="hold">
                                          <p:stCondLst>
                                            <p:cond delay="0"/>
                                          </p:stCondLst>
                                        </p:cTn>
                                        <p:tgtEl>
                                          <p:spTgt spid="54"/>
                                        </p:tgtEl>
                                        <p:attrNameLst>
                                          <p:attrName>style.visibility</p:attrName>
                                        </p:attrNameLst>
                                      </p:cBhvr>
                                      <p:to>
                                        <p:strVal val="visible"/>
                                      </p:to>
                                    </p:set>
                                    <p:animEffect transition="in" filter="wipe(left)">
                                      <p:cBhvr>
                                        <p:cTn id="124" dur="1000"/>
                                        <p:tgtEl>
                                          <p:spTgt spid="54"/>
                                        </p:tgtEl>
                                      </p:cBhvr>
                                    </p:animEffect>
                                  </p:childTnLst>
                                </p:cTn>
                              </p:par>
                            </p:childTnLst>
                          </p:cTn>
                        </p:par>
                      </p:childTnLst>
                    </p:cTn>
                  </p:par>
                  <p:par>
                    <p:cTn id="125" fill="hold">
                      <p:stCondLst>
                        <p:cond delay="indefinite"/>
                      </p:stCondLst>
                      <p:childTnLst>
                        <p:par>
                          <p:cTn id="126" fill="hold">
                            <p:stCondLst>
                              <p:cond delay="0"/>
                            </p:stCondLst>
                            <p:childTnLst>
                              <p:par>
                                <p:cTn id="127" presetID="26" presetClass="exit" presetSubtype="0" fill="hold" grpId="0" nodeType="clickEffect">
                                  <p:stCondLst>
                                    <p:cond delay="0"/>
                                  </p:stCondLst>
                                  <p:childTnLst>
                                    <p:animEffect transition="out" filter="wipe(down)">
                                      <p:cBhvr>
                                        <p:cTn id="128" dur="180" accel="50000">
                                          <p:stCondLst>
                                            <p:cond delay="1820"/>
                                          </p:stCondLst>
                                        </p:cTn>
                                        <p:tgtEl>
                                          <p:spTgt spid="19"/>
                                        </p:tgtEl>
                                      </p:cBhvr>
                                    </p:animEffect>
                                    <p:anim calcmode="lin" valueType="num">
                                      <p:cBhvr>
                                        <p:cTn id="129" dur="1822" tmFilter="0,0; 0.14,0.31; 0.43,0.73; 0.71,0.91; 1.0,1.0">
                                          <p:stCondLst>
                                            <p:cond delay="0"/>
                                          </p:stCondLst>
                                        </p:cTn>
                                        <p:tgtEl>
                                          <p:spTgt spid="19"/>
                                        </p:tgtEl>
                                        <p:attrNameLst>
                                          <p:attrName>ppt_x</p:attrName>
                                        </p:attrNameLst>
                                      </p:cBhvr>
                                      <p:tavLst>
                                        <p:tav tm="0">
                                          <p:val>
                                            <p:strVal val="ppt_x"/>
                                          </p:val>
                                        </p:tav>
                                        <p:tav tm="100000">
                                          <p:val>
                                            <p:strVal val="#ppt_x+0.25"/>
                                          </p:val>
                                        </p:tav>
                                      </p:tavLst>
                                    </p:anim>
                                    <p:anim calcmode="lin" valueType="num">
                                      <p:cBhvr>
                                        <p:cTn id="130" dur="178">
                                          <p:stCondLst>
                                            <p:cond delay="1822"/>
                                          </p:stCondLst>
                                        </p:cTn>
                                        <p:tgtEl>
                                          <p:spTgt spid="19"/>
                                        </p:tgtEl>
                                        <p:attrNameLst>
                                          <p:attrName>ppt_x</p:attrName>
                                        </p:attrNameLst>
                                      </p:cBhvr>
                                      <p:tavLst>
                                        <p:tav tm="0">
                                          <p:val>
                                            <p:strVal val="ppt_x"/>
                                          </p:val>
                                        </p:tav>
                                        <p:tav tm="100000">
                                          <p:val>
                                            <p:strVal val="ppt_x"/>
                                          </p:val>
                                        </p:tav>
                                      </p:tavLst>
                                    </p:anim>
                                    <p:anim calcmode="lin" valueType="num">
                                      <p:cBhvr>
                                        <p:cTn id="131" dur="664" tmFilter="0.0,0.0;0.25,0.07;0.50,0.2;0.75,0.467;1.0,1.0">
                                          <p:stCondLst>
                                            <p:cond delay="0"/>
                                          </p:stCondLst>
                                        </p:cTn>
                                        <p:tgtEl>
                                          <p:spTgt spid="19"/>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32" dur="664" tmFilter="0, 0; 0.125,0.2665; 0.25,0.4; 0.375,0.465; 0.5,0.5;  0.625,0.535; 0.75,0.6; 0.875,0.7335; 1,1">
                                          <p:stCondLst>
                                            <p:cond delay="664"/>
                                          </p:stCondLst>
                                        </p:cTn>
                                        <p:tgtEl>
                                          <p:spTgt spid="19"/>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33" dur="332" tmFilter="0, 0; 0.125,0.2665; 0.25,0.4; 0.375,0.465; 0.5,0.5;  0.625,0.535; 0.75,0.6; 0.875,0.7335; 1,1">
                                          <p:stCondLst>
                                            <p:cond delay="1324"/>
                                          </p:stCondLst>
                                        </p:cTn>
                                        <p:tgtEl>
                                          <p:spTgt spid="19"/>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34" dur="164" tmFilter="0, 0; 0.125,0.2665; 0.25,0.4; 0.375,0.465; 0.5,0.5;  0.625,0.535; 0.75,0.6; 0.875,0.7335; 1,1">
                                          <p:stCondLst>
                                            <p:cond delay="1656"/>
                                          </p:stCondLst>
                                        </p:cTn>
                                        <p:tgtEl>
                                          <p:spTgt spid="19"/>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5" dur="180" accel="50000">
                                          <p:stCondLst>
                                            <p:cond delay="1820"/>
                                          </p:stCondLst>
                                        </p:cTn>
                                        <p:tgtEl>
                                          <p:spTgt spid="19"/>
                                        </p:tgtEl>
                                        <p:attrNameLst>
                                          <p:attrName>ppt_y</p:attrName>
                                        </p:attrNameLst>
                                      </p:cBhvr>
                                      <p:tavLst>
                                        <p:tav tm="0">
                                          <p:val>
                                            <p:strVal val="ppt_y"/>
                                          </p:val>
                                        </p:tav>
                                        <p:tav tm="100000">
                                          <p:val>
                                            <p:strVal val="ppt_y+ppt_h"/>
                                          </p:val>
                                        </p:tav>
                                      </p:tavLst>
                                    </p:anim>
                                    <p:animScale>
                                      <p:cBhvr>
                                        <p:cTn id="136" dur="26">
                                          <p:stCondLst>
                                            <p:cond delay="620"/>
                                          </p:stCondLst>
                                        </p:cTn>
                                        <p:tgtEl>
                                          <p:spTgt spid="19"/>
                                        </p:tgtEl>
                                      </p:cBhvr>
                                      <p:to x="100000" y="60000"/>
                                    </p:animScale>
                                    <p:animScale>
                                      <p:cBhvr>
                                        <p:cTn id="137" dur="166" decel="50000">
                                          <p:stCondLst>
                                            <p:cond delay="646"/>
                                          </p:stCondLst>
                                        </p:cTn>
                                        <p:tgtEl>
                                          <p:spTgt spid="19"/>
                                        </p:tgtEl>
                                      </p:cBhvr>
                                      <p:to x="100000" y="100000"/>
                                    </p:animScale>
                                    <p:animScale>
                                      <p:cBhvr>
                                        <p:cTn id="138" dur="26">
                                          <p:stCondLst>
                                            <p:cond delay="1312"/>
                                          </p:stCondLst>
                                        </p:cTn>
                                        <p:tgtEl>
                                          <p:spTgt spid="19"/>
                                        </p:tgtEl>
                                      </p:cBhvr>
                                      <p:to x="100000" y="80000"/>
                                    </p:animScale>
                                    <p:animScale>
                                      <p:cBhvr>
                                        <p:cTn id="139" dur="166" decel="50000">
                                          <p:stCondLst>
                                            <p:cond delay="1338"/>
                                          </p:stCondLst>
                                        </p:cTn>
                                        <p:tgtEl>
                                          <p:spTgt spid="19"/>
                                        </p:tgtEl>
                                      </p:cBhvr>
                                      <p:to x="100000" y="100000"/>
                                    </p:animScale>
                                    <p:animScale>
                                      <p:cBhvr>
                                        <p:cTn id="140" dur="26">
                                          <p:stCondLst>
                                            <p:cond delay="1642"/>
                                          </p:stCondLst>
                                        </p:cTn>
                                        <p:tgtEl>
                                          <p:spTgt spid="19"/>
                                        </p:tgtEl>
                                      </p:cBhvr>
                                      <p:to x="100000" y="90000"/>
                                    </p:animScale>
                                    <p:animScale>
                                      <p:cBhvr>
                                        <p:cTn id="141" dur="166" decel="50000">
                                          <p:stCondLst>
                                            <p:cond delay="1668"/>
                                          </p:stCondLst>
                                        </p:cTn>
                                        <p:tgtEl>
                                          <p:spTgt spid="19"/>
                                        </p:tgtEl>
                                      </p:cBhvr>
                                      <p:to x="100000" y="100000"/>
                                    </p:animScale>
                                    <p:animScale>
                                      <p:cBhvr>
                                        <p:cTn id="142" dur="26">
                                          <p:stCondLst>
                                            <p:cond delay="1808"/>
                                          </p:stCondLst>
                                        </p:cTn>
                                        <p:tgtEl>
                                          <p:spTgt spid="19"/>
                                        </p:tgtEl>
                                      </p:cBhvr>
                                      <p:to x="100000" y="95000"/>
                                    </p:animScale>
                                    <p:animScale>
                                      <p:cBhvr>
                                        <p:cTn id="143" dur="166" decel="50000">
                                          <p:stCondLst>
                                            <p:cond delay="1834"/>
                                          </p:stCondLst>
                                        </p:cTn>
                                        <p:tgtEl>
                                          <p:spTgt spid="19"/>
                                        </p:tgtEl>
                                      </p:cBhvr>
                                      <p:to x="100000" y="100000"/>
                                    </p:animScale>
                                    <p:set>
                                      <p:cBhvr>
                                        <p:cTn id="144" dur="1" fill="hold">
                                          <p:stCondLst>
                                            <p:cond delay="1999"/>
                                          </p:stCondLst>
                                        </p:cTn>
                                        <p:tgtEl>
                                          <p:spTgt spid="19"/>
                                        </p:tgtEl>
                                        <p:attrNameLst>
                                          <p:attrName>style.visibility</p:attrName>
                                        </p:attrNameLst>
                                      </p:cBhvr>
                                      <p:to>
                                        <p:strVal val="hidden"/>
                                      </p:to>
                                    </p:set>
                                  </p:childTnLst>
                                </p:cTn>
                              </p:par>
                            </p:childTnLst>
                          </p:cTn>
                        </p:par>
                        <p:par>
                          <p:cTn id="145" fill="hold">
                            <p:stCondLst>
                              <p:cond delay="2000"/>
                            </p:stCondLst>
                            <p:childTnLst>
                              <p:par>
                                <p:cTn id="146" presetID="22" presetClass="exit" presetSubtype="1" fill="hold" nodeType="afterEffect">
                                  <p:stCondLst>
                                    <p:cond delay="0"/>
                                  </p:stCondLst>
                                  <p:childTnLst>
                                    <p:animEffect transition="out" filter="wipe(up)">
                                      <p:cBhvr>
                                        <p:cTn id="147" dur="500"/>
                                        <p:tgtEl>
                                          <p:spTgt spid="54"/>
                                        </p:tgtEl>
                                      </p:cBhvr>
                                    </p:animEffect>
                                    <p:set>
                                      <p:cBhvr>
                                        <p:cTn id="148" dur="1" fill="hold">
                                          <p:stCondLst>
                                            <p:cond delay="499"/>
                                          </p:stCondLst>
                                        </p:cTn>
                                        <p:tgtEl>
                                          <p:spTgt spid="54"/>
                                        </p:tgtEl>
                                        <p:attrNameLst>
                                          <p:attrName>style.visibility</p:attrName>
                                        </p:attrNameLst>
                                      </p:cBhvr>
                                      <p:to>
                                        <p:strVal val="hidden"/>
                                      </p:to>
                                    </p:set>
                                  </p:childTnLst>
                                </p:cTn>
                              </p:par>
                            </p:childTnLst>
                          </p:cTn>
                        </p:par>
                        <p:par>
                          <p:cTn id="149" fill="hold">
                            <p:stCondLst>
                              <p:cond delay="2500"/>
                            </p:stCondLst>
                            <p:childTnLst>
                              <p:par>
                                <p:cTn id="150" presetID="22" presetClass="entr" presetSubtype="8" fill="hold" nodeType="afterEffect">
                                  <p:stCondLst>
                                    <p:cond delay="0"/>
                                  </p:stCondLst>
                                  <p:childTnLst>
                                    <p:set>
                                      <p:cBhvr>
                                        <p:cTn id="151" dur="1" fill="hold">
                                          <p:stCondLst>
                                            <p:cond delay="0"/>
                                          </p:stCondLst>
                                        </p:cTn>
                                        <p:tgtEl>
                                          <p:spTgt spid="56"/>
                                        </p:tgtEl>
                                        <p:attrNameLst>
                                          <p:attrName>style.visibility</p:attrName>
                                        </p:attrNameLst>
                                      </p:cBhvr>
                                      <p:to>
                                        <p:strVal val="visible"/>
                                      </p:to>
                                    </p:set>
                                    <p:animEffect transition="in" filter="wipe(left)">
                                      <p:cBhvr>
                                        <p:cTn id="152" dur="1000"/>
                                        <p:tgtEl>
                                          <p:spTgt spid="56"/>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xit" presetSubtype="1" fill="hold" nodeType="clickEffect">
                                  <p:stCondLst>
                                    <p:cond delay="0"/>
                                  </p:stCondLst>
                                  <p:childTnLst>
                                    <p:animEffect transition="out" filter="wipe(up)">
                                      <p:cBhvr>
                                        <p:cTn id="156" dur="500"/>
                                        <p:tgtEl>
                                          <p:spTgt spid="56"/>
                                        </p:tgtEl>
                                      </p:cBhvr>
                                    </p:animEffect>
                                    <p:set>
                                      <p:cBhvr>
                                        <p:cTn id="157" dur="1" fill="hold">
                                          <p:stCondLst>
                                            <p:cond delay="499"/>
                                          </p:stCondLst>
                                        </p:cTn>
                                        <p:tgtEl>
                                          <p:spTgt spid="56"/>
                                        </p:tgtEl>
                                        <p:attrNameLst>
                                          <p:attrName>style.visibility</p:attrName>
                                        </p:attrNameLst>
                                      </p:cBhvr>
                                      <p:to>
                                        <p:strVal val="hidden"/>
                                      </p:to>
                                    </p:set>
                                  </p:childTnLst>
                                </p:cTn>
                              </p:par>
                            </p:childTnLst>
                          </p:cTn>
                        </p:par>
                        <p:par>
                          <p:cTn id="158" fill="hold">
                            <p:stCondLst>
                              <p:cond delay="500"/>
                            </p:stCondLst>
                            <p:childTnLst>
                              <p:par>
                                <p:cTn id="159" presetID="22" presetClass="exit" presetSubtype="4" fill="hold" nodeType="afterEffect">
                                  <p:stCondLst>
                                    <p:cond delay="0"/>
                                  </p:stCondLst>
                                  <p:childTnLst>
                                    <p:animEffect transition="out" filter="wipe(down)">
                                      <p:cBhvr>
                                        <p:cTn id="160" dur="500"/>
                                        <p:tgtEl>
                                          <p:spTgt spid="6"/>
                                        </p:tgtEl>
                                      </p:cBhvr>
                                    </p:animEffect>
                                    <p:set>
                                      <p:cBhvr>
                                        <p:cTn id="161" dur="1" fill="hold">
                                          <p:stCondLst>
                                            <p:cond delay="499"/>
                                          </p:stCondLst>
                                        </p:cTn>
                                        <p:tgtEl>
                                          <p:spTgt spid="6"/>
                                        </p:tgtEl>
                                        <p:attrNameLst>
                                          <p:attrName>style.visibility</p:attrName>
                                        </p:attrNameLst>
                                      </p:cBhvr>
                                      <p:to>
                                        <p:strVal val="hidden"/>
                                      </p:to>
                                    </p:set>
                                  </p:childTnLst>
                                </p:cTn>
                              </p:par>
                              <p:par>
                                <p:cTn id="162" presetID="10" presetClass="exit" presetSubtype="0" fill="hold" grpId="1" nodeType="withEffect">
                                  <p:stCondLst>
                                    <p:cond delay="0"/>
                                  </p:stCondLst>
                                  <p:childTnLst>
                                    <p:animEffect transition="out" filter="fade">
                                      <p:cBhvr>
                                        <p:cTn id="163" dur="500"/>
                                        <p:tgtEl>
                                          <p:spTgt spid="27"/>
                                        </p:tgtEl>
                                      </p:cBhvr>
                                    </p:animEffect>
                                    <p:set>
                                      <p:cBhvr>
                                        <p:cTn id="164" dur="1" fill="hold">
                                          <p:stCondLst>
                                            <p:cond delay="499"/>
                                          </p:stCondLst>
                                        </p:cTn>
                                        <p:tgtEl>
                                          <p:spTgt spid="27"/>
                                        </p:tgtEl>
                                        <p:attrNameLst>
                                          <p:attrName>style.visibility</p:attrName>
                                        </p:attrNameLst>
                                      </p:cBhvr>
                                      <p:to>
                                        <p:strVal val="hidden"/>
                                      </p:to>
                                    </p:set>
                                  </p:childTnLst>
                                </p:cTn>
                              </p:par>
                              <p:par>
                                <p:cTn id="165" presetID="22" presetClass="exit" presetSubtype="4" fill="hold" nodeType="withEffect">
                                  <p:stCondLst>
                                    <p:cond delay="0"/>
                                  </p:stCondLst>
                                  <p:childTnLst>
                                    <p:animEffect transition="out" filter="wipe(down)">
                                      <p:cBhvr>
                                        <p:cTn id="166" dur="500"/>
                                        <p:tgtEl>
                                          <p:spTgt spid="53"/>
                                        </p:tgtEl>
                                      </p:cBhvr>
                                    </p:animEffect>
                                    <p:set>
                                      <p:cBhvr>
                                        <p:cTn id="167" dur="1" fill="hold">
                                          <p:stCondLst>
                                            <p:cond delay="499"/>
                                          </p:stCondLst>
                                        </p:cTn>
                                        <p:tgtEl>
                                          <p:spTgt spid="53"/>
                                        </p:tgtEl>
                                        <p:attrNameLst>
                                          <p:attrName>style.visibility</p:attrName>
                                        </p:attrNameLst>
                                      </p:cBhvr>
                                      <p:to>
                                        <p:strVal val="hidden"/>
                                      </p:to>
                                    </p:set>
                                  </p:childTnLst>
                                </p:cTn>
                              </p:par>
                              <p:par>
                                <p:cTn id="168" presetID="10" presetClass="exit" presetSubtype="0" fill="hold" grpId="1" nodeType="withEffect">
                                  <p:stCondLst>
                                    <p:cond delay="0"/>
                                  </p:stCondLst>
                                  <p:childTnLst>
                                    <p:animEffect transition="out" filter="fade">
                                      <p:cBhvr>
                                        <p:cTn id="169" dur="500"/>
                                        <p:tgtEl>
                                          <p:spTgt spid="28"/>
                                        </p:tgtEl>
                                      </p:cBhvr>
                                    </p:animEffect>
                                    <p:set>
                                      <p:cBhvr>
                                        <p:cTn id="170" dur="1" fill="hold">
                                          <p:stCondLst>
                                            <p:cond delay="499"/>
                                          </p:stCondLst>
                                        </p:cTn>
                                        <p:tgtEl>
                                          <p:spTgt spid="28"/>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nodeType="click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wipe(down)">
                                      <p:cBhvr>
                                        <p:cTn id="175" dur="1000"/>
                                        <p:tgtEl>
                                          <p:spTgt spid="61"/>
                                        </p:tgtEl>
                                      </p:cBhvr>
                                    </p:animEffect>
                                  </p:childTnLst>
                                </p:cTn>
                              </p:par>
                            </p:childTnLst>
                          </p:cTn>
                        </p:par>
                        <p:par>
                          <p:cTn id="176" fill="hold">
                            <p:stCondLst>
                              <p:cond delay="1000"/>
                            </p:stCondLst>
                            <p:childTnLst>
                              <p:par>
                                <p:cTn id="177" presetID="31" presetClass="exit" presetSubtype="0" fill="hold" grpId="1" nodeType="afterEffect">
                                  <p:stCondLst>
                                    <p:cond delay="0"/>
                                  </p:stCondLst>
                                  <p:childTnLst>
                                    <p:anim calcmode="lin" valueType="num">
                                      <p:cBhvr>
                                        <p:cTn id="178" dur="1000"/>
                                        <p:tgtEl>
                                          <p:spTgt spid="65"/>
                                        </p:tgtEl>
                                        <p:attrNameLst>
                                          <p:attrName>ppt_w</p:attrName>
                                        </p:attrNameLst>
                                      </p:cBhvr>
                                      <p:tavLst>
                                        <p:tav tm="0">
                                          <p:val>
                                            <p:strVal val="ppt_w"/>
                                          </p:val>
                                        </p:tav>
                                        <p:tav tm="100000">
                                          <p:val>
                                            <p:fltVal val="0"/>
                                          </p:val>
                                        </p:tav>
                                      </p:tavLst>
                                    </p:anim>
                                    <p:anim calcmode="lin" valueType="num">
                                      <p:cBhvr>
                                        <p:cTn id="179" dur="1000"/>
                                        <p:tgtEl>
                                          <p:spTgt spid="65"/>
                                        </p:tgtEl>
                                        <p:attrNameLst>
                                          <p:attrName>ppt_h</p:attrName>
                                        </p:attrNameLst>
                                      </p:cBhvr>
                                      <p:tavLst>
                                        <p:tav tm="0">
                                          <p:val>
                                            <p:strVal val="ppt_h"/>
                                          </p:val>
                                        </p:tav>
                                        <p:tav tm="100000">
                                          <p:val>
                                            <p:fltVal val="0"/>
                                          </p:val>
                                        </p:tav>
                                      </p:tavLst>
                                    </p:anim>
                                    <p:anim calcmode="lin" valueType="num">
                                      <p:cBhvr>
                                        <p:cTn id="180" dur="1000"/>
                                        <p:tgtEl>
                                          <p:spTgt spid="65"/>
                                        </p:tgtEl>
                                        <p:attrNameLst>
                                          <p:attrName>style.rotation</p:attrName>
                                        </p:attrNameLst>
                                      </p:cBhvr>
                                      <p:tavLst>
                                        <p:tav tm="0">
                                          <p:val>
                                            <p:fltVal val="0"/>
                                          </p:val>
                                        </p:tav>
                                        <p:tav tm="100000">
                                          <p:val>
                                            <p:fltVal val="90"/>
                                          </p:val>
                                        </p:tav>
                                      </p:tavLst>
                                    </p:anim>
                                    <p:animEffect transition="out" filter="fade">
                                      <p:cBhvr>
                                        <p:cTn id="181" dur="1000"/>
                                        <p:tgtEl>
                                          <p:spTgt spid="65"/>
                                        </p:tgtEl>
                                      </p:cBhvr>
                                    </p:animEffect>
                                    <p:set>
                                      <p:cBhvr>
                                        <p:cTn id="182" dur="1" fill="hold">
                                          <p:stCondLst>
                                            <p:cond delay="999"/>
                                          </p:stCondLst>
                                        </p:cTn>
                                        <p:tgtEl>
                                          <p:spTgt spid="65"/>
                                        </p:tgtEl>
                                        <p:attrNameLst>
                                          <p:attrName>style.visibility</p:attrName>
                                        </p:attrNameLst>
                                      </p:cBhvr>
                                      <p:to>
                                        <p:strVal val="hidden"/>
                                      </p:to>
                                    </p:set>
                                  </p:childTnLst>
                                </p:cTn>
                              </p:par>
                            </p:childTnLst>
                          </p:cTn>
                        </p:par>
                        <p:par>
                          <p:cTn id="183" fill="hold">
                            <p:stCondLst>
                              <p:cond delay="2000"/>
                            </p:stCondLst>
                            <p:childTnLst>
                              <p:par>
                                <p:cTn id="184" presetID="31" presetClass="exit" presetSubtype="0" fill="hold" grpId="1" nodeType="afterEffect">
                                  <p:stCondLst>
                                    <p:cond delay="0"/>
                                  </p:stCondLst>
                                  <p:childTnLst>
                                    <p:anim calcmode="lin" valueType="num">
                                      <p:cBhvr>
                                        <p:cTn id="185" dur="1000"/>
                                        <p:tgtEl>
                                          <p:spTgt spid="63"/>
                                        </p:tgtEl>
                                        <p:attrNameLst>
                                          <p:attrName>ppt_w</p:attrName>
                                        </p:attrNameLst>
                                      </p:cBhvr>
                                      <p:tavLst>
                                        <p:tav tm="0">
                                          <p:val>
                                            <p:strVal val="ppt_w"/>
                                          </p:val>
                                        </p:tav>
                                        <p:tav tm="100000">
                                          <p:val>
                                            <p:fltVal val="0"/>
                                          </p:val>
                                        </p:tav>
                                      </p:tavLst>
                                    </p:anim>
                                    <p:anim calcmode="lin" valueType="num">
                                      <p:cBhvr>
                                        <p:cTn id="186" dur="1000"/>
                                        <p:tgtEl>
                                          <p:spTgt spid="63"/>
                                        </p:tgtEl>
                                        <p:attrNameLst>
                                          <p:attrName>ppt_h</p:attrName>
                                        </p:attrNameLst>
                                      </p:cBhvr>
                                      <p:tavLst>
                                        <p:tav tm="0">
                                          <p:val>
                                            <p:strVal val="ppt_h"/>
                                          </p:val>
                                        </p:tav>
                                        <p:tav tm="100000">
                                          <p:val>
                                            <p:fltVal val="0"/>
                                          </p:val>
                                        </p:tav>
                                      </p:tavLst>
                                    </p:anim>
                                    <p:anim calcmode="lin" valueType="num">
                                      <p:cBhvr>
                                        <p:cTn id="187" dur="1000"/>
                                        <p:tgtEl>
                                          <p:spTgt spid="63"/>
                                        </p:tgtEl>
                                        <p:attrNameLst>
                                          <p:attrName>style.rotation</p:attrName>
                                        </p:attrNameLst>
                                      </p:cBhvr>
                                      <p:tavLst>
                                        <p:tav tm="0">
                                          <p:val>
                                            <p:fltVal val="0"/>
                                          </p:val>
                                        </p:tav>
                                        <p:tav tm="100000">
                                          <p:val>
                                            <p:fltVal val="90"/>
                                          </p:val>
                                        </p:tav>
                                      </p:tavLst>
                                    </p:anim>
                                    <p:animEffect transition="out" filter="fade">
                                      <p:cBhvr>
                                        <p:cTn id="188" dur="1000"/>
                                        <p:tgtEl>
                                          <p:spTgt spid="63"/>
                                        </p:tgtEl>
                                      </p:cBhvr>
                                    </p:animEffect>
                                    <p:set>
                                      <p:cBhvr>
                                        <p:cTn id="189" dur="1" fill="hold">
                                          <p:stCondLst>
                                            <p:cond delay="999"/>
                                          </p:stCondLst>
                                        </p:cTn>
                                        <p:tgtEl>
                                          <p:spTgt spid="63"/>
                                        </p:tgtEl>
                                        <p:attrNameLst>
                                          <p:attrName>style.visibility</p:attrName>
                                        </p:attrNameLst>
                                      </p:cBhvr>
                                      <p:to>
                                        <p:strVal val="hidden"/>
                                      </p:to>
                                    </p:set>
                                  </p:childTnLst>
                                </p:cTn>
                              </p:par>
                            </p:childTnLst>
                          </p:cTn>
                        </p:par>
                        <p:par>
                          <p:cTn id="190" fill="hold">
                            <p:stCondLst>
                              <p:cond delay="3000"/>
                            </p:stCondLst>
                            <p:childTnLst>
                              <p:par>
                                <p:cTn id="191" presetID="31" presetClass="exit" presetSubtype="0" fill="hold" grpId="1" nodeType="afterEffect">
                                  <p:stCondLst>
                                    <p:cond delay="0"/>
                                  </p:stCondLst>
                                  <p:childTnLst>
                                    <p:anim calcmode="lin" valueType="num">
                                      <p:cBhvr>
                                        <p:cTn id="192" dur="1000"/>
                                        <p:tgtEl>
                                          <p:spTgt spid="62"/>
                                        </p:tgtEl>
                                        <p:attrNameLst>
                                          <p:attrName>ppt_w</p:attrName>
                                        </p:attrNameLst>
                                      </p:cBhvr>
                                      <p:tavLst>
                                        <p:tav tm="0">
                                          <p:val>
                                            <p:strVal val="ppt_w"/>
                                          </p:val>
                                        </p:tav>
                                        <p:tav tm="100000">
                                          <p:val>
                                            <p:fltVal val="0"/>
                                          </p:val>
                                        </p:tav>
                                      </p:tavLst>
                                    </p:anim>
                                    <p:anim calcmode="lin" valueType="num">
                                      <p:cBhvr>
                                        <p:cTn id="193" dur="1000"/>
                                        <p:tgtEl>
                                          <p:spTgt spid="62"/>
                                        </p:tgtEl>
                                        <p:attrNameLst>
                                          <p:attrName>ppt_h</p:attrName>
                                        </p:attrNameLst>
                                      </p:cBhvr>
                                      <p:tavLst>
                                        <p:tav tm="0">
                                          <p:val>
                                            <p:strVal val="ppt_h"/>
                                          </p:val>
                                        </p:tav>
                                        <p:tav tm="100000">
                                          <p:val>
                                            <p:fltVal val="0"/>
                                          </p:val>
                                        </p:tav>
                                      </p:tavLst>
                                    </p:anim>
                                    <p:anim calcmode="lin" valueType="num">
                                      <p:cBhvr>
                                        <p:cTn id="194" dur="1000"/>
                                        <p:tgtEl>
                                          <p:spTgt spid="62"/>
                                        </p:tgtEl>
                                        <p:attrNameLst>
                                          <p:attrName>style.rotation</p:attrName>
                                        </p:attrNameLst>
                                      </p:cBhvr>
                                      <p:tavLst>
                                        <p:tav tm="0">
                                          <p:val>
                                            <p:fltVal val="0"/>
                                          </p:val>
                                        </p:tav>
                                        <p:tav tm="100000">
                                          <p:val>
                                            <p:fltVal val="90"/>
                                          </p:val>
                                        </p:tav>
                                      </p:tavLst>
                                    </p:anim>
                                    <p:animEffect transition="out" filter="fade">
                                      <p:cBhvr>
                                        <p:cTn id="195" dur="1000"/>
                                        <p:tgtEl>
                                          <p:spTgt spid="62"/>
                                        </p:tgtEl>
                                      </p:cBhvr>
                                    </p:animEffect>
                                    <p:set>
                                      <p:cBhvr>
                                        <p:cTn id="196" dur="1" fill="hold">
                                          <p:stCondLst>
                                            <p:cond delay="999"/>
                                          </p:stCondLst>
                                        </p:cTn>
                                        <p:tgtEl>
                                          <p:spTgt spid="62"/>
                                        </p:tgtEl>
                                        <p:attrNameLst>
                                          <p:attrName>style.visibility</p:attrName>
                                        </p:attrNameLst>
                                      </p:cBhvr>
                                      <p:to>
                                        <p:strVal val="hidden"/>
                                      </p:to>
                                    </p:set>
                                  </p:childTnLst>
                                </p:cTn>
                              </p:par>
                            </p:childTnLst>
                          </p:cTn>
                        </p:par>
                      </p:childTnLst>
                    </p:cTn>
                  </p:par>
                  <p:par>
                    <p:cTn id="197" fill="hold">
                      <p:stCondLst>
                        <p:cond delay="indefinite"/>
                      </p:stCondLst>
                      <p:childTnLst>
                        <p:par>
                          <p:cTn id="198" fill="hold">
                            <p:stCondLst>
                              <p:cond delay="0"/>
                            </p:stCondLst>
                            <p:childTnLst>
                              <p:par>
                                <p:cTn id="199" presetID="42" presetClass="entr" presetSubtype="0" fill="hold" grpId="0" nodeType="clickEffect">
                                  <p:stCondLst>
                                    <p:cond delay="0"/>
                                  </p:stCondLst>
                                  <p:childTnLst>
                                    <p:set>
                                      <p:cBhvr>
                                        <p:cTn id="200" dur="1" fill="hold">
                                          <p:stCondLst>
                                            <p:cond delay="0"/>
                                          </p:stCondLst>
                                        </p:cTn>
                                        <p:tgtEl>
                                          <p:spTgt spid="33"/>
                                        </p:tgtEl>
                                        <p:attrNameLst>
                                          <p:attrName>style.visibility</p:attrName>
                                        </p:attrNameLst>
                                      </p:cBhvr>
                                      <p:to>
                                        <p:strVal val="visible"/>
                                      </p:to>
                                    </p:set>
                                    <p:animEffect transition="in" filter="fade">
                                      <p:cBhvr>
                                        <p:cTn id="201" dur="1000"/>
                                        <p:tgtEl>
                                          <p:spTgt spid="33"/>
                                        </p:tgtEl>
                                      </p:cBhvr>
                                    </p:animEffect>
                                    <p:anim calcmode="lin" valueType="num">
                                      <p:cBhvr>
                                        <p:cTn id="202" dur="1000" fill="hold"/>
                                        <p:tgtEl>
                                          <p:spTgt spid="33"/>
                                        </p:tgtEl>
                                        <p:attrNameLst>
                                          <p:attrName>ppt_x</p:attrName>
                                        </p:attrNameLst>
                                      </p:cBhvr>
                                      <p:tavLst>
                                        <p:tav tm="0">
                                          <p:val>
                                            <p:strVal val="#ppt_x"/>
                                          </p:val>
                                        </p:tav>
                                        <p:tav tm="100000">
                                          <p:val>
                                            <p:strVal val="#ppt_x"/>
                                          </p:val>
                                        </p:tav>
                                      </p:tavLst>
                                    </p:anim>
                                    <p:anim calcmode="lin" valueType="num">
                                      <p:cBhvr>
                                        <p:cTn id="203"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35"/>
                                        </p:tgtEl>
                                        <p:attrNameLst>
                                          <p:attrName>style.visibility</p:attrName>
                                        </p:attrNameLst>
                                      </p:cBhvr>
                                      <p:to>
                                        <p:strVal val="visible"/>
                                      </p:to>
                                    </p:set>
                                    <p:animEffect transition="in" filter="wipe(left)">
                                      <p:cBhvr>
                                        <p:cTn id="208" dur="1000"/>
                                        <p:tgtEl>
                                          <p:spTgt spid="35"/>
                                        </p:tgtEl>
                                      </p:cBhvr>
                                    </p:animEffect>
                                  </p:childTnLst>
                                </p:cTn>
                              </p:par>
                              <p:par>
                                <p:cTn id="209" presetID="22" presetClass="entr" presetSubtype="8" fill="hold" grpId="0" nodeType="withEffect">
                                  <p:stCondLst>
                                    <p:cond delay="500"/>
                                  </p:stCondLst>
                                  <p:childTnLst>
                                    <p:set>
                                      <p:cBhvr>
                                        <p:cTn id="210" dur="1" fill="hold">
                                          <p:stCondLst>
                                            <p:cond delay="0"/>
                                          </p:stCondLst>
                                        </p:cTn>
                                        <p:tgtEl>
                                          <p:spTgt spid="34"/>
                                        </p:tgtEl>
                                        <p:attrNameLst>
                                          <p:attrName>style.visibility</p:attrName>
                                        </p:attrNameLst>
                                      </p:cBhvr>
                                      <p:to>
                                        <p:strVal val="visible"/>
                                      </p:to>
                                    </p:set>
                                    <p:animEffect transition="in" filter="wipe(left)">
                                      <p:cBhvr>
                                        <p:cTn id="211" dur="500"/>
                                        <p:tgtEl>
                                          <p:spTgt spid="34"/>
                                        </p:tgtEl>
                                      </p:cBhvr>
                                    </p:animEffect>
                                  </p:childTnLst>
                                </p:cTn>
                              </p:par>
                            </p:childTnLst>
                          </p:cTn>
                        </p:par>
                        <p:par>
                          <p:cTn id="212" fill="hold">
                            <p:stCondLst>
                              <p:cond delay="1000"/>
                            </p:stCondLst>
                            <p:childTnLst>
                              <p:par>
                                <p:cTn id="213" presetID="27" presetClass="emph" presetSubtype="0" fill="remove" grpId="0" nodeType="afterEffect">
                                  <p:stCondLst>
                                    <p:cond delay="0"/>
                                  </p:stCondLst>
                                  <p:childTnLst>
                                    <p:animClr clrSpc="rgb" dir="cw">
                                      <p:cBhvr override="childStyle">
                                        <p:cTn id="214" dur="500" autoRev="1" fill="remove"/>
                                        <p:tgtEl>
                                          <p:spTgt spid="16"/>
                                        </p:tgtEl>
                                        <p:attrNameLst>
                                          <p:attrName>style.color</p:attrName>
                                        </p:attrNameLst>
                                      </p:cBhvr>
                                      <p:to>
                                        <a:schemeClr val="bg1"/>
                                      </p:to>
                                    </p:animClr>
                                    <p:animClr clrSpc="rgb" dir="cw">
                                      <p:cBhvr>
                                        <p:cTn id="215" dur="500" autoRev="1" fill="remove"/>
                                        <p:tgtEl>
                                          <p:spTgt spid="16"/>
                                        </p:tgtEl>
                                        <p:attrNameLst>
                                          <p:attrName>fillcolor</p:attrName>
                                        </p:attrNameLst>
                                      </p:cBhvr>
                                      <p:to>
                                        <a:schemeClr val="bg1"/>
                                      </p:to>
                                    </p:animClr>
                                    <p:set>
                                      <p:cBhvr>
                                        <p:cTn id="216" dur="500" autoRev="1" fill="remove"/>
                                        <p:tgtEl>
                                          <p:spTgt spid="16"/>
                                        </p:tgtEl>
                                        <p:attrNameLst>
                                          <p:attrName>fill.type</p:attrName>
                                        </p:attrNameLst>
                                      </p:cBhvr>
                                      <p:to>
                                        <p:strVal val="solid"/>
                                      </p:to>
                                    </p:set>
                                    <p:set>
                                      <p:cBhvr>
                                        <p:cTn id="217" dur="500" autoRev="1" fill="remove"/>
                                        <p:tgtEl>
                                          <p:spTgt spid="16"/>
                                        </p:tgtEl>
                                        <p:attrNameLst>
                                          <p:attrName>fill.on</p:attrName>
                                        </p:attrNameLst>
                                      </p:cBhvr>
                                      <p:to>
                                        <p:strVal val="true"/>
                                      </p:to>
                                    </p:set>
                                  </p:childTnLst>
                                </p:cTn>
                              </p:par>
                              <p:par>
                                <p:cTn id="218" presetID="1" presetClass="emph" presetSubtype="2" fill="hold" nodeType="withEffect">
                                  <p:stCondLst>
                                    <p:cond delay="0"/>
                                  </p:stCondLst>
                                  <p:childTnLst>
                                    <p:animClr clrSpc="rgb" dir="cw">
                                      <p:cBhvr>
                                        <p:cTn id="219" dur="500" fill="hold"/>
                                        <p:tgtEl>
                                          <p:spTgt spid="16"/>
                                        </p:tgtEl>
                                        <p:attrNameLst>
                                          <p:attrName>fillcolor</p:attrName>
                                        </p:attrNameLst>
                                      </p:cBhvr>
                                      <p:to>
                                        <a:srgbClr val="F7CBAC"/>
                                      </p:to>
                                    </p:animClr>
                                    <p:set>
                                      <p:cBhvr>
                                        <p:cTn id="220" dur="500" fill="hold"/>
                                        <p:tgtEl>
                                          <p:spTgt spid="16"/>
                                        </p:tgtEl>
                                        <p:attrNameLst>
                                          <p:attrName>fill.type</p:attrName>
                                        </p:attrNameLst>
                                      </p:cBhvr>
                                      <p:to>
                                        <p:strVal val="solid"/>
                                      </p:to>
                                    </p:set>
                                    <p:set>
                                      <p:cBhvr>
                                        <p:cTn id="221" dur="500" fill="hold"/>
                                        <p:tgtEl>
                                          <p:spTgt spid="16"/>
                                        </p:tgtEl>
                                        <p:attrNameLst>
                                          <p:attrName>fill.on</p:attrName>
                                        </p:attrNameLst>
                                      </p:cBhvr>
                                      <p:to>
                                        <p:strVal val="true"/>
                                      </p:to>
                                    </p:set>
                                  </p:childTnLst>
                                </p:cTn>
                              </p:par>
                            </p:childTnLst>
                          </p:cTn>
                        </p:par>
                        <p:par>
                          <p:cTn id="222" fill="hold">
                            <p:stCondLst>
                              <p:cond delay="2000"/>
                            </p:stCondLst>
                            <p:childTnLst>
                              <p:par>
                                <p:cTn id="223" presetID="22" presetClass="entr" presetSubtype="8" fill="hold" nodeType="afterEffect">
                                  <p:stCondLst>
                                    <p:cond delay="0"/>
                                  </p:stCondLst>
                                  <p:childTnLst>
                                    <p:set>
                                      <p:cBhvr>
                                        <p:cTn id="224" dur="1" fill="hold">
                                          <p:stCondLst>
                                            <p:cond delay="0"/>
                                          </p:stCondLst>
                                        </p:cTn>
                                        <p:tgtEl>
                                          <p:spTgt spid="43"/>
                                        </p:tgtEl>
                                        <p:attrNameLst>
                                          <p:attrName>style.visibility</p:attrName>
                                        </p:attrNameLst>
                                      </p:cBhvr>
                                      <p:to>
                                        <p:strVal val="visible"/>
                                      </p:to>
                                    </p:set>
                                    <p:animEffect transition="in" filter="wipe(left)">
                                      <p:cBhvr>
                                        <p:cTn id="225" dur="1000"/>
                                        <p:tgtEl>
                                          <p:spTgt spid="43"/>
                                        </p:tgtEl>
                                      </p:cBhvr>
                                    </p:animEffect>
                                  </p:childTnLst>
                                </p:cTn>
                              </p:par>
                            </p:childTnLst>
                          </p:cTn>
                        </p:par>
                      </p:childTnLst>
                    </p:cTn>
                  </p:par>
                  <p:par>
                    <p:cTn id="226" fill="hold">
                      <p:stCondLst>
                        <p:cond delay="indefinite"/>
                      </p:stCondLst>
                      <p:childTnLst>
                        <p:par>
                          <p:cTn id="227" fill="hold">
                            <p:stCondLst>
                              <p:cond delay="0"/>
                            </p:stCondLst>
                            <p:childTnLst>
                              <p:par>
                                <p:cTn id="228" presetID="22" presetClass="exit" presetSubtype="1" fill="hold" nodeType="clickEffect">
                                  <p:stCondLst>
                                    <p:cond delay="0"/>
                                  </p:stCondLst>
                                  <p:childTnLst>
                                    <p:animEffect transition="out" filter="wipe(up)">
                                      <p:cBhvr>
                                        <p:cTn id="229" dur="500"/>
                                        <p:tgtEl>
                                          <p:spTgt spid="43"/>
                                        </p:tgtEl>
                                      </p:cBhvr>
                                    </p:animEffect>
                                    <p:set>
                                      <p:cBhvr>
                                        <p:cTn id="230" dur="1" fill="hold">
                                          <p:stCondLst>
                                            <p:cond delay="499"/>
                                          </p:stCondLst>
                                        </p:cTn>
                                        <p:tgtEl>
                                          <p:spTgt spid="43"/>
                                        </p:tgtEl>
                                        <p:attrNameLst>
                                          <p:attrName>style.visibility</p:attrName>
                                        </p:attrNameLst>
                                      </p:cBhvr>
                                      <p:to>
                                        <p:strVal val="hidden"/>
                                      </p:to>
                                    </p:set>
                                  </p:childTnLst>
                                </p:cTn>
                              </p:par>
                            </p:childTnLst>
                          </p:cTn>
                        </p:par>
                        <p:par>
                          <p:cTn id="231" fill="hold">
                            <p:stCondLst>
                              <p:cond delay="500"/>
                            </p:stCondLst>
                            <p:childTnLst>
                              <p:par>
                                <p:cTn id="232" presetID="22" presetClass="entr" presetSubtype="8" fill="hold" nodeType="afterEffect">
                                  <p:stCondLst>
                                    <p:cond delay="0"/>
                                  </p:stCondLst>
                                  <p:childTnLst>
                                    <p:set>
                                      <p:cBhvr>
                                        <p:cTn id="233" dur="1" fill="hold">
                                          <p:stCondLst>
                                            <p:cond delay="0"/>
                                          </p:stCondLst>
                                        </p:cTn>
                                        <p:tgtEl>
                                          <p:spTgt spid="46"/>
                                        </p:tgtEl>
                                        <p:attrNameLst>
                                          <p:attrName>style.visibility</p:attrName>
                                        </p:attrNameLst>
                                      </p:cBhvr>
                                      <p:to>
                                        <p:strVal val="visible"/>
                                      </p:to>
                                    </p:set>
                                    <p:animEffect transition="in" filter="wipe(left)">
                                      <p:cBhvr>
                                        <p:cTn id="234" dur="1000"/>
                                        <p:tgtEl>
                                          <p:spTgt spid="46"/>
                                        </p:tgtEl>
                                      </p:cBhvr>
                                    </p:animEffect>
                                  </p:childTnLst>
                                </p:cTn>
                              </p:par>
                            </p:childTnLst>
                          </p:cTn>
                        </p:par>
                      </p:childTnLst>
                    </p:cTn>
                  </p:par>
                  <p:par>
                    <p:cTn id="235" fill="hold">
                      <p:stCondLst>
                        <p:cond delay="indefinite"/>
                      </p:stCondLst>
                      <p:childTnLst>
                        <p:par>
                          <p:cTn id="236" fill="hold">
                            <p:stCondLst>
                              <p:cond delay="0"/>
                            </p:stCondLst>
                            <p:childTnLst>
                              <p:par>
                                <p:cTn id="237" presetID="22" presetClass="entr" presetSubtype="1" fill="hold" grpId="0" nodeType="clickEffect">
                                  <p:stCondLst>
                                    <p:cond delay="0"/>
                                  </p:stCondLst>
                                  <p:childTnLst>
                                    <p:set>
                                      <p:cBhvr>
                                        <p:cTn id="238" dur="1" fill="hold">
                                          <p:stCondLst>
                                            <p:cond delay="0"/>
                                          </p:stCondLst>
                                        </p:cTn>
                                        <p:tgtEl>
                                          <p:spTgt spid="36"/>
                                        </p:tgtEl>
                                        <p:attrNameLst>
                                          <p:attrName>style.visibility</p:attrName>
                                        </p:attrNameLst>
                                      </p:cBhvr>
                                      <p:to>
                                        <p:strVal val="visible"/>
                                      </p:to>
                                    </p:set>
                                    <p:animEffect transition="in" filter="wipe(up)">
                                      <p:cBhvr>
                                        <p:cTn id="239" dur="1000"/>
                                        <p:tgtEl>
                                          <p:spTgt spid="36"/>
                                        </p:tgtEl>
                                      </p:cBhvr>
                                    </p:animEffect>
                                  </p:childTnLst>
                                </p:cTn>
                              </p:par>
                            </p:childTnLst>
                          </p:cTn>
                        </p:par>
                        <p:par>
                          <p:cTn id="240" fill="hold">
                            <p:stCondLst>
                              <p:cond delay="1000"/>
                            </p:stCondLst>
                            <p:childTnLst>
                              <p:par>
                                <p:cTn id="241" presetID="22" presetClass="exit" presetSubtype="1" fill="hold" nodeType="afterEffect">
                                  <p:stCondLst>
                                    <p:cond delay="0"/>
                                  </p:stCondLst>
                                  <p:childTnLst>
                                    <p:animEffect transition="out" filter="wipe(up)">
                                      <p:cBhvr>
                                        <p:cTn id="242" dur="500"/>
                                        <p:tgtEl>
                                          <p:spTgt spid="46"/>
                                        </p:tgtEl>
                                      </p:cBhvr>
                                    </p:animEffect>
                                    <p:set>
                                      <p:cBhvr>
                                        <p:cTn id="243" dur="1" fill="hold">
                                          <p:stCondLst>
                                            <p:cond delay="499"/>
                                          </p:stCondLst>
                                        </p:cTn>
                                        <p:tgtEl>
                                          <p:spTgt spid="46"/>
                                        </p:tgtEl>
                                        <p:attrNameLst>
                                          <p:attrName>style.visibility</p:attrName>
                                        </p:attrNameLst>
                                      </p:cBhvr>
                                      <p:to>
                                        <p:strVal val="hidden"/>
                                      </p:to>
                                    </p:set>
                                  </p:childTnLst>
                                </p:cTn>
                              </p:par>
                            </p:childTnLst>
                          </p:cTn>
                        </p:par>
                        <p:par>
                          <p:cTn id="244" fill="hold">
                            <p:stCondLst>
                              <p:cond delay="1500"/>
                            </p:stCondLst>
                            <p:childTnLst>
                              <p:par>
                                <p:cTn id="245" presetID="22" presetClass="entr" presetSubtype="8" fill="hold" nodeType="afterEffect">
                                  <p:stCondLst>
                                    <p:cond delay="0"/>
                                  </p:stCondLst>
                                  <p:childTnLst>
                                    <p:set>
                                      <p:cBhvr>
                                        <p:cTn id="246" dur="1" fill="hold">
                                          <p:stCondLst>
                                            <p:cond delay="0"/>
                                          </p:stCondLst>
                                        </p:cTn>
                                        <p:tgtEl>
                                          <p:spTgt spid="49"/>
                                        </p:tgtEl>
                                        <p:attrNameLst>
                                          <p:attrName>style.visibility</p:attrName>
                                        </p:attrNameLst>
                                      </p:cBhvr>
                                      <p:to>
                                        <p:strVal val="visible"/>
                                      </p:to>
                                    </p:set>
                                    <p:animEffect transition="in" filter="wipe(left)">
                                      <p:cBhvr>
                                        <p:cTn id="247" dur="1000"/>
                                        <p:tgtEl>
                                          <p:spTgt spid="49"/>
                                        </p:tgtEl>
                                      </p:cBhvr>
                                    </p:animEffect>
                                  </p:childTnLst>
                                </p:cTn>
                              </p:par>
                            </p:childTnLst>
                          </p:cTn>
                        </p:par>
                      </p:childTnLst>
                    </p:cTn>
                  </p:par>
                  <p:par>
                    <p:cTn id="248" fill="hold">
                      <p:stCondLst>
                        <p:cond delay="indefinite"/>
                      </p:stCondLst>
                      <p:childTnLst>
                        <p:par>
                          <p:cTn id="249" fill="hold">
                            <p:stCondLst>
                              <p:cond delay="0"/>
                            </p:stCondLst>
                            <p:childTnLst>
                              <p:par>
                                <p:cTn id="250" presetID="42" presetClass="path" presetSubtype="0" accel="50000" decel="50000" fill="hold" grpId="2" nodeType="clickEffect">
                                  <p:stCondLst>
                                    <p:cond delay="0"/>
                                  </p:stCondLst>
                                  <p:childTnLst>
                                    <p:animMotion origin="layout" path="M -4.16667E-6 1.85185E-6 L 0.07618 0.06875 " pathEditMode="relative" rAng="0" ptsTypes="AA">
                                      <p:cBhvr>
                                        <p:cTn id="251" dur="1000" fill="hold"/>
                                        <p:tgtEl>
                                          <p:spTgt spid="34"/>
                                        </p:tgtEl>
                                        <p:attrNameLst>
                                          <p:attrName>ppt_x</p:attrName>
                                          <p:attrName>ppt_y</p:attrName>
                                        </p:attrNameLst>
                                      </p:cBhvr>
                                      <p:rCtr x="3802" y="3426"/>
                                    </p:animMotion>
                                  </p:childTnLst>
                                </p:cTn>
                              </p:par>
                            </p:childTnLst>
                          </p:cTn>
                        </p:par>
                        <p:par>
                          <p:cTn id="252" fill="hold">
                            <p:stCondLst>
                              <p:cond delay="1000"/>
                            </p:stCondLst>
                            <p:childTnLst>
                              <p:par>
                                <p:cTn id="253" presetID="22" presetClass="exit" presetSubtype="1" fill="hold" nodeType="afterEffect">
                                  <p:stCondLst>
                                    <p:cond delay="0"/>
                                  </p:stCondLst>
                                  <p:childTnLst>
                                    <p:animEffect transition="out" filter="wipe(up)">
                                      <p:cBhvr>
                                        <p:cTn id="254" dur="500"/>
                                        <p:tgtEl>
                                          <p:spTgt spid="49"/>
                                        </p:tgtEl>
                                      </p:cBhvr>
                                    </p:animEffect>
                                    <p:set>
                                      <p:cBhvr>
                                        <p:cTn id="255" dur="1" fill="hold">
                                          <p:stCondLst>
                                            <p:cond delay="499"/>
                                          </p:stCondLst>
                                        </p:cTn>
                                        <p:tgtEl>
                                          <p:spTgt spid="49"/>
                                        </p:tgtEl>
                                        <p:attrNameLst>
                                          <p:attrName>style.visibility</p:attrName>
                                        </p:attrNameLst>
                                      </p:cBhvr>
                                      <p:to>
                                        <p:strVal val="hidden"/>
                                      </p:to>
                                    </p:set>
                                  </p:childTnLst>
                                </p:cTn>
                              </p:par>
                            </p:childTnLst>
                          </p:cTn>
                        </p:par>
                        <p:par>
                          <p:cTn id="256" fill="hold">
                            <p:stCondLst>
                              <p:cond delay="1500"/>
                            </p:stCondLst>
                            <p:childTnLst>
                              <p:par>
                                <p:cTn id="257" presetID="22" presetClass="entr" presetSubtype="8" fill="hold" nodeType="afterEffect">
                                  <p:stCondLst>
                                    <p:cond delay="0"/>
                                  </p:stCondLst>
                                  <p:childTnLst>
                                    <p:set>
                                      <p:cBhvr>
                                        <p:cTn id="258" dur="1" fill="hold">
                                          <p:stCondLst>
                                            <p:cond delay="0"/>
                                          </p:stCondLst>
                                        </p:cTn>
                                        <p:tgtEl>
                                          <p:spTgt spid="54"/>
                                        </p:tgtEl>
                                        <p:attrNameLst>
                                          <p:attrName>style.visibility</p:attrName>
                                        </p:attrNameLst>
                                      </p:cBhvr>
                                      <p:to>
                                        <p:strVal val="visible"/>
                                      </p:to>
                                    </p:set>
                                    <p:animEffect transition="in" filter="wipe(left)">
                                      <p:cBhvr>
                                        <p:cTn id="259" dur="1000"/>
                                        <p:tgtEl>
                                          <p:spTgt spid="54"/>
                                        </p:tgtEl>
                                      </p:cBhvr>
                                    </p:animEffect>
                                  </p:childTnLst>
                                </p:cTn>
                              </p:par>
                            </p:childTnLst>
                          </p:cTn>
                        </p:par>
                      </p:childTnLst>
                    </p:cTn>
                  </p:par>
                  <p:par>
                    <p:cTn id="260" fill="hold">
                      <p:stCondLst>
                        <p:cond delay="indefinite"/>
                      </p:stCondLst>
                      <p:childTnLst>
                        <p:par>
                          <p:cTn id="261" fill="hold">
                            <p:stCondLst>
                              <p:cond delay="0"/>
                            </p:stCondLst>
                            <p:childTnLst>
                              <p:par>
                                <p:cTn id="262" presetID="26" presetClass="exit" presetSubtype="0" fill="hold" grpId="1" nodeType="clickEffect">
                                  <p:stCondLst>
                                    <p:cond delay="0"/>
                                  </p:stCondLst>
                                  <p:childTnLst>
                                    <p:animEffect transition="out" filter="wipe(down)">
                                      <p:cBhvr>
                                        <p:cTn id="263" dur="180" accel="50000">
                                          <p:stCondLst>
                                            <p:cond delay="1820"/>
                                          </p:stCondLst>
                                        </p:cTn>
                                        <p:tgtEl>
                                          <p:spTgt spid="16"/>
                                        </p:tgtEl>
                                      </p:cBhvr>
                                    </p:animEffect>
                                    <p:anim calcmode="lin" valueType="num">
                                      <p:cBhvr>
                                        <p:cTn id="264" dur="1822" tmFilter="0,0; 0.14,0.31; 0.43,0.73; 0.71,0.91; 1.0,1.0">
                                          <p:stCondLst>
                                            <p:cond delay="0"/>
                                          </p:stCondLst>
                                        </p:cTn>
                                        <p:tgtEl>
                                          <p:spTgt spid="16"/>
                                        </p:tgtEl>
                                        <p:attrNameLst>
                                          <p:attrName>ppt_x</p:attrName>
                                        </p:attrNameLst>
                                      </p:cBhvr>
                                      <p:tavLst>
                                        <p:tav tm="0">
                                          <p:val>
                                            <p:strVal val="ppt_x"/>
                                          </p:val>
                                        </p:tav>
                                        <p:tav tm="100000">
                                          <p:val>
                                            <p:strVal val="#ppt_x+0.25"/>
                                          </p:val>
                                        </p:tav>
                                      </p:tavLst>
                                    </p:anim>
                                    <p:anim calcmode="lin" valueType="num">
                                      <p:cBhvr>
                                        <p:cTn id="265" dur="178">
                                          <p:stCondLst>
                                            <p:cond delay="1822"/>
                                          </p:stCondLst>
                                        </p:cTn>
                                        <p:tgtEl>
                                          <p:spTgt spid="16"/>
                                        </p:tgtEl>
                                        <p:attrNameLst>
                                          <p:attrName>ppt_x</p:attrName>
                                        </p:attrNameLst>
                                      </p:cBhvr>
                                      <p:tavLst>
                                        <p:tav tm="0">
                                          <p:val>
                                            <p:strVal val="ppt_x"/>
                                          </p:val>
                                        </p:tav>
                                        <p:tav tm="100000">
                                          <p:val>
                                            <p:strVal val="ppt_x"/>
                                          </p:val>
                                        </p:tav>
                                      </p:tavLst>
                                    </p:anim>
                                    <p:anim calcmode="lin" valueType="num">
                                      <p:cBhvr>
                                        <p:cTn id="266" dur="664" tmFilter="0.0,0.0;0.25,0.07;0.50,0.2;0.75,0.467;1.0,1.0">
                                          <p:stCondLst>
                                            <p:cond delay="0"/>
                                          </p:stCondLst>
                                        </p:cTn>
                                        <p:tgtEl>
                                          <p:spTgt spid="1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67" dur="664" tmFilter="0, 0; 0.125,0.2665; 0.25,0.4; 0.375,0.465; 0.5,0.5;  0.625,0.535; 0.75,0.6; 0.875,0.7335; 1,1">
                                          <p:stCondLst>
                                            <p:cond delay="664"/>
                                          </p:stCondLst>
                                        </p:cTn>
                                        <p:tgtEl>
                                          <p:spTgt spid="1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68" dur="332" tmFilter="0, 0; 0.125,0.2665; 0.25,0.4; 0.375,0.465; 0.5,0.5;  0.625,0.535; 0.75,0.6; 0.875,0.7335; 1,1">
                                          <p:stCondLst>
                                            <p:cond delay="1324"/>
                                          </p:stCondLst>
                                        </p:cTn>
                                        <p:tgtEl>
                                          <p:spTgt spid="1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69" dur="164" tmFilter="0, 0; 0.125,0.2665; 0.25,0.4; 0.375,0.465; 0.5,0.5;  0.625,0.535; 0.75,0.6; 0.875,0.7335; 1,1">
                                          <p:stCondLst>
                                            <p:cond delay="1656"/>
                                          </p:stCondLst>
                                        </p:cTn>
                                        <p:tgtEl>
                                          <p:spTgt spid="1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70" dur="180" accel="50000">
                                          <p:stCondLst>
                                            <p:cond delay="1820"/>
                                          </p:stCondLst>
                                        </p:cTn>
                                        <p:tgtEl>
                                          <p:spTgt spid="16"/>
                                        </p:tgtEl>
                                        <p:attrNameLst>
                                          <p:attrName>ppt_y</p:attrName>
                                        </p:attrNameLst>
                                      </p:cBhvr>
                                      <p:tavLst>
                                        <p:tav tm="0">
                                          <p:val>
                                            <p:strVal val="ppt_y"/>
                                          </p:val>
                                        </p:tav>
                                        <p:tav tm="100000">
                                          <p:val>
                                            <p:strVal val="ppt_y+ppt_h"/>
                                          </p:val>
                                        </p:tav>
                                      </p:tavLst>
                                    </p:anim>
                                    <p:animScale>
                                      <p:cBhvr>
                                        <p:cTn id="271" dur="26">
                                          <p:stCondLst>
                                            <p:cond delay="620"/>
                                          </p:stCondLst>
                                        </p:cTn>
                                        <p:tgtEl>
                                          <p:spTgt spid="16"/>
                                        </p:tgtEl>
                                      </p:cBhvr>
                                      <p:to x="100000" y="60000"/>
                                    </p:animScale>
                                    <p:animScale>
                                      <p:cBhvr>
                                        <p:cTn id="272" dur="166" decel="50000">
                                          <p:stCondLst>
                                            <p:cond delay="646"/>
                                          </p:stCondLst>
                                        </p:cTn>
                                        <p:tgtEl>
                                          <p:spTgt spid="16"/>
                                        </p:tgtEl>
                                      </p:cBhvr>
                                      <p:to x="100000" y="100000"/>
                                    </p:animScale>
                                    <p:animScale>
                                      <p:cBhvr>
                                        <p:cTn id="273" dur="26">
                                          <p:stCondLst>
                                            <p:cond delay="1312"/>
                                          </p:stCondLst>
                                        </p:cTn>
                                        <p:tgtEl>
                                          <p:spTgt spid="16"/>
                                        </p:tgtEl>
                                      </p:cBhvr>
                                      <p:to x="100000" y="80000"/>
                                    </p:animScale>
                                    <p:animScale>
                                      <p:cBhvr>
                                        <p:cTn id="274" dur="166" decel="50000">
                                          <p:stCondLst>
                                            <p:cond delay="1338"/>
                                          </p:stCondLst>
                                        </p:cTn>
                                        <p:tgtEl>
                                          <p:spTgt spid="16"/>
                                        </p:tgtEl>
                                      </p:cBhvr>
                                      <p:to x="100000" y="100000"/>
                                    </p:animScale>
                                    <p:animScale>
                                      <p:cBhvr>
                                        <p:cTn id="275" dur="26">
                                          <p:stCondLst>
                                            <p:cond delay="1642"/>
                                          </p:stCondLst>
                                        </p:cTn>
                                        <p:tgtEl>
                                          <p:spTgt spid="16"/>
                                        </p:tgtEl>
                                      </p:cBhvr>
                                      <p:to x="100000" y="90000"/>
                                    </p:animScale>
                                    <p:animScale>
                                      <p:cBhvr>
                                        <p:cTn id="276" dur="166" decel="50000">
                                          <p:stCondLst>
                                            <p:cond delay="1668"/>
                                          </p:stCondLst>
                                        </p:cTn>
                                        <p:tgtEl>
                                          <p:spTgt spid="16"/>
                                        </p:tgtEl>
                                      </p:cBhvr>
                                      <p:to x="100000" y="100000"/>
                                    </p:animScale>
                                    <p:animScale>
                                      <p:cBhvr>
                                        <p:cTn id="277" dur="26">
                                          <p:stCondLst>
                                            <p:cond delay="1808"/>
                                          </p:stCondLst>
                                        </p:cTn>
                                        <p:tgtEl>
                                          <p:spTgt spid="16"/>
                                        </p:tgtEl>
                                      </p:cBhvr>
                                      <p:to x="100000" y="95000"/>
                                    </p:animScale>
                                    <p:animScale>
                                      <p:cBhvr>
                                        <p:cTn id="278" dur="166" decel="50000">
                                          <p:stCondLst>
                                            <p:cond delay="1834"/>
                                          </p:stCondLst>
                                        </p:cTn>
                                        <p:tgtEl>
                                          <p:spTgt spid="16"/>
                                        </p:tgtEl>
                                      </p:cBhvr>
                                      <p:to x="100000" y="100000"/>
                                    </p:animScale>
                                    <p:set>
                                      <p:cBhvr>
                                        <p:cTn id="279" dur="1" fill="hold">
                                          <p:stCondLst>
                                            <p:cond delay="1999"/>
                                          </p:stCondLst>
                                        </p:cTn>
                                        <p:tgtEl>
                                          <p:spTgt spid="16"/>
                                        </p:tgtEl>
                                        <p:attrNameLst>
                                          <p:attrName>style.visibility</p:attrName>
                                        </p:attrNameLst>
                                      </p:cBhvr>
                                      <p:to>
                                        <p:strVal val="hidden"/>
                                      </p:to>
                                    </p:set>
                                  </p:childTnLst>
                                </p:cTn>
                              </p:par>
                            </p:childTnLst>
                          </p:cTn>
                        </p:par>
                        <p:par>
                          <p:cTn id="280" fill="hold">
                            <p:stCondLst>
                              <p:cond delay="2000"/>
                            </p:stCondLst>
                            <p:childTnLst>
                              <p:par>
                                <p:cTn id="281" presetID="22" presetClass="exit" presetSubtype="1" fill="hold" nodeType="afterEffect">
                                  <p:stCondLst>
                                    <p:cond delay="0"/>
                                  </p:stCondLst>
                                  <p:childTnLst>
                                    <p:animEffect transition="out" filter="wipe(up)">
                                      <p:cBhvr>
                                        <p:cTn id="282" dur="500"/>
                                        <p:tgtEl>
                                          <p:spTgt spid="54"/>
                                        </p:tgtEl>
                                      </p:cBhvr>
                                    </p:animEffect>
                                    <p:set>
                                      <p:cBhvr>
                                        <p:cTn id="283" dur="1" fill="hold">
                                          <p:stCondLst>
                                            <p:cond delay="499"/>
                                          </p:stCondLst>
                                        </p:cTn>
                                        <p:tgtEl>
                                          <p:spTgt spid="54"/>
                                        </p:tgtEl>
                                        <p:attrNameLst>
                                          <p:attrName>style.visibility</p:attrName>
                                        </p:attrNameLst>
                                      </p:cBhvr>
                                      <p:to>
                                        <p:strVal val="hidden"/>
                                      </p:to>
                                    </p:set>
                                  </p:childTnLst>
                                </p:cTn>
                              </p:par>
                            </p:childTnLst>
                          </p:cTn>
                        </p:par>
                        <p:par>
                          <p:cTn id="284" fill="hold">
                            <p:stCondLst>
                              <p:cond delay="2500"/>
                            </p:stCondLst>
                            <p:childTnLst>
                              <p:par>
                                <p:cTn id="285" presetID="22" presetClass="entr" presetSubtype="8" fill="hold" nodeType="afterEffect">
                                  <p:stCondLst>
                                    <p:cond delay="0"/>
                                  </p:stCondLst>
                                  <p:childTnLst>
                                    <p:set>
                                      <p:cBhvr>
                                        <p:cTn id="286" dur="1" fill="hold">
                                          <p:stCondLst>
                                            <p:cond delay="0"/>
                                          </p:stCondLst>
                                        </p:cTn>
                                        <p:tgtEl>
                                          <p:spTgt spid="56"/>
                                        </p:tgtEl>
                                        <p:attrNameLst>
                                          <p:attrName>style.visibility</p:attrName>
                                        </p:attrNameLst>
                                      </p:cBhvr>
                                      <p:to>
                                        <p:strVal val="visible"/>
                                      </p:to>
                                    </p:set>
                                    <p:animEffect transition="in" filter="wipe(left)">
                                      <p:cBhvr>
                                        <p:cTn id="287" dur="1000"/>
                                        <p:tgtEl>
                                          <p:spTgt spid="56"/>
                                        </p:tgtEl>
                                      </p:cBhvr>
                                    </p:animEffect>
                                  </p:childTnLst>
                                </p:cTn>
                              </p:par>
                            </p:childTnLst>
                          </p:cTn>
                        </p:par>
                      </p:childTnLst>
                    </p:cTn>
                  </p:par>
                  <p:par>
                    <p:cTn id="288" fill="hold">
                      <p:stCondLst>
                        <p:cond delay="indefinite"/>
                      </p:stCondLst>
                      <p:childTnLst>
                        <p:par>
                          <p:cTn id="289" fill="hold">
                            <p:stCondLst>
                              <p:cond delay="0"/>
                            </p:stCondLst>
                            <p:childTnLst>
                              <p:par>
                                <p:cTn id="290" presetID="22" presetClass="exit" presetSubtype="1" fill="hold" nodeType="clickEffect">
                                  <p:stCondLst>
                                    <p:cond delay="0"/>
                                  </p:stCondLst>
                                  <p:childTnLst>
                                    <p:animEffect transition="out" filter="wipe(up)">
                                      <p:cBhvr>
                                        <p:cTn id="291" dur="500"/>
                                        <p:tgtEl>
                                          <p:spTgt spid="56"/>
                                        </p:tgtEl>
                                      </p:cBhvr>
                                    </p:animEffect>
                                    <p:set>
                                      <p:cBhvr>
                                        <p:cTn id="292" dur="1" fill="hold">
                                          <p:stCondLst>
                                            <p:cond delay="499"/>
                                          </p:stCondLst>
                                        </p:cTn>
                                        <p:tgtEl>
                                          <p:spTgt spid="56"/>
                                        </p:tgtEl>
                                        <p:attrNameLst>
                                          <p:attrName>style.visibility</p:attrName>
                                        </p:attrNameLst>
                                      </p:cBhvr>
                                      <p:to>
                                        <p:strVal val="hidden"/>
                                      </p:to>
                                    </p:set>
                                  </p:childTnLst>
                                </p:cTn>
                              </p:par>
                            </p:childTnLst>
                          </p:cTn>
                        </p:par>
                        <p:par>
                          <p:cTn id="293" fill="hold">
                            <p:stCondLst>
                              <p:cond delay="500"/>
                            </p:stCondLst>
                            <p:childTnLst>
                              <p:par>
                                <p:cTn id="294" presetID="22" presetClass="exit" presetSubtype="4" fill="hold" nodeType="afterEffect">
                                  <p:stCondLst>
                                    <p:cond delay="0"/>
                                  </p:stCondLst>
                                  <p:childTnLst>
                                    <p:animEffect transition="out" filter="wipe(down)">
                                      <p:cBhvr>
                                        <p:cTn id="295" dur="500"/>
                                        <p:tgtEl>
                                          <p:spTgt spid="35"/>
                                        </p:tgtEl>
                                      </p:cBhvr>
                                    </p:animEffect>
                                    <p:set>
                                      <p:cBhvr>
                                        <p:cTn id="296" dur="1" fill="hold">
                                          <p:stCondLst>
                                            <p:cond delay="499"/>
                                          </p:stCondLst>
                                        </p:cTn>
                                        <p:tgtEl>
                                          <p:spTgt spid="35"/>
                                        </p:tgtEl>
                                        <p:attrNameLst>
                                          <p:attrName>style.visibility</p:attrName>
                                        </p:attrNameLst>
                                      </p:cBhvr>
                                      <p:to>
                                        <p:strVal val="hidden"/>
                                      </p:to>
                                    </p:set>
                                  </p:childTnLst>
                                </p:cTn>
                              </p:par>
                              <p:par>
                                <p:cTn id="297" presetID="22" presetClass="exit" presetSubtype="4" fill="hold" nodeType="withEffect">
                                  <p:stCondLst>
                                    <p:cond delay="0"/>
                                  </p:stCondLst>
                                  <p:childTnLst>
                                    <p:animEffect transition="out" filter="wipe(down)">
                                      <p:cBhvr>
                                        <p:cTn id="298" dur="500"/>
                                        <p:tgtEl>
                                          <p:spTgt spid="23"/>
                                        </p:tgtEl>
                                      </p:cBhvr>
                                    </p:animEffect>
                                    <p:set>
                                      <p:cBhvr>
                                        <p:cTn id="299" dur="1" fill="hold">
                                          <p:stCondLst>
                                            <p:cond delay="499"/>
                                          </p:stCondLst>
                                        </p:cTn>
                                        <p:tgtEl>
                                          <p:spTgt spid="23"/>
                                        </p:tgtEl>
                                        <p:attrNameLst>
                                          <p:attrName>style.visibility</p:attrName>
                                        </p:attrNameLst>
                                      </p:cBhvr>
                                      <p:to>
                                        <p:strVal val="hidden"/>
                                      </p:to>
                                    </p:set>
                                  </p:childTnLst>
                                </p:cTn>
                              </p:par>
                              <p:par>
                                <p:cTn id="300" presetID="10" presetClass="exit" presetSubtype="0" fill="hold" grpId="1" nodeType="withEffect">
                                  <p:stCondLst>
                                    <p:cond delay="0"/>
                                  </p:stCondLst>
                                  <p:childTnLst>
                                    <p:animEffect transition="out" filter="fade">
                                      <p:cBhvr>
                                        <p:cTn id="301" dur="500"/>
                                        <p:tgtEl>
                                          <p:spTgt spid="36"/>
                                        </p:tgtEl>
                                      </p:cBhvr>
                                    </p:animEffect>
                                    <p:set>
                                      <p:cBhvr>
                                        <p:cTn id="302" dur="1" fill="hold">
                                          <p:stCondLst>
                                            <p:cond delay="499"/>
                                          </p:stCondLst>
                                        </p:cTn>
                                        <p:tgtEl>
                                          <p:spTgt spid="36"/>
                                        </p:tgtEl>
                                        <p:attrNameLst>
                                          <p:attrName>style.visibility</p:attrName>
                                        </p:attrNameLst>
                                      </p:cBhvr>
                                      <p:to>
                                        <p:strVal val="hidden"/>
                                      </p:to>
                                    </p:set>
                                  </p:childTnLst>
                                </p:cTn>
                              </p:par>
                              <p:par>
                                <p:cTn id="303" presetID="10" presetClass="exit" presetSubtype="0" fill="hold" grpId="1" nodeType="withEffect">
                                  <p:stCondLst>
                                    <p:cond delay="0"/>
                                  </p:stCondLst>
                                  <p:childTnLst>
                                    <p:animEffect transition="out" filter="fade">
                                      <p:cBhvr>
                                        <p:cTn id="304" dur="500"/>
                                        <p:tgtEl>
                                          <p:spTgt spid="34"/>
                                        </p:tgtEl>
                                      </p:cBhvr>
                                    </p:animEffect>
                                    <p:set>
                                      <p:cBhvr>
                                        <p:cTn id="305" dur="1" fill="hold">
                                          <p:stCondLst>
                                            <p:cond delay="499"/>
                                          </p:stCondLst>
                                        </p:cTn>
                                        <p:tgtEl>
                                          <p:spTgt spid="34"/>
                                        </p:tgtEl>
                                        <p:attrNameLst>
                                          <p:attrName>style.visibility</p:attrName>
                                        </p:attrNameLst>
                                      </p:cBhvr>
                                      <p:to>
                                        <p:strVal val="hidden"/>
                                      </p:to>
                                    </p:set>
                                  </p:childTnLst>
                                </p:cTn>
                              </p:par>
                              <p:par>
                                <p:cTn id="306" presetID="22" presetClass="exit" presetSubtype="4" fill="hold" nodeType="withEffect">
                                  <p:stCondLst>
                                    <p:cond delay="0"/>
                                  </p:stCondLst>
                                  <p:childTnLst>
                                    <p:animEffect transition="out" filter="wipe(down)">
                                      <p:cBhvr>
                                        <p:cTn id="307" dur="500"/>
                                        <p:tgtEl>
                                          <p:spTgt spid="5"/>
                                        </p:tgtEl>
                                      </p:cBhvr>
                                    </p:animEffect>
                                    <p:set>
                                      <p:cBhvr>
                                        <p:cTn id="308" dur="1" fill="hold">
                                          <p:stCondLst>
                                            <p:cond delay="499"/>
                                          </p:stCondLst>
                                        </p:cTn>
                                        <p:tgtEl>
                                          <p:spTgt spid="5"/>
                                        </p:tgtEl>
                                        <p:attrNameLst>
                                          <p:attrName>style.visibility</p:attrName>
                                        </p:attrNameLst>
                                      </p:cBhvr>
                                      <p:to>
                                        <p:strVal val="hidden"/>
                                      </p:to>
                                    </p:set>
                                  </p:childTnLst>
                                </p:cTn>
                              </p:par>
                            </p:childTnLst>
                          </p:cTn>
                        </p:par>
                        <p:par>
                          <p:cTn id="309" fill="hold">
                            <p:stCondLst>
                              <p:cond delay="1000"/>
                            </p:stCondLst>
                            <p:childTnLst>
                              <p:par>
                                <p:cTn id="310" presetID="22" presetClass="entr" presetSubtype="4" fill="hold" nodeType="afterEffect">
                                  <p:stCondLst>
                                    <p:cond delay="0"/>
                                  </p:stCondLst>
                                  <p:childTnLst>
                                    <p:set>
                                      <p:cBhvr>
                                        <p:cTn id="311" dur="1" fill="hold">
                                          <p:stCondLst>
                                            <p:cond delay="0"/>
                                          </p:stCondLst>
                                        </p:cTn>
                                        <p:tgtEl>
                                          <p:spTgt spid="40"/>
                                        </p:tgtEl>
                                        <p:attrNameLst>
                                          <p:attrName>style.visibility</p:attrName>
                                        </p:attrNameLst>
                                      </p:cBhvr>
                                      <p:to>
                                        <p:strVal val="visible"/>
                                      </p:to>
                                    </p:set>
                                    <p:animEffect transition="in" filter="wipe(down)">
                                      <p:cBhvr>
                                        <p:cTn id="312" dur="1000"/>
                                        <p:tgtEl>
                                          <p:spTgt spid="40"/>
                                        </p:tgtEl>
                                      </p:cBhvr>
                                    </p:animEffect>
                                  </p:childTnLst>
                                </p:cTn>
                              </p:par>
                              <p:par>
                                <p:cTn id="313" presetID="22" presetClass="entr" presetSubtype="4" fill="hold" nodeType="withEffect">
                                  <p:stCondLst>
                                    <p:cond delay="0"/>
                                  </p:stCondLst>
                                  <p:childTnLst>
                                    <p:set>
                                      <p:cBhvr>
                                        <p:cTn id="314" dur="1" fill="hold">
                                          <p:stCondLst>
                                            <p:cond delay="0"/>
                                          </p:stCondLst>
                                        </p:cTn>
                                        <p:tgtEl>
                                          <p:spTgt spid="66"/>
                                        </p:tgtEl>
                                        <p:attrNameLst>
                                          <p:attrName>style.visibility</p:attrName>
                                        </p:attrNameLst>
                                      </p:cBhvr>
                                      <p:to>
                                        <p:strVal val="visible"/>
                                      </p:to>
                                    </p:set>
                                    <p:animEffect transition="in" filter="wipe(down)">
                                      <p:cBhvr>
                                        <p:cTn id="315"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utoUpdateAnimBg="0"/>
      <p:bldP spid="16" grpId="0" animBg="1"/>
      <p:bldP spid="16" grpId="1" animBg="1"/>
      <p:bldP spid="19" grpId="0" animBg="1"/>
      <p:bldP spid="19" grpId="1" animBg="1"/>
      <p:bldP spid="27" grpId="0"/>
      <p:bldP spid="27" grpId="1"/>
      <p:bldP spid="27" grpId="2"/>
      <p:bldP spid="28" grpId="0"/>
      <p:bldP spid="28" grpId="1"/>
      <p:bldP spid="33" grpId="0"/>
      <p:bldP spid="34" grpId="0"/>
      <p:bldP spid="34" grpId="1"/>
      <p:bldP spid="34" grpId="2"/>
      <p:bldP spid="36" grpId="0"/>
      <p:bldP spid="36" grpId="1"/>
      <p:bldP spid="45" grpId="0" uiExpand="1" build="p"/>
      <p:bldP spid="41" grpId="0" animBg="1"/>
      <p:bldP spid="41" grpId="1" animBg="1"/>
      <p:bldP spid="62" grpId="0"/>
      <p:bldP spid="62" grpId="1"/>
      <p:bldP spid="63" grpId="0"/>
      <p:bldP spid="63" grpId="1"/>
      <p:bldP spid="65" grpId="0"/>
      <p:bldP spid="65"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3" name="直接连接符 102">
            <a:extLst>
              <a:ext uri="{FF2B5EF4-FFF2-40B4-BE49-F238E27FC236}">
                <a16:creationId xmlns:a16="http://schemas.microsoft.com/office/drawing/2014/main" id="{29B96FD6-EBE1-4977-BA5A-177158361FBE}"/>
              </a:ext>
            </a:extLst>
          </p:cNvPr>
          <p:cNvCxnSpPr>
            <a:cxnSpLocks/>
            <a:stCxn id="10" idx="5"/>
          </p:cNvCxnSpPr>
          <p:nvPr/>
        </p:nvCxnSpPr>
        <p:spPr>
          <a:xfrm>
            <a:off x="2061830" y="5049022"/>
            <a:ext cx="313172" cy="75692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214BD54-A509-4EF7-B8C9-77A549F35F1F}"/>
              </a:ext>
            </a:extLst>
          </p:cNvPr>
          <p:cNvCxnSpPr>
            <a:cxnSpLocks/>
            <a:stCxn id="8" idx="1"/>
          </p:cNvCxnSpPr>
          <p:nvPr/>
        </p:nvCxnSpPr>
        <p:spPr>
          <a:xfrm flipH="1" flipV="1">
            <a:off x="1848537" y="4928743"/>
            <a:ext cx="611874" cy="2430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08120E1B-2C38-47E8-80E0-514121F49D15}"/>
              </a:ext>
            </a:extLst>
          </p:cNvPr>
          <p:cNvCxnSpPr>
            <a:cxnSpLocks/>
          </p:cNvCxnSpPr>
          <p:nvPr/>
        </p:nvCxnSpPr>
        <p:spPr>
          <a:xfrm flipH="1">
            <a:off x="642237" y="4461365"/>
            <a:ext cx="324782" cy="2163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BB5CDBB-363E-4119-B206-CC6C91D6FEBF}"/>
              </a:ext>
            </a:extLst>
          </p:cNvPr>
          <p:cNvCxnSpPr>
            <a:cxnSpLocks/>
            <a:endCxn id="10" idx="1"/>
          </p:cNvCxnSpPr>
          <p:nvPr/>
        </p:nvCxnSpPr>
        <p:spPr>
          <a:xfrm>
            <a:off x="1163217" y="4443459"/>
            <a:ext cx="644055" cy="35100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D041DCFC-7669-4DC3-86F5-2E5D2A19D020}"/>
              </a:ext>
            </a:extLst>
          </p:cNvPr>
          <p:cNvGrpSpPr/>
          <p:nvPr/>
        </p:nvGrpSpPr>
        <p:grpSpPr>
          <a:xfrm>
            <a:off x="1536678" y="4741743"/>
            <a:ext cx="577873" cy="1106165"/>
            <a:chOff x="1189517" y="4691710"/>
            <a:chExt cx="577873" cy="1106165"/>
          </a:xfrm>
        </p:grpSpPr>
        <p:sp>
          <p:nvSpPr>
            <p:cNvPr id="42" name="梯形 41">
              <a:extLst>
                <a:ext uri="{FF2B5EF4-FFF2-40B4-BE49-F238E27FC236}">
                  <a16:creationId xmlns:a16="http://schemas.microsoft.com/office/drawing/2014/main" id="{6723EB5B-E1AE-445E-B33B-D34E9D1A7D4A}"/>
                </a:ext>
              </a:extLst>
            </p:cNvPr>
            <p:cNvSpPr/>
            <p:nvPr/>
          </p:nvSpPr>
          <p:spPr>
            <a:xfrm>
              <a:off x="1189517" y="4908189"/>
              <a:ext cx="526465" cy="889686"/>
            </a:xfrm>
            <a:prstGeom prst="trapezoid">
              <a:avLst>
                <a:gd name="adj" fmla="val 42874"/>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DBC737A5-69F8-4BC9-9C13-F0F509BE44ED}"/>
                </a:ext>
              </a:extLst>
            </p:cNvPr>
            <p:cNvSpPr/>
            <p:nvPr/>
          </p:nvSpPr>
          <p:spPr>
            <a:xfrm>
              <a:off x="1407390" y="4691710"/>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48</a:t>
              </a:r>
              <a:endParaRPr lang="zh-CN" altLang="en-US" sz="2000" b="1" dirty="0">
                <a:solidFill>
                  <a:srgbClr val="002060"/>
                </a:solidFill>
              </a:endParaRPr>
            </a:p>
          </p:txBody>
        </p:sp>
      </p:grpSp>
      <p:grpSp>
        <p:nvGrpSpPr>
          <p:cNvPr id="40" name="组合 39">
            <a:extLst>
              <a:ext uri="{FF2B5EF4-FFF2-40B4-BE49-F238E27FC236}">
                <a16:creationId xmlns:a16="http://schemas.microsoft.com/office/drawing/2014/main" id="{F47F6464-9A9D-41DF-9426-BA0281C490A1}"/>
              </a:ext>
            </a:extLst>
          </p:cNvPr>
          <p:cNvGrpSpPr/>
          <p:nvPr/>
        </p:nvGrpSpPr>
        <p:grpSpPr>
          <a:xfrm>
            <a:off x="290599" y="4568743"/>
            <a:ext cx="753072" cy="1237203"/>
            <a:chOff x="158715" y="4871710"/>
            <a:chExt cx="742518" cy="1237203"/>
          </a:xfrm>
        </p:grpSpPr>
        <p:sp>
          <p:nvSpPr>
            <p:cNvPr id="31" name="梯形 30">
              <a:extLst>
                <a:ext uri="{FF2B5EF4-FFF2-40B4-BE49-F238E27FC236}">
                  <a16:creationId xmlns:a16="http://schemas.microsoft.com/office/drawing/2014/main" id="{1E545137-755F-40EF-ADB4-FE835E805C78}"/>
                </a:ext>
              </a:extLst>
            </p:cNvPr>
            <p:cNvSpPr/>
            <p:nvPr/>
          </p:nvSpPr>
          <p:spPr>
            <a:xfrm>
              <a:off x="158715" y="5088922"/>
              <a:ext cx="742518" cy="1019991"/>
            </a:xfrm>
            <a:prstGeom prst="trapezoid">
              <a:avLst>
                <a:gd name="adj" fmla="val 25074"/>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800EDAD2-C9CC-433F-AB89-D12A6083358D}"/>
                </a:ext>
              </a:extLst>
            </p:cNvPr>
            <p:cNvSpPr/>
            <p:nvPr/>
          </p:nvSpPr>
          <p:spPr>
            <a:xfrm>
              <a:off x="348510" y="4871710"/>
              <a:ext cx="354955"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21</a:t>
              </a:r>
              <a:endParaRPr lang="zh-CN" altLang="en-US" sz="2000" b="1" dirty="0">
                <a:solidFill>
                  <a:srgbClr val="002060"/>
                </a:solidFill>
              </a:endParaRPr>
            </a:p>
          </p:txBody>
        </p:sp>
      </p:grpSp>
      <p:cxnSp>
        <p:nvCxnSpPr>
          <p:cNvPr id="23" name="直接连接符 22">
            <a:extLst>
              <a:ext uri="{FF2B5EF4-FFF2-40B4-BE49-F238E27FC236}">
                <a16:creationId xmlns:a16="http://schemas.microsoft.com/office/drawing/2014/main" id="{B522343C-402B-4F31-987F-F167DADCCB53}"/>
              </a:ext>
            </a:extLst>
          </p:cNvPr>
          <p:cNvCxnSpPr>
            <a:cxnSpLocks/>
          </p:cNvCxnSpPr>
          <p:nvPr/>
        </p:nvCxnSpPr>
        <p:spPr>
          <a:xfrm flipH="1">
            <a:off x="2347911" y="5343434"/>
            <a:ext cx="210200" cy="4253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C610184B-4415-4DB2-8BA5-B05FD682078A}"/>
              </a:ext>
            </a:extLst>
          </p:cNvPr>
          <p:cNvSpPr txBox="1"/>
          <p:nvPr/>
        </p:nvSpPr>
        <p:spPr>
          <a:xfrm>
            <a:off x="4570751" y="948900"/>
            <a:ext cx="7481690" cy="5672322"/>
          </a:xfrm>
          <a:prstGeom prst="rect">
            <a:avLst/>
          </a:prstGeom>
          <a:solidFill>
            <a:srgbClr val="FFFAEB"/>
          </a:solidFill>
          <a:ln w="12700">
            <a:solidFill>
              <a:schemeClr val="tx1"/>
            </a:solidFill>
          </a:ln>
        </p:spPr>
        <p:txBody>
          <a:bodyPr wrap="square">
            <a:spAutoFit/>
          </a:bodyPr>
          <a:lstStyle/>
          <a:p>
            <a:pPr marR="57785">
              <a:lnSpc>
                <a:spcPct val="115000"/>
              </a:lnSpc>
            </a:pP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BiTree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DeleteDST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BiTree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T,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ElemType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e)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rgbClr val="C00000"/>
                </a:solidFill>
                <a:latin typeface="Calibri" panose="020F0502020204030204" pitchFamily="34" charset="0"/>
                <a:ea typeface="黑体" panose="02010609060101010101" pitchFamily="49" charset="-122"/>
                <a:cs typeface="Calibri" panose="020F0502020204030204" pitchFamily="34" charset="0"/>
              </a:rPr>
              <a:t>算法</a:t>
            </a:r>
            <a:r>
              <a:rPr lang="en-US" altLang="zh-CN" sz="1600" dirty="0">
                <a:solidFill>
                  <a:srgbClr val="C00000"/>
                </a:solidFill>
                <a:latin typeface="Calibri" panose="020F0502020204030204" pitchFamily="34" charset="0"/>
                <a:ea typeface="Calibri" panose="020F0502020204030204" pitchFamily="34" charset="0"/>
                <a:cs typeface="Calibri" panose="020F0502020204030204" pitchFamily="34" charset="0"/>
              </a:rPr>
              <a:t>9.8 </a:t>
            </a:r>
            <a:r>
              <a:rPr lang="zh-CN" altLang="zh-CN" sz="1600" dirty="0">
                <a:solidFill>
                  <a:schemeClr val="accent6">
                    <a:lumMod val="75000"/>
                  </a:schemeClr>
                </a:solidFill>
                <a:latin typeface="Calibri" panose="020F0502020204030204" pitchFamily="34" charset="0"/>
                <a:cs typeface="Calibri" panose="020F0502020204030204" pitchFamily="34" charset="0"/>
              </a:rPr>
              <a:t>在</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a:t>
            </a:r>
            <a:r>
              <a:rPr lang="zh-CN" altLang="zh-CN" sz="1600" dirty="0">
                <a:solidFill>
                  <a:schemeClr val="accent6">
                    <a:lumMod val="75000"/>
                  </a:schemeClr>
                </a:solidFill>
                <a:latin typeface="Calibri" panose="020F0502020204030204" pitchFamily="34" charset="0"/>
                <a:cs typeface="Calibri" panose="020F0502020204030204" pitchFamily="34" charset="0"/>
              </a:rPr>
              <a:t>中删除元素</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并返回树根指针</a:t>
            </a: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BiTNode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*f;</a:t>
            </a:r>
            <a:endParaRPr lang="zh-CN" altLang="zh-CN" sz="1600" dirty="0">
              <a:solidFill>
                <a:srgbClr val="000000"/>
              </a:solidFill>
              <a:latin typeface="Calibri" panose="020F0502020204030204" pitchFamily="34" charset="0"/>
              <a:cs typeface="Calibri" panose="020F0502020204030204" pitchFamily="34" charset="0"/>
            </a:endParaRP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(T == NULL)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return</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NULL;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找不到</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，则返回</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NULL</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(LT(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e,T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-&gt;data)) 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DeleteDST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e);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若</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小则对左子树递归</a:t>
            </a:r>
          </a:p>
          <a:p>
            <a:pPr marR="57785">
              <a:lnSpc>
                <a:spcPct val="115000"/>
              </a:lnSpc>
              <a:buNone/>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else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e,T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-&gt;data)) 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DeleteDST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e);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大则对右子树递归</a:t>
            </a: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else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到此，找到了</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r>
              <a:rPr lang="zh-CN" altLang="zh-CN" sz="1600" dirty="0">
                <a:solidFill>
                  <a:schemeClr val="accent6">
                    <a:lumMod val="75000"/>
                  </a:schemeClr>
                </a:solidFill>
                <a:latin typeface="Calibri" panose="020F0502020204030204" pitchFamily="34" charset="0"/>
                <a:cs typeface="Calibri" panose="020F0502020204030204" pitchFamily="34" charset="0"/>
              </a:rPr>
              <a:t>，分两种情形删除</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buNone/>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&amp;&amp;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若</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a:t>
            </a:r>
            <a:r>
              <a:rPr lang="zh-CN" altLang="zh-CN" sz="1600" dirty="0">
                <a:solidFill>
                  <a:schemeClr val="accent6">
                    <a:lumMod val="75000"/>
                  </a:schemeClr>
                </a:solidFill>
                <a:latin typeface="Calibri" panose="020F0502020204030204" pitchFamily="34" charset="0"/>
                <a:cs typeface="Calibri" panose="020F0502020204030204" pitchFamily="34" charset="0"/>
              </a:rPr>
              <a:t>节点的左右孩子齐全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3</a:t>
            </a:r>
            <a:r>
              <a:rPr lang="zh-CN" altLang="zh-CN" sz="1600" dirty="0">
                <a:solidFill>
                  <a:schemeClr val="accent6">
                    <a:lumMod val="75000"/>
                  </a:schemeClr>
                </a:solidFill>
                <a:latin typeface="Calibri" panose="020F0502020204030204" pitchFamily="34" charset="0"/>
                <a:cs typeface="Calibri" panose="020F0502020204030204" pitchFamily="34" charset="0"/>
              </a:rPr>
              <a:t>）</a:t>
            </a: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f = T;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FindMax</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&amp;f);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找</a:t>
            </a:r>
            <a:r>
              <a:rPr lang="zh-CN" altLang="en-US" sz="1600" dirty="0">
                <a:solidFill>
                  <a:schemeClr val="accent6">
                    <a:lumMod val="75000"/>
                  </a:schemeClr>
                </a:solidFill>
                <a:latin typeface="Calibri" panose="020F0502020204030204" pitchFamily="34" charset="0"/>
                <a:cs typeface="Calibri" panose="020F0502020204030204" pitchFamily="34" charset="0"/>
              </a:rPr>
              <a:t>左</a:t>
            </a:r>
            <a:r>
              <a:rPr lang="zh-CN" altLang="zh-CN" sz="1600" dirty="0">
                <a:solidFill>
                  <a:schemeClr val="accent6">
                    <a:lumMod val="75000"/>
                  </a:schemeClr>
                </a:solidFill>
                <a:latin typeface="Calibri" panose="020F0502020204030204" pitchFamily="34" charset="0"/>
                <a:cs typeface="Calibri" panose="020F0502020204030204" pitchFamily="34" charset="0"/>
              </a:rPr>
              <a:t>子树的最</a:t>
            </a:r>
            <a:r>
              <a:rPr lang="zh-CN" altLang="en-US" sz="1600" dirty="0">
                <a:solidFill>
                  <a:schemeClr val="accent6">
                    <a:lumMod val="75000"/>
                  </a:schemeClr>
                </a:solidFill>
                <a:latin typeface="Calibri" panose="020F0502020204030204" pitchFamily="34" charset="0"/>
                <a:cs typeface="Calibri" panose="020F0502020204030204" pitchFamily="34" charset="0"/>
              </a:rPr>
              <a:t>大</a:t>
            </a:r>
            <a:r>
              <a:rPr lang="zh-CN" altLang="zh-CN" sz="1600" dirty="0">
                <a:solidFill>
                  <a:schemeClr val="accent6">
                    <a:lumMod val="75000"/>
                  </a:schemeClr>
                </a:solidFill>
                <a:latin typeface="Calibri" panose="020F0502020204030204" pitchFamily="34" charset="0"/>
                <a:cs typeface="Calibri" panose="020F0502020204030204" pitchFamily="34" charset="0"/>
              </a:rPr>
              <a:t>元素顶替</a:t>
            </a:r>
            <a:r>
              <a:rPr lang="zh-CN" altLang="en-US" sz="1600" dirty="0">
                <a:solidFill>
                  <a:schemeClr val="accent6">
                    <a:lumMod val="75000"/>
                  </a:schemeClr>
                </a:solidFill>
                <a:latin typeface="Calibri" panose="020F0502020204030204" pitchFamily="34" charset="0"/>
                <a:cs typeface="Calibri" panose="020F0502020204030204" pitchFamily="34" charset="0"/>
              </a:rPr>
              <a:t>树中的</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e</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(f-&gt;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f-&gt;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是</a:t>
            </a:r>
            <a:r>
              <a:rPr lang="en-US" altLang="zh-CN" sz="1600" dirty="0">
                <a:solidFill>
                  <a:schemeClr val="accent6">
                    <a:lumMod val="75000"/>
                  </a:schemeClr>
                </a:solidFill>
                <a:latin typeface="Calibri" panose="020F0502020204030204" pitchFamily="34" charset="0"/>
                <a:cs typeface="Calibri" panose="020F0502020204030204" pitchFamily="34" charset="0"/>
              </a:rPr>
              <a:t>f</a:t>
            </a:r>
            <a:r>
              <a:rPr lang="zh-CN" altLang="zh-CN" sz="1600" dirty="0">
                <a:solidFill>
                  <a:schemeClr val="accent6">
                    <a:lumMod val="75000"/>
                  </a:schemeClr>
                </a:solidFill>
                <a:latin typeface="Calibri" panose="020F0502020204030204" pitchFamily="34" charset="0"/>
                <a:cs typeface="Calibri" panose="020F0502020204030204" pitchFamily="34" charset="0"/>
              </a:rPr>
              <a:t>节点的左孩子</a:t>
            </a:r>
          </a:p>
          <a:p>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else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f-&gt;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否则是右孩子</a:t>
            </a:r>
            <a:endParaRPr lang="en-US"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T-&gt;data =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-&gt;data;    free(</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最小元素顶替被删元素且实际删除</a:t>
            </a:r>
          </a:p>
          <a:p>
            <a:pPr marR="57785">
              <a:lnSpc>
                <a:spcPct val="115000"/>
              </a:lnSpc>
            </a:pP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      } else {</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否则，只有</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1</a:t>
            </a:r>
            <a:r>
              <a:rPr lang="zh-CN" altLang="zh-CN" sz="1600" dirty="0">
                <a:solidFill>
                  <a:schemeClr val="accent6">
                    <a:lumMod val="75000"/>
                  </a:schemeClr>
                </a:solidFill>
                <a:latin typeface="Calibri" panose="020F0502020204030204" pitchFamily="34" charset="0"/>
                <a:cs typeface="Calibri" panose="020F0502020204030204" pitchFamily="34" charset="0"/>
              </a:rPr>
              <a:t>个或</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0</a:t>
            </a:r>
            <a:r>
              <a:rPr lang="zh-CN" altLang="zh-CN" sz="1600" dirty="0">
                <a:solidFill>
                  <a:schemeClr val="accent6">
                    <a:lumMod val="75000"/>
                  </a:schemeClr>
                </a:solidFill>
                <a:latin typeface="Calibri" panose="020F0502020204030204" pitchFamily="34" charset="0"/>
                <a:cs typeface="Calibri" panose="020F0502020204030204" pitchFamily="34" charset="0"/>
              </a:rPr>
              <a:t>个孩子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1</a:t>
            </a:r>
            <a:r>
              <a:rPr lang="zh-CN" altLang="zh-CN" sz="1600" dirty="0">
                <a:solidFill>
                  <a:schemeClr val="accent6">
                    <a:lumMod val="75000"/>
                  </a:schemeClr>
                </a:solidFill>
                <a:latin typeface="Calibri" panose="020F0502020204030204" pitchFamily="34" charset="0"/>
                <a:cs typeface="Calibri" panose="020F0502020204030204" pitchFamily="34" charset="0"/>
              </a:rPr>
              <a:t>）和（</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2</a:t>
            </a:r>
            <a:r>
              <a:rPr lang="zh-CN" altLang="zh-CN" sz="1600" dirty="0">
                <a:solidFill>
                  <a:schemeClr val="accent6">
                    <a:lumMod val="75000"/>
                  </a:schemeClr>
                </a:solidFill>
                <a:latin typeface="Calibri" panose="020F0502020204030204" pitchFamily="34" charset="0"/>
                <a:cs typeface="Calibri" panose="020F0502020204030204" pitchFamily="34" charset="0"/>
              </a:rPr>
              <a:t>）</a:t>
            </a: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T;</a:t>
            </a:r>
            <a:endParaRPr lang="zh-CN" altLang="zh-CN" sz="1600" dirty="0">
              <a:solidFill>
                <a:srgbClr val="000000"/>
              </a:solidFill>
              <a:latin typeface="Calibri" panose="020F0502020204030204" pitchFamily="34" charset="0"/>
              <a:cs typeface="Calibri" panose="020F0502020204030204" pitchFamily="34" charset="0"/>
            </a:endParaRP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NULL) T = 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无左孩子则选右子树</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zh-CN" altLang="zh-CN" sz="1600" dirty="0">
                <a:solidFill>
                  <a:schemeClr val="accent6">
                    <a:lumMod val="75000"/>
                  </a:schemeClr>
                </a:solidFill>
                <a:latin typeface="Calibri" panose="020F0502020204030204" pitchFamily="34" charset="0"/>
                <a:cs typeface="Calibri" panose="020F0502020204030204" pitchFamily="34" charset="0"/>
              </a:rPr>
              <a:t>也处理了</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0</a:t>
            </a:r>
            <a:r>
              <a:rPr lang="zh-CN" altLang="zh-CN" sz="1600" dirty="0">
                <a:solidFill>
                  <a:schemeClr val="accent6">
                    <a:lumMod val="75000"/>
                  </a:schemeClr>
                </a:solidFill>
                <a:latin typeface="Calibri" panose="020F0502020204030204" pitchFamily="34" charset="0"/>
                <a:cs typeface="Calibri" panose="020F0502020204030204" pitchFamily="34" charset="0"/>
              </a:rPr>
              <a:t>个孩子</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else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if</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rchild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 NULL)  T = T-&gt;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lchild</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否则选左子树</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r>
              <a:rPr lang="zh-CN" altLang="zh-CN" sz="1600" dirty="0">
                <a:solidFill>
                  <a:schemeClr val="accent6">
                    <a:lumMod val="75000"/>
                  </a:schemeClr>
                </a:solidFill>
                <a:latin typeface="Calibri" panose="020F0502020204030204" pitchFamily="34" charset="0"/>
                <a:cs typeface="Calibri" panose="020F0502020204030204" pitchFamily="34" charset="0"/>
              </a:rPr>
              <a:t>返回接为子树</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pPr marR="57785">
              <a:lnSpc>
                <a:spcPct val="115000"/>
              </a:lnSpc>
              <a:buNone/>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free</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altLang="zh-CN"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nodeP</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释放实际被删节点</a:t>
            </a: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zh-CN" altLang="zh-CN" sz="1600" dirty="0">
              <a:solidFill>
                <a:srgbClr val="000000"/>
              </a:solidFill>
              <a:latin typeface="Calibri" panose="020F0502020204030204" pitchFamily="34" charset="0"/>
              <a:cs typeface="Calibri" panose="020F0502020204030204" pitchFamily="34" charset="0"/>
            </a:endParaRPr>
          </a:p>
          <a:p>
            <a:pPr marR="57785">
              <a:lnSpc>
                <a:spcPct val="115000"/>
              </a:lnSpc>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endParaRPr lang="zh-CN" altLang="zh-CN" sz="1600" dirty="0">
              <a:solidFill>
                <a:srgbClr val="000000"/>
              </a:solidFill>
              <a:latin typeface="Calibri" panose="020F0502020204030204" pitchFamily="34" charset="0"/>
              <a:cs typeface="Calibri" panose="020F0502020204030204" pitchFamily="34" charset="0"/>
            </a:endParaRPr>
          </a:p>
          <a:p>
            <a:pPr marR="57785">
              <a:lnSpc>
                <a:spcPct val="115000"/>
              </a:lnSpc>
              <a:buNone/>
            </a:pP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return</a:t>
            </a:r>
            <a:r>
              <a:rPr lang="en-US" altLang="zh-CN" sz="1600" dirty="0">
                <a:solidFill>
                  <a:srgbClr val="000000"/>
                </a:solidFill>
                <a:latin typeface="Calibri" panose="020F0502020204030204" pitchFamily="34" charset="0"/>
                <a:ea typeface="Calibri" panose="020F0502020204030204" pitchFamily="34" charset="0"/>
                <a:cs typeface="Calibri" panose="020F0502020204030204" pitchFamily="34" charset="0"/>
              </a:rPr>
              <a:t> 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返回</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T</a:t>
            </a:r>
            <a:r>
              <a:rPr lang="zh-CN" altLang="zh-CN" sz="1600" dirty="0">
                <a:solidFill>
                  <a:schemeClr val="accent6">
                    <a:lumMod val="75000"/>
                  </a:schemeClr>
                </a:solidFill>
                <a:latin typeface="Calibri" panose="020F0502020204030204" pitchFamily="34" charset="0"/>
                <a:cs typeface="Calibri" panose="020F0502020204030204" pitchFamily="34" charset="0"/>
              </a:rPr>
              <a:t>（</a:t>
            </a:r>
            <a:r>
              <a:rPr lang="zh-CN" altLang="en-US" sz="1600" dirty="0">
                <a:solidFill>
                  <a:schemeClr val="accent6">
                    <a:lumMod val="75000"/>
                  </a:schemeClr>
                </a:solidFill>
                <a:latin typeface="Calibri" panose="020F0502020204030204" pitchFamily="34" charset="0"/>
                <a:cs typeface="Calibri" panose="020F0502020204030204" pitchFamily="34" charset="0"/>
              </a:rPr>
              <a:t>可能</a:t>
            </a:r>
            <a:r>
              <a:rPr lang="zh-CN" altLang="zh-CN" sz="1600" dirty="0">
                <a:solidFill>
                  <a:schemeClr val="accent6">
                    <a:lumMod val="75000"/>
                  </a:schemeClr>
                </a:solidFill>
                <a:latin typeface="Calibri" panose="020F0502020204030204" pitchFamily="34" charset="0"/>
                <a:cs typeface="Calibri" panose="020F0502020204030204" pitchFamily="34" charset="0"/>
              </a:rPr>
              <a:t>被改变了）</a:t>
            </a:r>
          </a:p>
          <a:p>
            <a:pPr marR="57785">
              <a:lnSpc>
                <a:spcPct val="115000"/>
              </a:lnSpc>
            </a:pPr>
            <a:r>
              <a:rPr lang="en-US" altLang="zh-CN"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sp>
        <p:nvSpPr>
          <p:cNvPr id="5" name="椭圆 4">
            <a:extLst>
              <a:ext uri="{FF2B5EF4-FFF2-40B4-BE49-F238E27FC236}">
                <a16:creationId xmlns:a16="http://schemas.microsoft.com/office/drawing/2014/main" id="{12BE7935-6EAB-4C80-BBD5-B231E7FF1F05}"/>
              </a:ext>
            </a:extLst>
          </p:cNvPr>
          <p:cNvSpPr/>
          <p:nvPr/>
        </p:nvSpPr>
        <p:spPr>
          <a:xfrm>
            <a:off x="2657246" y="3713648"/>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70</a:t>
            </a:r>
            <a:endParaRPr lang="zh-CN" altLang="en-US" sz="2000" b="1" dirty="0">
              <a:solidFill>
                <a:srgbClr val="002060"/>
              </a:solidFill>
            </a:endParaRPr>
          </a:p>
        </p:txBody>
      </p:sp>
      <p:sp>
        <p:nvSpPr>
          <p:cNvPr id="6" name="椭圆 5">
            <a:extLst>
              <a:ext uri="{FF2B5EF4-FFF2-40B4-BE49-F238E27FC236}">
                <a16:creationId xmlns:a16="http://schemas.microsoft.com/office/drawing/2014/main" id="{B259E7DE-1706-4949-AA39-8787060D4491}"/>
              </a:ext>
            </a:extLst>
          </p:cNvPr>
          <p:cNvSpPr/>
          <p:nvPr/>
        </p:nvSpPr>
        <p:spPr>
          <a:xfrm>
            <a:off x="922862" y="4190449"/>
            <a:ext cx="4032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33</a:t>
            </a:r>
            <a:endParaRPr lang="zh-CN" altLang="en-US" sz="2000" b="1" dirty="0">
              <a:solidFill>
                <a:srgbClr val="002060"/>
              </a:solidFill>
            </a:endParaRPr>
          </a:p>
        </p:txBody>
      </p:sp>
      <p:sp>
        <p:nvSpPr>
          <p:cNvPr id="8" name="椭圆 7">
            <a:extLst>
              <a:ext uri="{FF2B5EF4-FFF2-40B4-BE49-F238E27FC236}">
                <a16:creationId xmlns:a16="http://schemas.microsoft.com/office/drawing/2014/main" id="{B7D11622-51C1-4BE9-902E-82E228280A7E}"/>
              </a:ext>
            </a:extLst>
          </p:cNvPr>
          <p:cNvSpPr/>
          <p:nvPr/>
        </p:nvSpPr>
        <p:spPr>
          <a:xfrm>
            <a:off x="2407690" y="5119089"/>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66</a:t>
            </a:r>
            <a:endParaRPr lang="zh-CN" altLang="en-US" sz="2000" b="1" dirty="0">
              <a:solidFill>
                <a:srgbClr val="002060"/>
              </a:solidFill>
            </a:endParaRPr>
          </a:p>
        </p:txBody>
      </p:sp>
      <p:cxnSp>
        <p:nvCxnSpPr>
          <p:cNvPr id="16" name="直接连接符 15">
            <a:extLst>
              <a:ext uri="{FF2B5EF4-FFF2-40B4-BE49-F238E27FC236}">
                <a16:creationId xmlns:a16="http://schemas.microsoft.com/office/drawing/2014/main" id="{52690504-8539-4A2F-B144-0CD1DD1B1094}"/>
              </a:ext>
            </a:extLst>
          </p:cNvPr>
          <p:cNvCxnSpPr>
            <a:cxnSpLocks/>
            <a:stCxn id="5" idx="3"/>
            <a:endCxn id="6" idx="7"/>
          </p:cNvCxnSpPr>
          <p:nvPr/>
        </p:nvCxnSpPr>
        <p:spPr>
          <a:xfrm flipH="1">
            <a:off x="1267015" y="4020927"/>
            <a:ext cx="1442952" cy="22224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CF738BD2-FE1C-44D7-850E-1329083A138B}"/>
              </a:ext>
            </a:extLst>
          </p:cNvPr>
          <p:cNvCxnSpPr>
            <a:cxnSpLocks/>
            <a:stCxn id="5" idx="5"/>
            <a:endCxn id="62" idx="1"/>
          </p:cNvCxnSpPr>
          <p:nvPr/>
        </p:nvCxnSpPr>
        <p:spPr>
          <a:xfrm>
            <a:off x="2964525" y="4020927"/>
            <a:ext cx="705672" cy="188734"/>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54" name="组合 53">
            <a:extLst>
              <a:ext uri="{FF2B5EF4-FFF2-40B4-BE49-F238E27FC236}">
                <a16:creationId xmlns:a16="http://schemas.microsoft.com/office/drawing/2014/main" id="{E0F7B7A1-E1EC-4B3D-9C3C-52144AA0C471}"/>
              </a:ext>
            </a:extLst>
          </p:cNvPr>
          <p:cNvGrpSpPr/>
          <p:nvPr/>
        </p:nvGrpSpPr>
        <p:grpSpPr>
          <a:xfrm>
            <a:off x="2066349" y="5618822"/>
            <a:ext cx="599898" cy="652556"/>
            <a:chOff x="1276809" y="4691710"/>
            <a:chExt cx="599898" cy="652556"/>
          </a:xfrm>
        </p:grpSpPr>
        <p:sp>
          <p:nvSpPr>
            <p:cNvPr id="55" name="梯形 54">
              <a:extLst>
                <a:ext uri="{FF2B5EF4-FFF2-40B4-BE49-F238E27FC236}">
                  <a16:creationId xmlns:a16="http://schemas.microsoft.com/office/drawing/2014/main" id="{A5A245FA-4BA9-4059-B340-2722FA9AAAD3}"/>
                </a:ext>
              </a:extLst>
            </p:cNvPr>
            <p:cNvSpPr/>
            <p:nvPr/>
          </p:nvSpPr>
          <p:spPr>
            <a:xfrm>
              <a:off x="1276809" y="4787667"/>
              <a:ext cx="599898" cy="556599"/>
            </a:xfrm>
            <a:prstGeom prst="trapezoid">
              <a:avLst>
                <a:gd name="adj" fmla="val 33786"/>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AAD706F3-EB5C-4ECB-8BF9-CBEB40714551}"/>
                </a:ext>
              </a:extLst>
            </p:cNvPr>
            <p:cNvSpPr/>
            <p:nvPr/>
          </p:nvSpPr>
          <p:spPr>
            <a:xfrm>
              <a:off x="1407390" y="4691710"/>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52</a:t>
              </a:r>
              <a:endParaRPr lang="zh-CN" altLang="en-US" sz="2000" b="1" dirty="0">
                <a:solidFill>
                  <a:srgbClr val="002060"/>
                </a:solidFill>
              </a:endParaRPr>
            </a:p>
          </p:txBody>
        </p:sp>
      </p:grpSp>
      <p:grpSp>
        <p:nvGrpSpPr>
          <p:cNvPr id="60" name="组合 59">
            <a:extLst>
              <a:ext uri="{FF2B5EF4-FFF2-40B4-BE49-F238E27FC236}">
                <a16:creationId xmlns:a16="http://schemas.microsoft.com/office/drawing/2014/main" id="{01261745-21BD-469F-820C-58479068D414}"/>
              </a:ext>
            </a:extLst>
          </p:cNvPr>
          <p:cNvGrpSpPr/>
          <p:nvPr/>
        </p:nvGrpSpPr>
        <p:grpSpPr>
          <a:xfrm>
            <a:off x="3296995" y="4156940"/>
            <a:ext cx="1002120" cy="1473330"/>
            <a:chOff x="28029" y="4871710"/>
            <a:chExt cx="1002120" cy="1473330"/>
          </a:xfrm>
        </p:grpSpPr>
        <p:sp>
          <p:nvSpPr>
            <p:cNvPr id="61" name="梯形 60">
              <a:extLst>
                <a:ext uri="{FF2B5EF4-FFF2-40B4-BE49-F238E27FC236}">
                  <a16:creationId xmlns:a16="http://schemas.microsoft.com/office/drawing/2014/main" id="{A076A2CA-AC79-4A12-9634-FA351EDF7FA6}"/>
                </a:ext>
              </a:extLst>
            </p:cNvPr>
            <p:cNvSpPr/>
            <p:nvPr/>
          </p:nvSpPr>
          <p:spPr>
            <a:xfrm>
              <a:off x="28029" y="4931209"/>
              <a:ext cx="1002120" cy="1413831"/>
            </a:xfrm>
            <a:prstGeom prst="trapezoid">
              <a:avLst>
                <a:gd name="adj" fmla="val 38178"/>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F008BFB3-E643-465F-97BE-BA309CAFCBBD}"/>
                </a:ext>
              </a:extLst>
            </p:cNvPr>
            <p:cNvSpPr/>
            <p:nvPr/>
          </p:nvSpPr>
          <p:spPr>
            <a:xfrm>
              <a:off x="348510" y="4871710"/>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89</a:t>
              </a:r>
              <a:endParaRPr lang="zh-CN" altLang="en-US" sz="2000" b="1" dirty="0">
                <a:solidFill>
                  <a:srgbClr val="002060"/>
                </a:solidFill>
              </a:endParaRPr>
            </a:p>
          </p:txBody>
        </p:sp>
      </p:grpSp>
      <p:sp>
        <p:nvSpPr>
          <p:cNvPr id="75" name="Text Box 26">
            <a:extLst>
              <a:ext uri="{FF2B5EF4-FFF2-40B4-BE49-F238E27FC236}">
                <a16:creationId xmlns:a16="http://schemas.microsoft.com/office/drawing/2014/main" id="{FD968BBD-1799-4559-A02F-4E036B0107F2}"/>
              </a:ext>
            </a:extLst>
          </p:cNvPr>
          <p:cNvSpPr txBox="1">
            <a:spLocks noChangeArrowheads="1"/>
          </p:cNvSpPr>
          <p:nvPr/>
        </p:nvSpPr>
        <p:spPr bwMode="auto">
          <a:xfrm>
            <a:off x="283540" y="2579509"/>
            <a:ext cx="40120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rgbClr val="002060"/>
                </a:solidFill>
                <a:ea typeface="楷体_GB2312" pitchFamily="49" charset="-122"/>
              </a:rPr>
              <a:t>例如删除：</a:t>
            </a:r>
            <a:r>
              <a:rPr lang="en-US" altLang="zh-CN" b="1" dirty="0">
                <a:solidFill>
                  <a:srgbClr val="3333FF"/>
                </a:solidFill>
                <a:ea typeface="楷体_GB2312" pitchFamily="49" charset="-122"/>
              </a:rPr>
              <a:t>70</a:t>
            </a:r>
            <a:r>
              <a:rPr lang="zh-CN" altLang="en-US" dirty="0">
                <a:solidFill>
                  <a:srgbClr val="3333FF"/>
                </a:solidFill>
                <a:ea typeface="楷体_GB2312" pitchFamily="49" charset="-122"/>
              </a:rPr>
              <a:t>（其左、右子树均不空）</a:t>
            </a:r>
            <a:endParaRPr lang="en-US" altLang="zh-CN" dirty="0">
              <a:solidFill>
                <a:srgbClr val="3333FF"/>
              </a:solidFill>
              <a:ea typeface="楷体_GB2312" pitchFamily="49" charset="-122"/>
            </a:endParaRPr>
          </a:p>
          <a:p>
            <a:r>
              <a:rPr lang="zh-CN" altLang="en-US" dirty="0">
                <a:solidFill>
                  <a:srgbClr val="3333FF"/>
                </a:solidFill>
                <a:ea typeface="楷体_GB2312" pitchFamily="49" charset="-122"/>
              </a:rPr>
              <a:t>       经若干递归：</a:t>
            </a:r>
            <a:endParaRPr lang="en-US" altLang="zh-CN" dirty="0">
              <a:ea typeface="楷体_GB2312" pitchFamily="49" charset="-122"/>
            </a:endParaRPr>
          </a:p>
        </p:txBody>
      </p:sp>
      <p:sp>
        <p:nvSpPr>
          <p:cNvPr id="77" name="文本框 76">
            <a:extLst>
              <a:ext uri="{FF2B5EF4-FFF2-40B4-BE49-F238E27FC236}">
                <a16:creationId xmlns:a16="http://schemas.microsoft.com/office/drawing/2014/main" id="{9A4414AE-9C88-49C1-8C7E-1BDC28BF6595}"/>
              </a:ext>
            </a:extLst>
          </p:cNvPr>
          <p:cNvSpPr txBox="1"/>
          <p:nvPr/>
        </p:nvSpPr>
        <p:spPr>
          <a:xfrm>
            <a:off x="3130211" y="3247590"/>
            <a:ext cx="161344" cy="307778"/>
          </a:xfrm>
          <a:prstGeom prst="rect">
            <a:avLst/>
          </a:prstGeom>
          <a:noFill/>
        </p:spPr>
        <p:txBody>
          <a:bodyPr wrap="square" lIns="0" tIns="0" rIns="0" bIns="0"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T</a:t>
            </a:r>
            <a:endParaRPr lang="zh-CN" altLang="en-US" sz="2000" b="1" dirty="0">
              <a:solidFill>
                <a:srgbClr val="C00000"/>
              </a:solidFill>
              <a:latin typeface="Times New Roman" panose="02020603050405020304" pitchFamily="18" charset="0"/>
              <a:cs typeface="Times New Roman" panose="02020603050405020304" pitchFamily="18" charset="0"/>
            </a:endParaRPr>
          </a:p>
        </p:txBody>
      </p:sp>
      <p:cxnSp>
        <p:nvCxnSpPr>
          <p:cNvPr id="81" name="直接连接符 80">
            <a:extLst>
              <a:ext uri="{FF2B5EF4-FFF2-40B4-BE49-F238E27FC236}">
                <a16:creationId xmlns:a16="http://schemas.microsoft.com/office/drawing/2014/main" id="{489F23D8-871C-42E0-966C-BF73582DF026}"/>
              </a:ext>
            </a:extLst>
          </p:cNvPr>
          <p:cNvCxnSpPr>
            <a:cxnSpLocks/>
          </p:cNvCxnSpPr>
          <p:nvPr/>
        </p:nvCxnSpPr>
        <p:spPr>
          <a:xfrm>
            <a:off x="4787229" y="1807858"/>
            <a:ext cx="1182952"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97" name="椭圆 96">
            <a:extLst>
              <a:ext uri="{FF2B5EF4-FFF2-40B4-BE49-F238E27FC236}">
                <a16:creationId xmlns:a16="http://schemas.microsoft.com/office/drawing/2014/main" id="{6927F5CB-B0FA-4018-A73A-D35B20A99A42}"/>
              </a:ext>
            </a:extLst>
          </p:cNvPr>
          <p:cNvSpPr/>
          <p:nvPr/>
        </p:nvSpPr>
        <p:spPr>
          <a:xfrm>
            <a:off x="2407690" y="5119089"/>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66</a:t>
            </a:r>
            <a:endParaRPr lang="zh-CN" altLang="en-US" sz="2000" b="1" dirty="0">
              <a:solidFill>
                <a:srgbClr val="002060"/>
              </a:solidFill>
            </a:endParaRPr>
          </a:p>
        </p:txBody>
      </p:sp>
      <p:sp>
        <p:nvSpPr>
          <p:cNvPr id="111" name="文本框 110">
            <a:extLst>
              <a:ext uri="{FF2B5EF4-FFF2-40B4-BE49-F238E27FC236}">
                <a16:creationId xmlns:a16="http://schemas.microsoft.com/office/drawing/2014/main" id="{AF64DD0E-5007-40EB-A211-3A195A8034E2}"/>
              </a:ext>
            </a:extLst>
          </p:cNvPr>
          <p:cNvSpPr txBox="1"/>
          <p:nvPr/>
        </p:nvSpPr>
        <p:spPr>
          <a:xfrm>
            <a:off x="362899" y="3419365"/>
            <a:ext cx="1283980" cy="369332"/>
          </a:xfrm>
          <a:prstGeom prst="rect">
            <a:avLst/>
          </a:prstGeom>
          <a:noFill/>
        </p:spPr>
        <p:txBody>
          <a:bodyPr wrap="square">
            <a:spAutoFit/>
          </a:bodyPr>
          <a:lstStyle/>
          <a:p>
            <a:r>
              <a:rPr lang="zh-CN" altLang="en-US" dirty="0">
                <a:solidFill>
                  <a:srgbClr val="FF0000"/>
                </a:solidFill>
                <a:ea typeface="楷体_GB2312" pitchFamily="49" charset="-122"/>
              </a:rPr>
              <a:t>若树形为：</a:t>
            </a:r>
            <a:endParaRPr lang="zh-CN" altLang="en-US" dirty="0">
              <a:solidFill>
                <a:srgbClr val="FF0000"/>
              </a:solidFill>
            </a:endParaRPr>
          </a:p>
        </p:txBody>
      </p:sp>
      <p:sp>
        <p:nvSpPr>
          <p:cNvPr id="125" name="椭圆 124">
            <a:extLst>
              <a:ext uri="{FF2B5EF4-FFF2-40B4-BE49-F238E27FC236}">
                <a16:creationId xmlns:a16="http://schemas.microsoft.com/office/drawing/2014/main" id="{CB5AD17B-DE34-4750-B62B-6B066FE0294A}"/>
              </a:ext>
            </a:extLst>
          </p:cNvPr>
          <p:cNvSpPr/>
          <p:nvPr/>
        </p:nvSpPr>
        <p:spPr>
          <a:xfrm>
            <a:off x="925013" y="4184920"/>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rgbClr val="002060"/>
                </a:solidFill>
              </a:rPr>
              <a:t>33</a:t>
            </a:r>
            <a:endParaRPr lang="zh-CN" altLang="en-US" sz="2000" b="1" dirty="0">
              <a:solidFill>
                <a:srgbClr val="002060"/>
              </a:solidFill>
            </a:endParaRPr>
          </a:p>
        </p:txBody>
      </p:sp>
      <p:cxnSp>
        <p:nvCxnSpPr>
          <p:cNvPr id="126" name="直接连接符 125">
            <a:extLst>
              <a:ext uri="{FF2B5EF4-FFF2-40B4-BE49-F238E27FC236}">
                <a16:creationId xmlns:a16="http://schemas.microsoft.com/office/drawing/2014/main" id="{09047510-5EEB-472D-BF7B-6B432BD12FCA}"/>
              </a:ext>
            </a:extLst>
          </p:cNvPr>
          <p:cNvCxnSpPr>
            <a:cxnSpLocks/>
            <a:endCxn id="7" idx="7"/>
          </p:cNvCxnSpPr>
          <p:nvPr/>
        </p:nvCxnSpPr>
        <p:spPr>
          <a:xfrm flipH="1">
            <a:off x="790371" y="3968548"/>
            <a:ext cx="1899429" cy="65291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47C46C46-6F21-4DA5-A90D-499137BE4FC0}"/>
              </a:ext>
            </a:extLst>
          </p:cNvPr>
          <p:cNvCxnSpPr>
            <a:endCxn id="5" idx="7"/>
          </p:cNvCxnSpPr>
          <p:nvPr/>
        </p:nvCxnSpPr>
        <p:spPr>
          <a:xfrm flipH="1">
            <a:off x="2964525" y="3451716"/>
            <a:ext cx="374436" cy="314653"/>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2" name="文本框 44">
            <a:extLst>
              <a:ext uri="{FF2B5EF4-FFF2-40B4-BE49-F238E27FC236}">
                <a16:creationId xmlns:a16="http://schemas.microsoft.com/office/drawing/2014/main" id="{B27F059D-E799-5EEF-29C9-80687A6F5D9A}"/>
              </a:ext>
            </a:extLst>
          </p:cNvPr>
          <p:cNvSpPr txBox="1"/>
          <p:nvPr/>
        </p:nvSpPr>
        <p:spPr>
          <a:xfrm>
            <a:off x="308431" y="1221163"/>
            <a:ext cx="3221658" cy="81118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对前面观察的三种情形，</a:t>
            </a:r>
            <a:endParaRPr lang="en-US" altLang="zh-CN"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a:p>
            <a:pPr algn="just">
              <a:lnSpc>
                <a:spcPct val="120000"/>
              </a:lnSpc>
            </a:pPr>
            <a:r>
              <a:rPr lang="zh-CN" altLang="en-US"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分别进行</a:t>
            </a:r>
            <a:r>
              <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算法9.</a:t>
            </a: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8</a:t>
            </a:r>
            <a:r>
              <a:rPr lang="zh-CN" altLang="en-US"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rPr>
              <a:t>示例演示。</a:t>
            </a:r>
            <a:endParaRPr lang="en-US" altLang="zh-CN" sz="2000" b="1" dirty="0">
              <a:solidFill>
                <a:srgbClr val="041ABC"/>
              </a:solidFill>
              <a:effectLst>
                <a:outerShdw blurRad="38100" dist="38100" dir="2700000" algn="tl">
                  <a:srgbClr val="000000">
                    <a:alpha val="43137"/>
                  </a:srgbClr>
                </a:outerShdw>
              </a:effectLst>
              <a:latin typeface="Courier New" panose="02070309020205020404" pitchFamily="49" charset="0"/>
              <a:ea typeface="仿宋" panose="02010609060101010101" pitchFamily="49" charset="-122"/>
              <a:cs typeface="Courier New" panose="02070309020205020404" pitchFamily="49" charset="0"/>
            </a:endParaRPr>
          </a:p>
        </p:txBody>
      </p:sp>
      <p:sp>
        <p:nvSpPr>
          <p:cNvPr id="9" name="矩形: 圆角 8">
            <a:extLst>
              <a:ext uri="{FF2B5EF4-FFF2-40B4-BE49-F238E27FC236}">
                <a16:creationId xmlns:a16="http://schemas.microsoft.com/office/drawing/2014/main" id="{8A62B7A2-0615-0F5C-537A-0D6A2E37CC0D}"/>
              </a:ext>
            </a:extLst>
          </p:cNvPr>
          <p:cNvSpPr/>
          <p:nvPr/>
        </p:nvSpPr>
        <p:spPr>
          <a:xfrm>
            <a:off x="1344599" y="220477"/>
            <a:ext cx="3600576" cy="48187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b="1" dirty="0">
                <a:solidFill>
                  <a:srgbClr val="002060"/>
                </a:solidFill>
                <a:effectLst>
                  <a:outerShdw blurRad="38100" dist="38100" dir="2700000" algn="tl">
                    <a:srgbClr val="000000">
                      <a:alpha val="43137"/>
                    </a:srgbClr>
                  </a:outerShdw>
                </a:effectLst>
              </a:rPr>
              <a:t>二叉排序树的删除（续）</a:t>
            </a:r>
          </a:p>
        </p:txBody>
      </p:sp>
      <p:sp>
        <p:nvSpPr>
          <p:cNvPr id="13" name="矩形 12">
            <a:extLst>
              <a:ext uri="{FF2B5EF4-FFF2-40B4-BE49-F238E27FC236}">
                <a16:creationId xmlns:a16="http://schemas.microsoft.com/office/drawing/2014/main" id="{A37CA0E0-D485-606A-AAA6-73492602DE2B}"/>
              </a:ext>
            </a:extLst>
          </p:cNvPr>
          <p:cNvSpPr/>
          <p:nvPr/>
        </p:nvSpPr>
        <p:spPr>
          <a:xfrm>
            <a:off x="4734023" y="1856316"/>
            <a:ext cx="4869711" cy="574157"/>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9102426F-42E6-8D7B-C921-32F82AC57FFC}"/>
              </a:ext>
            </a:extLst>
          </p:cNvPr>
          <p:cNvCxnSpPr>
            <a:cxnSpLocks/>
          </p:cNvCxnSpPr>
          <p:nvPr/>
        </p:nvCxnSpPr>
        <p:spPr>
          <a:xfrm>
            <a:off x="4907692" y="2931956"/>
            <a:ext cx="2285236"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30" name="文本框 29">
            <a:extLst>
              <a:ext uri="{FF2B5EF4-FFF2-40B4-BE49-F238E27FC236}">
                <a16:creationId xmlns:a16="http://schemas.microsoft.com/office/drawing/2014/main" id="{B928EDE3-DA6C-E9B9-1CFC-6A70571DD259}"/>
              </a:ext>
            </a:extLst>
          </p:cNvPr>
          <p:cNvSpPr txBox="1"/>
          <p:nvPr/>
        </p:nvSpPr>
        <p:spPr>
          <a:xfrm rot="1443699">
            <a:off x="1593880" y="4097945"/>
            <a:ext cx="303536" cy="323165"/>
          </a:xfrm>
          <a:prstGeom prst="rect">
            <a:avLst/>
          </a:prstGeom>
          <a:noFill/>
        </p:spPr>
        <p:txBody>
          <a:bodyPr wrap="none" lIns="36000" tIns="0" rIns="36000" rtlCol="0">
            <a:spAutoFit/>
          </a:bodyPr>
          <a:lstStyle/>
          <a:p>
            <a:r>
              <a:rPr lang="en-US" altLang="zh-CN" b="1" dirty="0">
                <a:solidFill>
                  <a:srgbClr val="C00000"/>
                </a:solidFill>
                <a:effectLst>
                  <a:outerShdw blurRad="38100" dist="38100" dir="2700000" algn="tl">
                    <a:srgbClr val="000000">
                      <a:alpha val="43137"/>
                    </a:srgbClr>
                  </a:outerShdw>
                </a:effectLst>
              </a:rPr>
              <a:t>…</a:t>
            </a:r>
            <a:endParaRPr lang="zh-CN" altLang="en-US" b="1" dirty="0">
              <a:solidFill>
                <a:srgbClr val="C00000"/>
              </a:solidFill>
              <a:effectLst>
                <a:outerShdw blurRad="38100" dist="38100" dir="2700000" algn="tl">
                  <a:srgbClr val="000000">
                    <a:alpha val="43137"/>
                  </a:srgbClr>
                </a:outerShdw>
              </a:effectLst>
            </a:endParaRPr>
          </a:p>
        </p:txBody>
      </p:sp>
      <p:cxnSp>
        <p:nvCxnSpPr>
          <p:cNvPr id="32" name="直接连接符 31">
            <a:extLst>
              <a:ext uri="{FF2B5EF4-FFF2-40B4-BE49-F238E27FC236}">
                <a16:creationId xmlns:a16="http://schemas.microsoft.com/office/drawing/2014/main" id="{7AB35563-7B78-784D-EB8A-D10DBA454EFE}"/>
              </a:ext>
            </a:extLst>
          </p:cNvPr>
          <p:cNvCxnSpPr>
            <a:cxnSpLocks/>
          </p:cNvCxnSpPr>
          <p:nvPr/>
        </p:nvCxnSpPr>
        <p:spPr>
          <a:xfrm>
            <a:off x="5015909" y="3209892"/>
            <a:ext cx="3234956"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grpSp>
        <p:nvGrpSpPr>
          <p:cNvPr id="38" name="组合 37">
            <a:extLst>
              <a:ext uri="{FF2B5EF4-FFF2-40B4-BE49-F238E27FC236}">
                <a16:creationId xmlns:a16="http://schemas.microsoft.com/office/drawing/2014/main" id="{2AD1976E-2FC0-7BCB-F050-6AC61E033AC8}"/>
              </a:ext>
            </a:extLst>
          </p:cNvPr>
          <p:cNvGrpSpPr/>
          <p:nvPr/>
        </p:nvGrpSpPr>
        <p:grpSpPr>
          <a:xfrm>
            <a:off x="2390479" y="4604214"/>
            <a:ext cx="763486" cy="534876"/>
            <a:chOff x="2486167" y="4604214"/>
            <a:chExt cx="763486" cy="534876"/>
          </a:xfrm>
        </p:grpSpPr>
        <p:sp>
          <p:nvSpPr>
            <p:cNvPr id="83" name="文本框 82">
              <a:extLst>
                <a:ext uri="{FF2B5EF4-FFF2-40B4-BE49-F238E27FC236}">
                  <a16:creationId xmlns:a16="http://schemas.microsoft.com/office/drawing/2014/main" id="{DB0E7B10-8856-42EE-82D5-EA18F501951E}"/>
                </a:ext>
              </a:extLst>
            </p:cNvPr>
            <p:cNvSpPr txBox="1"/>
            <p:nvPr/>
          </p:nvSpPr>
          <p:spPr>
            <a:xfrm>
              <a:off x="2486167" y="4604214"/>
              <a:ext cx="763486" cy="307777"/>
            </a:xfrm>
            <a:prstGeom prst="rect">
              <a:avLst/>
            </a:prstGeom>
            <a:noFill/>
          </p:spPr>
          <p:txBody>
            <a:bodyPr wrap="square" lIns="0" tIns="0" rIns="0" bIns="0" rtlCol="0">
              <a:spAutoFit/>
            </a:bodyPr>
            <a:lstStyle/>
            <a:p>
              <a:r>
                <a:rPr lang="en-US" altLang="zh-CN" sz="2000" b="1" dirty="0" err="1">
                  <a:solidFill>
                    <a:schemeClr val="accent4">
                      <a:lumMod val="75000"/>
                    </a:schemeClr>
                  </a:solidFill>
                  <a:latin typeface="Times New Roman" panose="02020603050405020304" pitchFamily="18" charset="0"/>
                  <a:cs typeface="Times New Roman" panose="02020603050405020304" pitchFamily="18" charset="0"/>
                </a:rPr>
                <a:t>nodeP</a:t>
              </a:r>
              <a:endParaRPr lang="zh-CN" altLang="en-US" sz="2000" b="1" dirty="0">
                <a:solidFill>
                  <a:schemeClr val="accent4">
                    <a:lumMod val="75000"/>
                  </a:schemeClr>
                </a:solidFill>
                <a:latin typeface="Times New Roman" panose="02020603050405020304" pitchFamily="18" charset="0"/>
                <a:cs typeface="Times New Roman" panose="02020603050405020304" pitchFamily="18" charset="0"/>
              </a:endParaRPr>
            </a:p>
          </p:txBody>
        </p:sp>
        <p:cxnSp>
          <p:nvCxnSpPr>
            <p:cNvPr id="35" name="直接箭头连接符 34">
              <a:extLst>
                <a:ext uri="{FF2B5EF4-FFF2-40B4-BE49-F238E27FC236}">
                  <a16:creationId xmlns:a16="http://schemas.microsoft.com/office/drawing/2014/main" id="{61DDFF81-52E1-3D31-5DDC-A42AFFCA76B5}"/>
                </a:ext>
              </a:extLst>
            </p:cNvPr>
            <p:cNvCxnSpPr>
              <a:cxnSpLocks/>
            </p:cNvCxnSpPr>
            <p:nvPr/>
          </p:nvCxnSpPr>
          <p:spPr>
            <a:xfrm>
              <a:off x="2681972" y="4884708"/>
              <a:ext cx="0" cy="254382"/>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41" name="文本框 40">
            <a:extLst>
              <a:ext uri="{FF2B5EF4-FFF2-40B4-BE49-F238E27FC236}">
                <a16:creationId xmlns:a16="http://schemas.microsoft.com/office/drawing/2014/main" id="{16B36BB2-AF19-C771-7A31-C367FFF3DEC2}"/>
              </a:ext>
            </a:extLst>
          </p:cNvPr>
          <p:cNvSpPr txBox="1"/>
          <p:nvPr/>
        </p:nvSpPr>
        <p:spPr>
          <a:xfrm>
            <a:off x="4658996" y="4642719"/>
            <a:ext cx="7305200" cy="1343701"/>
          </a:xfrm>
          <a:prstGeom prst="rect">
            <a:avLst/>
          </a:prstGeom>
          <a:solidFill>
            <a:schemeClr val="accent2">
              <a:lumMod val="20000"/>
              <a:lumOff val="80000"/>
            </a:schemeClr>
          </a:solidFill>
          <a:ln>
            <a:solidFill>
              <a:schemeClr val="accent2">
                <a:lumMod val="50000"/>
              </a:schemeClr>
            </a:solidFill>
          </a:ln>
        </p:spPr>
        <p:txBody>
          <a:bodyPr wrap="square">
            <a:spAutoFit/>
          </a:bodyPr>
          <a:lstStyle/>
          <a:p>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BiTNode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FindMin</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altLang="zh-C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BiTree</a:t>
            </a:r>
            <a:r>
              <a:rPr lang="en-US" altLang="zh-C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a:t>
            </a:r>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dirty="0" err="1">
                <a:latin typeface="Calibri" panose="020F0502020204030204" pitchFamily="34" charset="0"/>
                <a:ea typeface="Calibri" panose="020F0502020204030204" pitchFamily="34" charset="0"/>
                <a:cs typeface="Calibri" panose="020F0502020204030204" pitchFamily="34" charset="0"/>
              </a:rPr>
              <a:t>BiTNode</a:t>
            </a:r>
            <a:r>
              <a:rPr lang="en-US" altLang="zh-CN" sz="1600" dirty="0">
                <a:latin typeface="Calibri" panose="020F0502020204030204" pitchFamily="34" charset="0"/>
                <a:ea typeface="Calibri" panose="020F0502020204030204" pitchFamily="34" charset="0"/>
                <a:cs typeface="Calibri" panose="020F0502020204030204" pitchFamily="34" charset="0"/>
              </a:rPr>
              <a:t> **p) </a:t>
            </a:r>
            <a:r>
              <a:rPr lang="en-US" altLang="zh-CN" sz="1600" b="1" dirty="0">
                <a:latin typeface="Calibri" panose="020F0502020204030204" pitchFamily="34" charset="0"/>
                <a:ea typeface="Calibri" panose="020F0502020204030204" pitchFamily="34" charset="0"/>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en-US" sz="1600" dirty="0">
                <a:solidFill>
                  <a:schemeClr val="accent6">
                    <a:lumMod val="75000"/>
                  </a:schemeClr>
                </a:solidFill>
                <a:latin typeface="Calibri" panose="020F0502020204030204" pitchFamily="34" charset="0"/>
                <a:cs typeface="Calibri" panose="020F0502020204030204" pitchFamily="34" charset="0"/>
              </a:rPr>
              <a:t>迭代</a:t>
            </a:r>
            <a:r>
              <a:rPr lang="zh-CN" altLang="zh-CN" sz="1600" dirty="0">
                <a:solidFill>
                  <a:schemeClr val="accent6">
                    <a:lumMod val="75000"/>
                  </a:schemeClr>
                </a:solidFill>
                <a:latin typeface="Calibri" panose="020F0502020204030204" pitchFamily="34" charset="0"/>
                <a:cs typeface="Calibri" panose="020F0502020204030204" pitchFamily="34" charset="0"/>
              </a:rPr>
              <a:t>查找最大元素，返回其节点指针</a:t>
            </a:r>
          </a:p>
          <a:p>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b="1" dirty="0">
                <a:latin typeface="Calibri" panose="020F0502020204030204" pitchFamily="34" charset="0"/>
                <a:ea typeface="Calibri" panose="020F0502020204030204" pitchFamily="34" charset="0"/>
                <a:cs typeface="Calibri" panose="020F0502020204030204" pitchFamily="34" charset="0"/>
              </a:rPr>
              <a:t>if</a:t>
            </a:r>
            <a:r>
              <a:rPr lang="en-US" altLang="zh-CN" sz="1600" dirty="0">
                <a:latin typeface="Calibri" panose="020F0502020204030204" pitchFamily="34" charset="0"/>
                <a:ea typeface="Calibri" panose="020F0502020204030204" pitchFamily="34" charset="0"/>
                <a:cs typeface="Calibri" panose="020F0502020204030204" pitchFamily="34" charset="0"/>
              </a:rPr>
              <a:t> (T </a:t>
            </a:r>
            <a:r>
              <a:rPr lang="en-US" altLang="zh-CN" sz="1600" b="1" dirty="0">
                <a:latin typeface="Calibri" panose="020F0502020204030204" pitchFamily="34" charset="0"/>
                <a:ea typeface="Calibri" panose="020F0502020204030204" pitchFamily="34" charset="0"/>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 NULL)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T</a:t>
            </a:r>
            <a:r>
              <a:rPr lang="zh-CN" altLang="zh-CN" sz="1600" dirty="0">
                <a:solidFill>
                  <a:schemeClr val="accent6">
                    <a:lumMod val="75000"/>
                  </a:schemeClr>
                </a:solidFill>
                <a:latin typeface="Calibri" panose="020F0502020204030204" pitchFamily="34" charset="0"/>
                <a:cs typeface="Calibri" panose="020F0502020204030204" pitchFamily="34" charset="0"/>
              </a:rPr>
              <a:t>空则不存在，返回</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NULL</a:t>
            </a:r>
            <a:endParaRPr lang="zh-CN" altLang="zh-CN" sz="1600" dirty="0">
              <a:solidFill>
                <a:schemeClr val="accent6">
                  <a:lumMod val="75000"/>
                </a:schemeClr>
              </a:solidFill>
              <a:latin typeface="Calibri" panose="020F0502020204030204" pitchFamily="34" charset="0"/>
              <a:cs typeface="Calibri" panose="020F0502020204030204" pitchFamily="34" charset="0"/>
            </a:endParaRPr>
          </a:p>
          <a:p>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b="1" dirty="0">
                <a:latin typeface="Calibri" panose="020F0502020204030204" pitchFamily="34" charset="0"/>
                <a:ea typeface="Calibri" panose="020F0502020204030204" pitchFamily="34" charset="0"/>
                <a:cs typeface="Calibri" panose="020F0502020204030204" pitchFamily="34" charset="0"/>
              </a:rPr>
              <a:t>while</a:t>
            </a:r>
            <a:r>
              <a:rPr lang="en-US" altLang="zh-CN" sz="1600" dirty="0">
                <a:latin typeface="Calibri" panose="020F0502020204030204" pitchFamily="34" charset="0"/>
                <a:ea typeface="Calibri" panose="020F0502020204030204" pitchFamily="34" charset="0"/>
                <a:cs typeface="Calibri" panose="020F0502020204030204" pitchFamily="34" charset="0"/>
              </a:rPr>
              <a:t> (T-&gt;</a:t>
            </a:r>
            <a:r>
              <a:rPr lang="en-US" altLang="zh-CN" sz="1600" dirty="0" err="1">
                <a:latin typeface="Calibri" panose="020F0502020204030204" pitchFamily="34" charset="0"/>
                <a:ea typeface="Calibri" panose="020F0502020204030204" pitchFamily="34" charset="0"/>
                <a:cs typeface="Calibri" panose="020F0502020204030204" pitchFamily="34" charset="0"/>
              </a:rPr>
              <a:t>rchild</a:t>
            </a:r>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b="1" dirty="0">
                <a:latin typeface="Calibri" panose="020F0502020204030204" pitchFamily="34" charset="0"/>
                <a:ea typeface="Calibri" panose="020F0502020204030204" pitchFamily="34" charset="0"/>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 NULL)  </a:t>
            </a:r>
            <a:r>
              <a:rPr lang="en-US" altLang="zh-CN" sz="1600" b="1" dirty="0">
                <a:latin typeface="Calibri" panose="020F0502020204030204" pitchFamily="34" charset="0"/>
                <a:ea typeface="Calibri" panose="020F0502020204030204" pitchFamily="34" charset="0"/>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 *p = T;   T = T-&gt;</a:t>
            </a:r>
            <a:r>
              <a:rPr lang="en-US" altLang="zh-CN" sz="1600" dirty="0" err="1">
                <a:latin typeface="Calibri" panose="020F0502020204030204" pitchFamily="34" charset="0"/>
                <a:ea typeface="Calibri" panose="020F0502020204030204" pitchFamily="34" charset="0"/>
                <a:cs typeface="Calibri" panose="020F0502020204030204" pitchFamily="34" charset="0"/>
              </a:rPr>
              <a:t>rchild</a:t>
            </a:r>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b="1" dirty="0">
                <a:latin typeface="Calibri" panose="020F0502020204030204" pitchFamily="34" charset="0"/>
                <a:ea typeface="Calibri" panose="020F0502020204030204" pitchFamily="34" charset="0"/>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向右到底</a:t>
            </a:r>
          </a:p>
          <a:p>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600" b="1" dirty="0">
                <a:latin typeface="Calibri" panose="020F0502020204030204" pitchFamily="34" charset="0"/>
                <a:ea typeface="Calibri" panose="020F0502020204030204" pitchFamily="34" charset="0"/>
                <a:cs typeface="Calibri" panose="020F0502020204030204" pitchFamily="34" charset="0"/>
              </a:rPr>
              <a:t>return</a:t>
            </a:r>
            <a:r>
              <a:rPr lang="en-US" altLang="zh-CN" sz="1600" dirty="0">
                <a:latin typeface="Calibri" panose="020F0502020204030204" pitchFamily="34" charset="0"/>
                <a:ea typeface="Calibri" panose="020F0502020204030204" pitchFamily="34" charset="0"/>
                <a:cs typeface="Calibri" panose="020F0502020204030204" pitchFamily="34" charset="0"/>
              </a:rPr>
              <a:t> T;                                                            </a:t>
            </a:r>
            <a:r>
              <a:rPr lang="en-US" altLang="zh-CN"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75000"/>
                  </a:schemeClr>
                </a:solidFill>
                <a:latin typeface="Calibri" panose="020F0502020204030204" pitchFamily="34" charset="0"/>
                <a:cs typeface="Calibri" panose="020F0502020204030204" pitchFamily="34" charset="0"/>
              </a:rPr>
              <a:t>返回最右下的节点指针</a:t>
            </a:r>
          </a:p>
          <a:p>
            <a:pPr marR="57785" eaLnBrk="1">
              <a:lnSpc>
                <a:spcPct val="115000"/>
              </a:lnSpc>
              <a:buNone/>
            </a:pPr>
            <a:r>
              <a:rPr lang="en-US" altLang="zh-C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zh-CN" altLang="zh-CN" sz="1600" dirty="0">
              <a:solidFill>
                <a:srgbClr val="000000"/>
              </a:solidFill>
              <a:effectLst/>
              <a:latin typeface="Calibri" panose="020F0502020204030204" pitchFamily="34" charset="0"/>
              <a:ea typeface="宋体" panose="02010600030101010101" pitchFamily="2" charset="-122"/>
              <a:cs typeface="Calibri" panose="020F0502020204030204" pitchFamily="34" charset="0"/>
            </a:endParaRPr>
          </a:p>
        </p:txBody>
      </p:sp>
      <p:sp>
        <p:nvSpPr>
          <p:cNvPr id="45" name="文本框 44">
            <a:extLst>
              <a:ext uri="{FF2B5EF4-FFF2-40B4-BE49-F238E27FC236}">
                <a16:creationId xmlns:a16="http://schemas.microsoft.com/office/drawing/2014/main" id="{575EF244-6E07-B349-8454-5FAE93141BC8}"/>
              </a:ext>
            </a:extLst>
          </p:cNvPr>
          <p:cNvSpPr txBox="1"/>
          <p:nvPr/>
        </p:nvSpPr>
        <p:spPr>
          <a:xfrm>
            <a:off x="10282325" y="5650076"/>
            <a:ext cx="1681871" cy="338554"/>
          </a:xfrm>
          <a:prstGeom prst="rect">
            <a:avLst/>
          </a:prstGeom>
          <a:solidFill>
            <a:schemeClr val="tx2">
              <a:lumMod val="10000"/>
              <a:lumOff val="90000"/>
            </a:schemeClr>
          </a:solidFill>
          <a:ln>
            <a:solidFill>
              <a:srgbClr val="00B0F0"/>
            </a:solidFill>
          </a:ln>
        </p:spPr>
        <p:txBody>
          <a:bodyPr wrap="none" rtlCol="0">
            <a:spAutoFit/>
          </a:bodyPr>
          <a:lstStyle/>
          <a:p>
            <a:r>
              <a:rPr lang="zh-CN" altLang="en-US" sz="1600" b="1" dirty="0">
                <a:solidFill>
                  <a:srgbClr val="FF0000"/>
                </a:solidFill>
              </a:rPr>
              <a:t>算法</a:t>
            </a:r>
            <a:r>
              <a:rPr lang="en-US" altLang="zh-CN" sz="1600" b="1" dirty="0">
                <a:solidFill>
                  <a:srgbClr val="FF0000"/>
                </a:solidFill>
              </a:rPr>
              <a:t>9.5</a:t>
            </a:r>
            <a:r>
              <a:rPr lang="zh-CN" altLang="en-US" sz="1600" b="1" dirty="0">
                <a:solidFill>
                  <a:srgbClr val="FF0000"/>
                </a:solidFill>
              </a:rPr>
              <a:t>中的函数</a:t>
            </a:r>
          </a:p>
        </p:txBody>
      </p:sp>
      <p:cxnSp>
        <p:nvCxnSpPr>
          <p:cNvPr id="46" name="直接连接符 45">
            <a:extLst>
              <a:ext uri="{FF2B5EF4-FFF2-40B4-BE49-F238E27FC236}">
                <a16:creationId xmlns:a16="http://schemas.microsoft.com/office/drawing/2014/main" id="{545E1722-086C-340C-1318-C17FF8DE4685}"/>
              </a:ext>
            </a:extLst>
          </p:cNvPr>
          <p:cNvCxnSpPr>
            <a:cxnSpLocks/>
          </p:cNvCxnSpPr>
          <p:nvPr/>
        </p:nvCxnSpPr>
        <p:spPr>
          <a:xfrm>
            <a:off x="5015909" y="3473934"/>
            <a:ext cx="1852724"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49" name="直接连接符 48">
            <a:extLst>
              <a:ext uri="{FF2B5EF4-FFF2-40B4-BE49-F238E27FC236}">
                <a16:creationId xmlns:a16="http://schemas.microsoft.com/office/drawing/2014/main" id="{A2BC4773-CF36-E14B-9CEA-8F9F019A509E}"/>
              </a:ext>
            </a:extLst>
          </p:cNvPr>
          <p:cNvCxnSpPr>
            <a:cxnSpLocks/>
          </p:cNvCxnSpPr>
          <p:nvPr/>
        </p:nvCxnSpPr>
        <p:spPr>
          <a:xfrm>
            <a:off x="5015908" y="3719589"/>
            <a:ext cx="2575739" cy="16534"/>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grpSp>
        <p:nvGrpSpPr>
          <p:cNvPr id="63" name="组合 62">
            <a:extLst>
              <a:ext uri="{FF2B5EF4-FFF2-40B4-BE49-F238E27FC236}">
                <a16:creationId xmlns:a16="http://schemas.microsoft.com/office/drawing/2014/main" id="{B1F39D9D-88C0-0C66-6CD2-1F4F9FAAAB92}"/>
              </a:ext>
            </a:extLst>
          </p:cNvPr>
          <p:cNvGrpSpPr/>
          <p:nvPr/>
        </p:nvGrpSpPr>
        <p:grpSpPr>
          <a:xfrm>
            <a:off x="2835774" y="3224673"/>
            <a:ext cx="221225" cy="511450"/>
            <a:chOff x="8404719" y="483520"/>
            <a:chExt cx="187430" cy="438113"/>
          </a:xfrm>
        </p:grpSpPr>
        <p:sp>
          <p:nvSpPr>
            <p:cNvPr id="64" name="文本框 63">
              <a:extLst>
                <a:ext uri="{FF2B5EF4-FFF2-40B4-BE49-F238E27FC236}">
                  <a16:creationId xmlns:a16="http://schemas.microsoft.com/office/drawing/2014/main" id="{BAFB5B15-65E9-0107-468B-E70C64E5F6A3}"/>
                </a:ext>
              </a:extLst>
            </p:cNvPr>
            <p:cNvSpPr txBox="1"/>
            <p:nvPr/>
          </p:nvSpPr>
          <p:spPr>
            <a:xfrm>
              <a:off x="8404719" y="483520"/>
              <a:ext cx="187430" cy="290009"/>
            </a:xfrm>
            <a:prstGeom prst="rect">
              <a:avLst/>
            </a:prstGeom>
            <a:noFill/>
          </p:spPr>
          <p:txBody>
            <a:bodyPr wrap="square" lIns="0" tIns="0" rIns="0" bIns="0" rtlCol="0">
              <a:spAutoFit/>
            </a:bodyPr>
            <a:lstStyle/>
            <a:p>
              <a:r>
                <a:rPr lang="en-US" altLang="zh-CN" sz="2200" b="1" dirty="0">
                  <a:solidFill>
                    <a:srgbClr val="041ABC"/>
                  </a:solidFill>
                  <a:latin typeface="Times New Roman" panose="02020603050405020304" pitchFamily="18" charset="0"/>
                  <a:cs typeface="Times New Roman" panose="02020603050405020304" pitchFamily="18" charset="0"/>
                </a:rPr>
                <a:t>f</a:t>
              </a:r>
              <a:endParaRPr lang="zh-CN" altLang="en-US" sz="2200" b="1" dirty="0">
                <a:solidFill>
                  <a:srgbClr val="041ABC"/>
                </a:solidFill>
                <a:latin typeface="Times New Roman" panose="02020603050405020304" pitchFamily="18" charset="0"/>
                <a:cs typeface="Times New Roman" panose="02020603050405020304" pitchFamily="18" charset="0"/>
              </a:endParaRPr>
            </a:p>
          </p:txBody>
        </p:sp>
        <p:cxnSp>
          <p:nvCxnSpPr>
            <p:cNvPr id="65" name="直接箭头连接符 64">
              <a:extLst>
                <a:ext uri="{FF2B5EF4-FFF2-40B4-BE49-F238E27FC236}">
                  <a16:creationId xmlns:a16="http://schemas.microsoft.com/office/drawing/2014/main" id="{C29A79DB-E04F-D2E8-8020-8AD5652E5106}"/>
                </a:ext>
              </a:extLst>
            </p:cNvPr>
            <p:cNvCxnSpPr>
              <a:cxnSpLocks/>
            </p:cNvCxnSpPr>
            <p:nvPr/>
          </p:nvCxnSpPr>
          <p:spPr>
            <a:xfrm flipH="1">
              <a:off x="8476844" y="690627"/>
              <a:ext cx="26778" cy="231006"/>
            </a:xfrm>
            <a:prstGeom prst="straightConnector1">
              <a:avLst/>
            </a:prstGeom>
            <a:ln w="19050">
              <a:solidFill>
                <a:schemeClr val="accent4">
                  <a:lumMod val="50000"/>
                </a:schemeClr>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8" name="组合 97">
            <a:extLst>
              <a:ext uri="{FF2B5EF4-FFF2-40B4-BE49-F238E27FC236}">
                <a16:creationId xmlns:a16="http://schemas.microsoft.com/office/drawing/2014/main" id="{4A58E489-08DC-C928-6B95-6F74AFC2AF00}"/>
              </a:ext>
            </a:extLst>
          </p:cNvPr>
          <p:cNvGrpSpPr/>
          <p:nvPr/>
        </p:nvGrpSpPr>
        <p:grpSpPr>
          <a:xfrm>
            <a:off x="1228696" y="3705335"/>
            <a:ext cx="221225" cy="518656"/>
            <a:chOff x="8382199" y="465304"/>
            <a:chExt cx="187430" cy="444287"/>
          </a:xfrm>
        </p:grpSpPr>
        <p:sp>
          <p:nvSpPr>
            <p:cNvPr id="99" name="文本框 98">
              <a:extLst>
                <a:ext uri="{FF2B5EF4-FFF2-40B4-BE49-F238E27FC236}">
                  <a16:creationId xmlns:a16="http://schemas.microsoft.com/office/drawing/2014/main" id="{209A7C80-B6F0-B483-9284-20148953C9F8}"/>
                </a:ext>
              </a:extLst>
            </p:cNvPr>
            <p:cNvSpPr txBox="1"/>
            <p:nvPr/>
          </p:nvSpPr>
          <p:spPr>
            <a:xfrm>
              <a:off x="8382199" y="465304"/>
              <a:ext cx="187430" cy="290009"/>
            </a:xfrm>
            <a:prstGeom prst="rect">
              <a:avLst/>
            </a:prstGeom>
            <a:noFill/>
          </p:spPr>
          <p:txBody>
            <a:bodyPr wrap="square" lIns="0" tIns="0" rIns="0" bIns="0" rtlCol="0">
              <a:spAutoFit/>
            </a:bodyPr>
            <a:lstStyle/>
            <a:p>
              <a:r>
                <a:rPr lang="en-US" altLang="zh-CN" sz="2200" b="1" dirty="0">
                  <a:solidFill>
                    <a:srgbClr val="C00000"/>
                  </a:solidFill>
                  <a:latin typeface="Times New Roman" panose="02020603050405020304" pitchFamily="18" charset="0"/>
                  <a:cs typeface="Times New Roman" panose="02020603050405020304" pitchFamily="18" charset="0"/>
                </a:rPr>
                <a:t>T</a:t>
              </a:r>
              <a:endParaRPr lang="zh-CN" altLang="en-US" sz="2200" b="1" dirty="0">
                <a:solidFill>
                  <a:srgbClr val="C00000"/>
                </a:solidFill>
                <a:latin typeface="Times New Roman" panose="02020603050405020304" pitchFamily="18" charset="0"/>
                <a:cs typeface="Times New Roman" panose="02020603050405020304" pitchFamily="18" charset="0"/>
              </a:endParaRPr>
            </a:p>
          </p:txBody>
        </p:sp>
        <p:cxnSp>
          <p:nvCxnSpPr>
            <p:cNvPr id="100" name="直接箭头连接符 99">
              <a:extLst>
                <a:ext uri="{FF2B5EF4-FFF2-40B4-BE49-F238E27FC236}">
                  <a16:creationId xmlns:a16="http://schemas.microsoft.com/office/drawing/2014/main" id="{01FC8D87-8912-828F-0294-99B64332BCEF}"/>
                </a:ext>
              </a:extLst>
            </p:cNvPr>
            <p:cNvCxnSpPr>
              <a:cxnSpLocks/>
            </p:cNvCxnSpPr>
            <p:nvPr/>
          </p:nvCxnSpPr>
          <p:spPr>
            <a:xfrm flipH="1">
              <a:off x="8409907" y="690627"/>
              <a:ext cx="93715" cy="218964"/>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10" name="直接连接符 109">
            <a:extLst>
              <a:ext uri="{FF2B5EF4-FFF2-40B4-BE49-F238E27FC236}">
                <a16:creationId xmlns:a16="http://schemas.microsoft.com/office/drawing/2014/main" id="{7028EC90-FC1D-C768-8A63-6398002FF1D8}"/>
              </a:ext>
            </a:extLst>
          </p:cNvPr>
          <p:cNvCxnSpPr>
            <a:cxnSpLocks/>
          </p:cNvCxnSpPr>
          <p:nvPr/>
        </p:nvCxnSpPr>
        <p:spPr>
          <a:xfrm>
            <a:off x="5015908" y="3996694"/>
            <a:ext cx="3234957"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14" name="直接连接符 113">
            <a:extLst>
              <a:ext uri="{FF2B5EF4-FFF2-40B4-BE49-F238E27FC236}">
                <a16:creationId xmlns:a16="http://schemas.microsoft.com/office/drawing/2014/main" id="{A748BAEC-8069-5AAE-8037-A7FE41EA35BE}"/>
              </a:ext>
            </a:extLst>
          </p:cNvPr>
          <p:cNvCxnSpPr>
            <a:cxnSpLocks/>
          </p:cNvCxnSpPr>
          <p:nvPr/>
        </p:nvCxnSpPr>
        <p:spPr>
          <a:xfrm>
            <a:off x="4753639" y="6249024"/>
            <a:ext cx="791240"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16" name="直接连接符 115">
            <a:extLst>
              <a:ext uri="{FF2B5EF4-FFF2-40B4-BE49-F238E27FC236}">
                <a16:creationId xmlns:a16="http://schemas.microsoft.com/office/drawing/2014/main" id="{41AED8D8-AEB3-36F4-6D13-50FBD2FE7B45}"/>
              </a:ext>
            </a:extLst>
          </p:cNvPr>
          <p:cNvCxnSpPr>
            <a:cxnSpLocks/>
          </p:cNvCxnSpPr>
          <p:nvPr/>
        </p:nvCxnSpPr>
        <p:spPr>
          <a:xfrm>
            <a:off x="6906733" y="3466448"/>
            <a:ext cx="2056514" cy="7486"/>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9" name="直接连接符 118">
            <a:extLst>
              <a:ext uri="{FF2B5EF4-FFF2-40B4-BE49-F238E27FC236}">
                <a16:creationId xmlns:a16="http://schemas.microsoft.com/office/drawing/2014/main" id="{3269BC74-BA6F-BC33-B1E0-A1ADBEE5A3CA}"/>
              </a:ext>
            </a:extLst>
          </p:cNvPr>
          <p:cNvCxnSpPr>
            <a:cxnSpLocks/>
          </p:cNvCxnSpPr>
          <p:nvPr/>
        </p:nvCxnSpPr>
        <p:spPr>
          <a:xfrm>
            <a:off x="5015908" y="3989312"/>
            <a:ext cx="3234957" cy="18605"/>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4" name="直接箭头连接符 123">
            <a:extLst>
              <a:ext uri="{FF2B5EF4-FFF2-40B4-BE49-F238E27FC236}">
                <a16:creationId xmlns:a16="http://schemas.microsoft.com/office/drawing/2014/main" id="{E7B7C0E8-1356-5DA5-A49D-5FD810CB3618}"/>
              </a:ext>
            </a:extLst>
          </p:cNvPr>
          <p:cNvCxnSpPr/>
          <p:nvPr/>
        </p:nvCxnSpPr>
        <p:spPr>
          <a:xfrm>
            <a:off x="8001000" y="3141921"/>
            <a:ext cx="0" cy="1599822"/>
          </a:xfrm>
          <a:prstGeom prst="straightConnector1">
            <a:avLst/>
          </a:prstGeom>
          <a:ln>
            <a:solidFill>
              <a:schemeClr val="accent5">
                <a:lumMod val="60000"/>
                <a:lumOff val="40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7" name="文本框 126">
            <a:extLst>
              <a:ext uri="{FF2B5EF4-FFF2-40B4-BE49-F238E27FC236}">
                <a16:creationId xmlns:a16="http://schemas.microsoft.com/office/drawing/2014/main" id="{340B2DA1-ADEE-A78F-6C10-DA5C4DFEF987}"/>
              </a:ext>
            </a:extLst>
          </p:cNvPr>
          <p:cNvSpPr txBox="1"/>
          <p:nvPr/>
        </p:nvSpPr>
        <p:spPr>
          <a:xfrm>
            <a:off x="6627188" y="4284283"/>
            <a:ext cx="2092239" cy="369332"/>
          </a:xfrm>
          <a:prstGeom prst="rect">
            <a:avLst/>
          </a:prstGeom>
          <a:noFill/>
        </p:spPr>
        <p:txBody>
          <a:bodyPr wrap="none" rtlCol="0">
            <a:spAutoFit/>
          </a:bodyPr>
          <a:lstStyle/>
          <a:p>
            <a:r>
              <a:rPr lang="zh-CN" altLang="en-US" b="1" dirty="0">
                <a:solidFill>
                  <a:srgbClr val="FF0000"/>
                </a:solidFill>
              </a:rPr>
              <a:t>传递</a:t>
            </a:r>
            <a:r>
              <a:rPr lang="en-US" altLang="zh-CN" b="1" dirty="0">
                <a:solidFill>
                  <a:srgbClr val="FF0000"/>
                </a:solidFill>
              </a:rPr>
              <a:t>f</a:t>
            </a:r>
            <a:r>
              <a:rPr lang="zh-CN" altLang="en-US" b="1" dirty="0">
                <a:solidFill>
                  <a:srgbClr val="FF0000"/>
                </a:solidFill>
              </a:rPr>
              <a:t>的地址  </a:t>
            </a:r>
            <a:r>
              <a:rPr lang="en-US" altLang="zh-CN" b="1" dirty="0">
                <a:solidFill>
                  <a:srgbClr val="FF0000"/>
                </a:solidFill>
              </a:rPr>
              <a:t>*p</a:t>
            </a:r>
            <a:r>
              <a:rPr lang="zh-CN" altLang="en-US" b="1" dirty="0">
                <a:solidFill>
                  <a:srgbClr val="FF0000"/>
                </a:solidFill>
              </a:rPr>
              <a:t>即</a:t>
            </a:r>
            <a:r>
              <a:rPr lang="en-US" altLang="zh-CN" b="1" dirty="0">
                <a:solidFill>
                  <a:srgbClr val="FF0000"/>
                </a:solidFill>
              </a:rPr>
              <a:t>f</a:t>
            </a:r>
            <a:endParaRPr lang="zh-CN" altLang="en-US" b="1" dirty="0">
              <a:solidFill>
                <a:srgbClr val="FF0000"/>
              </a:solidFill>
            </a:endParaRPr>
          </a:p>
        </p:txBody>
      </p:sp>
    </p:spTree>
    <p:extLst>
      <p:ext uri="{BB962C8B-B14F-4D97-AF65-F5344CB8AC3E}">
        <p14:creationId xmlns:p14="http://schemas.microsoft.com/office/powerpoint/2010/main" val="90238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animEffect transition="in" filter="wipe(left)">
                                      <p:cBhvr>
                                        <p:cTn id="7" dur="500"/>
                                        <p:tgtEl>
                                          <p:spTgt spid="7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xit" presetSubtype="1" fill="hold" nodeType="clickEffect">
                                  <p:stCondLst>
                                    <p:cond delay="0"/>
                                  </p:stCondLst>
                                  <p:childTnLst>
                                    <p:animEffect transition="out" filter="wipe(up)">
                                      <p:cBhvr>
                                        <p:cTn id="15" dur="500"/>
                                        <p:tgtEl>
                                          <p:spTgt spid="81"/>
                                        </p:tgtEl>
                                      </p:cBhvr>
                                    </p:animEffect>
                                    <p:set>
                                      <p:cBhvr>
                                        <p:cTn id="16" dur="1" fill="hold">
                                          <p:stCondLst>
                                            <p:cond delay="499"/>
                                          </p:stCondLst>
                                        </p:cTn>
                                        <p:tgtEl>
                                          <p:spTgt spid="81"/>
                                        </p:tgtEl>
                                        <p:attrNameLst>
                                          <p:attrName>style.visibility</p:attrName>
                                        </p:attrNameLst>
                                      </p:cBhvr>
                                      <p:to>
                                        <p:strVal val="hidden"/>
                                      </p:to>
                                    </p:se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75">
                                            <p:txEl>
                                              <p:pRg st="1" end="1"/>
                                            </p:txEl>
                                          </p:spTgt>
                                        </p:tgtEl>
                                        <p:attrNameLst>
                                          <p:attrName>style.visibility</p:attrName>
                                        </p:attrNameLst>
                                      </p:cBhvr>
                                      <p:to>
                                        <p:strVal val="visible"/>
                                      </p:to>
                                    </p:set>
                                    <p:animEffect transition="in" filter="wipe(left)">
                                      <p:cBhvr>
                                        <p:cTn id="20" dur="500"/>
                                        <p:tgtEl>
                                          <p:spTgt spid="75">
                                            <p:txEl>
                                              <p:pRg st="1" end="1"/>
                                            </p:txEl>
                                          </p:spTgt>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1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wipe(right)">
                                      <p:cBhvr>
                                        <p:cTn id="29" dur="1000"/>
                                        <p:tgtEl>
                                          <p:spTgt spid="77"/>
                                        </p:tgtEl>
                                      </p:cBhvr>
                                    </p:animEffect>
                                  </p:childTnLst>
                                </p:cTn>
                              </p:par>
                              <p:par>
                                <p:cTn id="30" presetID="22" presetClass="entr" presetSubtype="2" fill="hold" nodeType="withEffect">
                                  <p:stCondLst>
                                    <p:cond delay="0"/>
                                  </p:stCondLst>
                                  <p:childTnLst>
                                    <p:set>
                                      <p:cBhvr>
                                        <p:cTn id="31" dur="1" fill="hold">
                                          <p:stCondLst>
                                            <p:cond delay="0"/>
                                          </p:stCondLst>
                                        </p:cTn>
                                        <p:tgtEl>
                                          <p:spTgt spid="135"/>
                                        </p:tgtEl>
                                        <p:attrNameLst>
                                          <p:attrName>style.visibility</p:attrName>
                                        </p:attrNameLst>
                                      </p:cBhvr>
                                      <p:to>
                                        <p:strVal val="visible"/>
                                      </p:to>
                                    </p:set>
                                    <p:animEffect transition="in" filter="wipe(right)">
                                      <p:cBhvr>
                                        <p:cTn id="32" dur="1000"/>
                                        <p:tgtEl>
                                          <p:spTgt spid="135"/>
                                        </p:tgtEl>
                                      </p:cBhvr>
                                    </p:animEffect>
                                  </p:childTnLst>
                                </p:cTn>
                              </p:par>
                            </p:childTnLst>
                          </p:cTn>
                        </p:par>
                        <p:par>
                          <p:cTn id="33" fill="hold">
                            <p:stCondLst>
                              <p:cond delay="1000"/>
                            </p:stCondLst>
                            <p:childTnLst>
                              <p:par>
                                <p:cTn id="34" presetID="27" presetClass="emph" presetSubtype="0" fill="remove" grpId="0" nodeType="afterEffect">
                                  <p:stCondLst>
                                    <p:cond delay="0"/>
                                  </p:stCondLst>
                                  <p:childTnLst>
                                    <p:animClr clrSpc="rgb" dir="cw">
                                      <p:cBhvr override="childStyle">
                                        <p:cTn id="35" dur="750" autoRev="1" fill="remove"/>
                                        <p:tgtEl>
                                          <p:spTgt spid="5"/>
                                        </p:tgtEl>
                                        <p:attrNameLst>
                                          <p:attrName>style.color</p:attrName>
                                        </p:attrNameLst>
                                      </p:cBhvr>
                                      <p:to>
                                        <a:schemeClr val="bg1"/>
                                      </p:to>
                                    </p:animClr>
                                    <p:animClr clrSpc="rgb" dir="cw">
                                      <p:cBhvr>
                                        <p:cTn id="36" dur="750" autoRev="1" fill="remove"/>
                                        <p:tgtEl>
                                          <p:spTgt spid="5"/>
                                        </p:tgtEl>
                                        <p:attrNameLst>
                                          <p:attrName>fillcolor</p:attrName>
                                        </p:attrNameLst>
                                      </p:cBhvr>
                                      <p:to>
                                        <a:schemeClr val="bg1"/>
                                      </p:to>
                                    </p:animClr>
                                    <p:set>
                                      <p:cBhvr>
                                        <p:cTn id="37" dur="750" autoRev="1" fill="remove"/>
                                        <p:tgtEl>
                                          <p:spTgt spid="5"/>
                                        </p:tgtEl>
                                        <p:attrNameLst>
                                          <p:attrName>fill.type</p:attrName>
                                        </p:attrNameLst>
                                      </p:cBhvr>
                                      <p:to>
                                        <p:strVal val="solid"/>
                                      </p:to>
                                    </p:set>
                                    <p:set>
                                      <p:cBhvr>
                                        <p:cTn id="38" dur="750" autoRev="1" fill="remove"/>
                                        <p:tgtEl>
                                          <p:spTgt spid="5"/>
                                        </p:tgtEl>
                                        <p:attrNameLst>
                                          <p:attrName>fill.on</p:attrName>
                                        </p:attrNameLst>
                                      </p:cBhvr>
                                      <p:to>
                                        <p:strVal val="true"/>
                                      </p:to>
                                    </p:set>
                                  </p:childTnLst>
                                </p:cTn>
                              </p:par>
                              <p:par>
                                <p:cTn id="39" presetID="1" presetClass="emph" presetSubtype="2" fill="hold" nodeType="withEffect">
                                  <p:stCondLst>
                                    <p:cond delay="1000"/>
                                  </p:stCondLst>
                                  <p:childTnLst>
                                    <p:animClr clrSpc="rgb" dir="cw">
                                      <p:cBhvr>
                                        <p:cTn id="40" dur="500" fill="hold"/>
                                        <p:tgtEl>
                                          <p:spTgt spid="5"/>
                                        </p:tgtEl>
                                        <p:attrNameLst>
                                          <p:attrName>fillcolor</p:attrName>
                                        </p:attrNameLst>
                                      </p:cBhvr>
                                      <p:to>
                                        <a:srgbClr val="F7CBAC"/>
                                      </p:to>
                                    </p:animClr>
                                    <p:set>
                                      <p:cBhvr>
                                        <p:cTn id="41" dur="500" fill="hold"/>
                                        <p:tgtEl>
                                          <p:spTgt spid="5"/>
                                        </p:tgtEl>
                                        <p:attrNameLst>
                                          <p:attrName>fill.type</p:attrName>
                                        </p:attrNameLst>
                                      </p:cBhvr>
                                      <p:to>
                                        <p:strVal val="solid"/>
                                      </p:to>
                                    </p:set>
                                    <p:set>
                                      <p:cBhvr>
                                        <p:cTn id="42" dur="500" fill="hold"/>
                                        <p:tgtEl>
                                          <p:spTgt spid="5"/>
                                        </p:tgtEl>
                                        <p:attrNameLst>
                                          <p:attrName>fill.on</p:attrName>
                                        </p:attrNameLst>
                                      </p:cBhvr>
                                      <p:to>
                                        <p:strVal val="true"/>
                                      </p:to>
                                    </p:set>
                                  </p:childTnLst>
                                </p:cTn>
                              </p:par>
                            </p:childTnLst>
                          </p:cTn>
                        </p:par>
                        <p:par>
                          <p:cTn id="43" fill="hold">
                            <p:stCondLst>
                              <p:cond delay="3000"/>
                            </p:stCondLst>
                            <p:childTnLst>
                              <p:par>
                                <p:cTn id="44" presetID="22" presetClass="exit" presetSubtype="1" fill="hold" grpId="1" nodeType="afterEffect">
                                  <p:stCondLst>
                                    <p:cond delay="0"/>
                                  </p:stCondLst>
                                  <p:childTnLst>
                                    <p:animEffect transition="out" filter="wipe(up)">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childTnLst>
                          </p:cTn>
                        </p:par>
                        <p:par>
                          <p:cTn id="47" fill="hold">
                            <p:stCondLst>
                              <p:cond delay="3500"/>
                            </p:stCondLst>
                            <p:childTnLst>
                              <p:par>
                                <p:cTn id="48" presetID="22" presetClass="entr" presetSubtype="8"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ipe(left)">
                                      <p:cBhvr>
                                        <p:cTn id="50" dur="1000"/>
                                        <p:tgtEl>
                                          <p:spTgt spid="2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xit" presetSubtype="1" fill="hold" nodeType="clickEffect">
                                  <p:stCondLst>
                                    <p:cond delay="0"/>
                                  </p:stCondLst>
                                  <p:childTnLst>
                                    <p:animEffect transition="out" filter="wipe(up)">
                                      <p:cBhvr>
                                        <p:cTn id="54" dur="500"/>
                                        <p:tgtEl>
                                          <p:spTgt spid="29"/>
                                        </p:tgtEl>
                                      </p:cBhvr>
                                    </p:animEffect>
                                    <p:set>
                                      <p:cBhvr>
                                        <p:cTn id="55" dur="1" fill="hold">
                                          <p:stCondLst>
                                            <p:cond delay="499"/>
                                          </p:stCondLst>
                                        </p:cTn>
                                        <p:tgtEl>
                                          <p:spTgt spid="29"/>
                                        </p:tgtEl>
                                        <p:attrNameLst>
                                          <p:attrName>style.visibility</p:attrName>
                                        </p:attrNameLst>
                                      </p:cBhvr>
                                      <p:to>
                                        <p:strVal val="hidden"/>
                                      </p:to>
                                    </p:se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ipe(left)">
                                      <p:cBhvr>
                                        <p:cTn id="59" dur="1000"/>
                                        <p:tgtEl>
                                          <p:spTgt spid="32"/>
                                        </p:tgtEl>
                                      </p:cBhvr>
                                    </p:animEffect>
                                  </p:childTnLst>
                                </p:cTn>
                              </p:par>
                            </p:childTnLst>
                          </p:cTn>
                        </p:par>
                      </p:childTnLst>
                    </p:cTn>
                  </p:par>
                  <p:par>
                    <p:cTn id="60" fill="hold">
                      <p:stCondLst>
                        <p:cond delay="indefinite"/>
                      </p:stCondLst>
                      <p:childTnLst>
                        <p:par>
                          <p:cTn id="61" fill="hold">
                            <p:stCondLst>
                              <p:cond delay="0"/>
                            </p:stCondLst>
                            <p:childTnLst>
                              <p:par>
                                <p:cTn id="62" presetID="47" presetClass="entr" presetSubtype="0" fill="hold" nodeType="click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fade">
                                      <p:cBhvr>
                                        <p:cTn id="64" dur="1000"/>
                                        <p:tgtEl>
                                          <p:spTgt spid="63"/>
                                        </p:tgtEl>
                                      </p:cBhvr>
                                    </p:animEffect>
                                    <p:anim calcmode="lin" valueType="num">
                                      <p:cBhvr>
                                        <p:cTn id="65" dur="1000" fill="hold"/>
                                        <p:tgtEl>
                                          <p:spTgt spid="63"/>
                                        </p:tgtEl>
                                        <p:attrNameLst>
                                          <p:attrName>ppt_x</p:attrName>
                                        </p:attrNameLst>
                                      </p:cBhvr>
                                      <p:tavLst>
                                        <p:tav tm="0">
                                          <p:val>
                                            <p:strVal val="#ppt_x"/>
                                          </p:val>
                                        </p:tav>
                                        <p:tav tm="100000">
                                          <p:val>
                                            <p:strVal val="#ppt_x"/>
                                          </p:val>
                                        </p:tav>
                                      </p:tavLst>
                                    </p:anim>
                                    <p:anim calcmode="lin" valueType="num">
                                      <p:cBhvr>
                                        <p:cTn id="66" dur="1000" fill="hold"/>
                                        <p:tgtEl>
                                          <p:spTgt spid="63"/>
                                        </p:tgtEl>
                                        <p:attrNameLst>
                                          <p:attrName>ppt_y</p:attrName>
                                        </p:attrNameLst>
                                      </p:cBhvr>
                                      <p:tavLst>
                                        <p:tav tm="0">
                                          <p:val>
                                            <p:strVal val="#ppt_y-.1"/>
                                          </p:val>
                                        </p:tav>
                                        <p:tav tm="100000">
                                          <p:val>
                                            <p:strVal val="#ppt_y"/>
                                          </p:val>
                                        </p:tav>
                                      </p:tavLst>
                                    </p:anim>
                                  </p:childTnLst>
                                </p:cTn>
                              </p:par>
                            </p:childTnLst>
                          </p:cTn>
                        </p:par>
                        <p:par>
                          <p:cTn id="67" fill="hold">
                            <p:stCondLst>
                              <p:cond delay="1000"/>
                            </p:stCondLst>
                            <p:childTnLst>
                              <p:par>
                                <p:cTn id="68" presetID="31" presetClass="entr" presetSubtype="0" fill="hold" grpId="0" nodeType="afterEffect">
                                  <p:stCondLst>
                                    <p:cond delay="0"/>
                                  </p:stCondLst>
                                  <p:childTnLst>
                                    <p:set>
                                      <p:cBhvr>
                                        <p:cTn id="69" dur="1" fill="hold">
                                          <p:stCondLst>
                                            <p:cond delay="0"/>
                                          </p:stCondLst>
                                        </p:cTn>
                                        <p:tgtEl>
                                          <p:spTgt spid="41"/>
                                        </p:tgtEl>
                                        <p:attrNameLst>
                                          <p:attrName>style.visibility</p:attrName>
                                        </p:attrNameLst>
                                      </p:cBhvr>
                                      <p:to>
                                        <p:strVal val="visible"/>
                                      </p:to>
                                    </p:set>
                                    <p:anim calcmode="lin" valueType="num">
                                      <p:cBhvr>
                                        <p:cTn id="70" dur="1000" fill="hold"/>
                                        <p:tgtEl>
                                          <p:spTgt spid="41"/>
                                        </p:tgtEl>
                                        <p:attrNameLst>
                                          <p:attrName>ppt_w</p:attrName>
                                        </p:attrNameLst>
                                      </p:cBhvr>
                                      <p:tavLst>
                                        <p:tav tm="0">
                                          <p:val>
                                            <p:fltVal val="0"/>
                                          </p:val>
                                        </p:tav>
                                        <p:tav tm="100000">
                                          <p:val>
                                            <p:strVal val="#ppt_w"/>
                                          </p:val>
                                        </p:tav>
                                      </p:tavLst>
                                    </p:anim>
                                    <p:anim calcmode="lin" valueType="num">
                                      <p:cBhvr>
                                        <p:cTn id="71" dur="1000" fill="hold"/>
                                        <p:tgtEl>
                                          <p:spTgt spid="41"/>
                                        </p:tgtEl>
                                        <p:attrNameLst>
                                          <p:attrName>ppt_h</p:attrName>
                                        </p:attrNameLst>
                                      </p:cBhvr>
                                      <p:tavLst>
                                        <p:tav tm="0">
                                          <p:val>
                                            <p:fltVal val="0"/>
                                          </p:val>
                                        </p:tav>
                                        <p:tav tm="100000">
                                          <p:val>
                                            <p:strVal val="#ppt_h"/>
                                          </p:val>
                                        </p:tav>
                                      </p:tavLst>
                                    </p:anim>
                                    <p:anim calcmode="lin" valueType="num">
                                      <p:cBhvr>
                                        <p:cTn id="72" dur="1000" fill="hold"/>
                                        <p:tgtEl>
                                          <p:spTgt spid="41"/>
                                        </p:tgtEl>
                                        <p:attrNameLst>
                                          <p:attrName>style.rotation</p:attrName>
                                        </p:attrNameLst>
                                      </p:cBhvr>
                                      <p:tavLst>
                                        <p:tav tm="0">
                                          <p:val>
                                            <p:fltVal val="90"/>
                                          </p:val>
                                        </p:tav>
                                        <p:tav tm="100000">
                                          <p:val>
                                            <p:fltVal val="0"/>
                                          </p:val>
                                        </p:tav>
                                      </p:tavLst>
                                    </p:anim>
                                    <p:animEffect transition="in" filter="fade">
                                      <p:cBhvr>
                                        <p:cTn id="73" dur="1000"/>
                                        <p:tgtEl>
                                          <p:spTgt spid="41"/>
                                        </p:tgtEl>
                                      </p:cBhvr>
                                    </p:animEffect>
                                  </p:childTnLst>
                                </p:cTn>
                              </p:par>
                              <p:par>
                                <p:cTn id="74" presetID="31" presetClass="entr" presetSubtype="0" fill="hold" grpId="0" nodeType="withEffect">
                                  <p:stCondLst>
                                    <p:cond delay="0"/>
                                  </p:stCondLst>
                                  <p:childTnLst>
                                    <p:set>
                                      <p:cBhvr>
                                        <p:cTn id="75" dur="1" fill="hold">
                                          <p:stCondLst>
                                            <p:cond delay="0"/>
                                          </p:stCondLst>
                                        </p:cTn>
                                        <p:tgtEl>
                                          <p:spTgt spid="45"/>
                                        </p:tgtEl>
                                        <p:attrNameLst>
                                          <p:attrName>style.visibility</p:attrName>
                                        </p:attrNameLst>
                                      </p:cBhvr>
                                      <p:to>
                                        <p:strVal val="visible"/>
                                      </p:to>
                                    </p:set>
                                    <p:anim calcmode="lin" valueType="num">
                                      <p:cBhvr>
                                        <p:cTn id="76" dur="1000" fill="hold"/>
                                        <p:tgtEl>
                                          <p:spTgt spid="45"/>
                                        </p:tgtEl>
                                        <p:attrNameLst>
                                          <p:attrName>ppt_w</p:attrName>
                                        </p:attrNameLst>
                                      </p:cBhvr>
                                      <p:tavLst>
                                        <p:tav tm="0">
                                          <p:val>
                                            <p:fltVal val="0"/>
                                          </p:val>
                                        </p:tav>
                                        <p:tav tm="100000">
                                          <p:val>
                                            <p:strVal val="#ppt_w"/>
                                          </p:val>
                                        </p:tav>
                                      </p:tavLst>
                                    </p:anim>
                                    <p:anim calcmode="lin" valueType="num">
                                      <p:cBhvr>
                                        <p:cTn id="77" dur="1000" fill="hold"/>
                                        <p:tgtEl>
                                          <p:spTgt spid="45"/>
                                        </p:tgtEl>
                                        <p:attrNameLst>
                                          <p:attrName>ppt_h</p:attrName>
                                        </p:attrNameLst>
                                      </p:cBhvr>
                                      <p:tavLst>
                                        <p:tav tm="0">
                                          <p:val>
                                            <p:fltVal val="0"/>
                                          </p:val>
                                        </p:tav>
                                        <p:tav tm="100000">
                                          <p:val>
                                            <p:strVal val="#ppt_h"/>
                                          </p:val>
                                        </p:tav>
                                      </p:tavLst>
                                    </p:anim>
                                    <p:anim calcmode="lin" valueType="num">
                                      <p:cBhvr>
                                        <p:cTn id="78" dur="1000" fill="hold"/>
                                        <p:tgtEl>
                                          <p:spTgt spid="45"/>
                                        </p:tgtEl>
                                        <p:attrNameLst>
                                          <p:attrName>style.rotation</p:attrName>
                                        </p:attrNameLst>
                                      </p:cBhvr>
                                      <p:tavLst>
                                        <p:tav tm="0">
                                          <p:val>
                                            <p:fltVal val="90"/>
                                          </p:val>
                                        </p:tav>
                                        <p:tav tm="100000">
                                          <p:val>
                                            <p:fltVal val="0"/>
                                          </p:val>
                                        </p:tav>
                                      </p:tavLst>
                                    </p:anim>
                                    <p:animEffect transition="in" filter="fade">
                                      <p:cBhvr>
                                        <p:cTn id="79" dur="1000"/>
                                        <p:tgtEl>
                                          <p:spTgt spid="45"/>
                                        </p:tgtEl>
                                      </p:cBhvr>
                                    </p:animEffect>
                                  </p:childTnLst>
                                </p:cTn>
                              </p:par>
                            </p:childTnLst>
                          </p:cTn>
                        </p:par>
                        <p:par>
                          <p:cTn id="80" fill="hold">
                            <p:stCondLst>
                              <p:cond delay="2000"/>
                            </p:stCondLst>
                            <p:childTnLst>
                              <p:par>
                                <p:cTn id="81" presetID="22" presetClass="entr" presetSubtype="8" fill="hold" grpId="0" nodeType="afterEffect">
                                  <p:stCondLst>
                                    <p:cond delay="0"/>
                                  </p:stCondLst>
                                  <p:childTnLst>
                                    <p:set>
                                      <p:cBhvr>
                                        <p:cTn id="82" dur="1" fill="hold">
                                          <p:stCondLst>
                                            <p:cond delay="0"/>
                                          </p:stCondLst>
                                        </p:cTn>
                                        <p:tgtEl>
                                          <p:spTgt spid="127"/>
                                        </p:tgtEl>
                                        <p:attrNameLst>
                                          <p:attrName>style.visibility</p:attrName>
                                        </p:attrNameLst>
                                      </p:cBhvr>
                                      <p:to>
                                        <p:strVal val="visible"/>
                                      </p:to>
                                    </p:set>
                                    <p:animEffect transition="in" filter="wipe(left)">
                                      <p:cBhvr>
                                        <p:cTn id="83" dur="1000"/>
                                        <p:tgtEl>
                                          <p:spTgt spid="127"/>
                                        </p:tgtEl>
                                      </p:cBhvr>
                                    </p:animEffect>
                                  </p:childTnLst>
                                </p:cTn>
                              </p:par>
                              <p:par>
                                <p:cTn id="84" presetID="22" presetClass="entr" presetSubtype="1" fill="hold" nodeType="withEffect">
                                  <p:stCondLst>
                                    <p:cond delay="0"/>
                                  </p:stCondLst>
                                  <p:childTnLst>
                                    <p:set>
                                      <p:cBhvr>
                                        <p:cTn id="85" dur="1" fill="hold">
                                          <p:stCondLst>
                                            <p:cond delay="0"/>
                                          </p:stCondLst>
                                        </p:cTn>
                                        <p:tgtEl>
                                          <p:spTgt spid="124"/>
                                        </p:tgtEl>
                                        <p:attrNameLst>
                                          <p:attrName>style.visibility</p:attrName>
                                        </p:attrNameLst>
                                      </p:cBhvr>
                                      <p:to>
                                        <p:strVal val="visible"/>
                                      </p:to>
                                    </p:set>
                                    <p:animEffect transition="in" filter="wipe(up)">
                                      <p:cBhvr>
                                        <p:cTn id="86" dur="1000"/>
                                        <p:tgtEl>
                                          <p:spTgt spid="124"/>
                                        </p:tgtEl>
                                      </p:cBhvr>
                                    </p:animEffect>
                                  </p:childTnLst>
                                </p:cTn>
                              </p:par>
                            </p:childTnLst>
                          </p:cTn>
                        </p:par>
                        <p:par>
                          <p:cTn id="87" fill="hold">
                            <p:stCondLst>
                              <p:cond delay="3000"/>
                            </p:stCondLst>
                            <p:childTnLst>
                              <p:par>
                                <p:cTn id="88" presetID="47" presetClass="entr" presetSubtype="0" fill="hold" nodeType="afterEffect">
                                  <p:stCondLst>
                                    <p:cond delay="0"/>
                                  </p:stCondLst>
                                  <p:childTnLst>
                                    <p:set>
                                      <p:cBhvr>
                                        <p:cTn id="89" dur="1" fill="hold">
                                          <p:stCondLst>
                                            <p:cond delay="0"/>
                                          </p:stCondLst>
                                        </p:cTn>
                                        <p:tgtEl>
                                          <p:spTgt spid="98"/>
                                        </p:tgtEl>
                                        <p:attrNameLst>
                                          <p:attrName>style.visibility</p:attrName>
                                        </p:attrNameLst>
                                      </p:cBhvr>
                                      <p:to>
                                        <p:strVal val="visible"/>
                                      </p:to>
                                    </p:set>
                                    <p:animEffect transition="in" filter="fade">
                                      <p:cBhvr>
                                        <p:cTn id="90" dur="1000"/>
                                        <p:tgtEl>
                                          <p:spTgt spid="98"/>
                                        </p:tgtEl>
                                      </p:cBhvr>
                                    </p:animEffect>
                                    <p:anim calcmode="lin" valueType="num">
                                      <p:cBhvr>
                                        <p:cTn id="91" dur="1000" fill="hold"/>
                                        <p:tgtEl>
                                          <p:spTgt spid="98"/>
                                        </p:tgtEl>
                                        <p:attrNameLst>
                                          <p:attrName>ppt_x</p:attrName>
                                        </p:attrNameLst>
                                      </p:cBhvr>
                                      <p:tavLst>
                                        <p:tav tm="0">
                                          <p:val>
                                            <p:strVal val="#ppt_x"/>
                                          </p:val>
                                        </p:tav>
                                        <p:tav tm="100000">
                                          <p:val>
                                            <p:strVal val="#ppt_x"/>
                                          </p:val>
                                        </p:tav>
                                      </p:tavLst>
                                    </p:anim>
                                    <p:anim calcmode="lin" valueType="num">
                                      <p:cBhvr>
                                        <p:cTn id="92"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path" presetSubtype="0" accel="50000" decel="50000" fill="hold" nodeType="clickEffect">
                                  <p:stCondLst>
                                    <p:cond delay="0"/>
                                  </p:stCondLst>
                                  <p:childTnLst>
                                    <p:animMotion origin="layout" path="M 3.33333E-6 2.59259E-6 L -0.14063 0.0706 " pathEditMode="relative" rAng="0" ptsTypes="AA">
                                      <p:cBhvr>
                                        <p:cTn id="96" dur="1000" fill="hold"/>
                                        <p:tgtEl>
                                          <p:spTgt spid="63"/>
                                        </p:tgtEl>
                                        <p:attrNameLst>
                                          <p:attrName>ppt_x</p:attrName>
                                          <p:attrName>ppt_y</p:attrName>
                                        </p:attrNameLst>
                                      </p:cBhvr>
                                      <p:rCtr x="-7031" y="3519"/>
                                    </p:animMotion>
                                  </p:childTnLst>
                                </p:cTn>
                              </p:par>
                            </p:childTnLst>
                          </p:cTn>
                        </p:par>
                        <p:par>
                          <p:cTn id="97" fill="hold">
                            <p:stCondLst>
                              <p:cond delay="1000"/>
                            </p:stCondLst>
                            <p:childTnLst>
                              <p:par>
                                <p:cTn id="98" presetID="42" presetClass="path" presetSubtype="0" accel="50000" decel="50000" fill="hold" nodeType="afterEffect">
                                  <p:stCondLst>
                                    <p:cond delay="0"/>
                                  </p:stCondLst>
                                  <p:childTnLst>
                                    <p:animMotion origin="layout" path="M 4.375E-6 7.40741E-7 L 0.02083 0.03658 " pathEditMode="relative" rAng="0" ptsTypes="AA">
                                      <p:cBhvr>
                                        <p:cTn id="99" dur="1000" fill="hold"/>
                                        <p:tgtEl>
                                          <p:spTgt spid="98"/>
                                        </p:tgtEl>
                                        <p:attrNameLst>
                                          <p:attrName>ppt_x</p:attrName>
                                          <p:attrName>ppt_y</p:attrName>
                                        </p:attrNameLst>
                                      </p:cBhvr>
                                      <p:rCtr x="1081" y="1852"/>
                                    </p:animMotion>
                                  </p:childTnLst>
                                </p:cTn>
                              </p:par>
                            </p:childTnLst>
                          </p:cTn>
                        </p:par>
                        <p:par>
                          <p:cTn id="100" fill="hold">
                            <p:stCondLst>
                              <p:cond delay="2000"/>
                            </p:stCondLst>
                            <p:childTnLst>
                              <p:par>
                                <p:cTn id="101" presetID="10" presetClass="entr" presetSubtype="0" fill="hold" grpId="0" nodeType="after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fade">
                                      <p:cBhvr>
                                        <p:cTn id="103" dur="500"/>
                                        <p:tgtEl>
                                          <p:spTgt spid="30"/>
                                        </p:tgtEl>
                                      </p:cBhvr>
                                    </p:animEffect>
                                  </p:childTnLst>
                                </p:cTn>
                              </p:par>
                            </p:childTnLst>
                          </p:cTn>
                        </p:par>
                        <p:par>
                          <p:cTn id="104" fill="hold">
                            <p:stCondLst>
                              <p:cond delay="2500"/>
                            </p:stCondLst>
                            <p:childTnLst>
                              <p:par>
                                <p:cTn id="105" presetID="42" presetClass="path" presetSubtype="0" accel="50000" decel="50000" fill="hold" nodeType="afterEffect">
                                  <p:stCondLst>
                                    <p:cond delay="0"/>
                                  </p:stCondLst>
                                  <p:childTnLst>
                                    <p:animMotion origin="layout" path="M -0.14063 0.0706 L -0.12097 0.10648 " pathEditMode="relative" rAng="0" ptsTypes="AA">
                                      <p:cBhvr>
                                        <p:cTn id="106" dur="1000" fill="hold"/>
                                        <p:tgtEl>
                                          <p:spTgt spid="63"/>
                                        </p:tgtEl>
                                        <p:attrNameLst>
                                          <p:attrName>ppt_x</p:attrName>
                                          <p:attrName>ppt_y</p:attrName>
                                        </p:attrNameLst>
                                      </p:cBhvr>
                                      <p:rCtr x="1029" y="1782"/>
                                    </p:animMotion>
                                  </p:childTnLst>
                                </p:cTn>
                              </p:par>
                            </p:childTnLst>
                          </p:cTn>
                        </p:par>
                        <p:par>
                          <p:cTn id="107" fill="hold">
                            <p:stCondLst>
                              <p:cond delay="3500"/>
                            </p:stCondLst>
                            <p:childTnLst>
                              <p:par>
                                <p:cTn id="108" presetID="42" presetClass="path" presetSubtype="0" accel="50000" decel="50000" fill="hold" nodeType="afterEffect">
                                  <p:stCondLst>
                                    <p:cond delay="0"/>
                                  </p:stCondLst>
                                  <p:childTnLst>
                                    <p:animMotion origin="layout" path="M 0.02083 0.03657 L 0.0483 0.06389 " pathEditMode="relative" rAng="0" ptsTypes="AA">
                                      <p:cBhvr>
                                        <p:cTn id="109" dur="1000" fill="hold"/>
                                        <p:tgtEl>
                                          <p:spTgt spid="98"/>
                                        </p:tgtEl>
                                        <p:attrNameLst>
                                          <p:attrName>ppt_x</p:attrName>
                                          <p:attrName>ppt_y</p:attrName>
                                        </p:attrNameLst>
                                      </p:cBhvr>
                                      <p:rCtr x="1367" y="1366"/>
                                    </p:animMotion>
                                  </p:childTnLst>
                                </p:cTn>
                              </p:par>
                            </p:childTnLst>
                          </p:cTn>
                        </p:par>
                        <p:par>
                          <p:cTn id="110" fill="hold">
                            <p:stCondLst>
                              <p:cond delay="4500"/>
                            </p:stCondLst>
                            <p:childTnLst>
                              <p:par>
                                <p:cTn id="111" presetID="42" presetClass="path" presetSubtype="0" accel="50000" decel="50000" fill="hold" nodeType="afterEffect">
                                  <p:stCondLst>
                                    <p:cond delay="0"/>
                                  </p:stCondLst>
                                  <p:childTnLst>
                                    <p:animMotion origin="layout" path="M -0.12097 0.10648 L -0.09336 0.13356 " pathEditMode="relative" rAng="0" ptsTypes="AA">
                                      <p:cBhvr>
                                        <p:cTn id="112" dur="1000" fill="hold"/>
                                        <p:tgtEl>
                                          <p:spTgt spid="63"/>
                                        </p:tgtEl>
                                        <p:attrNameLst>
                                          <p:attrName>ppt_x</p:attrName>
                                          <p:attrName>ppt_y</p:attrName>
                                        </p:attrNameLst>
                                      </p:cBhvr>
                                      <p:rCtr x="1380" y="1343"/>
                                    </p:animMotion>
                                  </p:childTnLst>
                                </p:cTn>
                              </p:par>
                            </p:childTnLst>
                          </p:cTn>
                        </p:par>
                        <p:par>
                          <p:cTn id="113" fill="hold">
                            <p:stCondLst>
                              <p:cond delay="5500"/>
                            </p:stCondLst>
                            <p:childTnLst>
                              <p:par>
                                <p:cTn id="114" presetID="42" presetClass="path" presetSubtype="0" accel="50000" decel="50000" fill="hold" nodeType="afterEffect">
                                  <p:stCondLst>
                                    <p:cond delay="0"/>
                                  </p:stCondLst>
                                  <p:childTnLst>
                                    <p:animMotion origin="layout" path="M 0.0483 0.06389 L 0.06783 0.08055 " pathEditMode="relative" rAng="0" ptsTypes="AA">
                                      <p:cBhvr>
                                        <p:cTn id="115" dur="1000" fill="hold"/>
                                        <p:tgtEl>
                                          <p:spTgt spid="98"/>
                                        </p:tgtEl>
                                        <p:attrNameLst>
                                          <p:attrName>ppt_x</p:attrName>
                                          <p:attrName>ppt_y</p:attrName>
                                        </p:attrNameLst>
                                      </p:cBhvr>
                                      <p:rCtr x="977" y="833"/>
                                    </p:animMotion>
                                  </p:childTnLst>
                                </p:cTn>
                              </p:par>
                            </p:childTnLst>
                          </p:cTn>
                        </p:par>
                        <p:par>
                          <p:cTn id="116" fill="hold">
                            <p:stCondLst>
                              <p:cond delay="6500"/>
                            </p:stCondLst>
                            <p:childTnLst>
                              <p:par>
                                <p:cTn id="117" presetID="42" presetClass="path" presetSubtype="0" accel="50000" decel="50000" fill="hold" nodeType="afterEffect">
                                  <p:stCondLst>
                                    <p:cond delay="0"/>
                                  </p:stCondLst>
                                  <p:childTnLst>
                                    <p:animMotion origin="layout" path="M -0.09336 0.13356 L -0.07344 0.14815 " pathEditMode="relative" rAng="0" ptsTypes="AA">
                                      <p:cBhvr>
                                        <p:cTn id="118" dur="1000" fill="hold"/>
                                        <p:tgtEl>
                                          <p:spTgt spid="63"/>
                                        </p:tgtEl>
                                        <p:attrNameLst>
                                          <p:attrName>ppt_x</p:attrName>
                                          <p:attrName>ppt_y</p:attrName>
                                        </p:attrNameLst>
                                      </p:cBhvr>
                                      <p:rCtr x="990" y="718"/>
                                    </p:animMotion>
                                  </p:childTnLst>
                                </p:cTn>
                              </p:par>
                            </p:childTnLst>
                          </p:cTn>
                        </p:par>
                        <p:par>
                          <p:cTn id="119" fill="hold">
                            <p:stCondLst>
                              <p:cond delay="7500"/>
                            </p:stCondLst>
                            <p:childTnLst>
                              <p:par>
                                <p:cTn id="120" presetID="42" presetClass="path" presetSubtype="0" accel="50000" decel="50000" fill="hold" nodeType="afterEffect">
                                  <p:stCondLst>
                                    <p:cond delay="0"/>
                                  </p:stCondLst>
                                  <p:childTnLst>
                                    <p:animMotion origin="layout" path="M 0.06783 0.08055 L 0.11796 0.13773 " pathEditMode="relative" rAng="0" ptsTypes="AA">
                                      <p:cBhvr>
                                        <p:cTn id="121" dur="1000" fill="hold"/>
                                        <p:tgtEl>
                                          <p:spTgt spid="98"/>
                                        </p:tgtEl>
                                        <p:attrNameLst>
                                          <p:attrName>ppt_x</p:attrName>
                                          <p:attrName>ppt_y</p:attrName>
                                        </p:attrNameLst>
                                      </p:cBhvr>
                                      <p:rCtr x="2500" y="2847"/>
                                    </p:animMotion>
                                  </p:childTnLst>
                                </p:cTn>
                              </p:par>
                            </p:childTnLst>
                          </p:cTn>
                        </p:par>
                        <p:par>
                          <p:cTn id="122" fill="hold">
                            <p:stCondLst>
                              <p:cond delay="8500"/>
                            </p:stCondLst>
                            <p:childTnLst>
                              <p:par>
                                <p:cTn id="123" presetID="1" presetClass="entr" presetSubtype="0" fill="hold" grpId="0" nodeType="afterEffect">
                                  <p:stCondLst>
                                    <p:cond delay="0"/>
                                  </p:stCondLst>
                                  <p:childTnLst>
                                    <p:set>
                                      <p:cBhvr>
                                        <p:cTn id="124" dur="1" fill="hold">
                                          <p:stCondLst>
                                            <p:cond delay="0"/>
                                          </p:stCondLst>
                                        </p:cTn>
                                        <p:tgtEl>
                                          <p:spTgt spid="97"/>
                                        </p:tgtEl>
                                        <p:attrNameLst>
                                          <p:attrName>style.visibility</p:attrName>
                                        </p:attrNameLst>
                                      </p:cBhvr>
                                      <p:to>
                                        <p:strVal val="visible"/>
                                      </p:to>
                                    </p:set>
                                  </p:childTnLst>
                                </p:cTn>
                              </p:par>
                              <p:par>
                                <p:cTn id="125" presetID="8" presetClass="emph" presetSubtype="0" fill="hold" grpId="1" nodeType="withEffect">
                                  <p:stCondLst>
                                    <p:cond delay="0"/>
                                  </p:stCondLst>
                                  <p:childTnLst>
                                    <p:animRot by="21600000">
                                      <p:cBhvr>
                                        <p:cTn id="126" dur="1250" fill="hold"/>
                                        <p:tgtEl>
                                          <p:spTgt spid="97"/>
                                        </p:tgtEl>
                                        <p:attrNameLst>
                                          <p:attrName>r</p:attrName>
                                        </p:attrNameLst>
                                      </p:cBhvr>
                                    </p:animRot>
                                  </p:childTnLst>
                                </p:cTn>
                              </p:par>
                            </p:childTnLst>
                          </p:cTn>
                        </p:par>
                      </p:childTnLst>
                    </p:cTn>
                  </p:par>
                  <p:par>
                    <p:cTn id="127" fill="hold">
                      <p:stCondLst>
                        <p:cond delay="indefinite"/>
                      </p:stCondLst>
                      <p:childTnLst>
                        <p:par>
                          <p:cTn id="128" fill="hold">
                            <p:stCondLst>
                              <p:cond delay="0"/>
                            </p:stCondLst>
                            <p:childTnLst>
                              <p:par>
                                <p:cTn id="129" presetID="31" presetClass="exit" presetSubtype="0" fill="hold" grpId="1" nodeType="clickEffect">
                                  <p:stCondLst>
                                    <p:cond delay="0"/>
                                  </p:stCondLst>
                                  <p:childTnLst>
                                    <p:anim calcmode="lin" valueType="num">
                                      <p:cBhvr>
                                        <p:cTn id="130" dur="1000"/>
                                        <p:tgtEl>
                                          <p:spTgt spid="41"/>
                                        </p:tgtEl>
                                        <p:attrNameLst>
                                          <p:attrName>ppt_w</p:attrName>
                                        </p:attrNameLst>
                                      </p:cBhvr>
                                      <p:tavLst>
                                        <p:tav tm="0">
                                          <p:val>
                                            <p:strVal val="ppt_w"/>
                                          </p:val>
                                        </p:tav>
                                        <p:tav tm="100000">
                                          <p:val>
                                            <p:fltVal val="0"/>
                                          </p:val>
                                        </p:tav>
                                      </p:tavLst>
                                    </p:anim>
                                    <p:anim calcmode="lin" valueType="num">
                                      <p:cBhvr>
                                        <p:cTn id="131" dur="1000"/>
                                        <p:tgtEl>
                                          <p:spTgt spid="41"/>
                                        </p:tgtEl>
                                        <p:attrNameLst>
                                          <p:attrName>ppt_h</p:attrName>
                                        </p:attrNameLst>
                                      </p:cBhvr>
                                      <p:tavLst>
                                        <p:tav tm="0">
                                          <p:val>
                                            <p:strVal val="ppt_h"/>
                                          </p:val>
                                        </p:tav>
                                        <p:tav tm="100000">
                                          <p:val>
                                            <p:fltVal val="0"/>
                                          </p:val>
                                        </p:tav>
                                      </p:tavLst>
                                    </p:anim>
                                    <p:anim calcmode="lin" valueType="num">
                                      <p:cBhvr>
                                        <p:cTn id="132" dur="1000"/>
                                        <p:tgtEl>
                                          <p:spTgt spid="41"/>
                                        </p:tgtEl>
                                        <p:attrNameLst>
                                          <p:attrName>style.rotation</p:attrName>
                                        </p:attrNameLst>
                                      </p:cBhvr>
                                      <p:tavLst>
                                        <p:tav tm="0">
                                          <p:val>
                                            <p:fltVal val="0"/>
                                          </p:val>
                                        </p:tav>
                                        <p:tav tm="100000">
                                          <p:val>
                                            <p:fltVal val="90"/>
                                          </p:val>
                                        </p:tav>
                                      </p:tavLst>
                                    </p:anim>
                                    <p:animEffect transition="out" filter="fade">
                                      <p:cBhvr>
                                        <p:cTn id="133" dur="1000"/>
                                        <p:tgtEl>
                                          <p:spTgt spid="41"/>
                                        </p:tgtEl>
                                      </p:cBhvr>
                                    </p:animEffect>
                                    <p:set>
                                      <p:cBhvr>
                                        <p:cTn id="134" dur="1" fill="hold">
                                          <p:stCondLst>
                                            <p:cond delay="999"/>
                                          </p:stCondLst>
                                        </p:cTn>
                                        <p:tgtEl>
                                          <p:spTgt spid="41"/>
                                        </p:tgtEl>
                                        <p:attrNameLst>
                                          <p:attrName>style.visibility</p:attrName>
                                        </p:attrNameLst>
                                      </p:cBhvr>
                                      <p:to>
                                        <p:strVal val="hidden"/>
                                      </p:to>
                                    </p:set>
                                  </p:childTnLst>
                                </p:cTn>
                              </p:par>
                              <p:par>
                                <p:cTn id="135" presetID="31" presetClass="exit" presetSubtype="0" fill="hold" grpId="1" nodeType="withEffect">
                                  <p:stCondLst>
                                    <p:cond delay="0"/>
                                  </p:stCondLst>
                                  <p:childTnLst>
                                    <p:anim calcmode="lin" valueType="num">
                                      <p:cBhvr>
                                        <p:cTn id="136" dur="1000"/>
                                        <p:tgtEl>
                                          <p:spTgt spid="45"/>
                                        </p:tgtEl>
                                        <p:attrNameLst>
                                          <p:attrName>ppt_w</p:attrName>
                                        </p:attrNameLst>
                                      </p:cBhvr>
                                      <p:tavLst>
                                        <p:tav tm="0">
                                          <p:val>
                                            <p:strVal val="ppt_w"/>
                                          </p:val>
                                        </p:tav>
                                        <p:tav tm="100000">
                                          <p:val>
                                            <p:fltVal val="0"/>
                                          </p:val>
                                        </p:tav>
                                      </p:tavLst>
                                    </p:anim>
                                    <p:anim calcmode="lin" valueType="num">
                                      <p:cBhvr>
                                        <p:cTn id="137" dur="1000"/>
                                        <p:tgtEl>
                                          <p:spTgt spid="45"/>
                                        </p:tgtEl>
                                        <p:attrNameLst>
                                          <p:attrName>ppt_h</p:attrName>
                                        </p:attrNameLst>
                                      </p:cBhvr>
                                      <p:tavLst>
                                        <p:tav tm="0">
                                          <p:val>
                                            <p:strVal val="ppt_h"/>
                                          </p:val>
                                        </p:tav>
                                        <p:tav tm="100000">
                                          <p:val>
                                            <p:fltVal val="0"/>
                                          </p:val>
                                        </p:tav>
                                      </p:tavLst>
                                    </p:anim>
                                    <p:anim calcmode="lin" valueType="num">
                                      <p:cBhvr>
                                        <p:cTn id="138" dur="1000"/>
                                        <p:tgtEl>
                                          <p:spTgt spid="45"/>
                                        </p:tgtEl>
                                        <p:attrNameLst>
                                          <p:attrName>style.rotation</p:attrName>
                                        </p:attrNameLst>
                                      </p:cBhvr>
                                      <p:tavLst>
                                        <p:tav tm="0">
                                          <p:val>
                                            <p:fltVal val="0"/>
                                          </p:val>
                                        </p:tav>
                                        <p:tav tm="100000">
                                          <p:val>
                                            <p:fltVal val="90"/>
                                          </p:val>
                                        </p:tav>
                                      </p:tavLst>
                                    </p:anim>
                                    <p:animEffect transition="out" filter="fade">
                                      <p:cBhvr>
                                        <p:cTn id="139" dur="1000"/>
                                        <p:tgtEl>
                                          <p:spTgt spid="45"/>
                                        </p:tgtEl>
                                      </p:cBhvr>
                                    </p:animEffect>
                                    <p:set>
                                      <p:cBhvr>
                                        <p:cTn id="140" dur="1" fill="hold">
                                          <p:stCondLst>
                                            <p:cond delay="999"/>
                                          </p:stCondLst>
                                        </p:cTn>
                                        <p:tgtEl>
                                          <p:spTgt spid="45"/>
                                        </p:tgtEl>
                                        <p:attrNameLst>
                                          <p:attrName>style.visibility</p:attrName>
                                        </p:attrNameLst>
                                      </p:cBhvr>
                                      <p:to>
                                        <p:strVal val="hidden"/>
                                      </p:to>
                                    </p:set>
                                  </p:childTnLst>
                                </p:cTn>
                              </p:par>
                              <p:par>
                                <p:cTn id="141" presetID="10" presetClass="exit" presetSubtype="0" fill="hold" grpId="1" nodeType="withEffect">
                                  <p:stCondLst>
                                    <p:cond delay="0"/>
                                  </p:stCondLst>
                                  <p:childTnLst>
                                    <p:animEffect transition="out" filter="fade">
                                      <p:cBhvr>
                                        <p:cTn id="142" dur="500"/>
                                        <p:tgtEl>
                                          <p:spTgt spid="127"/>
                                        </p:tgtEl>
                                      </p:cBhvr>
                                    </p:animEffect>
                                    <p:set>
                                      <p:cBhvr>
                                        <p:cTn id="143" dur="1" fill="hold">
                                          <p:stCondLst>
                                            <p:cond delay="499"/>
                                          </p:stCondLst>
                                        </p:cTn>
                                        <p:tgtEl>
                                          <p:spTgt spid="127"/>
                                        </p:tgtEl>
                                        <p:attrNameLst>
                                          <p:attrName>style.visibility</p:attrName>
                                        </p:attrNameLst>
                                      </p:cBhvr>
                                      <p:to>
                                        <p:strVal val="hidden"/>
                                      </p:to>
                                    </p:set>
                                  </p:childTnLst>
                                </p:cTn>
                              </p:par>
                              <p:par>
                                <p:cTn id="144" presetID="10" presetClass="exit" presetSubtype="0" fill="hold" nodeType="withEffect">
                                  <p:stCondLst>
                                    <p:cond delay="0"/>
                                  </p:stCondLst>
                                  <p:childTnLst>
                                    <p:animEffect transition="out" filter="fade">
                                      <p:cBhvr>
                                        <p:cTn id="145" dur="500"/>
                                        <p:tgtEl>
                                          <p:spTgt spid="124"/>
                                        </p:tgtEl>
                                      </p:cBhvr>
                                    </p:animEffect>
                                    <p:set>
                                      <p:cBhvr>
                                        <p:cTn id="146" dur="1" fill="hold">
                                          <p:stCondLst>
                                            <p:cond delay="499"/>
                                          </p:stCondLst>
                                        </p:cTn>
                                        <p:tgtEl>
                                          <p:spTgt spid="124"/>
                                        </p:tgtEl>
                                        <p:attrNameLst>
                                          <p:attrName>style.visibility</p:attrName>
                                        </p:attrNameLst>
                                      </p:cBhvr>
                                      <p:to>
                                        <p:strVal val="hidden"/>
                                      </p:to>
                                    </p:set>
                                  </p:childTnLst>
                                </p:cTn>
                              </p:par>
                              <p:par>
                                <p:cTn id="147" presetID="10" presetClass="exit" presetSubtype="0" fill="hold" nodeType="withEffect">
                                  <p:stCondLst>
                                    <p:cond delay="0"/>
                                  </p:stCondLst>
                                  <p:childTnLst>
                                    <p:animEffect transition="out" filter="fade">
                                      <p:cBhvr>
                                        <p:cTn id="148" dur="500"/>
                                        <p:tgtEl>
                                          <p:spTgt spid="98"/>
                                        </p:tgtEl>
                                      </p:cBhvr>
                                    </p:animEffect>
                                    <p:set>
                                      <p:cBhvr>
                                        <p:cTn id="149" dur="1" fill="hold">
                                          <p:stCondLst>
                                            <p:cond delay="499"/>
                                          </p:stCondLst>
                                        </p:cTn>
                                        <p:tgtEl>
                                          <p:spTgt spid="98"/>
                                        </p:tgtEl>
                                        <p:attrNameLst>
                                          <p:attrName>style.visibility</p:attrName>
                                        </p:attrNameLst>
                                      </p:cBhvr>
                                      <p:to>
                                        <p:strVal val="hidden"/>
                                      </p:to>
                                    </p:set>
                                  </p:childTnLst>
                                </p:cTn>
                              </p:par>
                              <p:par>
                                <p:cTn id="150" presetID="10" presetClass="exit" presetSubtype="0" fill="hold" grpId="1" nodeType="withEffect">
                                  <p:stCondLst>
                                    <p:cond delay="0"/>
                                  </p:stCondLst>
                                  <p:childTnLst>
                                    <p:animEffect transition="out" filter="fade">
                                      <p:cBhvr>
                                        <p:cTn id="151" dur="500"/>
                                        <p:tgtEl>
                                          <p:spTgt spid="30"/>
                                        </p:tgtEl>
                                      </p:cBhvr>
                                    </p:animEffect>
                                    <p:set>
                                      <p:cBhvr>
                                        <p:cTn id="152" dur="1" fill="hold">
                                          <p:stCondLst>
                                            <p:cond delay="499"/>
                                          </p:stCondLst>
                                        </p:cTn>
                                        <p:tgtEl>
                                          <p:spTgt spid="30"/>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22" presetClass="entr" presetSubtype="1" fill="hold" nodeType="clickEffect">
                                  <p:stCondLst>
                                    <p:cond delay="0"/>
                                  </p:stCondLst>
                                  <p:childTnLst>
                                    <p:set>
                                      <p:cBhvr>
                                        <p:cTn id="156" dur="1" fill="hold">
                                          <p:stCondLst>
                                            <p:cond delay="0"/>
                                          </p:stCondLst>
                                        </p:cTn>
                                        <p:tgtEl>
                                          <p:spTgt spid="38"/>
                                        </p:tgtEl>
                                        <p:attrNameLst>
                                          <p:attrName>style.visibility</p:attrName>
                                        </p:attrNameLst>
                                      </p:cBhvr>
                                      <p:to>
                                        <p:strVal val="visible"/>
                                      </p:to>
                                    </p:set>
                                    <p:animEffect transition="in" filter="wipe(up)">
                                      <p:cBhvr>
                                        <p:cTn id="157" dur="1000"/>
                                        <p:tgtEl>
                                          <p:spTgt spid="38"/>
                                        </p:tgtEl>
                                      </p:cBhvr>
                                    </p:animEffect>
                                  </p:childTnLst>
                                </p:cTn>
                              </p:par>
                            </p:childTnLst>
                          </p:cTn>
                        </p:par>
                        <p:par>
                          <p:cTn id="158" fill="hold">
                            <p:stCondLst>
                              <p:cond delay="1000"/>
                            </p:stCondLst>
                            <p:childTnLst>
                              <p:par>
                                <p:cTn id="159" presetID="22" presetClass="exit" presetSubtype="1" fill="hold" nodeType="afterEffect">
                                  <p:stCondLst>
                                    <p:cond delay="0"/>
                                  </p:stCondLst>
                                  <p:childTnLst>
                                    <p:animEffect transition="out" filter="wipe(up)">
                                      <p:cBhvr>
                                        <p:cTn id="160" dur="500"/>
                                        <p:tgtEl>
                                          <p:spTgt spid="32"/>
                                        </p:tgtEl>
                                      </p:cBhvr>
                                    </p:animEffect>
                                    <p:set>
                                      <p:cBhvr>
                                        <p:cTn id="161" dur="1" fill="hold">
                                          <p:stCondLst>
                                            <p:cond delay="499"/>
                                          </p:stCondLst>
                                        </p:cTn>
                                        <p:tgtEl>
                                          <p:spTgt spid="32"/>
                                        </p:tgtEl>
                                        <p:attrNameLst>
                                          <p:attrName>style.visibility</p:attrName>
                                        </p:attrNameLst>
                                      </p:cBhvr>
                                      <p:to>
                                        <p:strVal val="hidden"/>
                                      </p:to>
                                    </p:set>
                                  </p:childTnLst>
                                </p:cTn>
                              </p:par>
                            </p:childTnLst>
                          </p:cTn>
                        </p:par>
                        <p:par>
                          <p:cTn id="162" fill="hold">
                            <p:stCondLst>
                              <p:cond delay="1500"/>
                            </p:stCondLst>
                            <p:childTnLst>
                              <p:par>
                                <p:cTn id="163" presetID="22" presetClass="entr" presetSubtype="8" fill="hold" nodeType="afterEffect">
                                  <p:stCondLst>
                                    <p:cond delay="0"/>
                                  </p:stCondLst>
                                  <p:childTnLst>
                                    <p:set>
                                      <p:cBhvr>
                                        <p:cTn id="164" dur="1" fill="hold">
                                          <p:stCondLst>
                                            <p:cond delay="0"/>
                                          </p:stCondLst>
                                        </p:cTn>
                                        <p:tgtEl>
                                          <p:spTgt spid="46"/>
                                        </p:tgtEl>
                                        <p:attrNameLst>
                                          <p:attrName>style.visibility</p:attrName>
                                        </p:attrNameLst>
                                      </p:cBhvr>
                                      <p:to>
                                        <p:strVal val="visible"/>
                                      </p:to>
                                    </p:set>
                                    <p:animEffect transition="in" filter="wipe(left)">
                                      <p:cBhvr>
                                        <p:cTn id="165" dur="1000"/>
                                        <p:tgtEl>
                                          <p:spTgt spid="46"/>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xit" presetSubtype="1" fill="hold" nodeType="clickEffect">
                                  <p:stCondLst>
                                    <p:cond delay="0"/>
                                  </p:stCondLst>
                                  <p:childTnLst>
                                    <p:animEffect transition="out" filter="wipe(up)">
                                      <p:cBhvr>
                                        <p:cTn id="169" dur="500"/>
                                        <p:tgtEl>
                                          <p:spTgt spid="46"/>
                                        </p:tgtEl>
                                      </p:cBhvr>
                                    </p:animEffect>
                                    <p:set>
                                      <p:cBhvr>
                                        <p:cTn id="170" dur="1" fill="hold">
                                          <p:stCondLst>
                                            <p:cond delay="499"/>
                                          </p:stCondLst>
                                        </p:cTn>
                                        <p:tgtEl>
                                          <p:spTgt spid="46"/>
                                        </p:tgtEl>
                                        <p:attrNameLst>
                                          <p:attrName>style.visibility</p:attrName>
                                        </p:attrNameLst>
                                      </p:cBhvr>
                                      <p:to>
                                        <p:strVal val="hidden"/>
                                      </p:to>
                                    </p:set>
                                  </p:childTnLst>
                                </p:cTn>
                              </p:par>
                            </p:childTnLst>
                          </p:cTn>
                        </p:par>
                        <p:par>
                          <p:cTn id="171" fill="hold">
                            <p:stCondLst>
                              <p:cond delay="500"/>
                            </p:stCondLst>
                            <p:childTnLst>
                              <p:par>
                                <p:cTn id="172" presetID="22" presetClass="entr" presetSubtype="8" fill="hold" nodeType="afterEffect">
                                  <p:stCondLst>
                                    <p:cond delay="0"/>
                                  </p:stCondLst>
                                  <p:childTnLst>
                                    <p:set>
                                      <p:cBhvr>
                                        <p:cTn id="173" dur="1" fill="hold">
                                          <p:stCondLst>
                                            <p:cond delay="0"/>
                                          </p:stCondLst>
                                        </p:cTn>
                                        <p:tgtEl>
                                          <p:spTgt spid="49"/>
                                        </p:tgtEl>
                                        <p:attrNameLst>
                                          <p:attrName>style.visibility</p:attrName>
                                        </p:attrNameLst>
                                      </p:cBhvr>
                                      <p:to>
                                        <p:strVal val="visible"/>
                                      </p:to>
                                    </p:set>
                                    <p:animEffect transition="in" filter="wipe(left)">
                                      <p:cBhvr>
                                        <p:cTn id="174" dur="1000"/>
                                        <p:tgtEl>
                                          <p:spTgt spid="49"/>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xit" presetSubtype="4" fill="hold" nodeType="clickEffect">
                                  <p:stCondLst>
                                    <p:cond delay="0"/>
                                  </p:stCondLst>
                                  <p:childTnLst>
                                    <p:animEffect transition="out" filter="wipe(down)">
                                      <p:cBhvr>
                                        <p:cTn id="178" dur="1000"/>
                                        <p:tgtEl>
                                          <p:spTgt spid="20"/>
                                        </p:tgtEl>
                                      </p:cBhvr>
                                    </p:animEffect>
                                    <p:set>
                                      <p:cBhvr>
                                        <p:cTn id="179" dur="1" fill="hold">
                                          <p:stCondLst>
                                            <p:cond delay="999"/>
                                          </p:stCondLst>
                                        </p:cTn>
                                        <p:tgtEl>
                                          <p:spTgt spid="20"/>
                                        </p:tgtEl>
                                        <p:attrNameLst>
                                          <p:attrName>style.visibility</p:attrName>
                                        </p:attrNameLst>
                                      </p:cBhvr>
                                      <p:to>
                                        <p:strVal val="hidden"/>
                                      </p:to>
                                    </p:set>
                                  </p:childTnLst>
                                </p:cTn>
                              </p:par>
                            </p:childTnLst>
                          </p:cTn>
                        </p:par>
                        <p:par>
                          <p:cTn id="180" fill="hold">
                            <p:stCondLst>
                              <p:cond delay="1000"/>
                            </p:stCondLst>
                            <p:childTnLst>
                              <p:par>
                                <p:cTn id="181" presetID="22" presetClass="entr" presetSubtype="1" fill="hold" nodeType="afterEffect">
                                  <p:stCondLst>
                                    <p:cond delay="0"/>
                                  </p:stCondLst>
                                  <p:childTnLst>
                                    <p:set>
                                      <p:cBhvr>
                                        <p:cTn id="182" dur="1" fill="hold">
                                          <p:stCondLst>
                                            <p:cond delay="0"/>
                                          </p:stCondLst>
                                        </p:cTn>
                                        <p:tgtEl>
                                          <p:spTgt spid="103"/>
                                        </p:tgtEl>
                                        <p:attrNameLst>
                                          <p:attrName>style.visibility</p:attrName>
                                        </p:attrNameLst>
                                      </p:cBhvr>
                                      <p:to>
                                        <p:strVal val="visible"/>
                                      </p:to>
                                    </p:set>
                                    <p:animEffect transition="in" filter="wipe(up)">
                                      <p:cBhvr>
                                        <p:cTn id="183" dur="2000"/>
                                        <p:tgtEl>
                                          <p:spTgt spid="103"/>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xit" presetSubtype="1" fill="hold" nodeType="clickEffect">
                                  <p:stCondLst>
                                    <p:cond delay="0"/>
                                  </p:stCondLst>
                                  <p:childTnLst>
                                    <p:animEffect transition="out" filter="wipe(up)">
                                      <p:cBhvr>
                                        <p:cTn id="187" dur="500"/>
                                        <p:tgtEl>
                                          <p:spTgt spid="49"/>
                                        </p:tgtEl>
                                      </p:cBhvr>
                                    </p:animEffect>
                                    <p:set>
                                      <p:cBhvr>
                                        <p:cTn id="188" dur="1" fill="hold">
                                          <p:stCondLst>
                                            <p:cond delay="499"/>
                                          </p:stCondLst>
                                        </p:cTn>
                                        <p:tgtEl>
                                          <p:spTgt spid="49"/>
                                        </p:tgtEl>
                                        <p:attrNameLst>
                                          <p:attrName>style.visibility</p:attrName>
                                        </p:attrNameLst>
                                      </p:cBhvr>
                                      <p:to>
                                        <p:strVal val="hidden"/>
                                      </p:to>
                                    </p:set>
                                  </p:childTnLst>
                                </p:cTn>
                              </p:par>
                            </p:childTnLst>
                          </p:cTn>
                        </p:par>
                        <p:par>
                          <p:cTn id="189" fill="hold">
                            <p:stCondLst>
                              <p:cond delay="500"/>
                            </p:stCondLst>
                            <p:childTnLst>
                              <p:par>
                                <p:cTn id="190" presetID="22" presetClass="entr" presetSubtype="8" fill="hold" nodeType="afterEffect">
                                  <p:stCondLst>
                                    <p:cond delay="0"/>
                                  </p:stCondLst>
                                  <p:childTnLst>
                                    <p:set>
                                      <p:cBhvr>
                                        <p:cTn id="191" dur="1" fill="hold">
                                          <p:stCondLst>
                                            <p:cond delay="0"/>
                                          </p:stCondLst>
                                        </p:cTn>
                                        <p:tgtEl>
                                          <p:spTgt spid="110"/>
                                        </p:tgtEl>
                                        <p:attrNameLst>
                                          <p:attrName>style.visibility</p:attrName>
                                        </p:attrNameLst>
                                      </p:cBhvr>
                                      <p:to>
                                        <p:strVal val="visible"/>
                                      </p:to>
                                    </p:set>
                                    <p:animEffect transition="in" filter="wipe(left)">
                                      <p:cBhvr>
                                        <p:cTn id="192" dur="1000"/>
                                        <p:tgtEl>
                                          <p:spTgt spid="110"/>
                                        </p:tgtEl>
                                      </p:cBhvr>
                                    </p:animEffect>
                                  </p:childTnLst>
                                </p:cTn>
                              </p:par>
                            </p:childTnLst>
                          </p:cTn>
                        </p:par>
                      </p:childTnLst>
                    </p:cTn>
                  </p:par>
                  <p:par>
                    <p:cTn id="193" fill="hold">
                      <p:stCondLst>
                        <p:cond delay="indefinite"/>
                      </p:stCondLst>
                      <p:childTnLst>
                        <p:par>
                          <p:cTn id="194" fill="hold">
                            <p:stCondLst>
                              <p:cond delay="0"/>
                            </p:stCondLst>
                            <p:childTnLst>
                              <p:par>
                                <p:cTn id="195" presetID="1" presetClass="emph" presetSubtype="2" fill="hold" nodeType="clickEffect">
                                  <p:stCondLst>
                                    <p:cond delay="0"/>
                                  </p:stCondLst>
                                  <p:childTnLst>
                                    <p:animClr clrSpc="rgb" dir="cw">
                                      <p:cBhvr>
                                        <p:cTn id="196" dur="500" fill="hold"/>
                                        <p:tgtEl>
                                          <p:spTgt spid="97"/>
                                        </p:tgtEl>
                                        <p:attrNameLst>
                                          <p:attrName>fillcolor</p:attrName>
                                        </p:attrNameLst>
                                      </p:cBhvr>
                                      <p:to>
                                        <a:srgbClr val="C5E0B3"/>
                                      </p:to>
                                    </p:animClr>
                                    <p:set>
                                      <p:cBhvr>
                                        <p:cTn id="197" dur="500" fill="hold"/>
                                        <p:tgtEl>
                                          <p:spTgt spid="97"/>
                                        </p:tgtEl>
                                        <p:attrNameLst>
                                          <p:attrName>fill.type</p:attrName>
                                        </p:attrNameLst>
                                      </p:cBhvr>
                                      <p:to>
                                        <p:strVal val="solid"/>
                                      </p:to>
                                    </p:set>
                                    <p:set>
                                      <p:cBhvr>
                                        <p:cTn id="198" dur="500" fill="hold"/>
                                        <p:tgtEl>
                                          <p:spTgt spid="97"/>
                                        </p:tgtEl>
                                        <p:attrNameLst>
                                          <p:attrName>fill.on</p:attrName>
                                        </p:attrNameLst>
                                      </p:cBhvr>
                                      <p:to>
                                        <p:strVal val="true"/>
                                      </p:to>
                                    </p:set>
                                  </p:childTnLst>
                                </p:cTn>
                              </p:par>
                            </p:childTnLst>
                          </p:cTn>
                        </p:par>
                        <p:par>
                          <p:cTn id="199" fill="hold">
                            <p:stCondLst>
                              <p:cond delay="500"/>
                            </p:stCondLst>
                            <p:childTnLst>
                              <p:par>
                                <p:cTn id="200" presetID="64" presetClass="path" presetSubtype="0" accel="50000" decel="50000" fill="hold" grpId="2" nodeType="afterEffect">
                                  <p:stCondLst>
                                    <p:cond delay="0"/>
                                  </p:stCondLst>
                                  <p:childTnLst>
                                    <p:animMotion origin="layout" path="M 4.16667E-7 4.81481E-6 L 0.01289 -0.2051 " pathEditMode="relative" rAng="0" ptsTypes="AA">
                                      <p:cBhvr>
                                        <p:cTn id="201" dur="1250" fill="hold"/>
                                        <p:tgtEl>
                                          <p:spTgt spid="97"/>
                                        </p:tgtEl>
                                        <p:attrNameLst>
                                          <p:attrName>ppt_x</p:attrName>
                                          <p:attrName>ppt_y</p:attrName>
                                        </p:attrNameLst>
                                      </p:cBhvr>
                                      <p:rCtr x="638" y="-10255"/>
                                    </p:animMotion>
                                  </p:childTnLst>
                                </p:cTn>
                              </p:par>
                            </p:childTnLst>
                          </p:cTn>
                        </p:par>
                        <p:par>
                          <p:cTn id="202" fill="hold">
                            <p:stCondLst>
                              <p:cond delay="1750"/>
                            </p:stCondLst>
                            <p:childTnLst>
                              <p:par>
                                <p:cTn id="203" presetID="26" presetClass="exit" presetSubtype="0" fill="hold" grpId="0" nodeType="afterEffect">
                                  <p:stCondLst>
                                    <p:cond delay="0"/>
                                  </p:stCondLst>
                                  <p:childTnLst>
                                    <p:animEffect transition="out" filter="wipe(down)">
                                      <p:cBhvr>
                                        <p:cTn id="204" dur="112" accel="50000">
                                          <p:stCondLst>
                                            <p:cond delay="1138"/>
                                          </p:stCondLst>
                                        </p:cTn>
                                        <p:tgtEl>
                                          <p:spTgt spid="8"/>
                                        </p:tgtEl>
                                      </p:cBhvr>
                                    </p:animEffect>
                                    <p:anim calcmode="lin" valueType="num">
                                      <p:cBhvr>
                                        <p:cTn id="205" dur="1139" tmFilter="0,0; 0.14,0.31; 0.43,0.73; 0.71,0.91; 1.0,1.0">
                                          <p:stCondLst>
                                            <p:cond delay="0"/>
                                          </p:stCondLst>
                                        </p:cTn>
                                        <p:tgtEl>
                                          <p:spTgt spid="8"/>
                                        </p:tgtEl>
                                        <p:attrNameLst>
                                          <p:attrName>ppt_x</p:attrName>
                                        </p:attrNameLst>
                                      </p:cBhvr>
                                      <p:tavLst>
                                        <p:tav tm="0">
                                          <p:val>
                                            <p:strVal val="ppt_x"/>
                                          </p:val>
                                        </p:tav>
                                        <p:tav tm="100000">
                                          <p:val>
                                            <p:strVal val="#ppt_x+0.25"/>
                                          </p:val>
                                        </p:tav>
                                      </p:tavLst>
                                    </p:anim>
                                    <p:anim calcmode="lin" valueType="num">
                                      <p:cBhvr>
                                        <p:cTn id="206" dur="111">
                                          <p:stCondLst>
                                            <p:cond delay="1139"/>
                                          </p:stCondLst>
                                        </p:cTn>
                                        <p:tgtEl>
                                          <p:spTgt spid="8"/>
                                        </p:tgtEl>
                                        <p:attrNameLst>
                                          <p:attrName>ppt_x</p:attrName>
                                        </p:attrNameLst>
                                      </p:cBhvr>
                                      <p:tavLst>
                                        <p:tav tm="0">
                                          <p:val>
                                            <p:strVal val="ppt_x"/>
                                          </p:val>
                                        </p:tav>
                                        <p:tav tm="100000">
                                          <p:val>
                                            <p:strVal val="ppt_x"/>
                                          </p:val>
                                        </p:tav>
                                      </p:tavLst>
                                    </p:anim>
                                    <p:anim calcmode="lin" valueType="num">
                                      <p:cBhvr>
                                        <p:cTn id="207" dur="415" tmFilter="0.0,0.0;0.25,0.07;0.50,0.2;0.75,0.467;1.0,1.0">
                                          <p:stCondLst>
                                            <p:cond delay="0"/>
                                          </p:stCondLst>
                                        </p:cTn>
                                        <p:tgtEl>
                                          <p:spTgt spid="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08" dur="415" tmFilter="0, 0; 0.125,0.2665; 0.25,0.4; 0.375,0.465; 0.5,0.5;  0.625,0.535; 0.75,0.6; 0.875,0.7335; 1,1">
                                          <p:stCondLst>
                                            <p:cond delay="415"/>
                                          </p:stCondLst>
                                        </p:cTn>
                                        <p:tgtEl>
                                          <p:spTgt spid="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09" dur="208" tmFilter="0, 0; 0.125,0.2665; 0.25,0.4; 0.375,0.465; 0.5,0.5;  0.625,0.535; 0.75,0.6; 0.875,0.7335; 1,1">
                                          <p:stCondLst>
                                            <p:cond delay="827"/>
                                          </p:stCondLst>
                                        </p:cTn>
                                        <p:tgtEl>
                                          <p:spTgt spid="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10" dur="103" tmFilter="0, 0; 0.125,0.2665; 0.25,0.4; 0.375,0.465; 0.5,0.5;  0.625,0.535; 0.75,0.6; 0.875,0.7335; 1,1">
                                          <p:stCondLst>
                                            <p:cond delay="1035"/>
                                          </p:stCondLst>
                                        </p:cTn>
                                        <p:tgtEl>
                                          <p:spTgt spid="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11" dur="112" accel="50000">
                                          <p:stCondLst>
                                            <p:cond delay="1138"/>
                                          </p:stCondLst>
                                        </p:cTn>
                                        <p:tgtEl>
                                          <p:spTgt spid="8"/>
                                        </p:tgtEl>
                                        <p:attrNameLst>
                                          <p:attrName>ppt_y</p:attrName>
                                        </p:attrNameLst>
                                      </p:cBhvr>
                                      <p:tavLst>
                                        <p:tav tm="0">
                                          <p:val>
                                            <p:strVal val="ppt_y"/>
                                          </p:val>
                                        </p:tav>
                                        <p:tav tm="100000">
                                          <p:val>
                                            <p:strVal val="ppt_y+ppt_h"/>
                                          </p:val>
                                        </p:tav>
                                      </p:tavLst>
                                    </p:anim>
                                    <p:animScale>
                                      <p:cBhvr>
                                        <p:cTn id="212" dur="16">
                                          <p:stCondLst>
                                            <p:cond delay="387"/>
                                          </p:stCondLst>
                                        </p:cTn>
                                        <p:tgtEl>
                                          <p:spTgt spid="8"/>
                                        </p:tgtEl>
                                      </p:cBhvr>
                                      <p:to x="100000" y="60000"/>
                                    </p:animScale>
                                    <p:animScale>
                                      <p:cBhvr>
                                        <p:cTn id="213" dur="104" decel="50000">
                                          <p:stCondLst>
                                            <p:cond delay="404"/>
                                          </p:stCondLst>
                                        </p:cTn>
                                        <p:tgtEl>
                                          <p:spTgt spid="8"/>
                                        </p:tgtEl>
                                      </p:cBhvr>
                                      <p:to x="100000" y="100000"/>
                                    </p:animScale>
                                    <p:animScale>
                                      <p:cBhvr>
                                        <p:cTn id="214" dur="16">
                                          <p:stCondLst>
                                            <p:cond delay="820"/>
                                          </p:stCondLst>
                                        </p:cTn>
                                        <p:tgtEl>
                                          <p:spTgt spid="8"/>
                                        </p:tgtEl>
                                      </p:cBhvr>
                                      <p:to x="100000" y="80000"/>
                                    </p:animScale>
                                    <p:animScale>
                                      <p:cBhvr>
                                        <p:cTn id="215" dur="104" decel="50000">
                                          <p:stCondLst>
                                            <p:cond delay="836"/>
                                          </p:stCondLst>
                                        </p:cTn>
                                        <p:tgtEl>
                                          <p:spTgt spid="8"/>
                                        </p:tgtEl>
                                      </p:cBhvr>
                                      <p:to x="100000" y="100000"/>
                                    </p:animScale>
                                    <p:animScale>
                                      <p:cBhvr>
                                        <p:cTn id="216" dur="16">
                                          <p:stCondLst>
                                            <p:cond delay="1026"/>
                                          </p:stCondLst>
                                        </p:cTn>
                                        <p:tgtEl>
                                          <p:spTgt spid="8"/>
                                        </p:tgtEl>
                                      </p:cBhvr>
                                      <p:to x="100000" y="90000"/>
                                    </p:animScale>
                                    <p:animScale>
                                      <p:cBhvr>
                                        <p:cTn id="217" dur="104" decel="50000">
                                          <p:stCondLst>
                                            <p:cond delay="1043"/>
                                          </p:stCondLst>
                                        </p:cTn>
                                        <p:tgtEl>
                                          <p:spTgt spid="8"/>
                                        </p:tgtEl>
                                      </p:cBhvr>
                                      <p:to x="100000" y="100000"/>
                                    </p:animScale>
                                    <p:animScale>
                                      <p:cBhvr>
                                        <p:cTn id="218" dur="16">
                                          <p:stCondLst>
                                            <p:cond delay="1130"/>
                                          </p:stCondLst>
                                        </p:cTn>
                                        <p:tgtEl>
                                          <p:spTgt spid="8"/>
                                        </p:tgtEl>
                                      </p:cBhvr>
                                      <p:to x="100000" y="95000"/>
                                    </p:animScale>
                                    <p:animScale>
                                      <p:cBhvr>
                                        <p:cTn id="219" dur="104" decel="50000">
                                          <p:stCondLst>
                                            <p:cond delay="1146"/>
                                          </p:stCondLst>
                                        </p:cTn>
                                        <p:tgtEl>
                                          <p:spTgt spid="8"/>
                                        </p:tgtEl>
                                      </p:cBhvr>
                                      <p:to x="100000" y="100000"/>
                                    </p:animScale>
                                    <p:set>
                                      <p:cBhvr>
                                        <p:cTn id="220" dur="1" fill="hold">
                                          <p:stCondLst>
                                            <p:cond delay="1249"/>
                                          </p:stCondLst>
                                        </p:cTn>
                                        <p:tgtEl>
                                          <p:spTgt spid="8"/>
                                        </p:tgtEl>
                                        <p:attrNameLst>
                                          <p:attrName>style.visibility</p:attrName>
                                        </p:attrNameLst>
                                      </p:cBhvr>
                                      <p:to>
                                        <p:strVal val="hidden"/>
                                      </p:to>
                                    </p:set>
                                  </p:childTnLst>
                                </p:cTn>
                              </p:par>
                              <p:par>
                                <p:cTn id="221" presetID="22" presetClass="exit" presetSubtype="4" fill="hold" nodeType="withEffect">
                                  <p:stCondLst>
                                    <p:cond delay="0"/>
                                  </p:stCondLst>
                                  <p:childTnLst>
                                    <p:animEffect transition="out" filter="wipe(down)">
                                      <p:cBhvr>
                                        <p:cTn id="222" dur="500"/>
                                        <p:tgtEl>
                                          <p:spTgt spid="23"/>
                                        </p:tgtEl>
                                      </p:cBhvr>
                                    </p:animEffect>
                                    <p:set>
                                      <p:cBhvr>
                                        <p:cTn id="223" dur="1" fill="hold">
                                          <p:stCondLst>
                                            <p:cond delay="499"/>
                                          </p:stCondLst>
                                        </p:cTn>
                                        <p:tgtEl>
                                          <p:spTgt spid="23"/>
                                        </p:tgtEl>
                                        <p:attrNameLst>
                                          <p:attrName>style.visibility</p:attrName>
                                        </p:attrNameLst>
                                      </p:cBhvr>
                                      <p:to>
                                        <p:strVal val="hidden"/>
                                      </p:to>
                                    </p:set>
                                  </p:childTnLst>
                                </p:cTn>
                              </p:par>
                            </p:childTnLst>
                          </p:cTn>
                        </p:par>
                        <p:par>
                          <p:cTn id="224" fill="hold">
                            <p:stCondLst>
                              <p:cond delay="3000"/>
                            </p:stCondLst>
                            <p:childTnLst>
                              <p:par>
                                <p:cTn id="225" presetID="22" presetClass="exit" presetSubtype="1" fill="hold" nodeType="afterEffect">
                                  <p:stCondLst>
                                    <p:cond delay="0"/>
                                  </p:stCondLst>
                                  <p:childTnLst>
                                    <p:animEffect transition="out" filter="wipe(up)">
                                      <p:cBhvr>
                                        <p:cTn id="226" dur="500"/>
                                        <p:tgtEl>
                                          <p:spTgt spid="110"/>
                                        </p:tgtEl>
                                      </p:cBhvr>
                                    </p:animEffect>
                                    <p:set>
                                      <p:cBhvr>
                                        <p:cTn id="227" dur="1" fill="hold">
                                          <p:stCondLst>
                                            <p:cond delay="499"/>
                                          </p:stCondLst>
                                        </p:cTn>
                                        <p:tgtEl>
                                          <p:spTgt spid="110"/>
                                        </p:tgtEl>
                                        <p:attrNameLst>
                                          <p:attrName>style.visibility</p:attrName>
                                        </p:attrNameLst>
                                      </p:cBhvr>
                                      <p:to>
                                        <p:strVal val="hidden"/>
                                      </p:to>
                                    </p:set>
                                  </p:childTnLst>
                                </p:cTn>
                              </p:par>
                            </p:childTnLst>
                          </p:cTn>
                        </p:par>
                        <p:par>
                          <p:cTn id="228" fill="hold">
                            <p:stCondLst>
                              <p:cond delay="3500"/>
                            </p:stCondLst>
                            <p:childTnLst>
                              <p:par>
                                <p:cTn id="229" presetID="22" presetClass="entr" presetSubtype="8" fill="hold" nodeType="afterEffect">
                                  <p:stCondLst>
                                    <p:cond delay="0"/>
                                  </p:stCondLst>
                                  <p:childTnLst>
                                    <p:set>
                                      <p:cBhvr>
                                        <p:cTn id="230" dur="1" fill="hold">
                                          <p:stCondLst>
                                            <p:cond delay="0"/>
                                          </p:stCondLst>
                                        </p:cTn>
                                        <p:tgtEl>
                                          <p:spTgt spid="114"/>
                                        </p:tgtEl>
                                        <p:attrNameLst>
                                          <p:attrName>style.visibility</p:attrName>
                                        </p:attrNameLst>
                                      </p:cBhvr>
                                      <p:to>
                                        <p:strVal val="visible"/>
                                      </p:to>
                                    </p:set>
                                    <p:animEffect transition="in" filter="wipe(left)">
                                      <p:cBhvr>
                                        <p:cTn id="231" dur="1000"/>
                                        <p:tgtEl>
                                          <p:spTgt spid="114"/>
                                        </p:tgtEl>
                                      </p:cBhvr>
                                    </p:animEffect>
                                  </p:childTnLst>
                                </p:cTn>
                              </p:par>
                            </p:childTnLst>
                          </p:cTn>
                        </p:par>
                      </p:childTnLst>
                    </p:cTn>
                  </p:par>
                  <p:par>
                    <p:cTn id="232" fill="hold">
                      <p:stCondLst>
                        <p:cond delay="indefinite"/>
                      </p:stCondLst>
                      <p:childTnLst>
                        <p:par>
                          <p:cTn id="233" fill="hold">
                            <p:stCondLst>
                              <p:cond delay="0"/>
                            </p:stCondLst>
                            <p:childTnLst>
                              <p:par>
                                <p:cTn id="234" presetID="10" presetClass="exit" presetSubtype="0" fill="hold" nodeType="clickEffect">
                                  <p:stCondLst>
                                    <p:cond delay="0"/>
                                  </p:stCondLst>
                                  <p:childTnLst>
                                    <p:animEffect transition="out" filter="fade">
                                      <p:cBhvr>
                                        <p:cTn id="235" dur="500"/>
                                        <p:tgtEl>
                                          <p:spTgt spid="63"/>
                                        </p:tgtEl>
                                      </p:cBhvr>
                                    </p:animEffect>
                                    <p:set>
                                      <p:cBhvr>
                                        <p:cTn id="236" dur="1" fill="hold">
                                          <p:stCondLst>
                                            <p:cond delay="499"/>
                                          </p:stCondLst>
                                        </p:cTn>
                                        <p:tgtEl>
                                          <p:spTgt spid="63"/>
                                        </p:tgtEl>
                                        <p:attrNameLst>
                                          <p:attrName>style.visibility</p:attrName>
                                        </p:attrNameLst>
                                      </p:cBhvr>
                                      <p:to>
                                        <p:strVal val="hidden"/>
                                      </p:to>
                                    </p:set>
                                  </p:childTnLst>
                                </p:cTn>
                              </p:par>
                            </p:childTnLst>
                          </p:cTn>
                        </p:par>
                        <p:par>
                          <p:cTn id="237" fill="hold">
                            <p:stCondLst>
                              <p:cond delay="500"/>
                            </p:stCondLst>
                            <p:childTnLst>
                              <p:par>
                                <p:cTn id="238" presetID="10" presetClass="exit" presetSubtype="0" fill="hold" nodeType="afterEffect">
                                  <p:stCondLst>
                                    <p:cond delay="0"/>
                                  </p:stCondLst>
                                  <p:childTnLst>
                                    <p:animEffect transition="out" filter="fade">
                                      <p:cBhvr>
                                        <p:cTn id="239" dur="500"/>
                                        <p:tgtEl>
                                          <p:spTgt spid="38"/>
                                        </p:tgtEl>
                                      </p:cBhvr>
                                    </p:animEffect>
                                    <p:set>
                                      <p:cBhvr>
                                        <p:cTn id="240" dur="1" fill="hold">
                                          <p:stCondLst>
                                            <p:cond delay="499"/>
                                          </p:stCondLst>
                                        </p:cTn>
                                        <p:tgtEl>
                                          <p:spTgt spid="38"/>
                                        </p:tgtEl>
                                        <p:attrNameLst>
                                          <p:attrName>style.visibility</p:attrName>
                                        </p:attrNameLst>
                                      </p:cBhvr>
                                      <p:to>
                                        <p:strVal val="hidden"/>
                                      </p:to>
                                    </p:set>
                                  </p:childTnLst>
                                </p:cTn>
                              </p:par>
                            </p:childTnLst>
                          </p:cTn>
                        </p:par>
                        <p:par>
                          <p:cTn id="241" fill="hold">
                            <p:stCondLst>
                              <p:cond delay="1000"/>
                            </p:stCondLst>
                            <p:childTnLst>
                              <p:par>
                                <p:cTn id="242" presetID="22" presetClass="exit" presetSubtype="1" fill="hold" nodeType="afterEffect">
                                  <p:stCondLst>
                                    <p:cond delay="0"/>
                                  </p:stCondLst>
                                  <p:childTnLst>
                                    <p:animEffect transition="out" filter="wipe(up)">
                                      <p:cBhvr>
                                        <p:cTn id="243" dur="500"/>
                                        <p:tgtEl>
                                          <p:spTgt spid="114"/>
                                        </p:tgtEl>
                                      </p:cBhvr>
                                    </p:animEffect>
                                    <p:set>
                                      <p:cBhvr>
                                        <p:cTn id="244" dur="1" fill="hold">
                                          <p:stCondLst>
                                            <p:cond delay="499"/>
                                          </p:stCondLst>
                                        </p:cTn>
                                        <p:tgtEl>
                                          <p:spTgt spid="114"/>
                                        </p:tgtEl>
                                        <p:attrNameLst>
                                          <p:attrName>style.visibility</p:attrName>
                                        </p:attrNameLst>
                                      </p:cBhvr>
                                      <p:to>
                                        <p:strVal val="hidden"/>
                                      </p:to>
                                    </p:set>
                                  </p:childTnLst>
                                </p:cTn>
                              </p:par>
                            </p:childTnLst>
                          </p:cTn>
                        </p:par>
                      </p:childTnLst>
                    </p:cTn>
                  </p:par>
                  <p:par>
                    <p:cTn id="245" fill="hold">
                      <p:stCondLst>
                        <p:cond delay="indefinite"/>
                      </p:stCondLst>
                      <p:childTnLst>
                        <p:par>
                          <p:cTn id="246" fill="hold">
                            <p:stCondLst>
                              <p:cond delay="0"/>
                            </p:stCondLst>
                            <p:childTnLst>
                              <p:par>
                                <p:cTn id="247" presetID="42" presetClass="entr" presetSubtype="0" fill="hold" grpId="0" nodeType="clickEffect">
                                  <p:stCondLst>
                                    <p:cond delay="0"/>
                                  </p:stCondLst>
                                  <p:childTnLst>
                                    <p:set>
                                      <p:cBhvr>
                                        <p:cTn id="248" dur="1" fill="hold">
                                          <p:stCondLst>
                                            <p:cond delay="0"/>
                                          </p:stCondLst>
                                        </p:cTn>
                                        <p:tgtEl>
                                          <p:spTgt spid="111"/>
                                        </p:tgtEl>
                                        <p:attrNameLst>
                                          <p:attrName>style.visibility</p:attrName>
                                        </p:attrNameLst>
                                      </p:cBhvr>
                                      <p:to>
                                        <p:strVal val="visible"/>
                                      </p:to>
                                    </p:set>
                                    <p:animEffect transition="in" filter="fade">
                                      <p:cBhvr>
                                        <p:cTn id="249" dur="1000"/>
                                        <p:tgtEl>
                                          <p:spTgt spid="111"/>
                                        </p:tgtEl>
                                      </p:cBhvr>
                                    </p:animEffect>
                                    <p:anim calcmode="lin" valueType="num">
                                      <p:cBhvr>
                                        <p:cTn id="250" dur="1000" fill="hold"/>
                                        <p:tgtEl>
                                          <p:spTgt spid="111"/>
                                        </p:tgtEl>
                                        <p:attrNameLst>
                                          <p:attrName>ppt_x</p:attrName>
                                        </p:attrNameLst>
                                      </p:cBhvr>
                                      <p:tavLst>
                                        <p:tav tm="0">
                                          <p:val>
                                            <p:strVal val="#ppt_x"/>
                                          </p:val>
                                        </p:tav>
                                        <p:tav tm="100000">
                                          <p:val>
                                            <p:strVal val="#ppt_x"/>
                                          </p:val>
                                        </p:tav>
                                      </p:tavLst>
                                    </p:anim>
                                    <p:anim calcmode="lin" valueType="num">
                                      <p:cBhvr>
                                        <p:cTn id="251" dur="1000" fill="hold"/>
                                        <p:tgtEl>
                                          <p:spTgt spid="111"/>
                                        </p:tgtEl>
                                        <p:attrNameLst>
                                          <p:attrName>ppt_y</p:attrName>
                                        </p:attrNameLst>
                                      </p:cBhvr>
                                      <p:tavLst>
                                        <p:tav tm="0">
                                          <p:val>
                                            <p:strVal val="#ppt_y+.1"/>
                                          </p:val>
                                        </p:tav>
                                        <p:tav tm="100000">
                                          <p:val>
                                            <p:strVal val="#ppt_y"/>
                                          </p:val>
                                        </p:tav>
                                      </p:tavLst>
                                    </p:anim>
                                  </p:childTnLst>
                                </p:cTn>
                              </p:par>
                              <p:par>
                                <p:cTn id="252" presetID="10" presetClass="exit" presetSubtype="0" fill="hold" grpId="3" nodeType="withEffect">
                                  <p:stCondLst>
                                    <p:cond delay="0"/>
                                  </p:stCondLst>
                                  <p:childTnLst>
                                    <p:animEffect transition="out" filter="fade">
                                      <p:cBhvr>
                                        <p:cTn id="253" dur="500"/>
                                        <p:tgtEl>
                                          <p:spTgt spid="97"/>
                                        </p:tgtEl>
                                      </p:cBhvr>
                                    </p:animEffect>
                                    <p:set>
                                      <p:cBhvr>
                                        <p:cTn id="254" dur="1" fill="hold">
                                          <p:stCondLst>
                                            <p:cond delay="499"/>
                                          </p:stCondLst>
                                        </p:cTn>
                                        <p:tgtEl>
                                          <p:spTgt spid="97"/>
                                        </p:tgtEl>
                                        <p:attrNameLst>
                                          <p:attrName>style.visibility</p:attrName>
                                        </p:attrNameLst>
                                      </p:cBhvr>
                                      <p:to>
                                        <p:strVal val="hidden"/>
                                      </p:to>
                                    </p:set>
                                  </p:childTnLst>
                                </p:cTn>
                              </p:par>
                              <p:par>
                                <p:cTn id="255" presetID="10" presetClass="exit" presetSubtype="0" fill="hold" nodeType="withEffect">
                                  <p:stCondLst>
                                    <p:cond delay="0"/>
                                  </p:stCondLst>
                                  <p:childTnLst>
                                    <p:animEffect transition="out" filter="fade">
                                      <p:cBhvr>
                                        <p:cTn id="256" dur="500"/>
                                        <p:tgtEl>
                                          <p:spTgt spid="103"/>
                                        </p:tgtEl>
                                      </p:cBhvr>
                                    </p:animEffect>
                                    <p:set>
                                      <p:cBhvr>
                                        <p:cTn id="257" dur="1" fill="hold">
                                          <p:stCondLst>
                                            <p:cond delay="499"/>
                                          </p:stCondLst>
                                        </p:cTn>
                                        <p:tgtEl>
                                          <p:spTgt spid="103"/>
                                        </p:tgtEl>
                                        <p:attrNameLst>
                                          <p:attrName>style.visibility</p:attrName>
                                        </p:attrNameLst>
                                      </p:cBhvr>
                                      <p:to>
                                        <p:strVal val="hidden"/>
                                      </p:to>
                                    </p:set>
                                  </p:childTnLst>
                                </p:cTn>
                              </p:par>
                              <p:par>
                                <p:cTn id="258" presetID="10" presetClass="exit" presetSubtype="0" fill="hold" nodeType="withEffect">
                                  <p:stCondLst>
                                    <p:cond delay="0"/>
                                  </p:stCondLst>
                                  <p:childTnLst>
                                    <p:animEffect transition="out" filter="fade">
                                      <p:cBhvr>
                                        <p:cTn id="259" dur="500"/>
                                        <p:tgtEl>
                                          <p:spTgt spid="33"/>
                                        </p:tgtEl>
                                      </p:cBhvr>
                                    </p:animEffect>
                                    <p:set>
                                      <p:cBhvr>
                                        <p:cTn id="260" dur="1" fill="hold">
                                          <p:stCondLst>
                                            <p:cond delay="499"/>
                                          </p:stCondLst>
                                        </p:cTn>
                                        <p:tgtEl>
                                          <p:spTgt spid="33"/>
                                        </p:tgtEl>
                                        <p:attrNameLst>
                                          <p:attrName>style.visibility</p:attrName>
                                        </p:attrNameLst>
                                      </p:cBhvr>
                                      <p:to>
                                        <p:strVal val="hidden"/>
                                      </p:to>
                                    </p:set>
                                  </p:childTnLst>
                                </p:cTn>
                              </p:par>
                              <p:par>
                                <p:cTn id="261" presetID="10" presetClass="exit" presetSubtype="0" fill="hold" nodeType="withEffect">
                                  <p:stCondLst>
                                    <p:cond delay="0"/>
                                  </p:stCondLst>
                                  <p:childTnLst>
                                    <p:animEffect transition="out" filter="fade">
                                      <p:cBhvr>
                                        <p:cTn id="262" dur="500"/>
                                        <p:tgtEl>
                                          <p:spTgt spid="43"/>
                                        </p:tgtEl>
                                      </p:cBhvr>
                                    </p:animEffect>
                                    <p:set>
                                      <p:cBhvr>
                                        <p:cTn id="263" dur="1" fill="hold">
                                          <p:stCondLst>
                                            <p:cond delay="499"/>
                                          </p:stCondLst>
                                        </p:cTn>
                                        <p:tgtEl>
                                          <p:spTgt spid="43"/>
                                        </p:tgtEl>
                                        <p:attrNameLst>
                                          <p:attrName>style.visibility</p:attrName>
                                        </p:attrNameLst>
                                      </p:cBhvr>
                                      <p:to>
                                        <p:strVal val="hidden"/>
                                      </p:to>
                                    </p:set>
                                  </p:childTnLst>
                                </p:cTn>
                              </p:par>
                              <p:par>
                                <p:cTn id="264" presetID="10" presetClass="exit" presetSubtype="0" fill="hold" nodeType="withEffect">
                                  <p:stCondLst>
                                    <p:cond delay="0"/>
                                  </p:stCondLst>
                                  <p:childTnLst>
                                    <p:animEffect transition="out" filter="fade">
                                      <p:cBhvr>
                                        <p:cTn id="265" dur="500"/>
                                        <p:tgtEl>
                                          <p:spTgt spid="54"/>
                                        </p:tgtEl>
                                      </p:cBhvr>
                                    </p:animEffect>
                                    <p:set>
                                      <p:cBhvr>
                                        <p:cTn id="266" dur="1" fill="hold">
                                          <p:stCondLst>
                                            <p:cond delay="499"/>
                                          </p:stCondLst>
                                        </p:cTn>
                                        <p:tgtEl>
                                          <p:spTgt spid="54"/>
                                        </p:tgtEl>
                                        <p:attrNameLst>
                                          <p:attrName>style.visibility</p:attrName>
                                        </p:attrNameLst>
                                      </p:cBhvr>
                                      <p:to>
                                        <p:strVal val="hidden"/>
                                      </p:to>
                                    </p:set>
                                  </p:childTnLst>
                                </p:cTn>
                              </p:par>
                            </p:childTnLst>
                          </p:cTn>
                        </p:par>
                        <p:par>
                          <p:cTn id="267" fill="hold">
                            <p:stCondLst>
                              <p:cond delay="1000"/>
                            </p:stCondLst>
                            <p:childTnLst>
                              <p:par>
                                <p:cTn id="268" presetID="22" presetClass="entr" presetSubtype="8" fill="hold" nodeType="afterEffect">
                                  <p:stCondLst>
                                    <p:cond delay="0"/>
                                  </p:stCondLst>
                                  <p:childTnLst>
                                    <p:set>
                                      <p:cBhvr>
                                        <p:cTn id="269" dur="1" fill="hold">
                                          <p:stCondLst>
                                            <p:cond delay="0"/>
                                          </p:stCondLst>
                                        </p:cTn>
                                        <p:tgtEl>
                                          <p:spTgt spid="116"/>
                                        </p:tgtEl>
                                        <p:attrNameLst>
                                          <p:attrName>style.visibility</p:attrName>
                                        </p:attrNameLst>
                                      </p:cBhvr>
                                      <p:to>
                                        <p:strVal val="visible"/>
                                      </p:to>
                                    </p:set>
                                    <p:animEffect transition="in" filter="wipe(left)">
                                      <p:cBhvr>
                                        <p:cTn id="270" dur="1000"/>
                                        <p:tgtEl>
                                          <p:spTgt spid="116"/>
                                        </p:tgtEl>
                                      </p:cBhvr>
                                    </p:animEffect>
                                  </p:childTnLst>
                                </p:cTn>
                              </p:par>
                            </p:childTnLst>
                          </p:cTn>
                        </p:par>
                      </p:childTnLst>
                    </p:cTn>
                  </p:par>
                  <p:par>
                    <p:cTn id="271" fill="hold">
                      <p:stCondLst>
                        <p:cond delay="indefinite"/>
                      </p:stCondLst>
                      <p:childTnLst>
                        <p:par>
                          <p:cTn id="272" fill="hold">
                            <p:stCondLst>
                              <p:cond delay="0"/>
                            </p:stCondLst>
                            <p:childTnLst>
                              <p:par>
                                <p:cTn id="273" presetID="32" presetClass="emph" presetSubtype="0" fill="hold" nodeType="clickEffect">
                                  <p:stCondLst>
                                    <p:cond delay="0"/>
                                  </p:stCondLst>
                                  <p:childTnLst>
                                    <p:animRot by="120000">
                                      <p:cBhvr>
                                        <p:cTn id="274" dur="100" fill="hold">
                                          <p:stCondLst>
                                            <p:cond delay="0"/>
                                          </p:stCondLst>
                                        </p:cTn>
                                        <p:tgtEl>
                                          <p:spTgt spid="116"/>
                                        </p:tgtEl>
                                        <p:attrNameLst>
                                          <p:attrName>r</p:attrName>
                                        </p:attrNameLst>
                                      </p:cBhvr>
                                    </p:animRot>
                                    <p:animRot by="-240000">
                                      <p:cBhvr>
                                        <p:cTn id="275" dur="200" fill="hold">
                                          <p:stCondLst>
                                            <p:cond delay="200"/>
                                          </p:stCondLst>
                                        </p:cTn>
                                        <p:tgtEl>
                                          <p:spTgt spid="116"/>
                                        </p:tgtEl>
                                        <p:attrNameLst>
                                          <p:attrName>r</p:attrName>
                                        </p:attrNameLst>
                                      </p:cBhvr>
                                    </p:animRot>
                                    <p:animRot by="240000">
                                      <p:cBhvr>
                                        <p:cTn id="276" dur="200" fill="hold">
                                          <p:stCondLst>
                                            <p:cond delay="400"/>
                                          </p:stCondLst>
                                        </p:cTn>
                                        <p:tgtEl>
                                          <p:spTgt spid="116"/>
                                        </p:tgtEl>
                                        <p:attrNameLst>
                                          <p:attrName>r</p:attrName>
                                        </p:attrNameLst>
                                      </p:cBhvr>
                                    </p:animRot>
                                    <p:animRot by="-240000">
                                      <p:cBhvr>
                                        <p:cTn id="277" dur="200" fill="hold">
                                          <p:stCondLst>
                                            <p:cond delay="600"/>
                                          </p:stCondLst>
                                        </p:cTn>
                                        <p:tgtEl>
                                          <p:spTgt spid="116"/>
                                        </p:tgtEl>
                                        <p:attrNameLst>
                                          <p:attrName>r</p:attrName>
                                        </p:attrNameLst>
                                      </p:cBhvr>
                                    </p:animRot>
                                    <p:animRot by="120000">
                                      <p:cBhvr>
                                        <p:cTn id="278" dur="200" fill="hold">
                                          <p:stCondLst>
                                            <p:cond delay="800"/>
                                          </p:stCondLst>
                                        </p:cTn>
                                        <p:tgtEl>
                                          <p:spTgt spid="116"/>
                                        </p:tgtEl>
                                        <p:attrNameLst>
                                          <p:attrName>r</p:attrName>
                                        </p:attrNameLst>
                                      </p:cBhvr>
                                    </p:animRot>
                                  </p:childTnLst>
                                </p:cTn>
                              </p:par>
                            </p:childTnLst>
                          </p:cTn>
                        </p:par>
                        <p:par>
                          <p:cTn id="279" fill="hold">
                            <p:stCondLst>
                              <p:cond delay="1000"/>
                            </p:stCondLst>
                            <p:childTnLst>
                              <p:par>
                                <p:cTn id="280" presetID="22" presetClass="exit" presetSubtype="4" fill="hold" nodeType="afterEffect">
                                  <p:stCondLst>
                                    <p:cond delay="0"/>
                                  </p:stCondLst>
                                  <p:childTnLst>
                                    <p:animEffect transition="out" filter="wipe(down)">
                                      <p:cBhvr>
                                        <p:cTn id="281" dur="500"/>
                                        <p:tgtEl>
                                          <p:spTgt spid="16"/>
                                        </p:tgtEl>
                                      </p:cBhvr>
                                    </p:animEffect>
                                    <p:set>
                                      <p:cBhvr>
                                        <p:cTn id="282" dur="1" fill="hold">
                                          <p:stCondLst>
                                            <p:cond delay="499"/>
                                          </p:stCondLst>
                                        </p:cTn>
                                        <p:tgtEl>
                                          <p:spTgt spid="16"/>
                                        </p:tgtEl>
                                        <p:attrNameLst>
                                          <p:attrName>style.visibility</p:attrName>
                                        </p:attrNameLst>
                                      </p:cBhvr>
                                      <p:to>
                                        <p:strVal val="hidden"/>
                                      </p:to>
                                    </p:set>
                                  </p:childTnLst>
                                </p:cTn>
                              </p:par>
                            </p:childTnLst>
                          </p:cTn>
                        </p:par>
                        <p:par>
                          <p:cTn id="283" fill="hold">
                            <p:stCondLst>
                              <p:cond delay="1500"/>
                            </p:stCondLst>
                            <p:childTnLst>
                              <p:par>
                                <p:cTn id="284" presetID="22" presetClass="entr" presetSubtype="1" fill="hold" nodeType="afterEffect">
                                  <p:stCondLst>
                                    <p:cond delay="0"/>
                                  </p:stCondLst>
                                  <p:childTnLst>
                                    <p:set>
                                      <p:cBhvr>
                                        <p:cTn id="285" dur="1" fill="hold">
                                          <p:stCondLst>
                                            <p:cond delay="0"/>
                                          </p:stCondLst>
                                        </p:cTn>
                                        <p:tgtEl>
                                          <p:spTgt spid="126"/>
                                        </p:tgtEl>
                                        <p:attrNameLst>
                                          <p:attrName>style.visibility</p:attrName>
                                        </p:attrNameLst>
                                      </p:cBhvr>
                                      <p:to>
                                        <p:strVal val="visible"/>
                                      </p:to>
                                    </p:set>
                                    <p:animEffect transition="in" filter="wipe(up)">
                                      <p:cBhvr>
                                        <p:cTn id="286" dur="1500"/>
                                        <p:tgtEl>
                                          <p:spTgt spid="126"/>
                                        </p:tgtEl>
                                      </p:cBhvr>
                                    </p:animEffect>
                                  </p:childTnLst>
                                </p:cTn>
                              </p:par>
                            </p:childTnLst>
                          </p:cTn>
                        </p:par>
                        <p:par>
                          <p:cTn id="287" fill="hold">
                            <p:stCondLst>
                              <p:cond delay="3000"/>
                            </p:stCondLst>
                            <p:childTnLst>
                              <p:par>
                                <p:cTn id="288" presetID="22" presetClass="exit" presetSubtype="1" fill="hold" nodeType="afterEffect">
                                  <p:stCondLst>
                                    <p:cond delay="0"/>
                                  </p:stCondLst>
                                  <p:childTnLst>
                                    <p:animEffect transition="out" filter="wipe(up)">
                                      <p:cBhvr>
                                        <p:cTn id="289" dur="500"/>
                                        <p:tgtEl>
                                          <p:spTgt spid="116"/>
                                        </p:tgtEl>
                                      </p:cBhvr>
                                    </p:animEffect>
                                    <p:set>
                                      <p:cBhvr>
                                        <p:cTn id="290" dur="1" fill="hold">
                                          <p:stCondLst>
                                            <p:cond delay="499"/>
                                          </p:stCondLst>
                                        </p:cTn>
                                        <p:tgtEl>
                                          <p:spTgt spid="116"/>
                                        </p:tgtEl>
                                        <p:attrNameLst>
                                          <p:attrName>style.visibility</p:attrName>
                                        </p:attrNameLst>
                                      </p:cBhvr>
                                      <p:to>
                                        <p:strVal val="hidden"/>
                                      </p:to>
                                    </p:set>
                                  </p:childTnLst>
                                </p:cTn>
                              </p:par>
                            </p:childTnLst>
                          </p:cTn>
                        </p:par>
                        <p:par>
                          <p:cTn id="291" fill="hold">
                            <p:stCondLst>
                              <p:cond delay="3500"/>
                            </p:stCondLst>
                            <p:childTnLst>
                              <p:par>
                                <p:cTn id="292" presetID="22" presetClass="entr" presetSubtype="8" fill="hold" nodeType="afterEffect">
                                  <p:stCondLst>
                                    <p:cond delay="0"/>
                                  </p:stCondLst>
                                  <p:childTnLst>
                                    <p:set>
                                      <p:cBhvr>
                                        <p:cTn id="293" dur="1" fill="hold">
                                          <p:stCondLst>
                                            <p:cond delay="0"/>
                                          </p:stCondLst>
                                        </p:cTn>
                                        <p:tgtEl>
                                          <p:spTgt spid="119"/>
                                        </p:tgtEl>
                                        <p:attrNameLst>
                                          <p:attrName>style.visibility</p:attrName>
                                        </p:attrNameLst>
                                      </p:cBhvr>
                                      <p:to>
                                        <p:strVal val="visible"/>
                                      </p:to>
                                    </p:set>
                                    <p:animEffect transition="in" filter="wipe(left)">
                                      <p:cBhvr>
                                        <p:cTn id="294" dur="1000"/>
                                        <p:tgtEl>
                                          <p:spTgt spid="119"/>
                                        </p:tgtEl>
                                      </p:cBhvr>
                                    </p:animEffect>
                                  </p:childTnLst>
                                </p:cTn>
                              </p:par>
                            </p:childTnLst>
                          </p:cTn>
                        </p:par>
                      </p:childTnLst>
                    </p:cTn>
                  </p:par>
                  <p:par>
                    <p:cTn id="295" fill="hold">
                      <p:stCondLst>
                        <p:cond delay="indefinite"/>
                      </p:stCondLst>
                      <p:childTnLst>
                        <p:par>
                          <p:cTn id="296" fill="hold">
                            <p:stCondLst>
                              <p:cond delay="0"/>
                            </p:stCondLst>
                            <p:childTnLst>
                              <p:par>
                                <p:cTn id="297" presetID="32" presetClass="emph" presetSubtype="0" fill="hold" nodeType="clickEffect">
                                  <p:stCondLst>
                                    <p:cond delay="0"/>
                                  </p:stCondLst>
                                  <p:childTnLst>
                                    <p:animRot by="120000">
                                      <p:cBhvr>
                                        <p:cTn id="298" dur="100" fill="hold">
                                          <p:stCondLst>
                                            <p:cond delay="0"/>
                                          </p:stCondLst>
                                        </p:cTn>
                                        <p:tgtEl>
                                          <p:spTgt spid="119"/>
                                        </p:tgtEl>
                                        <p:attrNameLst>
                                          <p:attrName>r</p:attrName>
                                        </p:attrNameLst>
                                      </p:cBhvr>
                                    </p:animRot>
                                    <p:animRot by="-240000">
                                      <p:cBhvr>
                                        <p:cTn id="299" dur="200" fill="hold">
                                          <p:stCondLst>
                                            <p:cond delay="200"/>
                                          </p:stCondLst>
                                        </p:cTn>
                                        <p:tgtEl>
                                          <p:spTgt spid="119"/>
                                        </p:tgtEl>
                                        <p:attrNameLst>
                                          <p:attrName>r</p:attrName>
                                        </p:attrNameLst>
                                      </p:cBhvr>
                                    </p:animRot>
                                    <p:animRot by="240000">
                                      <p:cBhvr>
                                        <p:cTn id="300" dur="200" fill="hold">
                                          <p:stCondLst>
                                            <p:cond delay="400"/>
                                          </p:stCondLst>
                                        </p:cTn>
                                        <p:tgtEl>
                                          <p:spTgt spid="119"/>
                                        </p:tgtEl>
                                        <p:attrNameLst>
                                          <p:attrName>r</p:attrName>
                                        </p:attrNameLst>
                                      </p:cBhvr>
                                    </p:animRot>
                                    <p:animRot by="-240000">
                                      <p:cBhvr>
                                        <p:cTn id="301" dur="200" fill="hold">
                                          <p:stCondLst>
                                            <p:cond delay="600"/>
                                          </p:stCondLst>
                                        </p:cTn>
                                        <p:tgtEl>
                                          <p:spTgt spid="119"/>
                                        </p:tgtEl>
                                        <p:attrNameLst>
                                          <p:attrName>r</p:attrName>
                                        </p:attrNameLst>
                                      </p:cBhvr>
                                    </p:animRot>
                                    <p:animRot by="120000">
                                      <p:cBhvr>
                                        <p:cTn id="302" dur="200" fill="hold">
                                          <p:stCondLst>
                                            <p:cond delay="800"/>
                                          </p:stCondLst>
                                        </p:cTn>
                                        <p:tgtEl>
                                          <p:spTgt spid="119"/>
                                        </p:tgtEl>
                                        <p:attrNameLst>
                                          <p:attrName>r</p:attrName>
                                        </p:attrNameLst>
                                      </p:cBhvr>
                                    </p:animRot>
                                  </p:childTnLst>
                                </p:cTn>
                              </p:par>
                            </p:childTnLst>
                          </p:cTn>
                        </p:par>
                        <p:par>
                          <p:cTn id="303" fill="hold">
                            <p:stCondLst>
                              <p:cond delay="1000"/>
                            </p:stCondLst>
                            <p:childTnLst>
                              <p:par>
                                <p:cTn id="304" presetID="1" presetClass="entr" presetSubtype="0" fill="hold" grpId="0" nodeType="afterEffect">
                                  <p:stCondLst>
                                    <p:cond delay="0"/>
                                  </p:stCondLst>
                                  <p:childTnLst>
                                    <p:set>
                                      <p:cBhvr>
                                        <p:cTn id="305" dur="1" fill="hold">
                                          <p:stCondLst>
                                            <p:cond delay="0"/>
                                          </p:stCondLst>
                                        </p:cTn>
                                        <p:tgtEl>
                                          <p:spTgt spid="125"/>
                                        </p:tgtEl>
                                        <p:attrNameLst>
                                          <p:attrName>style.visibility</p:attrName>
                                        </p:attrNameLst>
                                      </p:cBhvr>
                                      <p:to>
                                        <p:strVal val="visible"/>
                                      </p:to>
                                    </p:set>
                                  </p:childTnLst>
                                </p:cTn>
                              </p:par>
                              <p:par>
                                <p:cTn id="306" presetID="8" presetClass="emph" presetSubtype="0" fill="hold" grpId="1" nodeType="withEffect">
                                  <p:stCondLst>
                                    <p:cond delay="0"/>
                                  </p:stCondLst>
                                  <p:childTnLst>
                                    <p:animRot by="21600000">
                                      <p:cBhvr>
                                        <p:cTn id="307" dur="1250" fill="hold"/>
                                        <p:tgtEl>
                                          <p:spTgt spid="125"/>
                                        </p:tgtEl>
                                        <p:attrNameLst>
                                          <p:attrName>r</p:attrName>
                                        </p:attrNameLst>
                                      </p:cBhvr>
                                    </p:animRot>
                                  </p:childTnLst>
                                </p:cTn>
                              </p:par>
                              <p:par>
                                <p:cTn id="308" presetID="1" presetClass="emph" presetSubtype="2" fill="hold" nodeType="withEffect">
                                  <p:stCondLst>
                                    <p:cond delay="1000"/>
                                  </p:stCondLst>
                                  <p:childTnLst>
                                    <p:animClr clrSpc="rgb" dir="cw">
                                      <p:cBhvr>
                                        <p:cTn id="309" dur="500" fill="hold"/>
                                        <p:tgtEl>
                                          <p:spTgt spid="125"/>
                                        </p:tgtEl>
                                        <p:attrNameLst>
                                          <p:attrName>fillcolor</p:attrName>
                                        </p:attrNameLst>
                                      </p:cBhvr>
                                      <p:to>
                                        <a:srgbClr val="C5E0B3"/>
                                      </p:to>
                                    </p:animClr>
                                    <p:set>
                                      <p:cBhvr>
                                        <p:cTn id="310" dur="500" fill="hold"/>
                                        <p:tgtEl>
                                          <p:spTgt spid="125"/>
                                        </p:tgtEl>
                                        <p:attrNameLst>
                                          <p:attrName>fill.type</p:attrName>
                                        </p:attrNameLst>
                                      </p:cBhvr>
                                      <p:to>
                                        <p:strVal val="solid"/>
                                      </p:to>
                                    </p:set>
                                    <p:set>
                                      <p:cBhvr>
                                        <p:cTn id="311" dur="500" fill="hold"/>
                                        <p:tgtEl>
                                          <p:spTgt spid="125"/>
                                        </p:tgtEl>
                                        <p:attrNameLst>
                                          <p:attrName>fill.on</p:attrName>
                                        </p:attrNameLst>
                                      </p:cBhvr>
                                      <p:to>
                                        <p:strVal val="true"/>
                                      </p:to>
                                    </p:set>
                                  </p:childTnLst>
                                </p:cTn>
                              </p:par>
                            </p:childTnLst>
                          </p:cTn>
                        </p:par>
                        <p:par>
                          <p:cTn id="312" fill="hold">
                            <p:stCondLst>
                              <p:cond delay="2500"/>
                            </p:stCondLst>
                            <p:childTnLst>
                              <p:par>
                                <p:cTn id="313" presetID="64" presetClass="path" presetSubtype="0" accel="50000" decel="50000" fill="hold" grpId="2" nodeType="afterEffect">
                                  <p:stCondLst>
                                    <p:cond delay="0"/>
                                  </p:stCondLst>
                                  <p:childTnLst>
                                    <p:animMotion origin="layout" path="M 5E-6 -2.59259E-6 L 0.14167 -0.06828 " pathEditMode="relative" rAng="0" ptsTypes="AA">
                                      <p:cBhvr>
                                        <p:cTn id="314" dur="1500" fill="hold"/>
                                        <p:tgtEl>
                                          <p:spTgt spid="125"/>
                                        </p:tgtEl>
                                        <p:attrNameLst>
                                          <p:attrName>ppt_x</p:attrName>
                                          <p:attrName>ppt_y</p:attrName>
                                        </p:attrNameLst>
                                      </p:cBhvr>
                                      <p:rCtr x="7083" y="-3426"/>
                                    </p:animMotion>
                                  </p:childTnLst>
                                </p:cTn>
                              </p:par>
                            </p:childTnLst>
                          </p:cTn>
                        </p:par>
                        <p:par>
                          <p:cTn id="315" fill="hold">
                            <p:stCondLst>
                              <p:cond delay="4000"/>
                            </p:stCondLst>
                            <p:childTnLst>
                              <p:par>
                                <p:cTn id="316" presetID="26" presetClass="exit" presetSubtype="0" fill="hold" grpId="0" nodeType="afterEffect">
                                  <p:stCondLst>
                                    <p:cond delay="0"/>
                                  </p:stCondLst>
                                  <p:childTnLst>
                                    <p:animEffect transition="out" filter="wipe(down)">
                                      <p:cBhvr>
                                        <p:cTn id="317" dur="180" accel="50000">
                                          <p:stCondLst>
                                            <p:cond delay="1820"/>
                                          </p:stCondLst>
                                        </p:cTn>
                                        <p:tgtEl>
                                          <p:spTgt spid="6"/>
                                        </p:tgtEl>
                                      </p:cBhvr>
                                    </p:animEffect>
                                    <p:anim calcmode="lin" valueType="num">
                                      <p:cBhvr>
                                        <p:cTn id="318" dur="1822" tmFilter="0,0; 0.14,0.31; 0.43,0.73; 0.71,0.91; 1.0,1.0">
                                          <p:stCondLst>
                                            <p:cond delay="0"/>
                                          </p:stCondLst>
                                        </p:cTn>
                                        <p:tgtEl>
                                          <p:spTgt spid="6"/>
                                        </p:tgtEl>
                                        <p:attrNameLst>
                                          <p:attrName>ppt_x</p:attrName>
                                        </p:attrNameLst>
                                      </p:cBhvr>
                                      <p:tavLst>
                                        <p:tav tm="0">
                                          <p:val>
                                            <p:strVal val="ppt_x"/>
                                          </p:val>
                                        </p:tav>
                                        <p:tav tm="100000">
                                          <p:val>
                                            <p:strVal val="#ppt_x+0.25"/>
                                          </p:val>
                                        </p:tav>
                                      </p:tavLst>
                                    </p:anim>
                                    <p:anim calcmode="lin" valueType="num">
                                      <p:cBhvr>
                                        <p:cTn id="319" dur="178">
                                          <p:stCondLst>
                                            <p:cond delay="1822"/>
                                          </p:stCondLst>
                                        </p:cTn>
                                        <p:tgtEl>
                                          <p:spTgt spid="6"/>
                                        </p:tgtEl>
                                        <p:attrNameLst>
                                          <p:attrName>ppt_x</p:attrName>
                                        </p:attrNameLst>
                                      </p:cBhvr>
                                      <p:tavLst>
                                        <p:tav tm="0">
                                          <p:val>
                                            <p:strVal val="ppt_x"/>
                                          </p:val>
                                        </p:tav>
                                        <p:tav tm="100000">
                                          <p:val>
                                            <p:strVal val="ppt_x"/>
                                          </p:val>
                                        </p:tav>
                                      </p:tavLst>
                                    </p:anim>
                                    <p:anim calcmode="lin" valueType="num">
                                      <p:cBhvr>
                                        <p:cTn id="320" dur="664" tmFilter="0.0,0.0;0.25,0.07;0.50,0.2;0.75,0.467;1.0,1.0">
                                          <p:stCondLst>
                                            <p:cond delay="0"/>
                                          </p:stCondLst>
                                        </p:cTn>
                                        <p:tgtEl>
                                          <p:spTgt spid="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21" dur="664" tmFilter="0, 0; 0.125,0.2665; 0.25,0.4; 0.375,0.465; 0.5,0.5;  0.625,0.535; 0.75,0.6; 0.875,0.7335; 1,1">
                                          <p:stCondLst>
                                            <p:cond delay="664"/>
                                          </p:stCondLst>
                                        </p:cTn>
                                        <p:tgtEl>
                                          <p:spTgt spid="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22" dur="332" tmFilter="0, 0; 0.125,0.2665; 0.25,0.4; 0.375,0.465; 0.5,0.5;  0.625,0.535; 0.75,0.6; 0.875,0.7335; 1,1">
                                          <p:stCondLst>
                                            <p:cond delay="1324"/>
                                          </p:stCondLst>
                                        </p:cTn>
                                        <p:tgtEl>
                                          <p:spTgt spid="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23" dur="164" tmFilter="0, 0; 0.125,0.2665; 0.25,0.4; 0.375,0.465; 0.5,0.5;  0.625,0.535; 0.75,0.6; 0.875,0.7335; 1,1">
                                          <p:stCondLst>
                                            <p:cond delay="1656"/>
                                          </p:stCondLst>
                                        </p:cTn>
                                        <p:tgtEl>
                                          <p:spTgt spid="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24" dur="180" accel="50000">
                                          <p:stCondLst>
                                            <p:cond delay="1820"/>
                                          </p:stCondLst>
                                        </p:cTn>
                                        <p:tgtEl>
                                          <p:spTgt spid="6"/>
                                        </p:tgtEl>
                                        <p:attrNameLst>
                                          <p:attrName>ppt_y</p:attrName>
                                        </p:attrNameLst>
                                      </p:cBhvr>
                                      <p:tavLst>
                                        <p:tav tm="0">
                                          <p:val>
                                            <p:strVal val="ppt_y"/>
                                          </p:val>
                                        </p:tav>
                                        <p:tav tm="100000">
                                          <p:val>
                                            <p:strVal val="ppt_y+ppt_h"/>
                                          </p:val>
                                        </p:tav>
                                      </p:tavLst>
                                    </p:anim>
                                    <p:animScale>
                                      <p:cBhvr>
                                        <p:cTn id="325" dur="26">
                                          <p:stCondLst>
                                            <p:cond delay="620"/>
                                          </p:stCondLst>
                                        </p:cTn>
                                        <p:tgtEl>
                                          <p:spTgt spid="6"/>
                                        </p:tgtEl>
                                      </p:cBhvr>
                                      <p:to x="100000" y="60000"/>
                                    </p:animScale>
                                    <p:animScale>
                                      <p:cBhvr>
                                        <p:cTn id="326" dur="166" decel="50000">
                                          <p:stCondLst>
                                            <p:cond delay="646"/>
                                          </p:stCondLst>
                                        </p:cTn>
                                        <p:tgtEl>
                                          <p:spTgt spid="6"/>
                                        </p:tgtEl>
                                      </p:cBhvr>
                                      <p:to x="100000" y="100000"/>
                                    </p:animScale>
                                    <p:animScale>
                                      <p:cBhvr>
                                        <p:cTn id="327" dur="26">
                                          <p:stCondLst>
                                            <p:cond delay="1312"/>
                                          </p:stCondLst>
                                        </p:cTn>
                                        <p:tgtEl>
                                          <p:spTgt spid="6"/>
                                        </p:tgtEl>
                                      </p:cBhvr>
                                      <p:to x="100000" y="80000"/>
                                    </p:animScale>
                                    <p:animScale>
                                      <p:cBhvr>
                                        <p:cTn id="328" dur="166" decel="50000">
                                          <p:stCondLst>
                                            <p:cond delay="1338"/>
                                          </p:stCondLst>
                                        </p:cTn>
                                        <p:tgtEl>
                                          <p:spTgt spid="6"/>
                                        </p:tgtEl>
                                      </p:cBhvr>
                                      <p:to x="100000" y="100000"/>
                                    </p:animScale>
                                    <p:animScale>
                                      <p:cBhvr>
                                        <p:cTn id="329" dur="26">
                                          <p:stCondLst>
                                            <p:cond delay="1642"/>
                                          </p:stCondLst>
                                        </p:cTn>
                                        <p:tgtEl>
                                          <p:spTgt spid="6"/>
                                        </p:tgtEl>
                                      </p:cBhvr>
                                      <p:to x="100000" y="90000"/>
                                    </p:animScale>
                                    <p:animScale>
                                      <p:cBhvr>
                                        <p:cTn id="330" dur="166" decel="50000">
                                          <p:stCondLst>
                                            <p:cond delay="1668"/>
                                          </p:stCondLst>
                                        </p:cTn>
                                        <p:tgtEl>
                                          <p:spTgt spid="6"/>
                                        </p:tgtEl>
                                      </p:cBhvr>
                                      <p:to x="100000" y="100000"/>
                                    </p:animScale>
                                    <p:animScale>
                                      <p:cBhvr>
                                        <p:cTn id="331" dur="26">
                                          <p:stCondLst>
                                            <p:cond delay="1808"/>
                                          </p:stCondLst>
                                        </p:cTn>
                                        <p:tgtEl>
                                          <p:spTgt spid="6"/>
                                        </p:tgtEl>
                                      </p:cBhvr>
                                      <p:to x="100000" y="95000"/>
                                    </p:animScale>
                                    <p:animScale>
                                      <p:cBhvr>
                                        <p:cTn id="332" dur="166" decel="50000">
                                          <p:stCondLst>
                                            <p:cond delay="1834"/>
                                          </p:stCondLst>
                                        </p:cTn>
                                        <p:tgtEl>
                                          <p:spTgt spid="6"/>
                                        </p:tgtEl>
                                      </p:cBhvr>
                                      <p:to x="100000" y="100000"/>
                                    </p:animScale>
                                    <p:set>
                                      <p:cBhvr>
                                        <p:cTn id="333" dur="1" fill="hold">
                                          <p:stCondLst>
                                            <p:cond delay="1999"/>
                                          </p:stCondLst>
                                        </p:cTn>
                                        <p:tgtEl>
                                          <p:spTgt spid="6"/>
                                        </p:tgtEl>
                                        <p:attrNameLst>
                                          <p:attrName>style.visibility</p:attrName>
                                        </p:attrNameLst>
                                      </p:cBhvr>
                                      <p:to>
                                        <p:strVal val="hidden"/>
                                      </p:to>
                                    </p:set>
                                  </p:childTnLst>
                                </p:cTn>
                              </p:par>
                              <p:par>
                                <p:cTn id="334" presetID="22" presetClass="exit" presetSubtype="4" fill="hold" nodeType="withEffect">
                                  <p:stCondLst>
                                    <p:cond delay="0"/>
                                  </p:stCondLst>
                                  <p:childTnLst>
                                    <p:animEffect transition="out" filter="wipe(down)">
                                      <p:cBhvr>
                                        <p:cTn id="335" dur="500"/>
                                        <p:tgtEl>
                                          <p:spTgt spid="132"/>
                                        </p:tgtEl>
                                      </p:cBhvr>
                                    </p:animEffect>
                                    <p:set>
                                      <p:cBhvr>
                                        <p:cTn id="336" dur="1" fill="hold">
                                          <p:stCondLst>
                                            <p:cond delay="499"/>
                                          </p:stCondLst>
                                        </p:cTn>
                                        <p:tgtEl>
                                          <p:spTgt spid="132"/>
                                        </p:tgtEl>
                                        <p:attrNameLst>
                                          <p:attrName>style.visibility</p:attrName>
                                        </p:attrNameLst>
                                      </p:cBhvr>
                                      <p:to>
                                        <p:strVal val="hidden"/>
                                      </p:to>
                                    </p:set>
                                  </p:childTnLst>
                                </p:cTn>
                              </p:par>
                            </p:childTnLst>
                          </p:cTn>
                        </p:par>
                        <p:par>
                          <p:cTn id="337" fill="hold">
                            <p:stCondLst>
                              <p:cond delay="6000"/>
                            </p:stCondLst>
                            <p:childTnLst>
                              <p:par>
                                <p:cTn id="338" presetID="22" presetClass="exit" presetSubtype="1" fill="hold" nodeType="afterEffect">
                                  <p:stCondLst>
                                    <p:cond delay="0"/>
                                  </p:stCondLst>
                                  <p:childTnLst>
                                    <p:animEffect transition="out" filter="wipe(up)">
                                      <p:cBhvr>
                                        <p:cTn id="339" dur="500"/>
                                        <p:tgtEl>
                                          <p:spTgt spid="119"/>
                                        </p:tgtEl>
                                      </p:cBhvr>
                                    </p:animEffect>
                                    <p:set>
                                      <p:cBhvr>
                                        <p:cTn id="340" dur="1" fill="hold">
                                          <p:stCondLst>
                                            <p:cond delay="499"/>
                                          </p:stCondLst>
                                        </p:cTn>
                                        <p:tgtEl>
                                          <p:spTgt spid="1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75" grpId="0" uiExpand="1" build="p" autoUpdateAnimBg="0"/>
      <p:bldP spid="77" grpId="0"/>
      <p:bldP spid="97" grpId="0" animBg="1"/>
      <p:bldP spid="97" grpId="1" animBg="1"/>
      <p:bldP spid="97" grpId="2" animBg="1"/>
      <p:bldP spid="97" grpId="3" animBg="1"/>
      <p:bldP spid="111" grpId="0"/>
      <p:bldP spid="125" grpId="0" animBg="1"/>
      <p:bldP spid="125" grpId="1" animBg="1"/>
      <p:bldP spid="125" grpId="2" animBg="1"/>
      <p:bldP spid="13" grpId="0" animBg="1"/>
      <p:bldP spid="13" grpId="1" animBg="1"/>
      <p:bldP spid="30" grpId="0"/>
      <p:bldP spid="30" grpId="1"/>
      <p:bldP spid="41" grpId="0" animBg="1"/>
      <p:bldP spid="41" grpId="1" animBg="1"/>
      <p:bldP spid="45" grpId="0" animBg="1"/>
      <p:bldP spid="45" grpId="1" animBg="1"/>
      <p:bldP spid="127" grpId="0"/>
      <p:bldP spid="127"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3F4011A-7BCF-0297-DF78-DCC3CAA58145}"/>
              </a:ext>
            </a:extLst>
          </p:cNvPr>
          <p:cNvSpPr>
            <a:spLocks noGrp="1"/>
          </p:cNvSpPr>
          <p:nvPr>
            <p:ph type="sldNum" sz="quarter" idx="12"/>
          </p:nvPr>
        </p:nvSpPr>
        <p:spPr/>
        <p:txBody>
          <a:bodyPr/>
          <a:lstStyle/>
          <a:p>
            <a:fld id="{D7C0FE0B-717B-41AE-9FA2-CA4BF851D1C3}" type="slidenum">
              <a:rPr lang="zh-CN" altLang="en-US" smtClean="0"/>
              <a:t>18</a:t>
            </a:fld>
            <a:endParaRPr lang="zh-CN" altLang="en-US"/>
          </a:p>
        </p:txBody>
      </p:sp>
      <p:sp>
        <p:nvSpPr>
          <p:cNvPr id="4" name="文本框 3">
            <a:extLst>
              <a:ext uri="{FF2B5EF4-FFF2-40B4-BE49-F238E27FC236}">
                <a16:creationId xmlns:a16="http://schemas.microsoft.com/office/drawing/2014/main" id="{3BB42C8E-459C-2FCB-1406-56819B39F860}"/>
              </a:ext>
            </a:extLst>
          </p:cNvPr>
          <p:cNvSpPr txBox="1"/>
          <p:nvPr/>
        </p:nvSpPr>
        <p:spPr>
          <a:xfrm>
            <a:off x="474478" y="730635"/>
            <a:ext cx="2566433" cy="400110"/>
          </a:xfrm>
          <a:prstGeom prst="rect">
            <a:avLst/>
          </a:prstGeom>
          <a:noFill/>
        </p:spPr>
        <p:txBody>
          <a:bodyPr wrap="square">
            <a:spAutoFit/>
          </a:bodyPr>
          <a:lstStyle/>
          <a:p>
            <a:pPr marR="57785" algn="just" eaLnBrk="1">
              <a:buNone/>
            </a:pPr>
            <a:r>
              <a:rPr lang="en-US" altLang="zh-CN" sz="2000" b="1" dirty="0">
                <a:solidFill>
                  <a:srgbClr val="C00000"/>
                </a:solidFill>
                <a:effectLst>
                  <a:outerShdw blurRad="38100" dist="38100" dir="2700000" algn="tl">
                    <a:srgbClr val="000000">
                      <a:alpha val="43137"/>
                    </a:srgbClr>
                  </a:outerShdw>
                </a:effectLst>
                <a:latin typeface="楷体" panose="02010609060101010101" pitchFamily="49" charset="-122"/>
                <a:ea typeface="宋体" panose="02010600030101010101" pitchFamily="2" charset="-122"/>
                <a:cs typeface="Times New Roman" panose="02020603050405020304" pitchFamily="18" charset="0"/>
              </a:rPr>
              <a:t>1. </a:t>
            </a:r>
            <a:r>
              <a:rPr lang="zh-CN" altLang="zh-CN" sz="20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平衡二叉树定义</a:t>
            </a:r>
            <a:endParaRPr lang="zh-CN" altLang="zh-CN" sz="200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9BD6CA78-9417-A681-08A0-727CC7802915}"/>
              </a:ext>
            </a:extLst>
          </p:cNvPr>
          <p:cNvSpPr txBox="1"/>
          <p:nvPr/>
        </p:nvSpPr>
        <p:spPr>
          <a:xfrm>
            <a:off x="1048636" y="254527"/>
            <a:ext cx="3363876" cy="461665"/>
          </a:xfrm>
          <a:prstGeom prst="rect">
            <a:avLst/>
          </a:prstGeom>
          <a:noFill/>
        </p:spPr>
        <p:txBody>
          <a:bodyPr wrap="square">
            <a:spAutoFit/>
          </a:bodyPr>
          <a:lstStyle/>
          <a:p>
            <a:pPr indent="270510">
              <a:spcBef>
                <a:spcPts val="1300"/>
              </a:spcBef>
              <a:spcAft>
                <a:spcPts val="1300"/>
              </a:spcAft>
              <a:buNone/>
            </a:pPr>
            <a:r>
              <a:rPr lang="en-US"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9.2.2  </a:t>
            </a:r>
            <a:r>
              <a:rPr lang="zh-CN"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平衡二叉树</a:t>
            </a:r>
            <a:endPar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D1C78945-096C-13E6-4771-811D5013D746}"/>
              </a:ext>
            </a:extLst>
          </p:cNvPr>
          <p:cNvSpPr txBox="1"/>
          <p:nvPr/>
        </p:nvSpPr>
        <p:spPr>
          <a:xfrm>
            <a:off x="274739" y="1211869"/>
            <a:ext cx="6234666" cy="5391604"/>
          </a:xfrm>
          <a:prstGeom prst="rect">
            <a:avLst/>
          </a:prstGeom>
          <a:noFill/>
        </p:spPr>
        <p:txBody>
          <a:bodyPr wrap="square">
            <a:spAutoFit/>
          </a:bodyPr>
          <a:lstStyle/>
          <a:p>
            <a:pPr marR="57785" indent="266700" algn="just" eaLnBrk="1">
              <a:lnSpc>
                <a:spcPct val="115000"/>
              </a:lnSpc>
              <a:buNone/>
            </a:pPr>
            <a:r>
              <a:rPr lang="zh-CN" altLang="zh-CN" sz="18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平衡二叉树</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Balanced Binary Tree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Height-Balanced Tree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）又称</a:t>
            </a:r>
            <a:r>
              <a:rPr lang="en-US" altLang="zh-CN" sz="1800" b="1"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AVL</a:t>
            </a:r>
            <a:r>
              <a:rPr lang="zh-CN" altLang="zh-CN" sz="18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树</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（取自两位发明者的名字</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Adelson-</a:t>
            </a:r>
            <a:r>
              <a:rPr lang="en-US" altLang="zh-CN" sz="18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Velskii</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Landis</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）是带有平衡条件的二叉排序树。它或者是一棵空树，或者是具有下列性质的二叉排序树：它的左子树和右子树的都是平衡二叉树，且左、右子树的深度之差不超过</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。为了避免频繁求任一子树的高度，在每个节点增设一个域，存放以该节点为根的子树的高度或平衡性相关的值，主要分两种：</a:t>
            </a:r>
            <a:endParaRPr lang="zh-CN" altLang="zh-CN" sz="12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342900" marR="57785" lvl="0" indent="-342900" algn="just" eaLnBrk="1">
              <a:lnSpc>
                <a:spcPct val="115000"/>
              </a:lnSpc>
              <a:spcBef>
                <a:spcPts val="600"/>
              </a:spcBef>
              <a:buFont typeface="+mj-lt"/>
              <a:buAutoNum type="arabicPeriod"/>
            </a:pPr>
            <a:r>
              <a:rPr lang="zh-CN" altLang="zh-CN" sz="18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平衡因子</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Balanced Factor</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），定义为该节点的左子树的深度减去它的右子树的深度。平衡二叉树上所有节点的平衡因子只能是</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。只要有一个节点的平衡因子绝对值大于</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，则该二叉树就是不平衡的。</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57785" lvl="0" indent="-342900" algn="just" eaLnBrk="1">
              <a:lnSpc>
                <a:spcPct val="115000"/>
              </a:lnSpc>
              <a:spcBef>
                <a:spcPts val="600"/>
              </a:spcBef>
              <a:buFont typeface="+mj-lt"/>
              <a:buAutoNum type="arabicPeriod"/>
            </a:pPr>
            <a:r>
              <a:rPr lang="zh-CN" altLang="zh-CN" sz="1800" dirty="0">
                <a:solidFill>
                  <a:srgbClr val="000000"/>
                </a:solidFill>
                <a:effectLst/>
                <a:ea typeface="黑体" panose="02010609060101010101" pitchFamily="49" charset="-122"/>
                <a:cs typeface="Courier New" panose="02070309020205020404" pitchFamily="49" charset="0"/>
              </a:rPr>
              <a:t>树高度</a:t>
            </a:r>
            <a:r>
              <a:rPr lang="zh-CN" altLang="zh-CN" sz="18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等线" panose="02010600030101010101" pitchFamily="2" charset="-122"/>
              </a:rPr>
              <a:t>Height of Tree</a:t>
            </a:r>
            <a:r>
              <a:rPr lang="zh-CN" altLang="zh-CN" sz="18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dirty="0">
                <a:solidFill>
                  <a:srgbClr val="000000"/>
                </a:solidFill>
                <a:effectLst/>
                <a:cs typeface="Times New Roman" panose="02020603050405020304" pitchFamily="18" charset="0"/>
              </a:rPr>
              <a:t>，定义为以该节点为根的子树的高度（空树高度为</a:t>
            </a:r>
            <a:r>
              <a:rPr lang="en-US" altLang="zh-CN" sz="1800" dirty="0">
                <a:solidFill>
                  <a:srgbClr val="FF0000"/>
                </a:solidFill>
                <a:effectLst/>
                <a:cs typeface="Times New Roman" panose="02020603050405020304" pitchFamily="18" charset="0"/>
              </a:rPr>
              <a:t>0</a:t>
            </a:r>
            <a:r>
              <a:rPr lang="zh-CN" altLang="zh-CN" sz="1800" dirty="0">
                <a:solidFill>
                  <a:srgbClr val="000000"/>
                </a:solidFill>
                <a:effectLst/>
                <a:cs typeface="Times New Roman" panose="02020603050405020304" pitchFamily="18" charset="0"/>
              </a:rPr>
              <a:t>）。平衡二叉树上所有节点的左右子树的高度之差不超过</a:t>
            </a:r>
            <a:r>
              <a:rPr lang="en-US" altLang="zh-CN" sz="1800" dirty="0">
                <a:solidFill>
                  <a:srgbClr val="000000"/>
                </a:solidFill>
                <a:effectLst/>
              </a:rPr>
              <a:t>1</a:t>
            </a:r>
            <a:r>
              <a:rPr lang="zh-CN" altLang="zh-CN" sz="1800" dirty="0">
                <a:solidFill>
                  <a:srgbClr val="000000"/>
                </a:solidFill>
                <a:effectLst/>
                <a:cs typeface="Times New Roman" panose="02020603050405020304" pitchFamily="18" charset="0"/>
              </a:rPr>
              <a:t>（树</a:t>
            </a:r>
            <a:r>
              <a:rPr lang="zh-CN" altLang="en-US" dirty="0">
                <a:solidFill>
                  <a:srgbClr val="000000"/>
                </a:solidFill>
                <a:cs typeface="Times New Roman" panose="02020603050405020304" pitchFamily="18" charset="0"/>
              </a:rPr>
              <a:t>的</a:t>
            </a:r>
            <a:r>
              <a:rPr lang="zh-CN" altLang="zh-CN" sz="1800" b="1" dirty="0">
                <a:solidFill>
                  <a:srgbClr val="041ABC"/>
                </a:solidFill>
                <a:effectLst>
                  <a:outerShdw blurRad="38100" dist="38100" dir="2700000" algn="tl">
                    <a:srgbClr val="000000">
                      <a:alpha val="43137"/>
                    </a:srgbClr>
                  </a:outerShdw>
                </a:effectLst>
                <a:cs typeface="Times New Roman" panose="02020603050405020304" pitchFamily="18" charset="0"/>
              </a:rPr>
              <a:t>高度</a:t>
            </a:r>
            <a:r>
              <a:rPr lang="zh-CN" altLang="zh-CN" sz="1800" dirty="0">
                <a:solidFill>
                  <a:srgbClr val="000000"/>
                </a:solidFill>
                <a:effectLst/>
                <a:cs typeface="Times New Roman" panose="02020603050405020304" pitchFamily="18" charset="0"/>
              </a:rPr>
              <a:t>和</a:t>
            </a:r>
            <a:r>
              <a:rPr lang="zh-CN" altLang="zh-CN" b="1" dirty="0">
                <a:solidFill>
                  <a:srgbClr val="041ABC"/>
                </a:solidFill>
                <a:effectLst>
                  <a:outerShdw blurRad="38100" dist="38100" dir="2700000" algn="tl">
                    <a:srgbClr val="000000">
                      <a:alpha val="43137"/>
                    </a:srgbClr>
                  </a:outerShdw>
                </a:effectLst>
                <a:cs typeface="Times New Roman" panose="02020603050405020304" pitchFamily="18" charset="0"/>
              </a:rPr>
              <a:t>深度</a:t>
            </a:r>
            <a:r>
              <a:rPr lang="zh-CN" altLang="zh-CN" sz="1800" dirty="0">
                <a:solidFill>
                  <a:srgbClr val="000000"/>
                </a:solidFill>
                <a:effectLst/>
                <a:cs typeface="Times New Roman" panose="02020603050405020304" pitchFamily="18" charset="0"/>
              </a:rPr>
              <a:t>是同义词）。</a:t>
            </a:r>
            <a:endParaRPr lang="en-US" altLang="zh-CN" sz="1800" dirty="0">
              <a:solidFill>
                <a:srgbClr val="000000"/>
              </a:solidFill>
              <a:effectLst/>
              <a:cs typeface="Times New Roman" panose="02020603050405020304" pitchFamily="18" charset="0"/>
            </a:endParaRPr>
          </a:p>
          <a:p>
            <a:pPr marR="57785" lvl="0" algn="just">
              <a:lnSpc>
                <a:spcPct val="115000"/>
              </a:lnSpc>
              <a:spcBef>
                <a:spcPts val="600"/>
              </a:spcBef>
            </a:pPr>
            <a:r>
              <a:rPr lang="zh-CN" altLang="zh-CN" dirty="0">
                <a:solidFill>
                  <a:srgbClr val="000000"/>
                </a:solidFill>
                <a:latin typeface="Times New Roman" panose="02020603050405020304" pitchFamily="18" charset="0"/>
                <a:cs typeface="Times New Roman" panose="02020603050405020304" pitchFamily="18" charset="0"/>
              </a:rPr>
              <a:t>下面基于在节点增设高度域</a:t>
            </a:r>
            <a:r>
              <a:rPr lang="en-US" altLang="zh-CN" dirty="0">
                <a:solidFill>
                  <a:srgbClr val="000000"/>
                </a:solidFill>
                <a:latin typeface="Courier New" panose="02070309020205020404" pitchFamily="49" charset="0"/>
                <a:cs typeface="宋体" panose="02010600030101010101" pitchFamily="2" charset="-122"/>
              </a:rPr>
              <a:t>h</a:t>
            </a:r>
            <a:r>
              <a:rPr lang="zh-CN" altLang="zh-CN" dirty="0">
                <a:solidFill>
                  <a:srgbClr val="000000"/>
                </a:solidFill>
                <a:latin typeface="Times New Roman" panose="02020603050405020304" pitchFamily="18" charset="0"/>
                <a:cs typeface="Times New Roman" panose="02020603050405020304" pitchFamily="18" charset="0"/>
              </a:rPr>
              <a:t>展开对</a:t>
            </a:r>
            <a:r>
              <a:rPr lang="en-US" altLang="zh-CN" dirty="0" err="1">
                <a:solidFill>
                  <a:srgbClr val="000000"/>
                </a:solidFill>
                <a:latin typeface="Times New Roman" panose="02020603050405020304" pitchFamily="18" charset="0"/>
                <a:cs typeface="宋体" panose="02010600030101010101" pitchFamily="2" charset="-122"/>
              </a:rPr>
              <a:t>AVL</a:t>
            </a:r>
            <a:r>
              <a:rPr lang="zh-CN" altLang="zh-CN" dirty="0">
                <a:solidFill>
                  <a:srgbClr val="000000"/>
                </a:solidFill>
                <a:latin typeface="Times New Roman" panose="02020603050405020304" pitchFamily="18" charset="0"/>
                <a:cs typeface="Times New Roman" panose="02020603050405020304" pitchFamily="18" charset="0"/>
              </a:rPr>
              <a:t>树的讨论，而设平衡因子的情形留给读者思考和练习。</a:t>
            </a:r>
            <a:endParaRPr lang="zh-CN" altLang="en-US" dirty="0"/>
          </a:p>
        </p:txBody>
      </p:sp>
      <p:sp>
        <p:nvSpPr>
          <p:cNvPr id="10" name="文本框 9">
            <a:extLst>
              <a:ext uri="{FF2B5EF4-FFF2-40B4-BE49-F238E27FC236}">
                <a16:creationId xmlns:a16="http://schemas.microsoft.com/office/drawing/2014/main" id="{2EA8DF11-4A93-84F7-53F1-1E68350D8985}"/>
              </a:ext>
            </a:extLst>
          </p:cNvPr>
          <p:cNvSpPr txBox="1"/>
          <p:nvPr/>
        </p:nvSpPr>
        <p:spPr>
          <a:xfrm>
            <a:off x="6655031" y="1211869"/>
            <a:ext cx="5262230" cy="5073761"/>
          </a:xfrm>
          <a:prstGeom prst="rect">
            <a:avLst/>
          </a:prstGeom>
          <a:noFill/>
        </p:spPr>
        <p:txBody>
          <a:bodyPr wrap="square">
            <a:spAutoFit/>
          </a:bodyPr>
          <a:lstStyle/>
          <a:p>
            <a:pPr marR="57785" algn="just" eaLnBrk="1">
              <a:lnSpc>
                <a:spcPct val="120000"/>
              </a:lnSpc>
              <a:buNone/>
            </a:pPr>
            <a:r>
              <a:rPr lang="en-US" altLang="zh-CN"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AVL</a:t>
            </a:r>
            <a:r>
              <a:rPr lang="zh-CN" altLang="zh-CN"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树的存储表示定义如下（在二叉链表基础上增设高度域</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h</a:t>
            </a:r>
            <a:r>
              <a:rPr lang="zh-CN" altLang="zh-CN"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），为讨论和代码简洁，直接用关键字代表数据元素，实际应用可根据需要增设其他数据域。</a:t>
            </a:r>
            <a:endPar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R="57785" eaLnBrk="0">
              <a:buNone/>
            </a:pPr>
            <a:r>
              <a:rPr lang="en-US" altLang="zh-CN"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typedef</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struct</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Av1Node</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R="57785" eaLnBrk="0">
              <a:buNone/>
            </a:pP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KeyType</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key</a:t>
            </a:r>
            <a:r>
              <a:rPr lang="en-US" altLang="zh-CN" dirty="0">
                <a:solidFill>
                  <a:srgbClr val="000000"/>
                </a:solidFill>
                <a:latin typeface="Courier New" panose="02070309020205020404" pitchFamily="49" charset="0"/>
                <a:ea typeface="宋体" panose="02010600030101010101" pitchFamily="2" charset="-122"/>
                <a:cs typeface="宋体" panose="02010600030101010101" pitchFamily="2" charset="-122"/>
              </a:rPr>
              <a:t>;</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zh-CN" altLang="zh-CN"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关键字域</a:t>
            </a:r>
            <a:endParaRPr lang="en-US" altLang="zh-CN"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endParaRPr>
          </a:p>
          <a:p>
            <a:pPr marR="57785" eaLnBrk="0"/>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Av1Node</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lchild</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cs typeface="宋体" panose="02010600030101010101" pitchFamily="2" charset="-122"/>
              </a:rPr>
              <a:t>// </a:t>
            </a:r>
            <a:r>
              <a:rPr lang="zh-CN" altLang="zh-CN" dirty="0">
                <a:solidFill>
                  <a:schemeClr val="accent6">
                    <a:lumMod val="75000"/>
                  </a:schemeClr>
                </a:solidFill>
                <a:latin typeface="Courier New" panose="02070309020205020404" pitchFamily="49" charset="0"/>
                <a:cs typeface="宋体" panose="02010600030101010101" pitchFamily="2" charset="-122"/>
              </a:rPr>
              <a:t>左孩子指针域</a:t>
            </a:r>
          </a:p>
          <a:p>
            <a:pPr marR="57785" eaLnBrk="0">
              <a:buNone/>
            </a:pP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rchild</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右孩子指针域</a:t>
            </a:r>
          </a:p>
          <a:p>
            <a:pPr marR="57785" eaLnBrk="0">
              <a:buNone/>
            </a:pP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int</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h;  </a:t>
            </a:r>
            <a:r>
              <a:rPr lang="en-US" altLang="zh-CN" dirty="0">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 </a:t>
            </a:r>
            <a:r>
              <a:rPr lang="zh-CN" altLang="zh-CN" dirty="0">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保存本节点为根的子树的高度</a:t>
            </a:r>
          </a:p>
          <a:p>
            <a:pPr marR="57785" eaLnBrk="1">
              <a:spcAft>
                <a:spcPts val="600"/>
              </a:spcAft>
              <a:buNone/>
            </a:pPr>
            <a:r>
              <a:rPr lang="en-US" altLang="zh-CN"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AvlNode</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AvlTree</a:t>
            </a:r>
            <a:r>
              <a:rPr lang="en-US" altLang="zh-CN"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dirty="0">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 </a:t>
            </a:r>
            <a:r>
              <a:rPr lang="en-US" altLang="zh-CN" dirty="0" err="1">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AVL</a:t>
            </a:r>
            <a:r>
              <a:rPr lang="zh-CN" altLang="zh-CN" dirty="0">
                <a:solidFill>
                  <a:schemeClr val="accent6">
                    <a:lumMod val="75000"/>
                  </a:schemeClr>
                </a:solidFill>
                <a:latin typeface="Courier New" panose="02070309020205020404" pitchFamily="49" charset="0"/>
                <a:ea typeface="宋体" panose="02010600030101010101" pitchFamily="2" charset="-122"/>
                <a:cs typeface="宋体" panose="02010600030101010101" pitchFamily="2" charset="-122"/>
              </a:rPr>
              <a:t>树指针类型</a:t>
            </a:r>
          </a:p>
          <a:p>
            <a:pPr algn="just">
              <a:buNone/>
            </a:pPr>
            <a:endParaRPr lang="en-US" altLang="zh-CN" kern="100" dirty="0">
              <a:effectLst/>
              <a:latin typeface="Courier New" panose="02070309020205020404" pitchFamily="49" charset="0"/>
              <a:ea typeface="宋体" panose="02010600030101010101" pitchFamily="2" charset="-122"/>
              <a:cs typeface="Courier New" panose="02070309020205020404" pitchFamily="49" charset="0"/>
            </a:endParaRPr>
          </a:p>
          <a:p>
            <a:pPr algn="just">
              <a:lnSpc>
                <a:spcPct val="120000"/>
              </a:lnSpc>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我们希望由任何初始序列插入构成的二叉排序树都是</a:t>
            </a:r>
            <a:r>
              <a:rPr lang="en-US" altLang="zh-CN" kern="100" dirty="0" err="1">
                <a:effectLst/>
                <a:latin typeface="Times New Roman" panose="02020603050405020304" pitchFamily="18" charset="0"/>
                <a:ea typeface="宋体" panose="02010600030101010101" pitchFamily="2" charset="-122"/>
                <a:cs typeface="Times New Roman" panose="02020603050405020304" pitchFamily="18" charset="0"/>
              </a:rPr>
              <a:t>AVL</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树。</a:t>
            </a:r>
            <a:r>
              <a:rPr lang="en-US" altLang="zh-CN" kern="100" dirty="0" err="1">
                <a:effectLst/>
                <a:latin typeface="Times New Roman" panose="02020603050405020304" pitchFamily="18" charset="0"/>
                <a:ea typeface="宋体" panose="02010600030101010101" pitchFamily="2" charset="-122"/>
                <a:cs typeface="Times New Roman" panose="02020603050405020304" pitchFamily="18" charset="0"/>
              </a:rPr>
              <a:t>AVL</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树上任何节点的左、右子树的高度之差不大于</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，可以证明它的高度和</a:t>
            </a:r>
            <a:r>
              <a:rPr lang="en-US" altLang="zh-CN" kern="100" dirty="0" err="1">
                <a:effectLst/>
                <a:latin typeface="Times New Roman" panose="02020603050405020304" pitchFamily="18" charset="0"/>
                <a:ea typeface="宋体" panose="02010600030101010101" pitchFamily="2" charset="-122"/>
                <a:cs typeface="Times New Roman" panose="02020603050405020304" pitchFamily="18" charset="0"/>
              </a:rPr>
              <a:t>log</a:t>
            </a:r>
            <a:r>
              <a:rPr lang="en-US" altLang="zh-CN"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是同数量级的（其中</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为节点个数）。因此它的平均查找长度也和</a:t>
            </a:r>
            <a:r>
              <a:rPr lang="en-US" altLang="zh-CN" kern="100" dirty="0" err="1">
                <a:effectLst/>
                <a:latin typeface="Times New Roman" panose="02020603050405020304" pitchFamily="18" charset="0"/>
                <a:ea typeface="宋体" panose="02010600030101010101" pitchFamily="2" charset="-122"/>
                <a:cs typeface="Times New Roman" panose="02020603050405020304" pitchFamily="18" charset="0"/>
              </a:rPr>
              <a:t>log</a:t>
            </a:r>
            <a:r>
              <a:rPr lang="en-US" altLang="zh-CN"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同数量级。</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34215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1000"/>
                                        <p:tgtEl>
                                          <p:spTgt spid="10">
                                            <p:txEl>
                                              <p:pRg st="0" end="0"/>
                                            </p:txEl>
                                          </p:spTgt>
                                        </p:tgtEl>
                                      </p:cBhvr>
                                    </p:animEffect>
                                    <p:anim calcmode="lin" valueType="num">
                                      <p:cBhvr>
                                        <p:cTn id="36"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1" end="1"/>
                                            </p:txEl>
                                          </p:spTgt>
                                        </p:tgtEl>
                                        <p:attrNameLst>
                                          <p:attrName>style.visibility</p:attrName>
                                        </p:attrNameLst>
                                      </p:cBhvr>
                                      <p:to>
                                        <p:strVal val="visible"/>
                                      </p:to>
                                    </p:set>
                                    <p:animEffect transition="in" filter="fade">
                                      <p:cBhvr>
                                        <p:cTn id="42" dur="1000"/>
                                        <p:tgtEl>
                                          <p:spTgt spid="10">
                                            <p:txEl>
                                              <p:pRg st="1" end="1"/>
                                            </p:txEl>
                                          </p:spTgt>
                                        </p:tgtEl>
                                      </p:cBhvr>
                                    </p:animEffect>
                                    <p:anim calcmode="lin" valueType="num">
                                      <p:cBhvr>
                                        <p:cTn id="4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2" end="2"/>
                                            </p:txEl>
                                          </p:spTgt>
                                        </p:tgtEl>
                                        <p:attrNameLst>
                                          <p:attrName>style.visibility</p:attrName>
                                        </p:attrNameLst>
                                      </p:cBhvr>
                                      <p:to>
                                        <p:strVal val="visible"/>
                                      </p:to>
                                    </p:set>
                                    <p:animEffect transition="in" filter="fade">
                                      <p:cBhvr>
                                        <p:cTn id="49" dur="1000"/>
                                        <p:tgtEl>
                                          <p:spTgt spid="10">
                                            <p:txEl>
                                              <p:pRg st="2" end="2"/>
                                            </p:txEl>
                                          </p:spTgt>
                                        </p:tgtEl>
                                      </p:cBhvr>
                                    </p:animEffect>
                                    <p:anim calcmode="lin" valueType="num">
                                      <p:cBhvr>
                                        <p:cTn id="50"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3" end="3"/>
                                            </p:txEl>
                                          </p:spTgt>
                                        </p:tgtEl>
                                        <p:attrNameLst>
                                          <p:attrName>style.visibility</p:attrName>
                                        </p:attrNameLst>
                                      </p:cBhvr>
                                      <p:to>
                                        <p:strVal val="visible"/>
                                      </p:to>
                                    </p:set>
                                    <p:animEffect transition="in" filter="fade">
                                      <p:cBhvr>
                                        <p:cTn id="56" dur="1000"/>
                                        <p:tgtEl>
                                          <p:spTgt spid="10">
                                            <p:txEl>
                                              <p:pRg st="3" end="3"/>
                                            </p:txEl>
                                          </p:spTgt>
                                        </p:tgtEl>
                                      </p:cBhvr>
                                    </p:animEffect>
                                    <p:anim calcmode="lin" valueType="num">
                                      <p:cBhvr>
                                        <p:cTn id="57"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0">
                                            <p:txEl>
                                              <p:pRg st="4" end="4"/>
                                            </p:txEl>
                                          </p:spTgt>
                                        </p:tgtEl>
                                        <p:attrNameLst>
                                          <p:attrName>style.visibility</p:attrName>
                                        </p:attrNameLst>
                                      </p:cBhvr>
                                      <p:to>
                                        <p:strVal val="visible"/>
                                      </p:to>
                                    </p:set>
                                    <p:animEffect transition="in" filter="fade">
                                      <p:cBhvr>
                                        <p:cTn id="61" dur="1000"/>
                                        <p:tgtEl>
                                          <p:spTgt spid="10">
                                            <p:txEl>
                                              <p:pRg st="4" end="4"/>
                                            </p:txEl>
                                          </p:spTgt>
                                        </p:tgtEl>
                                      </p:cBhvr>
                                    </p:animEffect>
                                    <p:anim calcmode="lin" valueType="num">
                                      <p:cBhvr>
                                        <p:cTn id="6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0">
                                            <p:txEl>
                                              <p:pRg st="5" end="5"/>
                                            </p:txEl>
                                          </p:spTgt>
                                        </p:tgtEl>
                                        <p:attrNameLst>
                                          <p:attrName>style.visibility</p:attrName>
                                        </p:attrNameLst>
                                      </p:cBhvr>
                                      <p:to>
                                        <p:strVal val="visible"/>
                                      </p:to>
                                    </p:set>
                                    <p:animEffect transition="in" filter="fade">
                                      <p:cBhvr>
                                        <p:cTn id="68" dur="1000"/>
                                        <p:tgtEl>
                                          <p:spTgt spid="10">
                                            <p:txEl>
                                              <p:pRg st="5" end="5"/>
                                            </p:txEl>
                                          </p:spTgt>
                                        </p:tgtEl>
                                      </p:cBhvr>
                                    </p:animEffect>
                                    <p:anim calcmode="lin" valueType="num">
                                      <p:cBhvr>
                                        <p:cTn id="69"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70"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0">
                                            <p:txEl>
                                              <p:pRg st="6" end="6"/>
                                            </p:txEl>
                                          </p:spTgt>
                                        </p:tgtEl>
                                        <p:attrNameLst>
                                          <p:attrName>style.visibility</p:attrName>
                                        </p:attrNameLst>
                                      </p:cBhvr>
                                      <p:to>
                                        <p:strVal val="visible"/>
                                      </p:to>
                                    </p:set>
                                    <p:animEffect transition="in" filter="fade">
                                      <p:cBhvr>
                                        <p:cTn id="75" dur="1000"/>
                                        <p:tgtEl>
                                          <p:spTgt spid="10">
                                            <p:txEl>
                                              <p:pRg st="6" end="6"/>
                                            </p:txEl>
                                          </p:spTgt>
                                        </p:tgtEl>
                                      </p:cBhvr>
                                    </p:animEffect>
                                    <p:anim calcmode="lin" valueType="num">
                                      <p:cBhvr>
                                        <p:cTn id="76"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7"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0">
                                            <p:txEl>
                                              <p:pRg st="8" end="8"/>
                                            </p:txEl>
                                          </p:spTgt>
                                        </p:tgtEl>
                                        <p:attrNameLst>
                                          <p:attrName>style.visibility</p:attrName>
                                        </p:attrNameLst>
                                      </p:cBhvr>
                                      <p:to>
                                        <p:strVal val="visible"/>
                                      </p:to>
                                    </p:set>
                                    <p:animEffect transition="in" filter="fade">
                                      <p:cBhvr>
                                        <p:cTn id="82" dur="1000"/>
                                        <p:tgtEl>
                                          <p:spTgt spid="10">
                                            <p:txEl>
                                              <p:pRg st="8" end="8"/>
                                            </p:txEl>
                                          </p:spTgt>
                                        </p:tgtEl>
                                      </p:cBhvr>
                                    </p:animEffect>
                                    <p:anim calcmode="lin" valueType="num">
                                      <p:cBhvr>
                                        <p:cTn id="83"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4"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C9560A0-94BD-615B-40D8-8FD3FEBFE6B1}"/>
              </a:ext>
            </a:extLst>
          </p:cNvPr>
          <p:cNvSpPr>
            <a:spLocks noGrp="1"/>
          </p:cNvSpPr>
          <p:nvPr>
            <p:ph type="sldNum" sz="quarter" idx="12"/>
          </p:nvPr>
        </p:nvSpPr>
        <p:spPr/>
        <p:txBody>
          <a:bodyPr/>
          <a:lstStyle/>
          <a:p>
            <a:fld id="{D7C0FE0B-717B-41AE-9FA2-CA4BF851D1C3}" type="slidenum">
              <a:rPr lang="zh-CN" altLang="en-US" smtClean="0"/>
              <a:t>19</a:t>
            </a:fld>
            <a:endParaRPr lang="zh-CN" altLang="en-US"/>
          </a:p>
        </p:txBody>
      </p:sp>
      <p:sp>
        <p:nvSpPr>
          <p:cNvPr id="4" name="文本框 3">
            <a:extLst>
              <a:ext uri="{FF2B5EF4-FFF2-40B4-BE49-F238E27FC236}">
                <a16:creationId xmlns:a16="http://schemas.microsoft.com/office/drawing/2014/main" id="{5C10F61A-3E3F-CE57-9EAC-8C283E09ECCC}"/>
              </a:ext>
            </a:extLst>
          </p:cNvPr>
          <p:cNvSpPr txBox="1"/>
          <p:nvPr/>
        </p:nvSpPr>
        <p:spPr>
          <a:xfrm>
            <a:off x="249865" y="713723"/>
            <a:ext cx="8128591" cy="5925148"/>
          </a:xfrm>
          <a:prstGeom prst="rect">
            <a:avLst/>
          </a:prstGeom>
          <a:noFill/>
        </p:spPr>
        <p:txBody>
          <a:bodyPr wrap="square">
            <a:spAutoFit/>
          </a:bodyPr>
          <a:lstStyle/>
          <a:p>
            <a:pPr marR="57785" algn="just" eaLnBrk="1">
              <a:lnSpc>
                <a:spcPct val="150000"/>
              </a:lnSpc>
              <a:spcBef>
                <a:spcPts val="600"/>
              </a:spcBef>
              <a:buNone/>
            </a:pPr>
            <a:r>
              <a:rPr lang="en-US" altLang="zh-CN" sz="2000" b="1" dirty="0">
                <a:solidFill>
                  <a:srgbClr val="C00000"/>
                </a:solidFill>
                <a:effectLst>
                  <a:outerShdw blurRad="38100" dist="38100" dir="2700000" algn="tl">
                    <a:srgbClr val="000000">
                      <a:alpha val="43137"/>
                    </a:srgbClr>
                  </a:outerShdw>
                </a:effectLst>
                <a:latin typeface="楷体" panose="02010609060101010101" pitchFamily="49" charset="-122"/>
                <a:ea typeface="宋体" panose="02010600030101010101" pitchFamily="2" charset="-122"/>
                <a:cs typeface="Times New Roman" panose="02020603050405020304" pitchFamily="18" charset="0"/>
              </a:rPr>
              <a:t>2. </a:t>
            </a:r>
            <a:r>
              <a:rPr lang="zh-CN" altLang="zh-CN" sz="20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平衡二叉树的插入</a:t>
            </a:r>
            <a:endParaRPr lang="zh-CN" altLang="zh-CN" sz="20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algn="just">
              <a:lnSpc>
                <a:spcPct val="115000"/>
              </a:lnSpc>
              <a:spcBef>
                <a:spcPts val="600"/>
              </a:spcBef>
              <a:buNone/>
            </a:pP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AVL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树的</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插入操作是在二叉排序树插入操基础上，需要维护通向</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根节点路径上的节点平衡性。一旦发生这种情况，</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则</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称该节点</a:t>
            </a:r>
            <a:r>
              <a:rPr lang="zh-CN" altLang="zh-CN" sz="1800" kern="100" dirty="0">
                <a:effectLst/>
                <a:latin typeface="等线" panose="02010600030101010101" pitchFamily="2" charset="-122"/>
                <a:ea typeface="黑体" panose="02010609060101010101" pitchFamily="49" charset="-122"/>
                <a:cs typeface="Times New Roman" panose="02020603050405020304" pitchFamily="18" charset="0"/>
              </a:rPr>
              <a:t>失衡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，恢复平衡后才认为本次插入完成。事实上，这总可以通过对树进行称为</a:t>
            </a:r>
            <a:r>
              <a:rPr lang="zh-CN" altLang="zh-CN" sz="1800" kern="100" dirty="0">
                <a:effectLst/>
                <a:latin typeface="等线" panose="02010600030101010101" pitchFamily="2" charset="-122"/>
                <a:ea typeface="黑体" panose="02010609060101010101" pitchFamily="49" charset="-122"/>
                <a:cs typeface="Times New Roman" panose="02020603050405020304" pitchFamily="18" charset="0"/>
              </a:rPr>
              <a:t>旋转</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rotation)</a:t>
            </a:r>
            <a:r>
              <a:rPr lang="zh-CN" altLang="zh-CN" kern="100" dirty="0">
                <a:latin typeface="Times New Roman" panose="02020603050405020304" pitchFamily="18" charset="0"/>
                <a:cs typeface="Times New Roman" panose="02020603050405020304" pitchFamily="18" charset="0"/>
              </a:rPr>
              <a:t>的简单修正做到</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在插入以后，可能破坏</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了父节点的平衡性，而不会影响其兄弟节点。</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只有那些从插入点到根节点的路径上的节点可能失衡，因为只有这些节点的子树可能发生变化。</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下面讨论在向上到根的路径上，对第一个这样的节点（即最深的节点）为根的子树如何维护平衡性，并证明这一重新平衡保证整棵树满足</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AVL</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特性。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把必须重新平衡的节点称作</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。由于任一节点最多有两个孩子，因此高度不平衡时，</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节点的两棵子树的高度差为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。这种不平衡可能出现在下面四种情况之中：</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spcBef>
                <a:spcPts val="600"/>
              </a:spcBef>
              <a:buFont typeface="Times New Roman" panose="02020603050405020304" pitchFamily="18" charset="0"/>
              <a:buAutoNum type="arabicPeriod"/>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的左孩子的左子树插入一个节点，称为</a:t>
            </a:r>
            <a:r>
              <a:rPr lang="en-US"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LL</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插入；</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spcBef>
                <a:spcPts val="600"/>
              </a:spcBef>
              <a:buFont typeface="Times New Roman" panose="02020603050405020304" pitchFamily="18" charset="0"/>
              <a:buAutoNum type="arabicPeriod"/>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的左孩子的右子树插入一个节点，称为</a:t>
            </a:r>
            <a:r>
              <a:rPr lang="en-US"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插入；</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spcBef>
                <a:spcPts val="600"/>
              </a:spcBef>
              <a:buFont typeface="Times New Roman" panose="02020603050405020304" pitchFamily="18" charset="0"/>
              <a:buAutoNum type="arabicPeriod"/>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的右孩子的左子树插入一个节点，称为</a:t>
            </a:r>
            <a:r>
              <a:rPr lang="en-US" altLang="zh-CN" b="1" kern="100" dirty="0" err="1">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RL</a:t>
            </a:r>
            <a:r>
              <a:rPr lang="zh-CN"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插入；</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spcBef>
                <a:spcPts val="600"/>
              </a:spcBef>
              <a:buFont typeface="Times New Roman" panose="02020603050405020304" pitchFamily="18" charset="0"/>
              <a:buAutoNum type="arabicPeriod"/>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的右孩子的右子树插入一个节点，称为</a:t>
            </a:r>
            <a:r>
              <a:rPr lang="en-US"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RR</a:t>
            </a:r>
            <a:r>
              <a:rPr lang="zh-CN"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插入。</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型插入是关于</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点的镜像对称，而情形</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型插入是关于</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点的镜像对称。因此，理论上只有两种情形，当然从编程的角度来看还是四种情形。</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5">
            <a:extLst>
              <a:ext uri="{FF2B5EF4-FFF2-40B4-BE49-F238E27FC236}">
                <a16:creationId xmlns:a16="http://schemas.microsoft.com/office/drawing/2014/main" id="{9BD6CA78-9417-A681-08A0-727CC7802915}"/>
              </a:ext>
            </a:extLst>
          </p:cNvPr>
          <p:cNvSpPr txBox="1"/>
          <p:nvPr/>
        </p:nvSpPr>
        <p:spPr>
          <a:xfrm>
            <a:off x="1165815" y="252058"/>
            <a:ext cx="3363876"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0510" algn="ctr">
              <a:spcBef>
                <a:spcPts val="1300"/>
              </a:spcBef>
              <a:spcAft>
                <a:spcPts val="1300"/>
              </a:spcAft>
              <a:buNone/>
            </a:pPr>
            <a:r>
              <a:rPr lang="en-US"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9.2.2  </a:t>
            </a:r>
            <a:r>
              <a:rPr lang="zh-CN"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平衡二叉树</a:t>
            </a:r>
            <a:r>
              <a:rPr lang="zh-CN" altLang="en-US"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（续）</a:t>
            </a:r>
            <a:endParaRPr lang="zh-CN" altLang="zh-CN" sz="2400" b="1" kern="100" dirty="0">
              <a:solidFill>
                <a:srgbClr val="041ABC"/>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7" name="文本框 6">
            <a:extLst>
              <a:ext uri="{FF2B5EF4-FFF2-40B4-BE49-F238E27FC236}">
                <a16:creationId xmlns:a16="http://schemas.microsoft.com/office/drawing/2014/main" id="{B3590C95-02C4-BE47-E5DC-FAE7F0B7565C}"/>
              </a:ext>
            </a:extLst>
          </p:cNvPr>
          <p:cNvSpPr txBox="1"/>
          <p:nvPr/>
        </p:nvSpPr>
        <p:spPr>
          <a:xfrm>
            <a:off x="9048307" y="1323583"/>
            <a:ext cx="2492006" cy="4683270"/>
          </a:xfrm>
          <a:prstGeom prst="rect">
            <a:avLst/>
          </a:prstGeom>
          <a:noFill/>
        </p:spPr>
        <p:txBody>
          <a:bodyPr wrap="square">
            <a:spAutoFit/>
          </a:bodyPr>
          <a:lstStyle/>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第一种情形（即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型或</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型）是插入发生在树的“外侧”的情形，通过对树一次</a:t>
            </a:r>
            <a:r>
              <a:rPr lang="zh-CN" altLang="zh-CN" sz="1800" kern="100" dirty="0">
                <a:effectLst/>
                <a:latin typeface="等线" panose="02010600030101010101" pitchFamily="2" charset="-122"/>
                <a:ea typeface="黑体" panose="02010609060101010101" pitchFamily="49" charset="-122"/>
                <a:cs typeface="Times New Roman" panose="02020603050405020304" pitchFamily="18" charset="0"/>
              </a:rPr>
              <a:t>单旋转</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single rotation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）可完成调整。</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第二种情形（即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型或</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型）是插入发生在树的“内侧”的情形，需要</a:t>
            </a:r>
            <a:r>
              <a:rPr lang="zh-CN" altLang="zh-CN" sz="1800" kern="100" dirty="0">
                <a:effectLst/>
                <a:latin typeface="等线" panose="02010600030101010101" pitchFamily="2" charset="-122"/>
                <a:ea typeface="黑体" panose="02010609060101010101" pitchFamily="49" charset="-122"/>
                <a:cs typeface="Times New Roman" panose="02020603050405020304" pitchFamily="18" charset="0"/>
              </a:rPr>
              <a:t>双旋转</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double rotation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）处理。</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这些旋转是对树的基本操作，也用于另一种平衡树——红黑树。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3021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animEffect transition="in" filter="fade">
                                      <p:cBhvr>
                                        <p:cTn id="40" dur="1000"/>
                                        <p:tgtEl>
                                          <p:spTgt spid="4">
                                            <p:txEl>
                                              <p:pRg st="5" end="5"/>
                                            </p:txEl>
                                          </p:spTgt>
                                        </p:tgtEl>
                                      </p:cBhvr>
                                    </p:animEffect>
                                    <p:anim calcmode="lin" valueType="num">
                                      <p:cBhvr>
                                        <p:cTn id="41"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Effect transition="in" filter="fade">
                                      <p:cBhvr>
                                        <p:cTn id="47" dur="1000"/>
                                        <p:tgtEl>
                                          <p:spTgt spid="4">
                                            <p:txEl>
                                              <p:pRg st="6" end="6"/>
                                            </p:txEl>
                                          </p:spTgt>
                                        </p:tgtEl>
                                      </p:cBhvr>
                                    </p:animEffect>
                                    <p:anim calcmode="lin" valueType="num">
                                      <p:cBhvr>
                                        <p:cTn id="4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4">
                                            <p:txEl>
                                              <p:pRg st="7" end="7"/>
                                            </p:txEl>
                                          </p:spTgt>
                                        </p:tgtEl>
                                        <p:attrNameLst>
                                          <p:attrName>style.visibility</p:attrName>
                                        </p:attrNameLst>
                                      </p:cBhvr>
                                      <p:to>
                                        <p:strVal val="visible"/>
                                      </p:to>
                                    </p:set>
                                    <p:animEffect transition="in" filter="fade">
                                      <p:cBhvr>
                                        <p:cTn id="54" dur="1000"/>
                                        <p:tgtEl>
                                          <p:spTgt spid="4">
                                            <p:txEl>
                                              <p:pRg st="7" end="7"/>
                                            </p:txEl>
                                          </p:spTgt>
                                        </p:tgtEl>
                                      </p:cBhvr>
                                    </p:animEffect>
                                    <p:anim calcmode="lin" valueType="num">
                                      <p:cBhvr>
                                        <p:cTn id="5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Effect transition="in" filter="fade">
                                      <p:cBhvr>
                                        <p:cTn id="61" dur="1000"/>
                                        <p:tgtEl>
                                          <p:spTgt spid="4">
                                            <p:txEl>
                                              <p:pRg st="8" end="8"/>
                                            </p:txEl>
                                          </p:spTgt>
                                        </p:tgtEl>
                                      </p:cBhvr>
                                    </p:animEffect>
                                    <p:anim calcmode="lin" valueType="num">
                                      <p:cBhvr>
                                        <p:cTn id="6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7">
                                            <p:txEl>
                                              <p:pRg st="0" end="0"/>
                                            </p:txEl>
                                          </p:spTgt>
                                        </p:tgtEl>
                                        <p:attrNameLst>
                                          <p:attrName>style.visibility</p:attrName>
                                        </p:attrNameLst>
                                      </p:cBhvr>
                                      <p:to>
                                        <p:strVal val="visible"/>
                                      </p:to>
                                    </p:set>
                                    <p:animEffect transition="in" filter="fade">
                                      <p:cBhvr>
                                        <p:cTn id="68" dur="1000"/>
                                        <p:tgtEl>
                                          <p:spTgt spid="7">
                                            <p:txEl>
                                              <p:pRg st="0" end="0"/>
                                            </p:txEl>
                                          </p:spTgt>
                                        </p:tgtEl>
                                      </p:cBhvr>
                                    </p:animEffect>
                                    <p:anim calcmode="lin" valueType="num">
                                      <p:cBhvr>
                                        <p:cTn id="6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7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7">
                                            <p:txEl>
                                              <p:pRg st="1" end="1"/>
                                            </p:txEl>
                                          </p:spTgt>
                                        </p:tgtEl>
                                        <p:attrNameLst>
                                          <p:attrName>style.visibility</p:attrName>
                                        </p:attrNameLst>
                                      </p:cBhvr>
                                      <p:to>
                                        <p:strVal val="visible"/>
                                      </p:to>
                                    </p:set>
                                    <p:animEffect transition="in" filter="fade">
                                      <p:cBhvr>
                                        <p:cTn id="75" dur="1000"/>
                                        <p:tgtEl>
                                          <p:spTgt spid="7">
                                            <p:txEl>
                                              <p:pRg st="1" end="1"/>
                                            </p:txEl>
                                          </p:spTgt>
                                        </p:tgtEl>
                                      </p:cBhvr>
                                    </p:animEffect>
                                    <p:anim calcmode="lin" valueType="num">
                                      <p:cBhvr>
                                        <p:cTn id="76"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77"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7">
                                            <p:txEl>
                                              <p:pRg st="2" end="2"/>
                                            </p:txEl>
                                          </p:spTgt>
                                        </p:tgtEl>
                                        <p:attrNameLst>
                                          <p:attrName>style.visibility</p:attrName>
                                        </p:attrNameLst>
                                      </p:cBhvr>
                                      <p:to>
                                        <p:strVal val="visible"/>
                                      </p:to>
                                    </p:set>
                                    <p:animEffect transition="in" filter="fade">
                                      <p:cBhvr>
                                        <p:cTn id="82" dur="1000"/>
                                        <p:tgtEl>
                                          <p:spTgt spid="7">
                                            <p:txEl>
                                              <p:pRg st="2" end="2"/>
                                            </p:txEl>
                                          </p:spTgt>
                                        </p:tgtEl>
                                      </p:cBhvr>
                                    </p:animEffect>
                                    <p:anim calcmode="lin" valueType="num">
                                      <p:cBhvr>
                                        <p:cTn id="8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84"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直接连接符 59">
            <a:extLst>
              <a:ext uri="{FF2B5EF4-FFF2-40B4-BE49-F238E27FC236}">
                <a16:creationId xmlns:a16="http://schemas.microsoft.com/office/drawing/2014/main" id="{EF55A01E-4B56-F9C7-123F-EC22F37253E9}"/>
              </a:ext>
            </a:extLst>
          </p:cNvPr>
          <p:cNvSpPr>
            <a:spLocks noChangeShapeType="1"/>
          </p:cNvSpPr>
          <p:nvPr/>
        </p:nvSpPr>
        <p:spPr bwMode="auto">
          <a:xfrm>
            <a:off x="9501823" y="4465139"/>
            <a:ext cx="269635" cy="304116"/>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55" name="直接连接符 54">
            <a:extLst>
              <a:ext uri="{FF2B5EF4-FFF2-40B4-BE49-F238E27FC236}">
                <a16:creationId xmlns:a16="http://schemas.microsoft.com/office/drawing/2014/main" id="{CC148789-F0F3-A381-1E98-60B2A4224E31}"/>
              </a:ext>
            </a:extLst>
          </p:cNvPr>
          <p:cNvSpPr>
            <a:spLocks noChangeShapeType="1"/>
          </p:cNvSpPr>
          <p:nvPr/>
        </p:nvSpPr>
        <p:spPr bwMode="auto">
          <a:xfrm flipH="1">
            <a:off x="8246340" y="5817050"/>
            <a:ext cx="3645" cy="293387"/>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9" name="直接连接符 8">
            <a:extLst>
              <a:ext uri="{FF2B5EF4-FFF2-40B4-BE49-F238E27FC236}">
                <a16:creationId xmlns:a16="http://schemas.microsoft.com/office/drawing/2014/main" id="{D09D1337-86E5-513C-05C1-5F92D02553FB}"/>
              </a:ext>
            </a:extLst>
          </p:cNvPr>
          <p:cNvSpPr>
            <a:spLocks noChangeShapeType="1"/>
          </p:cNvSpPr>
          <p:nvPr/>
        </p:nvSpPr>
        <p:spPr bwMode="auto">
          <a:xfrm flipH="1">
            <a:off x="8948513" y="1149927"/>
            <a:ext cx="315044" cy="32660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8" name="直接连接符 27">
            <a:extLst>
              <a:ext uri="{FF2B5EF4-FFF2-40B4-BE49-F238E27FC236}">
                <a16:creationId xmlns:a16="http://schemas.microsoft.com/office/drawing/2014/main" id="{4C63FF0B-72A4-B63C-8EED-76C99B031054}"/>
              </a:ext>
            </a:extLst>
          </p:cNvPr>
          <p:cNvSpPr>
            <a:spLocks noChangeShapeType="1"/>
          </p:cNvSpPr>
          <p:nvPr/>
        </p:nvSpPr>
        <p:spPr bwMode="auto">
          <a:xfrm>
            <a:off x="8928053" y="1788630"/>
            <a:ext cx="106117" cy="314451"/>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 name="灯片编号占位符 1">
            <a:extLst>
              <a:ext uri="{FF2B5EF4-FFF2-40B4-BE49-F238E27FC236}">
                <a16:creationId xmlns:a16="http://schemas.microsoft.com/office/drawing/2014/main" id="{5F531EAD-52C2-1667-76F3-1565516A611A}"/>
              </a:ext>
            </a:extLst>
          </p:cNvPr>
          <p:cNvSpPr>
            <a:spLocks noGrp="1"/>
          </p:cNvSpPr>
          <p:nvPr>
            <p:ph type="sldNum" sz="quarter" idx="12"/>
          </p:nvPr>
        </p:nvSpPr>
        <p:spPr>
          <a:xfrm>
            <a:off x="8828996" y="6325431"/>
            <a:ext cx="2743200" cy="365125"/>
          </a:xfrm>
        </p:spPr>
        <p:txBody>
          <a:bodyPr/>
          <a:lstStyle/>
          <a:p>
            <a:fld id="{D7C0FE0B-717B-41AE-9FA2-CA4BF851D1C3}" type="slidenum">
              <a:rPr lang="zh-CN" altLang="en-US" smtClean="0"/>
              <a:t>20</a:t>
            </a:fld>
            <a:endParaRPr lang="zh-CN" altLang="en-US" dirty="0"/>
          </a:p>
        </p:txBody>
      </p:sp>
      <p:sp>
        <p:nvSpPr>
          <p:cNvPr id="4" name="文本框 3">
            <a:extLst>
              <a:ext uri="{FF2B5EF4-FFF2-40B4-BE49-F238E27FC236}">
                <a16:creationId xmlns:a16="http://schemas.microsoft.com/office/drawing/2014/main" id="{F618E6C0-C551-C639-DDCD-0F0FF65F398B}"/>
              </a:ext>
            </a:extLst>
          </p:cNvPr>
          <p:cNvSpPr txBox="1"/>
          <p:nvPr/>
        </p:nvSpPr>
        <p:spPr>
          <a:xfrm>
            <a:off x="744538" y="816332"/>
            <a:ext cx="6095114" cy="5905143"/>
          </a:xfrm>
          <a:prstGeom prst="rect">
            <a:avLst/>
          </a:prstGeom>
          <a:noFill/>
        </p:spPr>
        <p:txBody>
          <a:bodyPr wrap="square">
            <a:spAutoFit/>
          </a:bodyPr>
          <a:lstStyle/>
          <a:p>
            <a:pPr>
              <a:lnSpc>
                <a:spcPct val="115000"/>
              </a:lnSpc>
              <a:spcBef>
                <a:spcPts val="600"/>
              </a:spcBef>
              <a:buNone/>
            </a:pPr>
            <a:r>
              <a:rPr lang="zh-CN"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）单旋转</a:t>
            </a:r>
            <a:endPar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Bef>
                <a:spcPts val="600"/>
              </a:spcBef>
              <a:buNone/>
            </a:pPr>
            <a:r>
              <a:rPr lang="zh-CN" altLang="zh-CN" sz="1800" kern="100" dirty="0">
                <a:solidFill>
                  <a:srgbClr val="041ABC"/>
                </a:solidFill>
                <a:effectLst>
                  <a:outerShdw blurRad="38100" dist="38100" dir="2700000" algn="tl">
                    <a:srgbClr val="000000">
                      <a:alpha val="43137"/>
                    </a:srgbClr>
                  </a:outerShdw>
                </a:effectLst>
                <a:latin typeface="+mj-ea"/>
                <a:ea typeface="+mj-ea"/>
                <a:cs typeface="Times New Roman" panose="02020603050405020304" pitchFamily="18" charset="0"/>
              </a:rPr>
              <a:t>图</a:t>
            </a:r>
            <a:r>
              <a:rPr lang="en-US" altLang="zh-CN" sz="1800" kern="100" dirty="0">
                <a:solidFill>
                  <a:srgbClr val="041ABC"/>
                </a:solidFill>
                <a:effectLst>
                  <a:outerShdw blurRad="38100" dist="38100" dir="2700000" algn="tl">
                    <a:srgbClr val="000000">
                      <a:alpha val="43137"/>
                    </a:srgbClr>
                  </a:outerShdw>
                </a:effectLst>
                <a:latin typeface="+mj-ea"/>
                <a:ea typeface="+mj-ea"/>
                <a:cs typeface="Times New Roman" panose="02020603050405020304" pitchFamily="18" charset="0"/>
              </a:rPr>
              <a:t>9.12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展示了</a:t>
            </a:r>
            <a:r>
              <a:rPr lang="en-US"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LL</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的单旋转调整。</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96000" indent="-285750">
              <a:lnSpc>
                <a:spcPct val="115000"/>
              </a:lnSpc>
              <a:spcBef>
                <a:spcPts val="600"/>
              </a:spcBef>
              <a:buClr>
                <a:srgbClr val="00B0F0"/>
              </a:buClr>
              <a:buFont typeface="Wingdings" panose="05000000000000000000" pitchFamily="2" charset="2"/>
              <a:buChar char="Ø"/>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当前</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AVL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树插入</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17</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96000" indent="-285750">
              <a:lnSpc>
                <a:spcPct val="115000"/>
              </a:lnSpc>
              <a:buClr>
                <a:srgbClr val="00B0F0"/>
              </a:buClr>
              <a:buFont typeface="Wingdings" panose="05000000000000000000" pitchFamily="2" charset="2"/>
              <a:buChar char="Ø"/>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向上修正节点高度域的值，遇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失去平衡</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96000" indent="-285750">
              <a:lnSpc>
                <a:spcPct val="115000"/>
              </a:lnSpc>
              <a:buClr>
                <a:srgbClr val="00B0F0"/>
              </a:buClr>
              <a:buFont typeface="Wingdings" panose="05000000000000000000" pitchFamily="2" charset="2"/>
              <a:buChar char="Ø"/>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8</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左孩子</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为“轴心”向右“旋转”（简称</a:t>
            </a:r>
            <a:r>
              <a:rPr lang="zh-CN" altLang="zh-CN" sz="1800" b="1" kern="100" dirty="0">
                <a:effectLst/>
                <a:latin typeface="等线" panose="02010600030101010101" pitchFamily="2" charset="-122"/>
                <a:ea typeface="楷体" panose="02010609060101010101" pitchFamily="49" charset="-122"/>
                <a:cs typeface="Times New Roman" panose="02020603050405020304" pitchFamily="18" charset="0"/>
              </a:rPr>
              <a:t>右旋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），使得</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成为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的左孩子，而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顶替</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成为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49</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的左孩子，从而实现了再平衡。</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可见修改了两个指针：</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49</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的左孩指针和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的右孩指针。可把这个具体示例提炼为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型插入的再平衡处理模式：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lvl="0">
              <a:lnSpc>
                <a:spcPct val="115000"/>
              </a:lnSpc>
              <a:spcBef>
                <a:spcPts val="600"/>
              </a:spcBef>
              <a:buClr>
                <a:srgbClr val="00B0F0"/>
              </a:buClr>
              <a:buFont typeface="Wingdings" panose="05000000000000000000" pitchFamily="2" charset="2"/>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将作为处理焦点的“三代”节点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49</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（祖）、</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（子）和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（孙）一般化，分别用</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指针指向它们；</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lvl="0">
              <a:lnSpc>
                <a:spcPct val="115000"/>
              </a:lnSpc>
              <a:buClr>
                <a:srgbClr val="00B0F0"/>
              </a:buClr>
              <a:buFont typeface="Wingdings" panose="05000000000000000000" pitchFamily="2" charset="2"/>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模糊化</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49</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，相比</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它可大可小，即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可以是其左孩子也可以是右孩子；</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lvl="0">
              <a:lnSpc>
                <a:spcPct val="115000"/>
              </a:lnSpc>
              <a:buClr>
                <a:srgbClr val="00B0F0"/>
              </a:buClr>
              <a:buFont typeface="Wingdings" panose="05000000000000000000" pitchFamily="2" charset="2"/>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考虑</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38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的右子树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的左子树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与右子树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，以及</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由</a:t>
            </a:r>
            <a:r>
              <a:rPr lang="zh-CN" altLang="en-US" kern="1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算法</a:t>
            </a:r>
            <a:r>
              <a:rPr lang="en-US" altLang="zh-CN" kern="1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9.9</a:t>
            </a:r>
            <a:r>
              <a:rPr lang="zh-CN" altLang="en-US" kern="1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进行</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旋转处理时对相关指针的</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相应</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操作。</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Bef>
                <a:spcPts val="600"/>
              </a:spcBef>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从</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型模式的一般化处理和结果</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可见</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，共改变了三个相关指针</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直接连接符 4">
            <a:extLst>
              <a:ext uri="{FF2B5EF4-FFF2-40B4-BE49-F238E27FC236}">
                <a16:creationId xmlns:a16="http://schemas.microsoft.com/office/drawing/2014/main" id="{8F5D9027-B7E3-EB0A-EB6F-47D82094D953}"/>
              </a:ext>
            </a:extLst>
          </p:cNvPr>
          <p:cNvSpPr>
            <a:spLocks noChangeShapeType="1"/>
          </p:cNvSpPr>
          <p:nvPr/>
        </p:nvSpPr>
        <p:spPr bwMode="auto">
          <a:xfrm flipH="1">
            <a:off x="8237762" y="2347994"/>
            <a:ext cx="140327" cy="369760"/>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6" name="直接连接符 5">
            <a:extLst>
              <a:ext uri="{FF2B5EF4-FFF2-40B4-BE49-F238E27FC236}">
                <a16:creationId xmlns:a16="http://schemas.microsoft.com/office/drawing/2014/main" id="{9A4E489F-BDE0-9B72-A83D-2D2DF7992D77}"/>
              </a:ext>
            </a:extLst>
          </p:cNvPr>
          <p:cNvSpPr>
            <a:spLocks noChangeShapeType="1"/>
          </p:cNvSpPr>
          <p:nvPr/>
        </p:nvSpPr>
        <p:spPr bwMode="auto">
          <a:xfrm>
            <a:off x="9489816" y="1149927"/>
            <a:ext cx="315045" cy="32660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7" name="直接连接符 6">
            <a:extLst>
              <a:ext uri="{FF2B5EF4-FFF2-40B4-BE49-F238E27FC236}">
                <a16:creationId xmlns:a16="http://schemas.microsoft.com/office/drawing/2014/main" id="{A5D23851-80F8-3F20-070C-03AA772EA286}"/>
              </a:ext>
            </a:extLst>
          </p:cNvPr>
          <p:cNvSpPr>
            <a:spLocks noChangeShapeType="1"/>
          </p:cNvSpPr>
          <p:nvPr/>
        </p:nvSpPr>
        <p:spPr bwMode="auto">
          <a:xfrm flipH="1">
            <a:off x="8513942" y="1728613"/>
            <a:ext cx="284295" cy="39284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8" name="椭圆 7">
            <a:extLst>
              <a:ext uri="{FF2B5EF4-FFF2-40B4-BE49-F238E27FC236}">
                <a16:creationId xmlns:a16="http://schemas.microsoft.com/office/drawing/2014/main" id="{C36B0203-3BEC-486D-D473-8DEE9D42976D}"/>
              </a:ext>
            </a:extLst>
          </p:cNvPr>
          <p:cNvSpPr>
            <a:spLocks noChangeArrowheads="1"/>
          </p:cNvSpPr>
          <p:nvPr/>
        </p:nvSpPr>
        <p:spPr bwMode="auto">
          <a:xfrm>
            <a:off x="8260547" y="2018413"/>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23</a:t>
            </a:r>
          </a:p>
        </p:txBody>
      </p:sp>
      <p:sp>
        <p:nvSpPr>
          <p:cNvPr id="10" name="椭圆 9">
            <a:extLst>
              <a:ext uri="{FF2B5EF4-FFF2-40B4-BE49-F238E27FC236}">
                <a16:creationId xmlns:a16="http://schemas.microsoft.com/office/drawing/2014/main" id="{E7665B49-14CE-166A-E40C-163845FC4E11}"/>
              </a:ext>
            </a:extLst>
          </p:cNvPr>
          <p:cNvSpPr>
            <a:spLocks noChangeArrowheads="1"/>
          </p:cNvSpPr>
          <p:nvPr/>
        </p:nvSpPr>
        <p:spPr bwMode="auto">
          <a:xfrm>
            <a:off x="8648674" y="1404530"/>
            <a:ext cx="398001" cy="392842"/>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38</a:t>
            </a:r>
          </a:p>
        </p:txBody>
      </p:sp>
      <p:sp>
        <p:nvSpPr>
          <p:cNvPr id="11" name="椭圆 10">
            <a:extLst>
              <a:ext uri="{FF2B5EF4-FFF2-40B4-BE49-F238E27FC236}">
                <a16:creationId xmlns:a16="http://schemas.microsoft.com/office/drawing/2014/main" id="{928AB49D-4259-78D4-ACA9-B5BAAA00E3BA}"/>
              </a:ext>
            </a:extLst>
          </p:cNvPr>
          <p:cNvSpPr>
            <a:spLocks noChangeArrowheads="1"/>
          </p:cNvSpPr>
          <p:nvPr/>
        </p:nvSpPr>
        <p:spPr bwMode="auto">
          <a:xfrm>
            <a:off x="9183298" y="838795"/>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49</a:t>
            </a:r>
          </a:p>
        </p:txBody>
      </p:sp>
      <p:sp>
        <p:nvSpPr>
          <p:cNvPr id="12" name="椭圆 11">
            <a:extLst>
              <a:ext uri="{FF2B5EF4-FFF2-40B4-BE49-F238E27FC236}">
                <a16:creationId xmlns:a16="http://schemas.microsoft.com/office/drawing/2014/main" id="{43AA0F76-DA7F-FEFA-6728-06821C7D9486}"/>
              </a:ext>
            </a:extLst>
          </p:cNvPr>
          <p:cNvSpPr>
            <a:spLocks noChangeArrowheads="1"/>
          </p:cNvSpPr>
          <p:nvPr/>
        </p:nvSpPr>
        <p:spPr bwMode="auto">
          <a:xfrm>
            <a:off x="9675347" y="1404530"/>
            <a:ext cx="398001" cy="392842"/>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71</a:t>
            </a:r>
          </a:p>
        </p:txBody>
      </p:sp>
      <p:sp>
        <p:nvSpPr>
          <p:cNvPr id="13" name="文本框 12">
            <a:extLst>
              <a:ext uri="{FF2B5EF4-FFF2-40B4-BE49-F238E27FC236}">
                <a16:creationId xmlns:a16="http://schemas.microsoft.com/office/drawing/2014/main" id="{87816F8C-8C40-71AC-6A5B-F6DCE0BFBEF9}"/>
              </a:ext>
            </a:extLst>
          </p:cNvPr>
          <p:cNvSpPr txBox="1">
            <a:spLocks noChangeArrowheads="1"/>
          </p:cNvSpPr>
          <p:nvPr/>
        </p:nvSpPr>
        <p:spPr bwMode="auto">
          <a:xfrm>
            <a:off x="8378090" y="1373622"/>
            <a:ext cx="28429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041ABC"/>
                </a:solidFill>
                <a:latin typeface="Times New Roman" panose="02020603050405020304" pitchFamily="18" charset="0"/>
                <a:cs typeface="Times New Roman" panose="02020603050405020304" pitchFamily="18" charset="0"/>
              </a:rPr>
              <a:t>2</a:t>
            </a:r>
          </a:p>
        </p:txBody>
      </p:sp>
      <p:sp>
        <p:nvSpPr>
          <p:cNvPr id="14" name="文本框 13">
            <a:extLst>
              <a:ext uri="{FF2B5EF4-FFF2-40B4-BE49-F238E27FC236}">
                <a16:creationId xmlns:a16="http://schemas.microsoft.com/office/drawing/2014/main" id="{72982C75-4D8B-B66F-BE27-42ACF56848FA}"/>
              </a:ext>
            </a:extLst>
          </p:cNvPr>
          <p:cNvSpPr txBox="1">
            <a:spLocks noChangeArrowheads="1"/>
          </p:cNvSpPr>
          <p:nvPr/>
        </p:nvSpPr>
        <p:spPr bwMode="auto">
          <a:xfrm>
            <a:off x="7953468" y="1978234"/>
            <a:ext cx="28429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041ABC"/>
                </a:solidFill>
                <a:latin typeface="Times New Roman" panose="02020603050405020304" pitchFamily="18" charset="0"/>
                <a:cs typeface="Times New Roman" panose="02020603050405020304" pitchFamily="18" charset="0"/>
              </a:rPr>
              <a:t>1</a:t>
            </a:r>
          </a:p>
        </p:txBody>
      </p:sp>
      <p:sp>
        <p:nvSpPr>
          <p:cNvPr id="15" name="文本框 14">
            <a:extLst>
              <a:ext uri="{FF2B5EF4-FFF2-40B4-BE49-F238E27FC236}">
                <a16:creationId xmlns:a16="http://schemas.microsoft.com/office/drawing/2014/main" id="{B4C99AD3-98C1-34E5-D7F7-1B3598830959}"/>
              </a:ext>
            </a:extLst>
          </p:cNvPr>
          <p:cNvSpPr txBox="1">
            <a:spLocks noChangeArrowheads="1"/>
          </p:cNvSpPr>
          <p:nvPr/>
        </p:nvSpPr>
        <p:spPr bwMode="auto">
          <a:xfrm>
            <a:off x="9377117" y="1390089"/>
            <a:ext cx="28429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041ABC"/>
                </a:solidFill>
                <a:latin typeface="Times New Roman" panose="02020603050405020304" pitchFamily="18" charset="0"/>
                <a:cs typeface="Times New Roman" panose="02020603050405020304" pitchFamily="18" charset="0"/>
              </a:rPr>
              <a:t>1</a:t>
            </a:r>
          </a:p>
        </p:txBody>
      </p:sp>
      <p:sp>
        <p:nvSpPr>
          <p:cNvPr id="16" name="文本框 15">
            <a:extLst>
              <a:ext uri="{FF2B5EF4-FFF2-40B4-BE49-F238E27FC236}">
                <a16:creationId xmlns:a16="http://schemas.microsoft.com/office/drawing/2014/main" id="{D700D97E-3FFF-8FF6-F85A-6AAE232B707C}"/>
              </a:ext>
            </a:extLst>
          </p:cNvPr>
          <p:cNvSpPr txBox="1">
            <a:spLocks noChangeArrowheads="1"/>
          </p:cNvSpPr>
          <p:nvPr/>
        </p:nvSpPr>
        <p:spPr bwMode="auto">
          <a:xfrm>
            <a:off x="8887848" y="816332"/>
            <a:ext cx="35611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041ABC"/>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sz="2000" b="1" dirty="0">
              <a:solidFill>
                <a:srgbClr val="041ABC"/>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DD5E897D-236D-B65C-F66B-1BDE24CCC4A9}"/>
              </a:ext>
            </a:extLst>
          </p:cNvPr>
          <p:cNvSpPr txBox="1">
            <a:spLocks noChangeArrowheads="1"/>
          </p:cNvSpPr>
          <p:nvPr/>
        </p:nvSpPr>
        <p:spPr bwMode="auto">
          <a:xfrm>
            <a:off x="7651086" y="2622235"/>
            <a:ext cx="28429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C00000"/>
                </a:solidFill>
                <a:latin typeface="Times New Roman" panose="02020603050405020304" pitchFamily="18" charset="0"/>
                <a:cs typeface="Times New Roman" panose="02020603050405020304" pitchFamily="18" charset="0"/>
              </a:rPr>
              <a:t>1</a:t>
            </a:r>
          </a:p>
        </p:txBody>
      </p:sp>
      <p:cxnSp>
        <p:nvCxnSpPr>
          <p:cNvPr id="24" name="直接连接符 23">
            <a:extLst>
              <a:ext uri="{FF2B5EF4-FFF2-40B4-BE49-F238E27FC236}">
                <a16:creationId xmlns:a16="http://schemas.microsoft.com/office/drawing/2014/main" id="{0759D812-BBD3-C9B9-2667-02A033EFD84C}"/>
              </a:ext>
            </a:extLst>
          </p:cNvPr>
          <p:cNvCxnSpPr/>
          <p:nvPr/>
        </p:nvCxnSpPr>
        <p:spPr>
          <a:xfrm>
            <a:off x="8655417" y="980385"/>
            <a:ext cx="1174701" cy="1022808"/>
          </a:xfrm>
          <a:prstGeom prst="line">
            <a:avLst/>
          </a:prstGeom>
          <a:ln w="19050">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C779E3FF-E475-7EDB-DE65-1625DF5CF1B3}"/>
              </a:ext>
            </a:extLst>
          </p:cNvPr>
          <p:cNvSpPr txBox="1">
            <a:spLocks noChangeArrowheads="1"/>
          </p:cNvSpPr>
          <p:nvPr/>
        </p:nvSpPr>
        <p:spPr bwMode="auto">
          <a:xfrm>
            <a:off x="7946613" y="1978234"/>
            <a:ext cx="28429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C00000"/>
                </a:solidFill>
                <a:latin typeface="Times New Roman" panose="02020603050405020304" pitchFamily="18" charset="0"/>
                <a:cs typeface="Times New Roman" panose="02020603050405020304" pitchFamily="18" charset="0"/>
              </a:rPr>
              <a:t>2</a:t>
            </a:r>
          </a:p>
        </p:txBody>
      </p:sp>
      <p:sp>
        <p:nvSpPr>
          <p:cNvPr id="26" name="文本框 25">
            <a:extLst>
              <a:ext uri="{FF2B5EF4-FFF2-40B4-BE49-F238E27FC236}">
                <a16:creationId xmlns:a16="http://schemas.microsoft.com/office/drawing/2014/main" id="{DCDD4AA5-AD35-B0EA-0355-52E6EB00F44C}"/>
              </a:ext>
            </a:extLst>
          </p:cNvPr>
          <p:cNvSpPr txBox="1">
            <a:spLocks noChangeArrowheads="1"/>
          </p:cNvSpPr>
          <p:nvPr/>
        </p:nvSpPr>
        <p:spPr bwMode="auto">
          <a:xfrm>
            <a:off x="8379356" y="1366238"/>
            <a:ext cx="28429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C00000"/>
                </a:solidFill>
                <a:latin typeface="Times New Roman" panose="02020603050405020304" pitchFamily="18" charset="0"/>
                <a:cs typeface="Times New Roman" panose="02020603050405020304" pitchFamily="18" charset="0"/>
              </a:rPr>
              <a:t>3</a:t>
            </a:r>
          </a:p>
        </p:txBody>
      </p:sp>
      <p:sp>
        <p:nvSpPr>
          <p:cNvPr id="27" name="文本框 26">
            <a:extLst>
              <a:ext uri="{FF2B5EF4-FFF2-40B4-BE49-F238E27FC236}">
                <a16:creationId xmlns:a16="http://schemas.microsoft.com/office/drawing/2014/main" id="{7E5E4F13-F841-C123-040D-57DCDA995524}"/>
              </a:ext>
            </a:extLst>
          </p:cNvPr>
          <p:cNvSpPr txBox="1">
            <a:spLocks noChangeArrowheads="1"/>
          </p:cNvSpPr>
          <p:nvPr/>
        </p:nvSpPr>
        <p:spPr bwMode="auto">
          <a:xfrm>
            <a:off x="8658258" y="1988424"/>
            <a:ext cx="28429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b="1" dirty="0">
                <a:solidFill>
                  <a:srgbClr val="C00000"/>
                </a:solidFill>
                <a:latin typeface="Times New Roman" panose="02020603050405020304" pitchFamily="18" charset="0"/>
                <a:cs typeface="Times New Roman" panose="02020603050405020304" pitchFamily="18" charset="0"/>
              </a:rPr>
              <a:t>1</a:t>
            </a:r>
          </a:p>
        </p:txBody>
      </p:sp>
      <p:sp>
        <p:nvSpPr>
          <p:cNvPr id="17" name="椭圆 16">
            <a:extLst>
              <a:ext uri="{FF2B5EF4-FFF2-40B4-BE49-F238E27FC236}">
                <a16:creationId xmlns:a16="http://schemas.microsoft.com/office/drawing/2014/main" id="{4B739BD6-8057-F947-70B2-FDEC95AC5370}"/>
              </a:ext>
            </a:extLst>
          </p:cNvPr>
          <p:cNvSpPr>
            <a:spLocks noChangeArrowheads="1"/>
          </p:cNvSpPr>
          <p:nvPr/>
        </p:nvSpPr>
        <p:spPr bwMode="auto">
          <a:xfrm>
            <a:off x="7958165" y="2662414"/>
            <a:ext cx="388127" cy="369760"/>
          </a:xfrm>
          <a:prstGeom prst="ellipse">
            <a:avLst/>
          </a:prstGeom>
          <a:solidFill>
            <a:srgbClr val="FFC000"/>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17</a:t>
            </a:r>
          </a:p>
        </p:txBody>
      </p:sp>
      <p:sp>
        <p:nvSpPr>
          <p:cNvPr id="30" name="直接连接符 29">
            <a:extLst>
              <a:ext uri="{FF2B5EF4-FFF2-40B4-BE49-F238E27FC236}">
                <a16:creationId xmlns:a16="http://schemas.microsoft.com/office/drawing/2014/main" id="{E25DF020-4584-3C1C-F9D7-A4949DBA69C6}"/>
              </a:ext>
            </a:extLst>
          </p:cNvPr>
          <p:cNvSpPr>
            <a:spLocks noChangeShapeType="1"/>
          </p:cNvSpPr>
          <p:nvPr/>
        </p:nvSpPr>
        <p:spPr bwMode="auto">
          <a:xfrm flipH="1">
            <a:off x="9358555" y="3833898"/>
            <a:ext cx="0" cy="314959"/>
          </a:xfrm>
          <a:prstGeom prst="line">
            <a:avLst/>
          </a:prstGeom>
          <a:noFill/>
          <a:ln w="25400" cap="sq">
            <a:solidFill>
              <a:schemeClr val="tx1"/>
            </a:solidFill>
            <a:prstDash val="sys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1" name="直接连接符 30">
            <a:extLst>
              <a:ext uri="{FF2B5EF4-FFF2-40B4-BE49-F238E27FC236}">
                <a16:creationId xmlns:a16="http://schemas.microsoft.com/office/drawing/2014/main" id="{D9B1C03E-60C3-BE75-EAAE-2AF322B51386}"/>
              </a:ext>
            </a:extLst>
          </p:cNvPr>
          <p:cNvSpPr>
            <a:spLocks noChangeShapeType="1"/>
          </p:cNvSpPr>
          <p:nvPr/>
        </p:nvSpPr>
        <p:spPr bwMode="auto">
          <a:xfrm flipH="1">
            <a:off x="8886941" y="4469714"/>
            <a:ext cx="315044" cy="32660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2" name="直接连接符 31">
            <a:extLst>
              <a:ext uri="{FF2B5EF4-FFF2-40B4-BE49-F238E27FC236}">
                <a16:creationId xmlns:a16="http://schemas.microsoft.com/office/drawing/2014/main" id="{936433B0-D768-55D2-4D3E-53CA5351BE4A}"/>
              </a:ext>
            </a:extLst>
          </p:cNvPr>
          <p:cNvSpPr>
            <a:spLocks noChangeShapeType="1"/>
          </p:cNvSpPr>
          <p:nvPr/>
        </p:nvSpPr>
        <p:spPr bwMode="auto">
          <a:xfrm>
            <a:off x="8883945" y="5036119"/>
            <a:ext cx="295447" cy="28800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3" name="直接连接符 32">
            <a:extLst>
              <a:ext uri="{FF2B5EF4-FFF2-40B4-BE49-F238E27FC236}">
                <a16:creationId xmlns:a16="http://schemas.microsoft.com/office/drawing/2014/main" id="{62C67841-7B7B-6D0C-9340-8045A56398B2}"/>
              </a:ext>
            </a:extLst>
          </p:cNvPr>
          <p:cNvSpPr>
            <a:spLocks noChangeShapeType="1"/>
          </p:cNvSpPr>
          <p:nvPr/>
        </p:nvSpPr>
        <p:spPr bwMode="auto">
          <a:xfrm>
            <a:off x="9501824" y="4455319"/>
            <a:ext cx="279183" cy="29004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4" name="直接连接符 33">
            <a:extLst>
              <a:ext uri="{FF2B5EF4-FFF2-40B4-BE49-F238E27FC236}">
                <a16:creationId xmlns:a16="http://schemas.microsoft.com/office/drawing/2014/main" id="{82D052FA-17F9-E94B-2BE2-86EF9105C967}"/>
              </a:ext>
            </a:extLst>
          </p:cNvPr>
          <p:cNvSpPr>
            <a:spLocks noChangeShapeType="1"/>
          </p:cNvSpPr>
          <p:nvPr/>
        </p:nvSpPr>
        <p:spPr bwMode="auto">
          <a:xfrm flipH="1">
            <a:off x="8377903" y="4991035"/>
            <a:ext cx="363448" cy="322321"/>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5" name="椭圆 34">
            <a:extLst>
              <a:ext uri="{FF2B5EF4-FFF2-40B4-BE49-F238E27FC236}">
                <a16:creationId xmlns:a16="http://schemas.microsoft.com/office/drawing/2014/main" id="{808AE0CF-84EB-06E5-6F60-93EA88950598}"/>
              </a:ext>
            </a:extLst>
          </p:cNvPr>
          <p:cNvSpPr>
            <a:spLocks noChangeArrowheads="1"/>
          </p:cNvSpPr>
          <p:nvPr/>
        </p:nvSpPr>
        <p:spPr bwMode="auto">
          <a:xfrm>
            <a:off x="8587102" y="4724317"/>
            <a:ext cx="398001" cy="392842"/>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23</a:t>
            </a:r>
          </a:p>
        </p:txBody>
      </p:sp>
      <p:sp>
        <p:nvSpPr>
          <p:cNvPr id="36" name="椭圆 35">
            <a:extLst>
              <a:ext uri="{FF2B5EF4-FFF2-40B4-BE49-F238E27FC236}">
                <a16:creationId xmlns:a16="http://schemas.microsoft.com/office/drawing/2014/main" id="{7729FAC6-DA64-1E01-F109-5C0C776CC47A}"/>
              </a:ext>
            </a:extLst>
          </p:cNvPr>
          <p:cNvSpPr>
            <a:spLocks noChangeArrowheads="1"/>
          </p:cNvSpPr>
          <p:nvPr/>
        </p:nvSpPr>
        <p:spPr bwMode="auto">
          <a:xfrm>
            <a:off x="9160146" y="4132461"/>
            <a:ext cx="393467" cy="395881"/>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38</a:t>
            </a:r>
          </a:p>
        </p:txBody>
      </p:sp>
      <p:sp>
        <p:nvSpPr>
          <p:cNvPr id="37" name="等腰三角形 36">
            <a:extLst>
              <a:ext uri="{FF2B5EF4-FFF2-40B4-BE49-F238E27FC236}">
                <a16:creationId xmlns:a16="http://schemas.microsoft.com/office/drawing/2014/main" id="{6231D8DE-C8B0-A746-D8BA-4FA2E06F3044}"/>
              </a:ext>
            </a:extLst>
          </p:cNvPr>
          <p:cNvSpPr/>
          <p:nvPr/>
        </p:nvSpPr>
        <p:spPr>
          <a:xfrm>
            <a:off x="8849505" y="5325889"/>
            <a:ext cx="657012" cy="499462"/>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r>
              <a:rPr lang="en-US" altLang="zh-CN" b="1" i="1" dirty="0">
                <a:solidFill>
                  <a:schemeClr val="tx1"/>
                </a:solidFill>
                <a:latin typeface="Times New Roman" panose="02020603050405020304" pitchFamily="18" charset="0"/>
                <a:cs typeface="Times New Roman" panose="02020603050405020304" pitchFamily="18" charset="0"/>
              </a:rPr>
              <a:t>Y</a:t>
            </a:r>
            <a:endParaRPr lang="zh-CN" altLang="en-US" b="1" i="1" dirty="0">
              <a:solidFill>
                <a:schemeClr val="tx1"/>
              </a:solidFill>
              <a:latin typeface="Times New Roman" panose="02020603050405020304" pitchFamily="18" charset="0"/>
              <a:cs typeface="Times New Roman" panose="02020603050405020304" pitchFamily="18" charset="0"/>
            </a:endParaRPr>
          </a:p>
        </p:txBody>
      </p:sp>
      <p:sp>
        <p:nvSpPr>
          <p:cNvPr id="38" name="等腰三角形 37">
            <a:extLst>
              <a:ext uri="{FF2B5EF4-FFF2-40B4-BE49-F238E27FC236}">
                <a16:creationId xmlns:a16="http://schemas.microsoft.com/office/drawing/2014/main" id="{FE64B68F-BB80-89C0-217B-0E0580487ABA}"/>
              </a:ext>
            </a:extLst>
          </p:cNvPr>
          <p:cNvSpPr/>
          <p:nvPr/>
        </p:nvSpPr>
        <p:spPr>
          <a:xfrm>
            <a:off x="9457212" y="4745359"/>
            <a:ext cx="657012" cy="499462"/>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r>
              <a:rPr lang="en-US" altLang="zh-CN" b="1" i="1" dirty="0">
                <a:solidFill>
                  <a:schemeClr val="tx1"/>
                </a:solidFill>
                <a:latin typeface="Times New Roman" panose="02020603050405020304" pitchFamily="18" charset="0"/>
                <a:cs typeface="Times New Roman" panose="02020603050405020304" pitchFamily="18" charset="0"/>
              </a:rPr>
              <a:t>Z</a:t>
            </a:r>
            <a:endParaRPr lang="zh-CN" altLang="en-US" b="1" i="1" dirty="0">
              <a:solidFill>
                <a:schemeClr val="tx1"/>
              </a:solidFill>
              <a:latin typeface="Times New Roman" panose="02020603050405020304" pitchFamily="18" charset="0"/>
              <a:cs typeface="Times New Roman" panose="02020603050405020304" pitchFamily="18" charset="0"/>
            </a:endParaRPr>
          </a:p>
        </p:txBody>
      </p:sp>
      <p:grpSp>
        <p:nvGrpSpPr>
          <p:cNvPr id="39" name="组合 38">
            <a:extLst>
              <a:ext uri="{FF2B5EF4-FFF2-40B4-BE49-F238E27FC236}">
                <a16:creationId xmlns:a16="http://schemas.microsoft.com/office/drawing/2014/main" id="{DB36E8EE-99EA-D91F-39E4-A7402D1A448C}"/>
              </a:ext>
            </a:extLst>
          </p:cNvPr>
          <p:cNvGrpSpPr/>
          <p:nvPr/>
        </p:nvGrpSpPr>
        <p:grpSpPr>
          <a:xfrm>
            <a:off x="8641985" y="3789888"/>
            <a:ext cx="526031" cy="461817"/>
            <a:chOff x="1124641" y="3680774"/>
            <a:chExt cx="526031" cy="461817"/>
          </a:xfrm>
        </p:grpSpPr>
        <p:sp>
          <p:nvSpPr>
            <p:cNvPr id="40" name="文本框 39">
              <a:extLst>
                <a:ext uri="{FF2B5EF4-FFF2-40B4-BE49-F238E27FC236}">
                  <a16:creationId xmlns:a16="http://schemas.microsoft.com/office/drawing/2014/main" id="{1C979CA3-1358-5DDC-7205-69878F659F05}"/>
                </a:ext>
              </a:extLst>
            </p:cNvPr>
            <p:cNvSpPr txBox="1">
              <a:spLocks noChangeArrowheads="1"/>
            </p:cNvSpPr>
            <p:nvPr/>
          </p:nvSpPr>
          <p:spPr bwMode="auto">
            <a:xfrm>
              <a:off x="1124641" y="3680774"/>
              <a:ext cx="363448"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a:defRPr sz="2400"/>
              </a:lvl1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n</a:t>
              </a:r>
              <a:r>
                <a:rPr lang="en-US" altLang="zh-CN" sz="2000" b="1" baseline="-25000" dirty="0">
                  <a:latin typeface="Times New Roman" panose="02020603050405020304" pitchFamily="18" charset="0"/>
                  <a:cs typeface="Times New Roman" panose="02020603050405020304" pitchFamily="18" charset="0"/>
                </a:rPr>
                <a:t>2</a:t>
              </a:r>
            </a:p>
          </p:txBody>
        </p:sp>
        <p:cxnSp>
          <p:nvCxnSpPr>
            <p:cNvPr id="41" name="直接箭头连接符 40">
              <a:extLst>
                <a:ext uri="{FF2B5EF4-FFF2-40B4-BE49-F238E27FC236}">
                  <a16:creationId xmlns:a16="http://schemas.microsoft.com/office/drawing/2014/main" id="{86A00179-4624-C226-8408-1D3BF752E528}"/>
                </a:ext>
              </a:extLst>
            </p:cNvPr>
            <p:cNvCxnSpPr>
              <a:cxnSpLocks/>
            </p:cNvCxnSpPr>
            <p:nvPr/>
          </p:nvCxnSpPr>
          <p:spPr>
            <a:xfrm>
              <a:off x="1266628" y="4011162"/>
              <a:ext cx="384044" cy="131429"/>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2" name="组合 41">
            <a:extLst>
              <a:ext uri="{FF2B5EF4-FFF2-40B4-BE49-F238E27FC236}">
                <a16:creationId xmlns:a16="http://schemas.microsoft.com/office/drawing/2014/main" id="{D97D3557-767D-35D1-DDDB-A02A378784D6}"/>
              </a:ext>
            </a:extLst>
          </p:cNvPr>
          <p:cNvGrpSpPr/>
          <p:nvPr/>
        </p:nvGrpSpPr>
        <p:grpSpPr>
          <a:xfrm>
            <a:off x="8057612" y="4382622"/>
            <a:ext cx="526031" cy="461817"/>
            <a:chOff x="1124641" y="3680774"/>
            <a:chExt cx="526031" cy="461817"/>
          </a:xfrm>
        </p:grpSpPr>
        <p:sp>
          <p:nvSpPr>
            <p:cNvPr id="43" name="文本框 42">
              <a:extLst>
                <a:ext uri="{FF2B5EF4-FFF2-40B4-BE49-F238E27FC236}">
                  <a16:creationId xmlns:a16="http://schemas.microsoft.com/office/drawing/2014/main" id="{9A888BEA-1EB8-CE4A-AF27-6AB156550043}"/>
                </a:ext>
              </a:extLst>
            </p:cNvPr>
            <p:cNvSpPr txBox="1">
              <a:spLocks noChangeArrowheads="1"/>
            </p:cNvSpPr>
            <p:nvPr/>
          </p:nvSpPr>
          <p:spPr bwMode="auto">
            <a:xfrm>
              <a:off x="1124641" y="3680774"/>
              <a:ext cx="363448"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a:defRPr sz="2400"/>
              </a:lvl1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n</a:t>
              </a:r>
              <a:r>
                <a:rPr lang="en-US" altLang="zh-CN" sz="2000" b="1" baseline="-25000" dirty="0">
                  <a:latin typeface="Times New Roman" panose="02020603050405020304" pitchFamily="18" charset="0"/>
                  <a:cs typeface="Times New Roman" panose="02020603050405020304" pitchFamily="18" charset="0"/>
                </a:rPr>
                <a:t>1</a:t>
              </a:r>
            </a:p>
          </p:txBody>
        </p:sp>
        <p:cxnSp>
          <p:nvCxnSpPr>
            <p:cNvPr id="44" name="直接箭头连接符 43">
              <a:extLst>
                <a:ext uri="{FF2B5EF4-FFF2-40B4-BE49-F238E27FC236}">
                  <a16:creationId xmlns:a16="http://schemas.microsoft.com/office/drawing/2014/main" id="{153B9A4A-AD0E-7204-BB9E-215279D09694}"/>
                </a:ext>
              </a:extLst>
            </p:cNvPr>
            <p:cNvCxnSpPr>
              <a:cxnSpLocks/>
            </p:cNvCxnSpPr>
            <p:nvPr/>
          </p:nvCxnSpPr>
          <p:spPr>
            <a:xfrm>
              <a:off x="1266628" y="4011162"/>
              <a:ext cx="384044" cy="131429"/>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5" name="椭圆 44">
            <a:extLst>
              <a:ext uri="{FF2B5EF4-FFF2-40B4-BE49-F238E27FC236}">
                <a16:creationId xmlns:a16="http://schemas.microsoft.com/office/drawing/2014/main" id="{D8441E23-C9DF-3C23-EC2B-4D3137C5495B}"/>
              </a:ext>
            </a:extLst>
          </p:cNvPr>
          <p:cNvSpPr>
            <a:spLocks noChangeArrowheads="1"/>
          </p:cNvSpPr>
          <p:nvPr/>
        </p:nvSpPr>
        <p:spPr bwMode="auto">
          <a:xfrm>
            <a:off x="9160332" y="3485779"/>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lnSpc>
                <a:spcPts val="2800"/>
              </a:lnSpc>
            </a:pPr>
            <a:endParaRPr lang="en-US" altLang="zh-CN" sz="2000" b="1" dirty="0">
              <a:latin typeface="Times New Roman" panose="02020603050405020304" pitchFamily="18" charset="0"/>
              <a:cs typeface="Times New Roman" panose="02020603050405020304" pitchFamily="18" charset="0"/>
            </a:endParaRPr>
          </a:p>
        </p:txBody>
      </p:sp>
      <p:grpSp>
        <p:nvGrpSpPr>
          <p:cNvPr id="46" name="组合 45">
            <a:extLst>
              <a:ext uri="{FF2B5EF4-FFF2-40B4-BE49-F238E27FC236}">
                <a16:creationId xmlns:a16="http://schemas.microsoft.com/office/drawing/2014/main" id="{6ECF3DDC-95EE-63FA-3D5E-124CDCB931C5}"/>
              </a:ext>
            </a:extLst>
          </p:cNvPr>
          <p:cNvGrpSpPr/>
          <p:nvPr/>
        </p:nvGrpSpPr>
        <p:grpSpPr>
          <a:xfrm>
            <a:off x="8505769" y="3306415"/>
            <a:ext cx="647944" cy="403788"/>
            <a:chOff x="1002728" y="3738803"/>
            <a:chExt cx="647944" cy="403788"/>
          </a:xfrm>
        </p:grpSpPr>
        <p:sp>
          <p:nvSpPr>
            <p:cNvPr id="47" name="文本框 46">
              <a:extLst>
                <a:ext uri="{FF2B5EF4-FFF2-40B4-BE49-F238E27FC236}">
                  <a16:creationId xmlns:a16="http://schemas.microsoft.com/office/drawing/2014/main" id="{2FBA7C18-C8E5-9C03-025C-9696EB721F23}"/>
                </a:ext>
              </a:extLst>
            </p:cNvPr>
            <p:cNvSpPr txBox="1">
              <a:spLocks noChangeArrowheads="1"/>
            </p:cNvSpPr>
            <p:nvPr/>
          </p:nvSpPr>
          <p:spPr bwMode="auto">
            <a:xfrm>
              <a:off x="1002728" y="3738803"/>
              <a:ext cx="363448"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a:defRPr sz="2400"/>
              </a:lvl1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f</a:t>
              </a:r>
              <a:endParaRPr lang="en-US" altLang="zh-CN" sz="2000" b="1" baseline="-25000" dirty="0">
                <a:latin typeface="Times New Roman" panose="02020603050405020304" pitchFamily="18" charset="0"/>
                <a:cs typeface="Times New Roman" panose="02020603050405020304" pitchFamily="18" charset="0"/>
              </a:endParaRPr>
            </a:p>
          </p:txBody>
        </p:sp>
        <p:cxnSp>
          <p:nvCxnSpPr>
            <p:cNvPr id="48" name="直接箭头连接符 47">
              <a:extLst>
                <a:ext uri="{FF2B5EF4-FFF2-40B4-BE49-F238E27FC236}">
                  <a16:creationId xmlns:a16="http://schemas.microsoft.com/office/drawing/2014/main" id="{2091B535-EF2A-E3A2-7132-EF64FBB28E2C}"/>
                </a:ext>
              </a:extLst>
            </p:cNvPr>
            <p:cNvCxnSpPr>
              <a:cxnSpLocks/>
            </p:cNvCxnSpPr>
            <p:nvPr/>
          </p:nvCxnSpPr>
          <p:spPr>
            <a:xfrm>
              <a:off x="1266628" y="4011162"/>
              <a:ext cx="384044" cy="131429"/>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9" name="等腰三角形 48">
            <a:extLst>
              <a:ext uri="{FF2B5EF4-FFF2-40B4-BE49-F238E27FC236}">
                <a16:creationId xmlns:a16="http://schemas.microsoft.com/office/drawing/2014/main" id="{7BC6258B-EABD-DB8D-D2E3-072DF927AB8A}"/>
              </a:ext>
            </a:extLst>
          </p:cNvPr>
          <p:cNvSpPr/>
          <p:nvPr/>
        </p:nvSpPr>
        <p:spPr>
          <a:xfrm>
            <a:off x="8037654" y="5324388"/>
            <a:ext cx="657012" cy="499462"/>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r>
              <a:rPr lang="en-US" altLang="zh-CN" b="1" i="1" dirty="0">
                <a:solidFill>
                  <a:schemeClr val="tx1"/>
                </a:solidFill>
                <a:latin typeface="Times New Roman" panose="02020603050405020304" pitchFamily="18" charset="0"/>
                <a:cs typeface="Times New Roman" panose="02020603050405020304" pitchFamily="18" charset="0"/>
              </a:rPr>
              <a:t>X</a:t>
            </a:r>
            <a:endParaRPr lang="zh-CN" altLang="en-US" b="1" i="1" dirty="0">
              <a:solidFill>
                <a:schemeClr val="tx1"/>
              </a:solidFill>
              <a:latin typeface="Times New Roman" panose="02020603050405020304" pitchFamily="18" charset="0"/>
              <a:cs typeface="Times New Roman" panose="02020603050405020304" pitchFamily="18" charset="0"/>
            </a:endParaRPr>
          </a:p>
        </p:txBody>
      </p:sp>
      <p:sp>
        <p:nvSpPr>
          <p:cNvPr id="50" name="直接连接符 49">
            <a:extLst>
              <a:ext uri="{FF2B5EF4-FFF2-40B4-BE49-F238E27FC236}">
                <a16:creationId xmlns:a16="http://schemas.microsoft.com/office/drawing/2014/main" id="{CF4285EB-66D3-D90C-74F2-4BB3D6625201}"/>
              </a:ext>
            </a:extLst>
          </p:cNvPr>
          <p:cNvSpPr>
            <a:spLocks noChangeShapeType="1"/>
          </p:cNvSpPr>
          <p:nvPr/>
        </p:nvSpPr>
        <p:spPr bwMode="auto">
          <a:xfrm flipH="1">
            <a:off x="9367558" y="3913718"/>
            <a:ext cx="388126" cy="36875"/>
          </a:xfrm>
          <a:prstGeom prst="line">
            <a:avLst/>
          </a:prstGeom>
          <a:noFill/>
          <a:ln w="19050" cap="sq">
            <a:solidFill>
              <a:schemeClr val="accent2"/>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51" name="矩形 50">
            <a:extLst>
              <a:ext uri="{FF2B5EF4-FFF2-40B4-BE49-F238E27FC236}">
                <a16:creationId xmlns:a16="http://schemas.microsoft.com/office/drawing/2014/main" id="{380E2404-766E-38C2-6F4C-8F25831FB508}"/>
              </a:ext>
            </a:extLst>
          </p:cNvPr>
          <p:cNvSpPr/>
          <p:nvPr/>
        </p:nvSpPr>
        <p:spPr>
          <a:xfrm>
            <a:off x="9519264" y="3558283"/>
            <a:ext cx="1644111" cy="5596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FF0000"/>
                </a:solidFill>
                <a:latin typeface="宋体" panose="02010600030101010101" pitchFamily="2" charset="-122"/>
                <a:ea typeface="宋体" panose="02010600030101010101" pitchFamily="2" charset="-122"/>
              </a:rPr>
              <a:t>f</a:t>
            </a:r>
            <a:r>
              <a:rPr lang="zh-CN" altLang="en-US" b="1" dirty="0">
                <a:solidFill>
                  <a:srgbClr val="FF0000"/>
                </a:solidFill>
                <a:latin typeface="宋体" panose="02010600030101010101" pitchFamily="2" charset="-122"/>
                <a:ea typeface="宋体" panose="02010600030101010101" pitchFamily="2" charset="-122"/>
              </a:rPr>
              <a:t>节点的左或右孩子指针</a:t>
            </a:r>
          </a:p>
        </p:txBody>
      </p:sp>
      <p:sp>
        <p:nvSpPr>
          <p:cNvPr id="52" name="文本框 51">
            <a:extLst>
              <a:ext uri="{FF2B5EF4-FFF2-40B4-BE49-F238E27FC236}">
                <a16:creationId xmlns:a16="http://schemas.microsoft.com/office/drawing/2014/main" id="{DA00A37A-B941-0A97-34CD-36CC2880EE1F}"/>
              </a:ext>
            </a:extLst>
          </p:cNvPr>
          <p:cNvSpPr txBox="1"/>
          <p:nvPr/>
        </p:nvSpPr>
        <p:spPr>
          <a:xfrm flipH="1">
            <a:off x="9155394" y="3520150"/>
            <a:ext cx="398001" cy="307777"/>
          </a:xfrm>
          <a:prstGeom prst="rect">
            <a:avLst/>
          </a:prstGeom>
          <a:noFill/>
        </p:spPr>
        <p:txBody>
          <a:bodyPr wrap="square" lIns="36000" tIns="0" rIns="36000" bIns="0" rtlCol="0">
            <a:spAutoFit/>
          </a:bodyPr>
          <a:lstStyle/>
          <a:p>
            <a:pPr algn="ctr"/>
            <a:r>
              <a:rPr lang="en-US" altLang="zh-CN" sz="2000" b="1" dirty="0"/>
              <a:t>49</a:t>
            </a:r>
            <a:endParaRPr lang="zh-CN" altLang="en-US" sz="2000" b="1" dirty="0"/>
          </a:p>
        </p:txBody>
      </p:sp>
      <p:sp>
        <p:nvSpPr>
          <p:cNvPr id="54" name="文本框 53">
            <a:extLst>
              <a:ext uri="{FF2B5EF4-FFF2-40B4-BE49-F238E27FC236}">
                <a16:creationId xmlns:a16="http://schemas.microsoft.com/office/drawing/2014/main" id="{5AA0FFC8-81BE-0CC1-AA5B-66E084457673}"/>
              </a:ext>
            </a:extLst>
          </p:cNvPr>
          <p:cNvSpPr txBox="1"/>
          <p:nvPr/>
        </p:nvSpPr>
        <p:spPr>
          <a:xfrm>
            <a:off x="1314576" y="272790"/>
            <a:ext cx="3661461" cy="430887"/>
          </a:xfrm>
          <a:prstGeom prst="rect">
            <a:avLst/>
          </a:prstGeom>
          <a:noFill/>
        </p:spPr>
        <p:txBody>
          <a:bodyPr wrap="square">
            <a:spAutoFit/>
          </a:bodyPr>
          <a:lstStyle/>
          <a:p>
            <a:pPr marR="57785" algn="ctr" eaLnBrk="1">
              <a:spcBef>
                <a:spcPts val="600"/>
              </a:spcBef>
              <a:buNone/>
            </a:pPr>
            <a:r>
              <a:rPr lang="en-US" altLang="zh-CN" sz="2200" b="1" dirty="0">
                <a:solidFill>
                  <a:srgbClr val="C00000"/>
                </a:solidFill>
                <a:effectLst>
                  <a:outerShdw blurRad="38100" dist="38100" dir="2700000" algn="tl">
                    <a:srgbClr val="000000">
                      <a:alpha val="43137"/>
                    </a:srgbClr>
                  </a:outerShdw>
                </a:effectLst>
                <a:latin typeface="楷体" panose="02010609060101010101" pitchFamily="49" charset="-122"/>
                <a:ea typeface="宋体" panose="02010600030101010101" pitchFamily="2" charset="-122"/>
                <a:cs typeface="Times New Roman" panose="02020603050405020304" pitchFamily="18" charset="0"/>
              </a:rPr>
              <a:t>2. </a:t>
            </a:r>
            <a:r>
              <a:rPr lang="zh-CN" altLang="zh-CN" sz="22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平衡二叉树的插入</a:t>
            </a:r>
            <a:r>
              <a:rPr lang="zh-CN" altLang="en-US" sz="22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（续）</a:t>
            </a:r>
            <a:endParaRPr lang="zh-CN" altLang="zh-CN" sz="22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56" name="椭圆 55">
            <a:extLst>
              <a:ext uri="{FF2B5EF4-FFF2-40B4-BE49-F238E27FC236}">
                <a16:creationId xmlns:a16="http://schemas.microsoft.com/office/drawing/2014/main" id="{7AB65D90-1686-97A5-4F00-64946D375AF0}"/>
              </a:ext>
            </a:extLst>
          </p:cNvPr>
          <p:cNvSpPr>
            <a:spLocks noChangeArrowheads="1"/>
          </p:cNvSpPr>
          <p:nvPr/>
        </p:nvSpPr>
        <p:spPr bwMode="auto">
          <a:xfrm>
            <a:off x="8052276" y="6118919"/>
            <a:ext cx="388127" cy="369760"/>
          </a:xfrm>
          <a:prstGeom prst="ellipse">
            <a:avLst/>
          </a:prstGeom>
          <a:solidFill>
            <a:srgbClr val="FFC000"/>
          </a:solidFill>
          <a:ln w="19050" cap="sq">
            <a:solidFill>
              <a:schemeClr val="tx1"/>
            </a:solidFill>
            <a:round/>
            <a:headEnd type="none" w="sm" len="sm"/>
            <a:tailEnd type="none" w="sm" len="sm"/>
          </a:ln>
        </p:spPr>
        <p:txBody>
          <a:bodyPr wrap="none" lIns="72000" tIns="0" anchor="ctr"/>
          <a:lstStyle/>
          <a:p>
            <a:pPr algn="ctr">
              <a:lnSpc>
                <a:spcPts val="2800"/>
              </a:lnSpc>
            </a:pPr>
            <a:r>
              <a:rPr lang="en-US" altLang="zh-CN" sz="2000" b="1" dirty="0">
                <a:latin typeface="Times New Roman" panose="02020603050405020304" pitchFamily="18" charset="0"/>
                <a:cs typeface="Times New Roman" panose="02020603050405020304" pitchFamily="18" charset="0"/>
              </a:rPr>
              <a:t>17</a:t>
            </a:r>
          </a:p>
        </p:txBody>
      </p:sp>
      <p:sp>
        <p:nvSpPr>
          <p:cNvPr id="57" name="直接连接符 56">
            <a:extLst>
              <a:ext uri="{FF2B5EF4-FFF2-40B4-BE49-F238E27FC236}">
                <a16:creationId xmlns:a16="http://schemas.microsoft.com/office/drawing/2014/main" id="{3BE5B8D4-FAA9-BEDE-12CC-905C0FCE2E68}"/>
              </a:ext>
            </a:extLst>
          </p:cNvPr>
          <p:cNvSpPr>
            <a:spLocks noChangeShapeType="1"/>
          </p:cNvSpPr>
          <p:nvPr/>
        </p:nvSpPr>
        <p:spPr bwMode="auto">
          <a:xfrm>
            <a:off x="8384471" y="5986624"/>
            <a:ext cx="422970" cy="144778"/>
          </a:xfrm>
          <a:prstGeom prst="line">
            <a:avLst/>
          </a:prstGeom>
          <a:noFill/>
          <a:ln w="19050" cap="sq">
            <a:solidFill>
              <a:schemeClr val="accent2"/>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58" name="矩形 57">
            <a:extLst>
              <a:ext uri="{FF2B5EF4-FFF2-40B4-BE49-F238E27FC236}">
                <a16:creationId xmlns:a16="http://schemas.microsoft.com/office/drawing/2014/main" id="{6D0BFD78-5604-492D-D448-0D9026290213}"/>
              </a:ext>
            </a:extLst>
          </p:cNvPr>
          <p:cNvSpPr/>
          <p:nvPr/>
        </p:nvSpPr>
        <p:spPr>
          <a:xfrm>
            <a:off x="8677923" y="5950568"/>
            <a:ext cx="1379269" cy="417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latin typeface="宋体" panose="02010600030101010101" pitchFamily="2" charset="-122"/>
                <a:ea typeface="宋体" panose="02010600030101010101" pitchFamily="2" charset="-122"/>
              </a:rPr>
              <a:t>左或右指针</a:t>
            </a:r>
          </a:p>
        </p:txBody>
      </p:sp>
      <p:sp>
        <p:nvSpPr>
          <p:cNvPr id="59" name="直接连接符 58">
            <a:extLst>
              <a:ext uri="{FF2B5EF4-FFF2-40B4-BE49-F238E27FC236}">
                <a16:creationId xmlns:a16="http://schemas.microsoft.com/office/drawing/2014/main" id="{8D8150F4-79AE-201A-2939-4E54CC505D14}"/>
              </a:ext>
            </a:extLst>
          </p:cNvPr>
          <p:cNvSpPr>
            <a:spLocks noChangeShapeType="1"/>
          </p:cNvSpPr>
          <p:nvPr/>
        </p:nvSpPr>
        <p:spPr bwMode="auto">
          <a:xfrm flipH="1">
            <a:off x="9477196" y="5100004"/>
            <a:ext cx="294262" cy="306080"/>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9" name="文本框 18">
            <a:extLst>
              <a:ext uri="{FF2B5EF4-FFF2-40B4-BE49-F238E27FC236}">
                <a16:creationId xmlns:a16="http://schemas.microsoft.com/office/drawing/2014/main" id="{933394BE-2143-5606-D6C0-431DF6E5A0D3}"/>
              </a:ext>
            </a:extLst>
          </p:cNvPr>
          <p:cNvSpPr txBox="1"/>
          <p:nvPr/>
        </p:nvSpPr>
        <p:spPr>
          <a:xfrm>
            <a:off x="822680" y="1241483"/>
            <a:ext cx="10160753" cy="2031325"/>
          </a:xfrm>
          <a:prstGeom prst="rect">
            <a:avLst/>
          </a:prstGeom>
          <a:solidFill>
            <a:srgbClr val="FFFAEB"/>
          </a:solidFill>
          <a:ln>
            <a:solidFill>
              <a:schemeClr val="accent2">
                <a:lumMod val="50000"/>
              </a:schemeClr>
            </a:solidFill>
          </a:ln>
        </p:spPr>
        <p:txBody>
          <a:bodyPr wrap="square">
            <a:spAutoFit/>
          </a:bodyPr>
          <a:lstStyle/>
          <a:p>
            <a:pPr marL="108000" marR="57785" eaLnBrk="0"/>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AvlNode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R_Rotate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AvlNode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n2</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zh-CN" altLang="zh-CN" dirty="0">
                <a:solidFill>
                  <a:schemeClr val="accent6">
                    <a:lumMod val="75000"/>
                  </a:schemeClr>
                </a:solidFill>
                <a:latin typeface="Times New Roman" panose="02020603050405020304" pitchFamily="18" charset="0"/>
                <a:ea typeface="黑体" panose="02010609060101010101" pitchFamily="49" charset="-122"/>
                <a:cs typeface="Times New Roman" panose="02020603050405020304" pitchFamily="18" charset="0"/>
              </a:rPr>
              <a:t>算法</a:t>
            </a:r>
            <a:r>
              <a:rPr lang="en-US" altLang="zh-CN" dirty="0">
                <a:solidFill>
                  <a:schemeClr val="accent6">
                    <a:lumMod val="75000"/>
                  </a:schemeClr>
                </a:solidFill>
                <a:latin typeface="Times New Roman" panose="02020603050405020304" pitchFamily="18" charset="0"/>
                <a:ea typeface="黑体" panose="02010609060101010101" pitchFamily="49" charset="-122"/>
                <a:cs typeface="宋体" panose="02010600030101010101" pitchFamily="2" charset="-122"/>
              </a:rPr>
              <a:t>  9.9</a:t>
            </a:r>
            <a:r>
              <a:rPr lang="zh-CN" altLang="en-US" dirty="0">
                <a:solidFill>
                  <a:schemeClr val="accent6">
                    <a:lumMod val="75000"/>
                  </a:schemeClr>
                </a:solidFill>
                <a:latin typeface="Times New Roman" panose="02020603050405020304" pitchFamily="18" charset="0"/>
                <a:ea typeface="黑体" panose="02010609060101010101" pitchFamily="49" charset="-122"/>
                <a:cs typeface="宋体" panose="02010600030101010101" pitchFamily="2" charset="-122"/>
              </a:rPr>
              <a:t>，</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对</a:t>
            </a:r>
            <a:r>
              <a:rPr lang="en-US" altLang="zh-CN" sz="1800" dirty="0" err="1">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n2</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子树右单旋（对</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LL</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失衡的调整）</a:t>
            </a:r>
            <a:endParaRPr lang="zh-CN" altLang="zh-CN" sz="1800" dirty="0">
              <a:solidFill>
                <a:schemeClr val="accent6">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p>
            <a:pPr marL="108000" marR="57785" eaLnBrk="0">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AvlNode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n1</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n2</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lchild</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n1</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是</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n2</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的左孩子（肯定不空）</a:t>
            </a:r>
            <a:endParaRPr lang="zh-CN" altLang="zh-CN" sz="1800" dirty="0">
              <a:solidFill>
                <a:schemeClr val="accent6">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p>
            <a:pPr marL="108000" marR="57785" eaLnBrk="0">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AvlNode</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lrc</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n1</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rchild</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lrc</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是</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n1</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的右孩子（可能为空）</a:t>
            </a:r>
            <a:endParaRPr lang="zh-CN" altLang="zh-CN" sz="1800" dirty="0">
              <a:solidFill>
                <a:schemeClr val="accent6">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p>
            <a:pPr marL="108000" marR="57785" eaLnBrk="0">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n1</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rchild</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n2</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n2</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-&gt;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lchild</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lrc</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右旋操作</a:t>
            </a:r>
            <a:endParaRPr lang="zh-CN" altLang="zh-CN" sz="1800" dirty="0">
              <a:solidFill>
                <a:schemeClr val="accent6">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p>
            <a:pPr marL="108000" marR="57785" eaLnBrk="0">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updateHeight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n2</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updateHeight</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n1</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更新</a:t>
            </a:r>
            <a:r>
              <a:rPr lang="en-US" altLang="zh-CN" sz="1800" dirty="0" err="1">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n2</a:t>
            </a:r>
            <a:r>
              <a:rPr lang="zh-CN" altLang="en-US"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1800" dirty="0" err="1">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n1</a:t>
            </a:r>
            <a:r>
              <a:rPr lang="zh-CN" altLang="en-US"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节点的</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高度</a:t>
            </a:r>
            <a:r>
              <a:rPr lang="zh-CN" altLang="en-US"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值</a:t>
            </a:r>
            <a:endParaRPr lang="zh-CN" altLang="zh-CN" sz="1800" dirty="0">
              <a:solidFill>
                <a:schemeClr val="accent6">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p>
            <a:pPr marL="108000" marR="57785" eaLnBrk="0">
              <a:buNone/>
            </a:pP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return</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n1</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                             </a:t>
            </a:r>
            <a:r>
              <a:rPr lang="en-US" altLang="zh-CN" sz="1800" dirty="0">
                <a:solidFill>
                  <a:schemeClr val="accent6">
                    <a:lumMod val="75000"/>
                  </a:schemeClr>
                </a:solidFill>
                <a:effectLst/>
                <a:latin typeface="Courier New" panose="02070309020205020404" pitchFamily="49" charset="0"/>
                <a:ea typeface="宋体" panose="02010600030101010101" pitchFamily="2" charset="-122"/>
                <a:cs typeface="宋体" panose="02010600030101010101" pitchFamily="2" charset="-122"/>
              </a:rPr>
              <a:t>// </a:t>
            </a:r>
            <a:r>
              <a:rPr lang="zh-CN" altLang="zh-CN" sz="18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返回新根节点指针</a:t>
            </a:r>
            <a:endParaRPr lang="zh-CN" altLang="zh-CN" sz="1800" dirty="0">
              <a:solidFill>
                <a:schemeClr val="accent6">
                  <a:lumMod val="75000"/>
                </a:schemeClr>
              </a:solidFill>
              <a:effectLst/>
              <a:latin typeface="宋体" panose="02010600030101010101" pitchFamily="2" charset="-122"/>
              <a:ea typeface="宋体" panose="02010600030101010101" pitchFamily="2" charset="-122"/>
              <a:cs typeface="宋体" panose="02010600030101010101" pitchFamily="2" charset="-122"/>
            </a:endParaRPr>
          </a:p>
          <a:p>
            <a:pPr marL="108000" marR="57785" eaLnBrk="0">
              <a:buNone/>
            </a:pPr>
            <a:r>
              <a:rPr lang="en-US" altLang="zh-CN" sz="1800" b="1"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zh-CN" altLang="zh-CN" sz="18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249749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1000"/>
                                        <p:tgtEl>
                                          <p:spTgt spid="16"/>
                                        </p:tgtEl>
                                      </p:cBhvr>
                                    </p:animEffect>
                                    <p:anim calcmode="lin" valueType="num">
                                      <p:cBhvr>
                                        <p:cTn id="55" dur="1000" fill="hold"/>
                                        <p:tgtEl>
                                          <p:spTgt spid="16"/>
                                        </p:tgtEl>
                                        <p:attrNameLst>
                                          <p:attrName>ppt_x</p:attrName>
                                        </p:attrNameLst>
                                      </p:cBhvr>
                                      <p:tavLst>
                                        <p:tav tm="0">
                                          <p:val>
                                            <p:strVal val="#ppt_x"/>
                                          </p:val>
                                        </p:tav>
                                        <p:tav tm="100000">
                                          <p:val>
                                            <p:strVal val="#ppt_x"/>
                                          </p:val>
                                        </p:tav>
                                      </p:tavLst>
                                    </p:anim>
                                    <p:anim calcmode="lin" valueType="num">
                                      <p:cBhvr>
                                        <p:cTn id="56" dur="1000" fill="hold"/>
                                        <p:tgtEl>
                                          <p:spTgt spid="16"/>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childTnLst>
                          </p:cTn>
                        </p:par>
                        <p:par>
                          <p:cTn id="72" fill="hold">
                            <p:stCondLst>
                              <p:cond delay="1000"/>
                            </p:stCondLst>
                            <p:childTnLst>
                              <p:par>
                                <p:cTn id="73" presetID="42" presetClass="entr" presetSubtype="0" fill="hold" grpId="0" nodeType="afterEffect">
                                  <p:stCondLst>
                                    <p:cond delay="0"/>
                                  </p:stCondLst>
                                  <p:childTnLst>
                                    <p:set>
                                      <p:cBhvr>
                                        <p:cTn id="74" dur="1" fill="hold">
                                          <p:stCondLst>
                                            <p:cond delay="0"/>
                                          </p:stCondLst>
                                        </p:cTn>
                                        <p:tgtEl>
                                          <p:spTgt spid="4">
                                            <p:txEl>
                                              <p:pRg st="2" end="2"/>
                                            </p:txEl>
                                          </p:spTgt>
                                        </p:tgtEl>
                                        <p:attrNameLst>
                                          <p:attrName>style.visibility</p:attrName>
                                        </p:attrNameLst>
                                      </p:cBhvr>
                                      <p:to>
                                        <p:strVal val="visible"/>
                                      </p:to>
                                    </p:set>
                                    <p:animEffect transition="in" filter="fade">
                                      <p:cBhvr>
                                        <p:cTn id="75" dur="1000"/>
                                        <p:tgtEl>
                                          <p:spTgt spid="4">
                                            <p:txEl>
                                              <p:pRg st="2" end="2"/>
                                            </p:txEl>
                                          </p:spTgt>
                                        </p:tgtEl>
                                      </p:cBhvr>
                                    </p:animEffect>
                                    <p:anim calcmode="lin" valueType="num">
                                      <p:cBhvr>
                                        <p:cTn id="7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wipe(up)">
                                      <p:cBhvr>
                                        <p:cTn id="82" dur="1000"/>
                                        <p:tgtEl>
                                          <p:spTgt spid="5"/>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1000"/>
                                        <p:tgtEl>
                                          <p:spTgt spid="17"/>
                                        </p:tgtEl>
                                      </p:cBhvr>
                                    </p:animEffect>
                                    <p:anim calcmode="lin" valueType="num">
                                      <p:cBhvr>
                                        <p:cTn id="86" dur="1000" fill="hold"/>
                                        <p:tgtEl>
                                          <p:spTgt spid="17"/>
                                        </p:tgtEl>
                                        <p:attrNameLst>
                                          <p:attrName>ppt_x</p:attrName>
                                        </p:attrNameLst>
                                      </p:cBhvr>
                                      <p:tavLst>
                                        <p:tav tm="0">
                                          <p:val>
                                            <p:strVal val="#ppt_x"/>
                                          </p:val>
                                        </p:tav>
                                        <p:tav tm="100000">
                                          <p:val>
                                            <p:strVal val="#ppt_x"/>
                                          </p:val>
                                        </p:tav>
                                      </p:tavLst>
                                    </p:anim>
                                    <p:anim calcmode="lin" valueType="num">
                                      <p:cBhvr>
                                        <p:cTn id="87" dur="1000" fill="hold"/>
                                        <p:tgtEl>
                                          <p:spTgt spid="17"/>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1000"/>
                                        <p:tgtEl>
                                          <p:spTgt spid="18"/>
                                        </p:tgtEl>
                                      </p:cBhvr>
                                    </p:animEffect>
                                    <p:anim calcmode="lin" valueType="num">
                                      <p:cBhvr>
                                        <p:cTn id="91" dur="1000" fill="hold"/>
                                        <p:tgtEl>
                                          <p:spTgt spid="18"/>
                                        </p:tgtEl>
                                        <p:attrNameLst>
                                          <p:attrName>ppt_x</p:attrName>
                                        </p:attrNameLst>
                                      </p:cBhvr>
                                      <p:tavLst>
                                        <p:tav tm="0">
                                          <p:val>
                                            <p:strVal val="#ppt_x"/>
                                          </p:val>
                                        </p:tav>
                                        <p:tav tm="100000">
                                          <p:val>
                                            <p:strVal val="#ppt_x"/>
                                          </p:val>
                                        </p:tav>
                                      </p:tavLst>
                                    </p:anim>
                                    <p:anim calcmode="lin" valueType="num">
                                      <p:cBhvr>
                                        <p:cTn id="92" dur="1000" fill="hold"/>
                                        <p:tgtEl>
                                          <p:spTgt spid="18"/>
                                        </p:tgtEl>
                                        <p:attrNameLst>
                                          <p:attrName>ppt_y</p:attrName>
                                        </p:attrNameLst>
                                      </p:cBhvr>
                                      <p:tavLst>
                                        <p:tav tm="0">
                                          <p:val>
                                            <p:strVal val="#ppt_y+.1"/>
                                          </p:val>
                                        </p:tav>
                                        <p:tav tm="100000">
                                          <p:val>
                                            <p:strVal val="#ppt_y"/>
                                          </p:val>
                                        </p:tav>
                                      </p:tavLst>
                                    </p:anim>
                                  </p:childTnLst>
                                </p:cTn>
                              </p:par>
                            </p:childTnLst>
                          </p:cTn>
                        </p:par>
                        <p:par>
                          <p:cTn id="93" fill="hold">
                            <p:stCondLst>
                              <p:cond delay="1000"/>
                            </p:stCondLst>
                            <p:childTnLst>
                              <p:par>
                                <p:cTn id="94" presetID="42" presetClass="entr" presetSubtype="0" fill="hold" grpId="0" nodeType="afterEffect">
                                  <p:stCondLst>
                                    <p:cond delay="0"/>
                                  </p:stCondLst>
                                  <p:childTnLst>
                                    <p:set>
                                      <p:cBhvr>
                                        <p:cTn id="95" dur="1" fill="hold">
                                          <p:stCondLst>
                                            <p:cond delay="0"/>
                                          </p:stCondLst>
                                        </p:cTn>
                                        <p:tgtEl>
                                          <p:spTgt spid="4">
                                            <p:txEl>
                                              <p:pRg st="3" end="3"/>
                                            </p:txEl>
                                          </p:spTgt>
                                        </p:tgtEl>
                                        <p:attrNameLst>
                                          <p:attrName>style.visibility</p:attrName>
                                        </p:attrNameLst>
                                      </p:cBhvr>
                                      <p:to>
                                        <p:strVal val="visible"/>
                                      </p:to>
                                    </p:set>
                                    <p:animEffect transition="in" filter="fade">
                                      <p:cBhvr>
                                        <p:cTn id="96" dur="1000"/>
                                        <p:tgtEl>
                                          <p:spTgt spid="4">
                                            <p:txEl>
                                              <p:pRg st="3" end="3"/>
                                            </p:txEl>
                                          </p:spTgt>
                                        </p:tgtEl>
                                      </p:cBhvr>
                                    </p:animEffect>
                                    <p:anim calcmode="lin" valueType="num">
                                      <p:cBhvr>
                                        <p:cTn id="9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1000"/>
                                        <p:tgtEl>
                                          <p:spTgt spid="25"/>
                                        </p:tgtEl>
                                      </p:cBhvr>
                                    </p:animEffect>
                                    <p:anim calcmode="lin" valueType="num">
                                      <p:cBhvr>
                                        <p:cTn id="104" dur="1000" fill="hold"/>
                                        <p:tgtEl>
                                          <p:spTgt spid="25"/>
                                        </p:tgtEl>
                                        <p:attrNameLst>
                                          <p:attrName>ppt_x</p:attrName>
                                        </p:attrNameLst>
                                      </p:cBhvr>
                                      <p:tavLst>
                                        <p:tav tm="0">
                                          <p:val>
                                            <p:strVal val="#ppt_x"/>
                                          </p:val>
                                        </p:tav>
                                        <p:tav tm="100000">
                                          <p:val>
                                            <p:strVal val="#ppt_x"/>
                                          </p:val>
                                        </p:tav>
                                      </p:tavLst>
                                    </p:anim>
                                    <p:anim calcmode="lin" valueType="num">
                                      <p:cBhvr>
                                        <p:cTn id="105" dur="1000" fill="hold"/>
                                        <p:tgtEl>
                                          <p:spTgt spid="25"/>
                                        </p:tgtEl>
                                        <p:attrNameLst>
                                          <p:attrName>ppt_y</p:attrName>
                                        </p:attrNameLst>
                                      </p:cBhvr>
                                      <p:tavLst>
                                        <p:tav tm="0">
                                          <p:val>
                                            <p:strVal val="#ppt_y+.1"/>
                                          </p:val>
                                        </p:tav>
                                        <p:tav tm="100000">
                                          <p:val>
                                            <p:strVal val="#ppt_y"/>
                                          </p:val>
                                        </p:tav>
                                      </p:tavLst>
                                    </p:anim>
                                  </p:childTnLst>
                                </p:cTn>
                              </p:par>
                              <p:par>
                                <p:cTn id="106" presetID="10" presetClass="exit" presetSubtype="0" fill="hold" grpId="1" nodeType="withEffect">
                                  <p:stCondLst>
                                    <p:cond delay="500"/>
                                  </p:stCondLst>
                                  <p:childTnLst>
                                    <p:animEffect transition="out" filter="fade">
                                      <p:cBhvr>
                                        <p:cTn id="107" dur="500"/>
                                        <p:tgtEl>
                                          <p:spTgt spid="14"/>
                                        </p:tgtEl>
                                      </p:cBhvr>
                                    </p:animEffect>
                                    <p:set>
                                      <p:cBhvr>
                                        <p:cTn id="108" dur="1" fill="hold">
                                          <p:stCondLst>
                                            <p:cond delay="499"/>
                                          </p:stCondLst>
                                        </p:cTn>
                                        <p:tgtEl>
                                          <p:spTgt spid="14"/>
                                        </p:tgtEl>
                                        <p:attrNameLst>
                                          <p:attrName>style.visibility</p:attrName>
                                        </p:attrNameLst>
                                      </p:cBhvr>
                                      <p:to>
                                        <p:strVal val="hidden"/>
                                      </p:to>
                                    </p:set>
                                  </p:childTnLst>
                                </p:cTn>
                              </p:par>
                            </p:childTnLst>
                          </p:cTn>
                        </p:par>
                        <p:par>
                          <p:cTn id="109" fill="hold">
                            <p:stCondLst>
                              <p:cond delay="10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1000"/>
                                        <p:tgtEl>
                                          <p:spTgt spid="26"/>
                                        </p:tgtEl>
                                      </p:cBhvr>
                                    </p:animEffect>
                                    <p:anim calcmode="lin" valueType="num">
                                      <p:cBhvr>
                                        <p:cTn id="113" dur="1000" fill="hold"/>
                                        <p:tgtEl>
                                          <p:spTgt spid="26"/>
                                        </p:tgtEl>
                                        <p:attrNameLst>
                                          <p:attrName>ppt_x</p:attrName>
                                        </p:attrNameLst>
                                      </p:cBhvr>
                                      <p:tavLst>
                                        <p:tav tm="0">
                                          <p:val>
                                            <p:strVal val="#ppt_x"/>
                                          </p:val>
                                        </p:tav>
                                        <p:tav tm="100000">
                                          <p:val>
                                            <p:strVal val="#ppt_x"/>
                                          </p:val>
                                        </p:tav>
                                      </p:tavLst>
                                    </p:anim>
                                    <p:anim calcmode="lin" valueType="num">
                                      <p:cBhvr>
                                        <p:cTn id="114" dur="1000" fill="hold"/>
                                        <p:tgtEl>
                                          <p:spTgt spid="26"/>
                                        </p:tgtEl>
                                        <p:attrNameLst>
                                          <p:attrName>ppt_y</p:attrName>
                                        </p:attrNameLst>
                                      </p:cBhvr>
                                      <p:tavLst>
                                        <p:tav tm="0">
                                          <p:val>
                                            <p:strVal val="#ppt_y+.1"/>
                                          </p:val>
                                        </p:tav>
                                        <p:tav tm="100000">
                                          <p:val>
                                            <p:strVal val="#ppt_y"/>
                                          </p:val>
                                        </p:tav>
                                      </p:tavLst>
                                    </p:anim>
                                  </p:childTnLst>
                                </p:cTn>
                              </p:par>
                              <p:par>
                                <p:cTn id="115" presetID="10" presetClass="exit" presetSubtype="0" fill="hold" grpId="1" nodeType="withEffect">
                                  <p:stCondLst>
                                    <p:cond delay="0"/>
                                  </p:stCondLst>
                                  <p:childTnLst>
                                    <p:animEffect transition="out" filter="fade">
                                      <p:cBhvr>
                                        <p:cTn id="116" dur="500"/>
                                        <p:tgtEl>
                                          <p:spTgt spid="13"/>
                                        </p:tgtEl>
                                      </p:cBhvr>
                                    </p:animEffect>
                                    <p:set>
                                      <p:cBhvr>
                                        <p:cTn id="117" dur="1" fill="hold">
                                          <p:stCondLst>
                                            <p:cond delay="499"/>
                                          </p:stCondLst>
                                        </p:cTn>
                                        <p:tgtEl>
                                          <p:spTgt spid="13"/>
                                        </p:tgtEl>
                                        <p:attrNameLst>
                                          <p:attrName>style.visibility</p:attrName>
                                        </p:attrNameLst>
                                      </p:cBhvr>
                                      <p:to>
                                        <p:strVal val="hidden"/>
                                      </p:to>
                                    </p:set>
                                  </p:childTnLst>
                                </p:cTn>
                              </p:par>
                            </p:childTnLst>
                          </p:cTn>
                        </p:par>
                        <p:par>
                          <p:cTn id="118" fill="hold">
                            <p:stCondLst>
                              <p:cond delay="2000"/>
                            </p:stCondLst>
                            <p:childTnLst>
                              <p:par>
                                <p:cTn id="119" presetID="22" presetClass="entr" presetSubtype="8" fill="hold" nodeType="after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wipe(left)">
                                      <p:cBhvr>
                                        <p:cTn id="121" dur="1000"/>
                                        <p:tgtEl>
                                          <p:spTgt spid="24"/>
                                        </p:tgtEl>
                                      </p:cBhvr>
                                    </p:animEffect>
                                  </p:childTnLst>
                                </p:cTn>
                              </p:par>
                            </p:childTnLst>
                          </p:cTn>
                        </p:par>
                        <p:par>
                          <p:cTn id="122" fill="hold">
                            <p:stCondLst>
                              <p:cond delay="3000"/>
                            </p:stCondLst>
                            <p:childTnLst>
                              <p:par>
                                <p:cTn id="123" presetID="42" presetClass="entr" presetSubtype="0" fill="hold" grpId="0" nodeType="afterEffect">
                                  <p:stCondLst>
                                    <p:cond delay="0"/>
                                  </p:stCondLst>
                                  <p:childTnLst>
                                    <p:set>
                                      <p:cBhvr>
                                        <p:cTn id="124" dur="1" fill="hold">
                                          <p:stCondLst>
                                            <p:cond delay="0"/>
                                          </p:stCondLst>
                                        </p:cTn>
                                        <p:tgtEl>
                                          <p:spTgt spid="4">
                                            <p:txEl>
                                              <p:pRg st="4" end="4"/>
                                            </p:txEl>
                                          </p:spTgt>
                                        </p:tgtEl>
                                        <p:attrNameLst>
                                          <p:attrName>style.visibility</p:attrName>
                                        </p:attrNameLst>
                                      </p:cBhvr>
                                      <p:to>
                                        <p:strVal val="visible"/>
                                      </p:to>
                                    </p:set>
                                    <p:animEffect transition="in" filter="fade">
                                      <p:cBhvr>
                                        <p:cTn id="125" dur="1000"/>
                                        <p:tgtEl>
                                          <p:spTgt spid="4">
                                            <p:txEl>
                                              <p:pRg st="4" end="4"/>
                                            </p:txEl>
                                          </p:spTgt>
                                        </p:tgtEl>
                                      </p:cBhvr>
                                    </p:animEffect>
                                    <p:anim calcmode="lin" valueType="num">
                                      <p:cBhvr>
                                        <p:cTn id="12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2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path" presetSubtype="0" accel="50000" decel="50000" fill="hold" grpId="1" nodeType="clickEffect">
                                  <p:stCondLst>
                                    <p:cond delay="0"/>
                                  </p:stCondLst>
                                  <p:childTnLst>
                                    <p:animMotion origin="layout" path="M -1.04167E-6 -3.33333E-6 L 0.01927 0.09074 " pathEditMode="relative" rAng="0" ptsTypes="AA">
                                      <p:cBhvr>
                                        <p:cTn id="131" dur="1500" fill="hold"/>
                                        <p:tgtEl>
                                          <p:spTgt spid="10"/>
                                        </p:tgtEl>
                                        <p:attrNameLst>
                                          <p:attrName>ppt_x</p:attrName>
                                          <p:attrName>ppt_y</p:attrName>
                                        </p:attrNameLst>
                                      </p:cBhvr>
                                      <p:rCtr x="964" y="4537"/>
                                    </p:animMotion>
                                  </p:childTnLst>
                                </p:cTn>
                              </p:par>
                              <p:par>
                                <p:cTn id="132" presetID="42" presetClass="path" presetSubtype="0" accel="50000" decel="50000" fill="hold" grpId="3" nodeType="withEffect">
                                  <p:stCondLst>
                                    <p:cond delay="0"/>
                                  </p:stCondLst>
                                  <p:childTnLst>
                                    <p:animMotion origin="layout" path="M 1.875E-6 2.59259E-6 L 0.02265 0.09375 " pathEditMode="relative" rAng="0" ptsTypes="AA">
                                      <p:cBhvr>
                                        <p:cTn id="133" dur="1500" fill="hold"/>
                                        <p:tgtEl>
                                          <p:spTgt spid="26"/>
                                        </p:tgtEl>
                                        <p:attrNameLst>
                                          <p:attrName>ppt_x</p:attrName>
                                          <p:attrName>ppt_y</p:attrName>
                                        </p:attrNameLst>
                                      </p:cBhvr>
                                      <p:rCtr x="1133" y="4676"/>
                                    </p:animMotion>
                                  </p:childTnLst>
                                </p:cTn>
                              </p:par>
                              <p:par>
                                <p:cTn id="134" presetID="10" presetClass="entr" presetSubtype="0" fill="hold" grpId="0" nodeType="withEffect">
                                  <p:stCondLst>
                                    <p:cond delay="500"/>
                                  </p:stCondLst>
                                  <p:childTnLst>
                                    <p:set>
                                      <p:cBhvr>
                                        <p:cTn id="135" dur="1" fill="hold">
                                          <p:stCondLst>
                                            <p:cond delay="0"/>
                                          </p:stCondLst>
                                        </p:cTn>
                                        <p:tgtEl>
                                          <p:spTgt spid="28"/>
                                        </p:tgtEl>
                                        <p:attrNameLst>
                                          <p:attrName>style.visibility</p:attrName>
                                        </p:attrNameLst>
                                      </p:cBhvr>
                                      <p:to>
                                        <p:strVal val="visible"/>
                                      </p:to>
                                    </p:set>
                                    <p:animEffect transition="in" filter="fade">
                                      <p:cBhvr>
                                        <p:cTn id="136" dur="1000"/>
                                        <p:tgtEl>
                                          <p:spTgt spid="28"/>
                                        </p:tgtEl>
                                      </p:cBhvr>
                                    </p:animEffect>
                                  </p:childTnLst>
                                </p:cTn>
                              </p:par>
                              <p:par>
                                <p:cTn id="137" presetID="10" presetClass="exit" presetSubtype="0" fill="hold" grpId="1" nodeType="withEffect">
                                  <p:stCondLst>
                                    <p:cond delay="0"/>
                                  </p:stCondLst>
                                  <p:childTnLst>
                                    <p:animEffect transition="out" filter="fade">
                                      <p:cBhvr>
                                        <p:cTn id="138" dur="1000"/>
                                        <p:tgtEl>
                                          <p:spTgt spid="7"/>
                                        </p:tgtEl>
                                      </p:cBhvr>
                                    </p:animEffect>
                                    <p:set>
                                      <p:cBhvr>
                                        <p:cTn id="139" dur="1" fill="hold">
                                          <p:stCondLst>
                                            <p:cond delay="999"/>
                                          </p:stCondLst>
                                        </p:cTn>
                                        <p:tgtEl>
                                          <p:spTgt spid="7"/>
                                        </p:tgtEl>
                                        <p:attrNameLst>
                                          <p:attrName>style.visibility</p:attrName>
                                        </p:attrNameLst>
                                      </p:cBhvr>
                                      <p:to>
                                        <p:strVal val="hidden"/>
                                      </p:to>
                                    </p:set>
                                  </p:childTnLst>
                                </p:cTn>
                              </p:par>
                              <p:par>
                                <p:cTn id="140" presetID="64" presetClass="path" presetSubtype="0" accel="50000" decel="50000" fill="hold" grpId="1" nodeType="withEffect">
                                  <p:stCondLst>
                                    <p:cond delay="0"/>
                                  </p:stCondLst>
                                  <p:childTnLst>
                                    <p:animMotion origin="layout" path="M 6.25E-7 -4.81481E-6 L 0.03216 -0.08796 " pathEditMode="relative" rAng="0" ptsTypes="AA">
                                      <p:cBhvr>
                                        <p:cTn id="141" dur="1500" fill="hold"/>
                                        <p:tgtEl>
                                          <p:spTgt spid="8"/>
                                        </p:tgtEl>
                                        <p:attrNameLst>
                                          <p:attrName>ppt_x</p:attrName>
                                          <p:attrName>ppt_y</p:attrName>
                                        </p:attrNameLst>
                                      </p:cBhvr>
                                      <p:rCtr x="1602" y="-4398"/>
                                    </p:animMotion>
                                  </p:childTnLst>
                                </p:cTn>
                              </p:par>
                              <p:par>
                                <p:cTn id="142" presetID="64" presetClass="path" presetSubtype="0" accel="50000" decel="50000" fill="hold" grpId="1" nodeType="withEffect">
                                  <p:stCondLst>
                                    <p:cond delay="0"/>
                                  </p:stCondLst>
                                  <p:childTnLst>
                                    <p:animMotion origin="layout" path="M -2.08333E-7 -2.96296E-6 L 0.03125 -0.08935 " pathEditMode="relative" rAng="0" ptsTypes="AA">
                                      <p:cBhvr>
                                        <p:cTn id="143" dur="1500" fill="hold"/>
                                        <p:tgtEl>
                                          <p:spTgt spid="5"/>
                                        </p:tgtEl>
                                        <p:attrNameLst>
                                          <p:attrName>ppt_x</p:attrName>
                                          <p:attrName>ppt_y</p:attrName>
                                        </p:attrNameLst>
                                      </p:cBhvr>
                                      <p:rCtr x="1563" y="-4468"/>
                                    </p:animMotion>
                                  </p:childTnLst>
                                </p:cTn>
                              </p:par>
                              <p:par>
                                <p:cTn id="144" presetID="64" presetClass="path" presetSubtype="0" accel="50000" decel="50000" fill="hold" grpId="1" nodeType="withEffect">
                                  <p:stCondLst>
                                    <p:cond delay="0"/>
                                  </p:stCondLst>
                                  <p:childTnLst>
                                    <p:animMotion origin="layout" path="M 2.08333E-7 3.7037E-6 L 0.03177 -0.09375 " pathEditMode="relative" rAng="0" ptsTypes="AA">
                                      <p:cBhvr>
                                        <p:cTn id="145" dur="1500" fill="hold"/>
                                        <p:tgtEl>
                                          <p:spTgt spid="17"/>
                                        </p:tgtEl>
                                        <p:attrNameLst>
                                          <p:attrName>ppt_x</p:attrName>
                                          <p:attrName>ppt_y</p:attrName>
                                        </p:attrNameLst>
                                      </p:cBhvr>
                                      <p:rCtr x="1589" y="-4699"/>
                                    </p:animMotion>
                                  </p:childTnLst>
                                </p:cTn>
                              </p:par>
                              <p:par>
                                <p:cTn id="146" presetID="64" presetClass="path" presetSubtype="0" accel="50000" decel="50000" fill="hold" grpId="1" nodeType="withEffect">
                                  <p:stCondLst>
                                    <p:cond delay="0"/>
                                  </p:stCondLst>
                                  <p:childTnLst>
                                    <p:animMotion origin="layout" path="M -2.70833E-6 7.40741E-7 L 0.03581 -0.09352 " pathEditMode="relative" rAng="0" ptsTypes="AA">
                                      <p:cBhvr>
                                        <p:cTn id="147" dur="1500" fill="hold"/>
                                        <p:tgtEl>
                                          <p:spTgt spid="18"/>
                                        </p:tgtEl>
                                        <p:attrNameLst>
                                          <p:attrName>ppt_x</p:attrName>
                                          <p:attrName>ppt_y</p:attrName>
                                        </p:attrNameLst>
                                      </p:cBhvr>
                                      <p:rCtr x="1784" y="-4676"/>
                                    </p:animMotion>
                                  </p:childTnLst>
                                </p:cTn>
                              </p:par>
                              <p:par>
                                <p:cTn id="148" presetID="64" presetClass="path" presetSubtype="0" accel="50000" decel="50000" fill="hold" grpId="1" nodeType="withEffect">
                                  <p:stCondLst>
                                    <p:cond delay="0"/>
                                  </p:stCondLst>
                                  <p:childTnLst>
                                    <p:animMotion origin="layout" path="M -1.45833E-6 2.22222E-6 L 0.03542 -0.08797 " pathEditMode="relative" rAng="0" ptsTypes="AA">
                                      <p:cBhvr>
                                        <p:cTn id="149" dur="1500" fill="hold"/>
                                        <p:tgtEl>
                                          <p:spTgt spid="25"/>
                                        </p:tgtEl>
                                        <p:attrNameLst>
                                          <p:attrName>ppt_x</p:attrName>
                                          <p:attrName>ppt_y</p:attrName>
                                        </p:attrNameLst>
                                      </p:cBhvr>
                                      <p:rCtr x="1771" y="-4398"/>
                                    </p:animMotion>
                                  </p:childTnLst>
                                </p:cTn>
                              </p:par>
                              <p:par>
                                <p:cTn id="150" presetID="7" presetClass="emph" presetSubtype="2" fill="hold" nodeType="withEffect">
                                  <p:stCondLst>
                                    <p:cond delay="0"/>
                                  </p:stCondLst>
                                  <p:childTnLst>
                                    <p:animClr clrSpc="rgb" dir="cw">
                                      <p:cBhvr>
                                        <p:cTn id="151" dur="1500" fill="hold"/>
                                        <p:tgtEl>
                                          <p:spTgt spid="9"/>
                                        </p:tgtEl>
                                        <p:attrNameLst>
                                          <p:attrName>stroke.color</p:attrName>
                                        </p:attrNameLst>
                                      </p:cBhvr>
                                      <p:to>
                                        <a:srgbClr val="C00000"/>
                                      </p:to>
                                    </p:animClr>
                                    <p:set>
                                      <p:cBhvr>
                                        <p:cTn id="152" dur="1500" fill="hold"/>
                                        <p:tgtEl>
                                          <p:spTgt spid="9"/>
                                        </p:tgtEl>
                                        <p:attrNameLst>
                                          <p:attrName>stroke.on</p:attrName>
                                        </p:attrNameLst>
                                      </p:cBhvr>
                                      <p:to>
                                        <p:strVal val="true"/>
                                      </p:to>
                                    </p:set>
                                  </p:childTnLst>
                                </p:cTn>
                              </p:par>
                              <p:par>
                                <p:cTn id="153" presetID="10" presetClass="exit" presetSubtype="0" fill="hold" grpId="2" nodeType="withEffect">
                                  <p:stCondLst>
                                    <p:cond delay="750"/>
                                  </p:stCondLst>
                                  <p:childTnLst>
                                    <p:animEffect transition="out" filter="fade">
                                      <p:cBhvr>
                                        <p:cTn id="154" dur="750"/>
                                        <p:tgtEl>
                                          <p:spTgt spid="26"/>
                                        </p:tgtEl>
                                      </p:cBhvr>
                                    </p:animEffect>
                                    <p:set>
                                      <p:cBhvr>
                                        <p:cTn id="155" dur="1" fill="hold">
                                          <p:stCondLst>
                                            <p:cond delay="749"/>
                                          </p:stCondLst>
                                        </p:cTn>
                                        <p:tgtEl>
                                          <p:spTgt spid="26"/>
                                        </p:tgtEl>
                                        <p:attrNameLst>
                                          <p:attrName>style.visibility</p:attrName>
                                        </p:attrNameLst>
                                      </p:cBhvr>
                                      <p:to>
                                        <p:strVal val="hidden"/>
                                      </p:to>
                                    </p:set>
                                  </p:childTnLst>
                                </p:cTn>
                              </p:par>
                            </p:childTnLst>
                          </p:cTn>
                        </p:par>
                        <p:par>
                          <p:cTn id="156" fill="hold">
                            <p:stCondLst>
                              <p:cond delay="1500"/>
                            </p:stCondLst>
                            <p:childTnLst>
                              <p:par>
                                <p:cTn id="157" presetID="10" presetClass="entr" presetSubtype="0" fill="hold" grpId="0" nodeType="afterEffect">
                                  <p:stCondLst>
                                    <p:cond delay="0"/>
                                  </p:stCondLst>
                                  <p:childTnLst>
                                    <p:set>
                                      <p:cBhvr>
                                        <p:cTn id="158" dur="1" fill="hold">
                                          <p:stCondLst>
                                            <p:cond delay="0"/>
                                          </p:stCondLst>
                                        </p:cTn>
                                        <p:tgtEl>
                                          <p:spTgt spid="27"/>
                                        </p:tgtEl>
                                        <p:attrNameLst>
                                          <p:attrName>style.visibility</p:attrName>
                                        </p:attrNameLst>
                                      </p:cBhvr>
                                      <p:to>
                                        <p:strVal val="visible"/>
                                      </p:to>
                                    </p:set>
                                    <p:animEffect transition="in" filter="fade">
                                      <p:cBhvr>
                                        <p:cTn id="159" dur="1000"/>
                                        <p:tgtEl>
                                          <p:spTgt spid="27"/>
                                        </p:tgtEl>
                                      </p:cBhvr>
                                    </p:animEffect>
                                  </p:childTnLst>
                                </p:cTn>
                              </p:par>
                            </p:childTnLst>
                          </p:cTn>
                        </p:par>
                      </p:childTnLst>
                    </p:cTn>
                  </p:par>
                  <p:par>
                    <p:cTn id="160" fill="hold">
                      <p:stCondLst>
                        <p:cond delay="indefinite"/>
                      </p:stCondLst>
                      <p:childTnLst>
                        <p:par>
                          <p:cTn id="161" fill="hold">
                            <p:stCondLst>
                              <p:cond delay="0"/>
                            </p:stCondLst>
                            <p:childTnLst>
                              <p:par>
                                <p:cTn id="162" presetID="42" presetClass="entr" presetSubtype="0" fill="hold" grpId="0" nodeType="clickEffect">
                                  <p:stCondLst>
                                    <p:cond delay="0"/>
                                  </p:stCondLst>
                                  <p:childTnLst>
                                    <p:set>
                                      <p:cBhvr>
                                        <p:cTn id="163" dur="1" fill="hold">
                                          <p:stCondLst>
                                            <p:cond delay="0"/>
                                          </p:stCondLst>
                                        </p:cTn>
                                        <p:tgtEl>
                                          <p:spTgt spid="4">
                                            <p:txEl>
                                              <p:pRg st="5" end="5"/>
                                            </p:txEl>
                                          </p:spTgt>
                                        </p:tgtEl>
                                        <p:attrNameLst>
                                          <p:attrName>style.visibility</p:attrName>
                                        </p:attrNameLst>
                                      </p:cBhvr>
                                      <p:to>
                                        <p:strVal val="visible"/>
                                      </p:to>
                                    </p:set>
                                    <p:animEffect transition="in" filter="fade">
                                      <p:cBhvr>
                                        <p:cTn id="164" dur="1000"/>
                                        <p:tgtEl>
                                          <p:spTgt spid="4">
                                            <p:txEl>
                                              <p:pRg st="5" end="5"/>
                                            </p:txEl>
                                          </p:spTgt>
                                        </p:tgtEl>
                                      </p:cBhvr>
                                    </p:animEffect>
                                    <p:anim calcmode="lin" valueType="num">
                                      <p:cBhvr>
                                        <p:cTn id="16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6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par>
                          <p:cTn id="167" fill="hold">
                            <p:stCondLst>
                              <p:cond delay="1000"/>
                            </p:stCondLst>
                            <p:childTnLst>
                              <p:par>
                                <p:cTn id="168" presetID="42" presetClass="entr" presetSubtype="0" fill="hold" grpId="0" nodeType="afterEffect">
                                  <p:stCondLst>
                                    <p:cond delay="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1000"/>
                                        <p:tgtEl>
                                          <p:spTgt spid="45"/>
                                        </p:tgtEl>
                                      </p:cBhvr>
                                    </p:animEffect>
                                    <p:anim calcmode="lin" valueType="num">
                                      <p:cBhvr>
                                        <p:cTn id="171" dur="1000" fill="hold"/>
                                        <p:tgtEl>
                                          <p:spTgt spid="45"/>
                                        </p:tgtEl>
                                        <p:attrNameLst>
                                          <p:attrName>ppt_x</p:attrName>
                                        </p:attrNameLst>
                                      </p:cBhvr>
                                      <p:tavLst>
                                        <p:tav tm="0">
                                          <p:val>
                                            <p:strVal val="#ppt_x"/>
                                          </p:val>
                                        </p:tav>
                                        <p:tav tm="100000">
                                          <p:val>
                                            <p:strVal val="#ppt_x"/>
                                          </p:val>
                                        </p:tav>
                                      </p:tavLst>
                                    </p:anim>
                                    <p:anim calcmode="lin" valueType="num">
                                      <p:cBhvr>
                                        <p:cTn id="172" dur="1000" fill="hold"/>
                                        <p:tgtEl>
                                          <p:spTgt spid="45"/>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52"/>
                                        </p:tgtEl>
                                        <p:attrNameLst>
                                          <p:attrName>style.visibility</p:attrName>
                                        </p:attrNameLst>
                                      </p:cBhvr>
                                      <p:to>
                                        <p:strVal val="visible"/>
                                      </p:to>
                                    </p:set>
                                    <p:animEffect transition="in" filter="fade">
                                      <p:cBhvr>
                                        <p:cTn id="175" dur="1000"/>
                                        <p:tgtEl>
                                          <p:spTgt spid="52"/>
                                        </p:tgtEl>
                                      </p:cBhvr>
                                    </p:animEffect>
                                    <p:anim calcmode="lin" valueType="num">
                                      <p:cBhvr>
                                        <p:cTn id="176" dur="1000" fill="hold"/>
                                        <p:tgtEl>
                                          <p:spTgt spid="52"/>
                                        </p:tgtEl>
                                        <p:attrNameLst>
                                          <p:attrName>ppt_x</p:attrName>
                                        </p:attrNameLst>
                                      </p:cBhvr>
                                      <p:tavLst>
                                        <p:tav tm="0">
                                          <p:val>
                                            <p:strVal val="#ppt_x"/>
                                          </p:val>
                                        </p:tav>
                                        <p:tav tm="100000">
                                          <p:val>
                                            <p:strVal val="#ppt_x"/>
                                          </p:val>
                                        </p:tav>
                                      </p:tavLst>
                                    </p:anim>
                                    <p:anim calcmode="lin" valueType="num">
                                      <p:cBhvr>
                                        <p:cTn id="177" dur="1000" fill="hold"/>
                                        <p:tgtEl>
                                          <p:spTgt spid="52"/>
                                        </p:tgtEl>
                                        <p:attrNameLst>
                                          <p:attrName>ppt_y</p:attrName>
                                        </p:attrNameLst>
                                      </p:cBhvr>
                                      <p:tavLst>
                                        <p:tav tm="0">
                                          <p:val>
                                            <p:strVal val="#ppt_y+.1"/>
                                          </p:val>
                                        </p:tav>
                                        <p:tav tm="100000">
                                          <p:val>
                                            <p:strVal val="#ppt_y"/>
                                          </p:val>
                                        </p:tav>
                                      </p:tavLst>
                                    </p:anim>
                                  </p:childTnLst>
                                </p:cTn>
                              </p:par>
                              <p:par>
                                <p:cTn id="178" presetID="42" presetClass="entr" presetSubtype="0" fill="hold" grpId="0" nodeType="withEffect">
                                  <p:stCondLst>
                                    <p:cond delay="0"/>
                                  </p:stCondLst>
                                  <p:childTnLst>
                                    <p:set>
                                      <p:cBhvr>
                                        <p:cTn id="179" dur="1" fill="hold">
                                          <p:stCondLst>
                                            <p:cond delay="0"/>
                                          </p:stCondLst>
                                        </p:cTn>
                                        <p:tgtEl>
                                          <p:spTgt spid="30"/>
                                        </p:tgtEl>
                                        <p:attrNameLst>
                                          <p:attrName>style.visibility</p:attrName>
                                        </p:attrNameLst>
                                      </p:cBhvr>
                                      <p:to>
                                        <p:strVal val="visible"/>
                                      </p:to>
                                    </p:set>
                                    <p:animEffect transition="in" filter="fade">
                                      <p:cBhvr>
                                        <p:cTn id="180" dur="1000"/>
                                        <p:tgtEl>
                                          <p:spTgt spid="30"/>
                                        </p:tgtEl>
                                      </p:cBhvr>
                                    </p:animEffect>
                                    <p:anim calcmode="lin" valueType="num">
                                      <p:cBhvr>
                                        <p:cTn id="181" dur="1000" fill="hold"/>
                                        <p:tgtEl>
                                          <p:spTgt spid="30"/>
                                        </p:tgtEl>
                                        <p:attrNameLst>
                                          <p:attrName>ppt_x</p:attrName>
                                        </p:attrNameLst>
                                      </p:cBhvr>
                                      <p:tavLst>
                                        <p:tav tm="0">
                                          <p:val>
                                            <p:strVal val="#ppt_x"/>
                                          </p:val>
                                        </p:tav>
                                        <p:tav tm="100000">
                                          <p:val>
                                            <p:strVal val="#ppt_x"/>
                                          </p:val>
                                        </p:tav>
                                      </p:tavLst>
                                    </p:anim>
                                    <p:anim calcmode="lin" valueType="num">
                                      <p:cBhvr>
                                        <p:cTn id="182" dur="1000" fill="hold"/>
                                        <p:tgtEl>
                                          <p:spTgt spid="30"/>
                                        </p:tgtEl>
                                        <p:attrNameLst>
                                          <p:attrName>ppt_y</p:attrName>
                                        </p:attrNameLst>
                                      </p:cBhvr>
                                      <p:tavLst>
                                        <p:tav tm="0">
                                          <p:val>
                                            <p:strVal val="#ppt_y+.1"/>
                                          </p:val>
                                        </p:tav>
                                        <p:tav tm="100000">
                                          <p:val>
                                            <p:strVal val="#ppt_y"/>
                                          </p:val>
                                        </p:tav>
                                      </p:tavLst>
                                    </p:anim>
                                  </p:childTnLst>
                                </p:cTn>
                              </p:par>
                              <p:par>
                                <p:cTn id="183" presetID="42" presetClass="entr" presetSubtype="0" fill="hold" grpId="0" nodeType="withEffect">
                                  <p:stCondLst>
                                    <p:cond delay="0"/>
                                  </p:stCondLst>
                                  <p:childTnLst>
                                    <p:set>
                                      <p:cBhvr>
                                        <p:cTn id="184" dur="1" fill="hold">
                                          <p:stCondLst>
                                            <p:cond delay="0"/>
                                          </p:stCondLst>
                                        </p:cTn>
                                        <p:tgtEl>
                                          <p:spTgt spid="36"/>
                                        </p:tgtEl>
                                        <p:attrNameLst>
                                          <p:attrName>style.visibility</p:attrName>
                                        </p:attrNameLst>
                                      </p:cBhvr>
                                      <p:to>
                                        <p:strVal val="visible"/>
                                      </p:to>
                                    </p:set>
                                    <p:animEffect transition="in" filter="fade">
                                      <p:cBhvr>
                                        <p:cTn id="185" dur="1000"/>
                                        <p:tgtEl>
                                          <p:spTgt spid="36"/>
                                        </p:tgtEl>
                                      </p:cBhvr>
                                    </p:animEffect>
                                    <p:anim calcmode="lin" valueType="num">
                                      <p:cBhvr>
                                        <p:cTn id="186" dur="1000" fill="hold"/>
                                        <p:tgtEl>
                                          <p:spTgt spid="36"/>
                                        </p:tgtEl>
                                        <p:attrNameLst>
                                          <p:attrName>ppt_x</p:attrName>
                                        </p:attrNameLst>
                                      </p:cBhvr>
                                      <p:tavLst>
                                        <p:tav tm="0">
                                          <p:val>
                                            <p:strVal val="#ppt_x"/>
                                          </p:val>
                                        </p:tav>
                                        <p:tav tm="100000">
                                          <p:val>
                                            <p:strVal val="#ppt_x"/>
                                          </p:val>
                                        </p:tav>
                                      </p:tavLst>
                                    </p:anim>
                                    <p:anim calcmode="lin" valueType="num">
                                      <p:cBhvr>
                                        <p:cTn id="187" dur="1000" fill="hold"/>
                                        <p:tgtEl>
                                          <p:spTgt spid="36"/>
                                        </p:tgtEl>
                                        <p:attrNameLst>
                                          <p:attrName>ppt_y</p:attrName>
                                        </p:attrNameLst>
                                      </p:cBhvr>
                                      <p:tavLst>
                                        <p:tav tm="0">
                                          <p:val>
                                            <p:strVal val="#ppt_y+.1"/>
                                          </p:val>
                                        </p:tav>
                                        <p:tav tm="100000">
                                          <p:val>
                                            <p:strVal val="#ppt_y"/>
                                          </p:val>
                                        </p:tav>
                                      </p:tavLst>
                                    </p:anim>
                                  </p:childTnLst>
                                </p:cTn>
                              </p:par>
                              <p:par>
                                <p:cTn id="188" presetID="42" presetClass="entr" presetSubtype="0" fill="hold" grpId="0" nodeType="withEffect">
                                  <p:stCondLst>
                                    <p:cond delay="0"/>
                                  </p:stCondLst>
                                  <p:childTnLst>
                                    <p:set>
                                      <p:cBhvr>
                                        <p:cTn id="189" dur="1" fill="hold">
                                          <p:stCondLst>
                                            <p:cond delay="0"/>
                                          </p:stCondLst>
                                        </p:cTn>
                                        <p:tgtEl>
                                          <p:spTgt spid="31"/>
                                        </p:tgtEl>
                                        <p:attrNameLst>
                                          <p:attrName>style.visibility</p:attrName>
                                        </p:attrNameLst>
                                      </p:cBhvr>
                                      <p:to>
                                        <p:strVal val="visible"/>
                                      </p:to>
                                    </p:set>
                                    <p:animEffect transition="in" filter="fade">
                                      <p:cBhvr>
                                        <p:cTn id="190" dur="1000"/>
                                        <p:tgtEl>
                                          <p:spTgt spid="31"/>
                                        </p:tgtEl>
                                      </p:cBhvr>
                                    </p:animEffect>
                                    <p:anim calcmode="lin" valueType="num">
                                      <p:cBhvr>
                                        <p:cTn id="191" dur="1000" fill="hold"/>
                                        <p:tgtEl>
                                          <p:spTgt spid="31"/>
                                        </p:tgtEl>
                                        <p:attrNameLst>
                                          <p:attrName>ppt_x</p:attrName>
                                        </p:attrNameLst>
                                      </p:cBhvr>
                                      <p:tavLst>
                                        <p:tav tm="0">
                                          <p:val>
                                            <p:strVal val="#ppt_x"/>
                                          </p:val>
                                        </p:tav>
                                        <p:tav tm="100000">
                                          <p:val>
                                            <p:strVal val="#ppt_x"/>
                                          </p:val>
                                        </p:tav>
                                      </p:tavLst>
                                    </p:anim>
                                    <p:anim calcmode="lin" valueType="num">
                                      <p:cBhvr>
                                        <p:cTn id="192" dur="1000" fill="hold"/>
                                        <p:tgtEl>
                                          <p:spTgt spid="31"/>
                                        </p:tgtEl>
                                        <p:attrNameLst>
                                          <p:attrName>ppt_y</p:attrName>
                                        </p:attrNameLst>
                                      </p:cBhvr>
                                      <p:tavLst>
                                        <p:tav tm="0">
                                          <p:val>
                                            <p:strVal val="#ppt_y+.1"/>
                                          </p:val>
                                        </p:tav>
                                        <p:tav tm="100000">
                                          <p:val>
                                            <p:strVal val="#ppt_y"/>
                                          </p:val>
                                        </p:tav>
                                      </p:tavLst>
                                    </p:anim>
                                  </p:childTnLst>
                                </p:cTn>
                              </p:par>
                              <p:par>
                                <p:cTn id="193" presetID="42" presetClass="entr" presetSubtype="0" fill="hold" grpId="0" nodeType="withEffect">
                                  <p:stCondLst>
                                    <p:cond delay="0"/>
                                  </p:stCondLst>
                                  <p:childTnLst>
                                    <p:set>
                                      <p:cBhvr>
                                        <p:cTn id="194" dur="1" fill="hold">
                                          <p:stCondLst>
                                            <p:cond delay="0"/>
                                          </p:stCondLst>
                                        </p:cTn>
                                        <p:tgtEl>
                                          <p:spTgt spid="35"/>
                                        </p:tgtEl>
                                        <p:attrNameLst>
                                          <p:attrName>style.visibility</p:attrName>
                                        </p:attrNameLst>
                                      </p:cBhvr>
                                      <p:to>
                                        <p:strVal val="visible"/>
                                      </p:to>
                                    </p:set>
                                    <p:animEffect transition="in" filter="fade">
                                      <p:cBhvr>
                                        <p:cTn id="195" dur="1000"/>
                                        <p:tgtEl>
                                          <p:spTgt spid="35"/>
                                        </p:tgtEl>
                                      </p:cBhvr>
                                    </p:animEffect>
                                    <p:anim calcmode="lin" valueType="num">
                                      <p:cBhvr>
                                        <p:cTn id="196" dur="1000" fill="hold"/>
                                        <p:tgtEl>
                                          <p:spTgt spid="35"/>
                                        </p:tgtEl>
                                        <p:attrNameLst>
                                          <p:attrName>ppt_x</p:attrName>
                                        </p:attrNameLst>
                                      </p:cBhvr>
                                      <p:tavLst>
                                        <p:tav tm="0">
                                          <p:val>
                                            <p:strVal val="#ppt_x"/>
                                          </p:val>
                                        </p:tav>
                                        <p:tav tm="100000">
                                          <p:val>
                                            <p:strVal val="#ppt_x"/>
                                          </p:val>
                                        </p:tav>
                                      </p:tavLst>
                                    </p:anim>
                                    <p:anim calcmode="lin" valueType="num">
                                      <p:cBhvr>
                                        <p:cTn id="197" dur="1000" fill="hold"/>
                                        <p:tgtEl>
                                          <p:spTgt spid="35"/>
                                        </p:tgtEl>
                                        <p:attrNameLst>
                                          <p:attrName>ppt_y</p:attrName>
                                        </p:attrNameLst>
                                      </p:cBhvr>
                                      <p:tavLst>
                                        <p:tav tm="0">
                                          <p:val>
                                            <p:strVal val="#ppt_y+.1"/>
                                          </p:val>
                                        </p:tav>
                                        <p:tav tm="100000">
                                          <p:val>
                                            <p:strVal val="#ppt_y"/>
                                          </p:val>
                                        </p:tav>
                                      </p:tavLst>
                                    </p:anim>
                                  </p:childTnLst>
                                </p:cTn>
                              </p:par>
                            </p:childTnLst>
                          </p:cTn>
                        </p:par>
                        <p:par>
                          <p:cTn id="198" fill="hold">
                            <p:stCondLst>
                              <p:cond delay="2000"/>
                            </p:stCondLst>
                            <p:childTnLst>
                              <p:par>
                                <p:cTn id="199" presetID="42" presetClass="entr" presetSubtype="0" fill="hold" grpId="0" nodeType="afterEffect">
                                  <p:stCondLst>
                                    <p:cond delay="0"/>
                                  </p:stCondLst>
                                  <p:childTnLst>
                                    <p:set>
                                      <p:cBhvr>
                                        <p:cTn id="200" dur="1" fill="hold">
                                          <p:stCondLst>
                                            <p:cond delay="0"/>
                                          </p:stCondLst>
                                        </p:cTn>
                                        <p:tgtEl>
                                          <p:spTgt spid="4">
                                            <p:txEl>
                                              <p:pRg st="6" end="6"/>
                                            </p:txEl>
                                          </p:spTgt>
                                        </p:tgtEl>
                                        <p:attrNameLst>
                                          <p:attrName>style.visibility</p:attrName>
                                        </p:attrNameLst>
                                      </p:cBhvr>
                                      <p:to>
                                        <p:strVal val="visible"/>
                                      </p:to>
                                    </p:set>
                                    <p:animEffect transition="in" filter="fade">
                                      <p:cBhvr>
                                        <p:cTn id="201" dur="1000"/>
                                        <p:tgtEl>
                                          <p:spTgt spid="4">
                                            <p:txEl>
                                              <p:pRg st="6" end="6"/>
                                            </p:txEl>
                                          </p:spTgt>
                                        </p:tgtEl>
                                      </p:cBhvr>
                                    </p:animEffect>
                                    <p:anim calcmode="lin" valueType="num">
                                      <p:cBhvr>
                                        <p:cTn id="20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0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46"/>
                                        </p:tgtEl>
                                        <p:attrNameLst>
                                          <p:attrName>style.visibility</p:attrName>
                                        </p:attrNameLst>
                                      </p:cBhvr>
                                      <p:to>
                                        <p:strVal val="visible"/>
                                      </p:to>
                                    </p:set>
                                    <p:animEffect transition="in" filter="wipe(left)">
                                      <p:cBhvr>
                                        <p:cTn id="208" dur="1000"/>
                                        <p:tgtEl>
                                          <p:spTgt spid="46"/>
                                        </p:tgtEl>
                                      </p:cBhvr>
                                    </p:animEffect>
                                  </p:childTnLst>
                                </p:cTn>
                              </p:par>
                            </p:childTnLst>
                          </p:cTn>
                        </p:par>
                        <p:par>
                          <p:cTn id="209" fill="hold">
                            <p:stCondLst>
                              <p:cond delay="1000"/>
                            </p:stCondLst>
                            <p:childTnLst>
                              <p:par>
                                <p:cTn id="210" presetID="22" presetClass="entr" presetSubtype="8" fill="hold" nodeType="afterEffect">
                                  <p:stCondLst>
                                    <p:cond delay="0"/>
                                  </p:stCondLst>
                                  <p:childTnLst>
                                    <p:set>
                                      <p:cBhvr>
                                        <p:cTn id="211" dur="1" fill="hold">
                                          <p:stCondLst>
                                            <p:cond delay="0"/>
                                          </p:stCondLst>
                                        </p:cTn>
                                        <p:tgtEl>
                                          <p:spTgt spid="39"/>
                                        </p:tgtEl>
                                        <p:attrNameLst>
                                          <p:attrName>style.visibility</p:attrName>
                                        </p:attrNameLst>
                                      </p:cBhvr>
                                      <p:to>
                                        <p:strVal val="visible"/>
                                      </p:to>
                                    </p:set>
                                    <p:animEffect transition="in" filter="wipe(left)">
                                      <p:cBhvr>
                                        <p:cTn id="212" dur="1000"/>
                                        <p:tgtEl>
                                          <p:spTgt spid="39"/>
                                        </p:tgtEl>
                                      </p:cBhvr>
                                    </p:animEffect>
                                  </p:childTnLst>
                                </p:cTn>
                              </p:par>
                            </p:childTnLst>
                          </p:cTn>
                        </p:par>
                        <p:par>
                          <p:cTn id="213" fill="hold">
                            <p:stCondLst>
                              <p:cond delay="2000"/>
                            </p:stCondLst>
                            <p:childTnLst>
                              <p:par>
                                <p:cTn id="214" presetID="22" presetClass="entr" presetSubtype="8" fill="hold" nodeType="afterEffect">
                                  <p:stCondLst>
                                    <p:cond delay="0"/>
                                  </p:stCondLst>
                                  <p:childTnLst>
                                    <p:set>
                                      <p:cBhvr>
                                        <p:cTn id="215" dur="1" fill="hold">
                                          <p:stCondLst>
                                            <p:cond delay="0"/>
                                          </p:stCondLst>
                                        </p:cTn>
                                        <p:tgtEl>
                                          <p:spTgt spid="42"/>
                                        </p:tgtEl>
                                        <p:attrNameLst>
                                          <p:attrName>style.visibility</p:attrName>
                                        </p:attrNameLst>
                                      </p:cBhvr>
                                      <p:to>
                                        <p:strVal val="visible"/>
                                      </p:to>
                                    </p:set>
                                    <p:animEffect transition="in" filter="wipe(left)">
                                      <p:cBhvr>
                                        <p:cTn id="216" dur="1000"/>
                                        <p:tgtEl>
                                          <p:spTgt spid="42"/>
                                        </p:tgtEl>
                                      </p:cBhvr>
                                    </p:animEffect>
                                  </p:childTnLst>
                                </p:cTn>
                              </p:par>
                            </p:childTnLst>
                          </p:cTn>
                        </p:par>
                        <p:par>
                          <p:cTn id="217" fill="hold">
                            <p:stCondLst>
                              <p:cond delay="3000"/>
                            </p:stCondLst>
                            <p:childTnLst>
                              <p:par>
                                <p:cTn id="218" presetID="42" presetClass="entr" presetSubtype="0" fill="hold" grpId="0" nodeType="afterEffect">
                                  <p:stCondLst>
                                    <p:cond delay="0"/>
                                  </p:stCondLst>
                                  <p:childTnLst>
                                    <p:set>
                                      <p:cBhvr>
                                        <p:cTn id="219" dur="1" fill="hold">
                                          <p:stCondLst>
                                            <p:cond delay="0"/>
                                          </p:stCondLst>
                                        </p:cTn>
                                        <p:tgtEl>
                                          <p:spTgt spid="4">
                                            <p:txEl>
                                              <p:pRg st="7" end="7"/>
                                            </p:txEl>
                                          </p:spTgt>
                                        </p:tgtEl>
                                        <p:attrNameLst>
                                          <p:attrName>style.visibility</p:attrName>
                                        </p:attrNameLst>
                                      </p:cBhvr>
                                      <p:to>
                                        <p:strVal val="visible"/>
                                      </p:to>
                                    </p:set>
                                    <p:animEffect transition="in" filter="fade">
                                      <p:cBhvr>
                                        <p:cTn id="220" dur="1000"/>
                                        <p:tgtEl>
                                          <p:spTgt spid="4">
                                            <p:txEl>
                                              <p:pRg st="7" end="7"/>
                                            </p:txEl>
                                          </p:spTgt>
                                        </p:tgtEl>
                                      </p:cBhvr>
                                    </p:animEffect>
                                    <p:anim calcmode="lin" valueType="num">
                                      <p:cBhvr>
                                        <p:cTn id="22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22"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23" fill="hold">
                      <p:stCondLst>
                        <p:cond delay="indefinite"/>
                      </p:stCondLst>
                      <p:childTnLst>
                        <p:par>
                          <p:cTn id="224" fill="hold">
                            <p:stCondLst>
                              <p:cond delay="0"/>
                            </p:stCondLst>
                            <p:childTnLst>
                              <p:par>
                                <p:cTn id="225" presetID="10" presetClass="exit" presetSubtype="0" fill="hold" grpId="1" nodeType="clickEffect">
                                  <p:stCondLst>
                                    <p:cond delay="0"/>
                                  </p:stCondLst>
                                  <p:childTnLst>
                                    <p:animEffect transition="out" filter="fade">
                                      <p:cBhvr>
                                        <p:cTn id="226" dur="500"/>
                                        <p:tgtEl>
                                          <p:spTgt spid="52"/>
                                        </p:tgtEl>
                                      </p:cBhvr>
                                    </p:animEffect>
                                    <p:set>
                                      <p:cBhvr>
                                        <p:cTn id="227" dur="1" fill="hold">
                                          <p:stCondLst>
                                            <p:cond delay="499"/>
                                          </p:stCondLst>
                                        </p:cTn>
                                        <p:tgtEl>
                                          <p:spTgt spid="52"/>
                                        </p:tgtEl>
                                        <p:attrNameLst>
                                          <p:attrName>style.visibility</p:attrName>
                                        </p:attrNameLst>
                                      </p:cBhvr>
                                      <p:to>
                                        <p:strVal val="hidden"/>
                                      </p:to>
                                    </p:set>
                                  </p:childTnLst>
                                </p:cTn>
                              </p:par>
                            </p:childTnLst>
                          </p:cTn>
                        </p:par>
                        <p:par>
                          <p:cTn id="228" fill="hold">
                            <p:stCondLst>
                              <p:cond delay="500"/>
                            </p:stCondLst>
                            <p:childTnLst>
                              <p:par>
                                <p:cTn id="229" presetID="22" presetClass="entr" presetSubtype="2" fill="hold" grpId="0" nodeType="afterEffect">
                                  <p:stCondLst>
                                    <p:cond delay="0"/>
                                  </p:stCondLst>
                                  <p:childTnLst>
                                    <p:set>
                                      <p:cBhvr>
                                        <p:cTn id="230" dur="1" fill="hold">
                                          <p:stCondLst>
                                            <p:cond delay="0"/>
                                          </p:stCondLst>
                                        </p:cTn>
                                        <p:tgtEl>
                                          <p:spTgt spid="51"/>
                                        </p:tgtEl>
                                        <p:attrNameLst>
                                          <p:attrName>style.visibility</p:attrName>
                                        </p:attrNameLst>
                                      </p:cBhvr>
                                      <p:to>
                                        <p:strVal val="visible"/>
                                      </p:to>
                                    </p:set>
                                    <p:animEffect transition="in" filter="wipe(right)">
                                      <p:cBhvr>
                                        <p:cTn id="231" dur="1000"/>
                                        <p:tgtEl>
                                          <p:spTgt spid="51"/>
                                        </p:tgtEl>
                                      </p:cBhvr>
                                    </p:animEffect>
                                  </p:childTnLst>
                                </p:cTn>
                              </p:par>
                            </p:childTnLst>
                          </p:cTn>
                        </p:par>
                        <p:par>
                          <p:cTn id="232" fill="hold">
                            <p:stCondLst>
                              <p:cond delay="1500"/>
                            </p:stCondLst>
                            <p:childTnLst>
                              <p:par>
                                <p:cTn id="233" presetID="22" presetClass="entr" presetSubtype="2" fill="hold" grpId="0" nodeType="afterEffect">
                                  <p:stCondLst>
                                    <p:cond delay="0"/>
                                  </p:stCondLst>
                                  <p:childTnLst>
                                    <p:set>
                                      <p:cBhvr>
                                        <p:cTn id="234" dur="1" fill="hold">
                                          <p:stCondLst>
                                            <p:cond delay="0"/>
                                          </p:stCondLst>
                                        </p:cTn>
                                        <p:tgtEl>
                                          <p:spTgt spid="50"/>
                                        </p:tgtEl>
                                        <p:attrNameLst>
                                          <p:attrName>style.visibility</p:attrName>
                                        </p:attrNameLst>
                                      </p:cBhvr>
                                      <p:to>
                                        <p:strVal val="visible"/>
                                      </p:to>
                                    </p:set>
                                    <p:animEffect transition="in" filter="wipe(right)">
                                      <p:cBhvr>
                                        <p:cTn id="235" dur="500"/>
                                        <p:tgtEl>
                                          <p:spTgt spid="50"/>
                                        </p:tgtEl>
                                      </p:cBhvr>
                                    </p:animEffect>
                                  </p:childTnLst>
                                </p:cTn>
                              </p:par>
                            </p:childTnLst>
                          </p:cTn>
                        </p:par>
                        <p:par>
                          <p:cTn id="236" fill="hold">
                            <p:stCondLst>
                              <p:cond delay="2000"/>
                            </p:stCondLst>
                            <p:childTnLst>
                              <p:par>
                                <p:cTn id="237" presetID="42" presetClass="entr" presetSubtype="0" fill="hold" grpId="0" nodeType="afterEffect">
                                  <p:stCondLst>
                                    <p:cond delay="0"/>
                                  </p:stCondLst>
                                  <p:childTnLst>
                                    <p:set>
                                      <p:cBhvr>
                                        <p:cTn id="238" dur="1" fill="hold">
                                          <p:stCondLst>
                                            <p:cond delay="0"/>
                                          </p:stCondLst>
                                        </p:cTn>
                                        <p:tgtEl>
                                          <p:spTgt spid="4">
                                            <p:txEl>
                                              <p:pRg st="8" end="8"/>
                                            </p:txEl>
                                          </p:spTgt>
                                        </p:tgtEl>
                                        <p:attrNameLst>
                                          <p:attrName>style.visibility</p:attrName>
                                        </p:attrNameLst>
                                      </p:cBhvr>
                                      <p:to>
                                        <p:strVal val="visible"/>
                                      </p:to>
                                    </p:set>
                                    <p:animEffect transition="in" filter="fade">
                                      <p:cBhvr>
                                        <p:cTn id="239" dur="1000"/>
                                        <p:tgtEl>
                                          <p:spTgt spid="4">
                                            <p:txEl>
                                              <p:pRg st="8" end="8"/>
                                            </p:txEl>
                                          </p:spTgt>
                                        </p:tgtEl>
                                      </p:cBhvr>
                                    </p:animEffect>
                                    <p:anim calcmode="lin" valueType="num">
                                      <p:cBhvr>
                                        <p:cTn id="24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241"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par>
                          <p:cTn id="242" fill="hold">
                            <p:stCondLst>
                              <p:cond delay="3000"/>
                            </p:stCondLst>
                            <p:childTnLst>
                              <p:par>
                                <p:cTn id="243" presetID="42" presetClass="entr" presetSubtype="0" fill="hold" grpId="0" nodeType="afterEffect">
                                  <p:stCondLst>
                                    <p:cond delay="0"/>
                                  </p:stCondLst>
                                  <p:childTnLst>
                                    <p:set>
                                      <p:cBhvr>
                                        <p:cTn id="244" dur="1" fill="hold">
                                          <p:stCondLst>
                                            <p:cond delay="0"/>
                                          </p:stCondLst>
                                        </p:cTn>
                                        <p:tgtEl>
                                          <p:spTgt spid="4">
                                            <p:txEl>
                                              <p:pRg st="9" end="9"/>
                                            </p:txEl>
                                          </p:spTgt>
                                        </p:tgtEl>
                                        <p:attrNameLst>
                                          <p:attrName>style.visibility</p:attrName>
                                        </p:attrNameLst>
                                      </p:cBhvr>
                                      <p:to>
                                        <p:strVal val="visible"/>
                                      </p:to>
                                    </p:set>
                                    <p:animEffect transition="in" filter="fade">
                                      <p:cBhvr>
                                        <p:cTn id="245" dur="1000"/>
                                        <p:tgtEl>
                                          <p:spTgt spid="4">
                                            <p:txEl>
                                              <p:pRg st="9" end="9"/>
                                            </p:txEl>
                                          </p:spTgt>
                                        </p:tgtEl>
                                      </p:cBhvr>
                                    </p:animEffect>
                                    <p:anim calcmode="lin" valueType="num">
                                      <p:cBhvr>
                                        <p:cTn id="246"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247"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48" fill="hold">
                      <p:stCondLst>
                        <p:cond delay="indefinite"/>
                      </p:stCondLst>
                      <p:childTnLst>
                        <p:par>
                          <p:cTn id="249" fill="hold">
                            <p:stCondLst>
                              <p:cond delay="0"/>
                            </p:stCondLst>
                            <p:childTnLst>
                              <p:par>
                                <p:cTn id="250" presetID="22" presetClass="entr" presetSubtype="1" fill="hold" grpId="0" nodeType="clickEffect">
                                  <p:stCondLst>
                                    <p:cond delay="0"/>
                                  </p:stCondLst>
                                  <p:childTnLst>
                                    <p:set>
                                      <p:cBhvr>
                                        <p:cTn id="251" dur="1" fill="hold">
                                          <p:stCondLst>
                                            <p:cond delay="0"/>
                                          </p:stCondLst>
                                        </p:cTn>
                                        <p:tgtEl>
                                          <p:spTgt spid="33"/>
                                        </p:tgtEl>
                                        <p:attrNameLst>
                                          <p:attrName>style.visibility</p:attrName>
                                        </p:attrNameLst>
                                      </p:cBhvr>
                                      <p:to>
                                        <p:strVal val="visible"/>
                                      </p:to>
                                    </p:set>
                                    <p:animEffect transition="in" filter="wipe(up)">
                                      <p:cBhvr>
                                        <p:cTn id="252" dur="1000"/>
                                        <p:tgtEl>
                                          <p:spTgt spid="33"/>
                                        </p:tgtEl>
                                      </p:cBhvr>
                                    </p:animEffect>
                                  </p:childTnLst>
                                </p:cTn>
                              </p:par>
                            </p:childTnLst>
                          </p:cTn>
                        </p:par>
                        <p:par>
                          <p:cTn id="253" fill="hold">
                            <p:stCondLst>
                              <p:cond delay="1000"/>
                            </p:stCondLst>
                            <p:childTnLst>
                              <p:par>
                                <p:cTn id="254" presetID="22" presetClass="entr" presetSubtype="1" fill="hold" grpId="0" nodeType="afterEffect">
                                  <p:stCondLst>
                                    <p:cond delay="0"/>
                                  </p:stCondLst>
                                  <p:childTnLst>
                                    <p:set>
                                      <p:cBhvr>
                                        <p:cTn id="255" dur="1" fill="hold">
                                          <p:stCondLst>
                                            <p:cond delay="0"/>
                                          </p:stCondLst>
                                        </p:cTn>
                                        <p:tgtEl>
                                          <p:spTgt spid="38"/>
                                        </p:tgtEl>
                                        <p:attrNameLst>
                                          <p:attrName>style.visibility</p:attrName>
                                        </p:attrNameLst>
                                      </p:cBhvr>
                                      <p:to>
                                        <p:strVal val="visible"/>
                                      </p:to>
                                    </p:set>
                                    <p:animEffect transition="in" filter="wipe(up)">
                                      <p:cBhvr>
                                        <p:cTn id="256" dur="1000"/>
                                        <p:tgtEl>
                                          <p:spTgt spid="38"/>
                                        </p:tgtEl>
                                      </p:cBhvr>
                                    </p:animEffect>
                                  </p:childTnLst>
                                </p:cTn>
                              </p:par>
                              <p:par>
                                <p:cTn id="257" presetID="22" presetClass="entr" presetSubtype="1" fill="hold" grpId="0" nodeType="withEffect">
                                  <p:stCondLst>
                                    <p:cond delay="0"/>
                                  </p:stCondLst>
                                  <p:childTnLst>
                                    <p:set>
                                      <p:cBhvr>
                                        <p:cTn id="258" dur="1" fill="hold">
                                          <p:stCondLst>
                                            <p:cond delay="0"/>
                                          </p:stCondLst>
                                        </p:cTn>
                                        <p:tgtEl>
                                          <p:spTgt spid="34"/>
                                        </p:tgtEl>
                                        <p:attrNameLst>
                                          <p:attrName>style.visibility</p:attrName>
                                        </p:attrNameLst>
                                      </p:cBhvr>
                                      <p:to>
                                        <p:strVal val="visible"/>
                                      </p:to>
                                    </p:set>
                                    <p:animEffect transition="in" filter="wipe(up)">
                                      <p:cBhvr>
                                        <p:cTn id="259" dur="1000"/>
                                        <p:tgtEl>
                                          <p:spTgt spid="34"/>
                                        </p:tgtEl>
                                      </p:cBhvr>
                                    </p:animEffect>
                                  </p:childTnLst>
                                </p:cTn>
                              </p:par>
                              <p:par>
                                <p:cTn id="260" presetID="22" presetClass="entr" presetSubtype="1" fill="hold" grpId="0" nodeType="withEffect">
                                  <p:stCondLst>
                                    <p:cond delay="0"/>
                                  </p:stCondLst>
                                  <p:childTnLst>
                                    <p:set>
                                      <p:cBhvr>
                                        <p:cTn id="261" dur="1" fill="hold">
                                          <p:stCondLst>
                                            <p:cond delay="0"/>
                                          </p:stCondLst>
                                        </p:cTn>
                                        <p:tgtEl>
                                          <p:spTgt spid="32"/>
                                        </p:tgtEl>
                                        <p:attrNameLst>
                                          <p:attrName>style.visibility</p:attrName>
                                        </p:attrNameLst>
                                      </p:cBhvr>
                                      <p:to>
                                        <p:strVal val="visible"/>
                                      </p:to>
                                    </p:set>
                                    <p:animEffect transition="in" filter="wipe(up)">
                                      <p:cBhvr>
                                        <p:cTn id="262" dur="1000"/>
                                        <p:tgtEl>
                                          <p:spTgt spid="32"/>
                                        </p:tgtEl>
                                      </p:cBhvr>
                                    </p:animEffect>
                                  </p:childTnLst>
                                </p:cTn>
                              </p:par>
                            </p:childTnLst>
                          </p:cTn>
                        </p:par>
                        <p:par>
                          <p:cTn id="263" fill="hold">
                            <p:stCondLst>
                              <p:cond delay="2000"/>
                            </p:stCondLst>
                            <p:childTnLst>
                              <p:par>
                                <p:cTn id="264" presetID="22" presetClass="entr" presetSubtype="1" fill="hold" grpId="0" nodeType="afterEffect">
                                  <p:stCondLst>
                                    <p:cond delay="0"/>
                                  </p:stCondLst>
                                  <p:childTnLst>
                                    <p:set>
                                      <p:cBhvr>
                                        <p:cTn id="265" dur="1" fill="hold">
                                          <p:stCondLst>
                                            <p:cond delay="0"/>
                                          </p:stCondLst>
                                        </p:cTn>
                                        <p:tgtEl>
                                          <p:spTgt spid="49"/>
                                        </p:tgtEl>
                                        <p:attrNameLst>
                                          <p:attrName>style.visibility</p:attrName>
                                        </p:attrNameLst>
                                      </p:cBhvr>
                                      <p:to>
                                        <p:strVal val="visible"/>
                                      </p:to>
                                    </p:set>
                                    <p:animEffect transition="in" filter="wipe(up)">
                                      <p:cBhvr>
                                        <p:cTn id="266" dur="1000"/>
                                        <p:tgtEl>
                                          <p:spTgt spid="49"/>
                                        </p:tgtEl>
                                      </p:cBhvr>
                                    </p:animEffect>
                                  </p:childTnLst>
                                </p:cTn>
                              </p:par>
                              <p:par>
                                <p:cTn id="267" presetID="22" presetClass="entr" presetSubtype="1" fill="hold" grpId="0" nodeType="withEffect">
                                  <p:stCondLst>
                                    <p:cond delay="0"/>
                                  </p:stCondLst>
                                  <p:childTnLst>
                                    <p:set>
                                      <p:cBhvr>
                                        <p:cTn id="268" dur="1" fill="hold">
                                          <p:stCondLst>
                                            <p:cond delay="0"/>
                                          </p:stCondLst>
                                        </p:cTn>
                                        <p:tgtEl>
                                          <p:spTgt spid="37"/>
                                        </p:tgtEl>
                                        <p:attrNameLst>
                                          <p:attrName>style.visibility</p:attrName>
                                        </p:attrNameLst>
                                      </p:cBhvr>
                                      <p:to>
                                        <p:strVal val="visible"/>
                                      </p:to>
                                    </p:set>
                                    <p:animEffect transition="in" filter="wipe(up)">
                                      <p:cBhvr>
                                        <p:cTn id="269" dur="1000"/>
                                        <p:tgtEl>
                                          <p:spTgt spid="37"/>
                                        </p:tgtEl>
                                      </p:cBhvr>
                                    </p:animEffect>
                                  </p:childTnLst>
                                </p:cTn>
                              </p:par>
                            </p:childTnLst>
                          </p:cTn>
                        </p:par>
                      </p:childTnLst>
                    </p:cTn>
                  </p:par>
                  <p:par>
                    <p:cTn id="270" fill="hold">
                      <p:stCondLst>
                        <p:cond delay="indefinite"/>
                      </p:stCondLst>
                      <p:childTnLst>
                        <p:par>
                          <p:cTn id="271" fill="hold">
                            <p:stCondLst>
                              <p:cond delay="0"/>
                            </p:stCondLst>
                            <p:childTnLst>
                              <p:par>
                                <p:cTn id="272" presetID="22" presetClass="entr" presetSubtype="1" fill="hold" grpId="0" nodeType="clickEffect">
                                  <p:stCondLst>
                                    <p:cond delay="0"/>
                                  </p:stCondLst>
                                  <p:childTnLst>
                                    <p:set>
                                      <p:cBhvr>
                                        <p:cTn id="273" dur="1" fill="hold">
                                          <p:stCondLst>
                                            <p:cond delay="0"/>
                                          </p:stCondLst>
                                        </p:cTn>
                                        <p:tgtEl>
                                          <p:spTgt spid="55"/>
                                        </p:tgtEl>
                                        <p:attrNameLst>
                                          <p:attrName>style.visibility</p:attrName>
                                        </p:attrNameLst>
                                      </p:cBhvr>
                                      <p:to>
                                        <p:strVal val="visible"/>
                                      </p:to>
                                    </p:set>
                                    <p:animEffect transition="in" filter="wipe(up)">
                                      <p:cBhvr>
                                        <p:cTn id="274" dur="1000"/>
                                        <p:tgtEl>
                                          <p:spTgt spid="55"/>
                                        </p:tgtEl>
                                      </p:cBhvr>
                                    </p:animEffect>
                                  </p:childTnLst>
                                </p:cTn>
                              </p:par>
                              <p:par>
                                <p:cTn id="275" presetID="42" presetClass="entr" presetSubtype="0" fill="hold" grpId="0" nodeType="withEffect">
                                  <p:stCondLst>
                                    <p:cond delay="0"/>
                                  </p:stCondLst>
                                  <p:childTnLst>
                                    <p:set>
                                      <p:cBhvr>
                                        <p:cTn id="276" dur="1" fill="hold">
                                          <p:stCondLst>
                                            <p:cond delay="0"/>
                                          </p:stCondLst>
                                        </p:cTn>
                                        <p:tgtEl>
                                          <p:spTgt spid="56"/>
                                        </p:tgtEl>
                                        <p:attrNameLst>
                                          <p:attrName>style.visibility</p:attrName>
                                        </p:attrNameLst>
                                      </p:cBhvr>
                                      <p:to>
                                        <p:strVal val="visible"/>
                                      </p:to>
                                    </p:set>
                                    <p:animEffect transition="in" filter="fade">
                                      <p:cBhvr>
                                        <p:cTn id="277" dur="1000"/>
                                        <p:tgtEl>
                                          <p:spTgt spid="56"/>
                                        </p:tgtEl>
                                      </p:cBhvr>
                                    </p:animEffect>
                                    <p:anim calcmode="lin" valueType="num">
                                      <p:cBhvr>
                                        <p:cTn id="278" dur="1000" fill="hold"/>
                                        <p:tgtEl>
                                          <p:spTgt spid="56"/>
                                        </p:tgtEl>
                                        <p:attrNameLst>
                                          <p:attrName>ppt_x</p:attrName>
                                        </p:attrNameLst>
                                      </p:cBhvr>
                                      <p:tavLst>
                                        <p:tav tm="0">
                                          <p:val>
                                            <p:strVal val="#ppt_x"/>
                                          </p:val>
                                        </p:tav>
                                        <p:tav tm="100000">
                                          <p:val>
                                            <p:strVal val="#ppt_x"/>
                                          </p:val>
                                        </p:tav>
                                      </p:tavLst>
                                    </p:anim>
                                    <p:anim calcmode="lin" valueType="num">
                                      <p:cBhvr>
                                        <p:cTn id="279" dur="1000" fill="hold"/>
                                        <p:tgtEl>
                                          <p:spTgt spid="56"/>
                                        </p:tgtEl>
                                        <p:attrNameLst>
                                          <p:attrName>ppt_y</p:attrName>
                                        </p:attrNameLst>
                                      </p:cBhvr>
                                      <p:tavLst>
                                        <p:tav tm="0">
                                          <p:val>
                                            <p:strVal val="#ppt_y+.1"/>
                                          </p:val>
                                        </p:tav>
                                        <p:tav tm="100000">
                                          <p:val>
                                            <p:strVal val="#ppt_y"/>
                                          </p:val>
                                        </p:tav>
                                      </p:tavLst>
                                    </p:anim>
                                  </p:childTnLst>
                                </p:cTn>
                              </p:par>
                              <p:par>
                                <p:cTn id="280" presetID="22" presetClass="entr" presetSubtype="2" fill="hold" grpId="1" nodeType="withEffect">
                                  <p:stCondLst>
                                    <p:cond delay="0"/>
                                  </p:stCondLst>
                                  <p:childTnLst>
                                    <p:set>
                                      <p:cBhvr>
                                        <p:cTn id="281" dur="1" fill="hold">
                                          <p:stCondLst>
                                            <p:cond delay="0"/>
                                          </p:stCondLst>
                                        </p:cTn>
                                        <p:tgtEl>
                                          <p:spTgt spid="58"/>
                                        </p:tgtEl>
                                        <p:attrNameLst>
                                          <p:attrName>style.visibility</p:attrName>
                                        </p:attrNameLst>
                                      </p:cBhvr>
                                      <p:to>
                                        <p:strVal val="visible"/>
                                      </p:to>
                                    </p:set>
                                    <p:animEffect transition="in" filter="wipe(right)">
                                      <p:cBhvr>
                                        <p:cTn id="282" dur="1000"/>
                                        <p:tgtEl>
                                          <p:spTgt spid="58"/>
                                        </p:tgtEl>
                                      </p:cBhvr>
                                    </p:animEffect>
                                  </p:childTnLst>
                                </p:cTn>
                              </p:par>
                            </p:childTnLst>
                          </p:cTn>
                        </p:par>
                        <p:par>
                          <p:cTn id="283" fill="hold">
                            <p:stCondLst>
                              <p:cond delay="1000"/>
                            </p:stCondLst>
                            <p:childTnLst>
                              <p:par>
                                <p:cTn id="284" presetID="22" presetClass="entr" presetSubtype="2" fill="hold" grpId="1" nodeType="afterEffect">
                                  <p:stCondLst>
                                    <p:cond delay="0"/>
                                  </p:stCondLst>
                                  <p:childTnLst>
                                    <p:set>
                                      <p:cBhvr>
                                        <p:cTn id="285" dur="1" fill="hold">
                                          <p:stCondLst>
                                            <p:cond delay="0"/>
                                          </p:stCondLst>
                                        </p:cTn>
                                        <p:tgtEl>
                                          <p:spTgt spid="57"/>
                                        </p:tgtEl>
                                        <p:attrNameLst>
                                          <p:attrName>style.visibility</p:attrName>
                                        </p:attrNameLst>
                                      </p:cBhvr>
                                      <p:to>
                                        <p:strVal val="visible"/>
                                      </p:to>
                                    </p:set>
                                    <p:animEffect transition="in" filter="wipe(right)">
                                      <p:cBhvr>
                                        <p:cTn id="286" dur="500"/>
                                        <p:tgtEl>
                                          <p:spTgt spid="57"/>
                                        </p:tgtEl>
                                      </p:cBhvr>
                                    </p:animEffect>
                                  </p:childTnLst>
                                </p:cTn>
                              </p:par>
                            </p:childTnLst>
                          </p:cTn>
                        </p:par>
                        <p:par>
                          <p:cTn id="287" fill="hold">
                            <p:stCondLst>
                              <p:cond delay="1500"/>
                            </p:stCondLst>
                            <p:childTnLst>
                              <p:par>
                                <p:cTn id="288" presetID="42" presetClass="path" presetSubtype="0" accel="50000" decel="50000" fill="hold" grpId="1" nodeType="afterEffect">
                                  <p:stCondLst>
                                    <p:cond delay="0"/>
                                  </p:stCondLst>
                                  <p:childTnLst>
                                    <p:animMotion origin="layout" path="M 2.08333E-6 1.11022E-16 L 0.04179 0.08542 " pathEditMode="relative" rAng="0" ptsTypes="AA">
                                      <p:cBhvr>
                                        <p:cTn id="289" dur="1500" fill="hold"/>
                                        <p:tgtEl>
                                          <p:spTgt spid="36"/>
                                        </p:tgtEl>
                                        <p:attrNameLst>
                                          <p:attrName>ppt_x</p:attrName>
                                          <p:attrName>ppt_y</p:attrName>
                                        </p:attrNameLst>
                                      </p:cBhvr>
                                      <p:rCtr x="2083" y="4259"/>
                                    </p:animMotion>
                                  </p:childTnLst>
                                </p:cTn>
                              </p:par>
                              <p:par>
                                <p:cTn id="290" presetID="42" presetClass="path" presetSubtype="0" accel="50000" decel="50000" fill="hold" nodeType="withEffect">
                                  <p:stCondLst>
                                    <p:cond delay="0"/>
                                  </p:stCondLst>
                                  <p:childTnLst>
                                    <p:animMotion origin="layout" path="M 1.45833E-6 -1.11111E-6 L 0.0414 0.08935 " pathEditMode="relative" rAng="0" ptsTypes="AA">
                                      <p:cBhvr>
                                        <p:cTn id="291" dur="1500" fill="hold"/>
                                        <p:tgtEl>
                                          <p:spTgt spid="39"/>
                                        </p:tgtEl>
                                        <p:attrNameLst>
                                          <p:attrName>ppt_x</p:attrName>
                                          <p:attrName>ppt_y</p:attrName>
                                        </p:attrNameLst>
                                      </p:cBhvr>
                                      <p:rCtr x="2070" y="4468"/>
                                    </p:animMotion>
                                  </p:childTnLst>
                                </p:cTn>
                              </p:par>
                              <p:par>
                                <p:cTn id="292" presetID="42" presetClass="path" presetSubtype="0" accel="50000" decel="50000" fill="hold" grpId="1" nodeType="withEffect">
                                  <p:stCondLst>
                                    <p:cond delay="0"/>
                                  </p:stCondLst>
                                  <p:childTnLst>
                                    <p:animMotion origin="layout" path="M 4.79167E-6 -3.33333E-6 L 0.03723 0.09398 " pathEditMode="relative" rAng="0" ptsTypes="AA">
                                      <p:cBhvr>
                                        <p:cTn id="293" dur="1500" fill="hold"/>
                                        <p:tgtEl>
                                          <p:spTgt spid="33"/>
                                        </p:tgtEl>
                                        <p:attrNameLst>
                                          <p:attrName>ppt_x</p:attrName>
                                          <p:attrName>ppt_y</p:attrName>
                                        </p:attrNameLst>
                                      </p:cBhvr>
                                      <p:rCtr x="1862" y="4699"/>
                                    </p:animMotion>
                                  </p:childTnLst>
                                </p:cTn>
                              </p:par>
                              <p:par>
                                <p:cTn id="294" presetID="42" presetClass="path" presetSubtype="0" accel="50000" decel="50000" fill="hold" grpId="1" nodeType="withEffect">
                                  <p:stCondLst>
                                    <p:cond delay="0"/>
                                  </p:stCondLst>
                                  <p:childTnLst>
                                    <p:animMotion origin="layout" path="M 0.00365 0.00046 L 0.03776 0.09583 " pathEditMode="relative" rAng="0" ptsTypes="AA">
                                      <p:cBhvr>
                                        <p:cTn id="295" dur="1500" fill="hold"/>
                                        <p:tgtEl>
                                          <p:spTgt spid="38"/>
                                        </p:tgtEl>
                                        <p:attrNameLst>
                                          <p:attrName>ppt_x</p:attrName>
                                          <p:attrName>ppt_y</p:attrName>
                                        </p:attrNameLst>
                                      </p:cBhvr>
                                      <p:rCtr x="1706" y="4769"/>
                                    </p:animMotion>
                                  </p:childTnLst>
                                </p:cTn>
                              </p:par>
                              <p:par>
                                <p:cTn id="296" presetID="64" presetClass="path" presetSubtype="0" accel="50000" decel="50000" fill="hold" grpId="1" nodeType="withEffect">
                                  <p:stCondLst>
                                    <p:cond delay="0"/>
                                  </p:stCondLst>
                                  <p:childTnLst>
                                    <p:animMotion origin="layout" path="M -2.91667E-6 -1.11111E-6 L 0.04688 -0.08612 " pathEditMode="relative" rAng="0" ptsTypes="AA">
                                      <p:cBhvr>
                                        <p:cTn id="297" dur="1500" fill="hold"/>
                                        <p:tgtEl>
                                          <p:spTgt spid="35"/>
                                        </p:tgtEl>
                                        <p:attrNameLst>
                                          <p:attrName>ppt_x</p:attrName>
                                          <p:attrName>ppt_y</p:attrName>
                                        </p:attrNameLst>
                                      </p:cBhvr>
                                      <p:rCtr x="2344" y="-4352"/>
                                    </p:animMotion>
                                  </p:childTnLst>
                                </p:cTn>
                              </p:par>
                              <p:par>
                                <p:cTn id="298" presetID="10" presetClass="exit" presetSubtype="0" fill="hold" grpId="1" nodeType="withEffect">
                                  <p:stCondLst>
                                    <p:cond delay="0"/>
                                  </p:stCondLst>
                                  <p:childTnLst>
                                    <p:animEffect transition="out" filter="fade">
                                      <p:cBhvr>
                                        <p:cTn id="299" dur="500"/>
                                        <p:tgtEl>
                                          <p:spTgt spid="34"/>
                                        </p:tgtEl>
                                      </p:cBhvr>
                                    </p:animEffect>
                                    <p:set>
                                      <p:cBhvr>
                                        <p:cTn id="300" dur="1" fill="hold">
                                          <p:stCondLst>
                                            <p:cond delay="499"/>
                                          </p:stCondLst>
                                        </p:cTn>
                                        <p:tgtEl>
                                          <p:spTgt spid="34"/>
                                        </p:tgtEl>
                                        <p:attrNameLst>
                                          <p:attrName>style.visibility</p:attrName>
                                        </p:attrNameLst>
                                      </p:cBhvr>
                                      <p:to>
                                        <p:strVal val="hidden"/>
                                      </p:to>
                                    </p:set>
                                  </p:childTnLst>
                                </p:cTn>
                              </p:par>
                              <p:par>
                                <p:cTn id="301" presetID="64" presetClass="path" presetSubtype="0" accel="50000" decel="50000" fill="hold" grpId="1" nodeType="withEffect">
                                  <p:stCondLst>
                                    <p:cond delay="0"/>
                                  </p:stCondLst>
                                  <p:childTnLst>
                                    <p:animMotion origin="layout" path="M 2.08333E-6 -1.48148E-6 L 0.04609 -0.08333 " pathEditMode="relative" rAng="0" ptsTypes="AA">
                                      <p:cBhvr>
                                        <p:cTn id="302" dur="1500" fill="hold"/>
                                        <p:tgtEl>
                                          <p:spTgt spid="49"/>
                                        </p:tgtEl>
                                        <p:attrNameLst>
                                          <p:attrName>ppt_x</p:attrName>
                                          <p:attrName>ppt_y</p:attrName>
                                        </p:attrNameLst>
                                      </p:cBhvr>
                                      <p:rCtr x="2305" y="-4167"/>
                                    </p:animMotion>
                                  </p:childTnLst>
                                </p:cTn>
                              </p:par>
                              <p:par>
                                <p:cTn id="303" presetID="10" presetClass="exit" presetSubtype="0" fill="hold" grpId="0" nodeType="withEffect">
                                  <p:stCondLst>
                                    <p:cond delay="0"/>
                                  </p:stCondLst>
                                  <p:childTnLst>
                                    <p:animEffect transition="out" filter="fade">
                                      <p:cBhvr>
                                        <p:cTn id="304" dur="500"/>
                                        <p:tgtEl>
                                          <p:spTgt spid="57"/>
                                        </p:tgtEl>
                                      </p:cBhvr>
                                    </p:animEffect>
                                    <p:set>
                                      <p:cBhvr>
                                        <p:cTn id="305" dur="1" fill="hold">
                                          <p:stCondLst>
                                            <p:cond delay="499"/>
                                          </p:stCondLst>
                                        </p:cTn>
                                        <p:tgtEl>
                                          <p:spTgt spid="57"/>
                                        </p:tgtEl>
                                        <p:attrNameLst>
                                          <p:attrName>style.visibility</p:attrName>
                                        </p:attrNameLst>
                                      </p:cBhvr>
                                      <p:to>
                                        <p:strVal val="hidden"/>
                                      </p:to>
                                    </p:set>
                                  </p:childTnLst>
                                </p:cTn>
                              </p:par>
                              <p:par>
                                <p:cTn id="306" presetID="22" presetClass="exit" presetSubtype="2" fill="hold" grpId="0" nodeType="withEffect">
                                  <p:stCondLst>
                                    <p:cond delay="0"/>
                                  </p:stCondLst>
                                  <p:childTnLst>
                                    <p:animEffect transition="out" filter="wipe(right)">
                                      <p:cBhvr>
                                        <p:cTn id="307" dur="500"/>
                                        <p:tgtEl>
                                          <p:spTgt spid="58"/>
                                        </p:tgtEl>
                                      </p:cBhvr>
                                    </p:animEffect>
                                    <p:set>
                                      <p:cBhvr>
                                        <p:cTn id="308" dur="1" fill="hold">
                                          <p:stCondLst>
                                            <p:cond delay="499"/>
                                          </p:stCondLst>
                                        </p:cTn>
                                        <p:tgtEl>
                                          <p:spTgt spid="58"/>
                                        </p:tgtEl>
                                        <p:attrNameLst>
                                          <p:attrName>style.visibility</p:attrName>
                                        </p:attrNameLst>
                                      </p:cBhvr>
                                      <p:to>
                                        <p:strVal val="hidden"/>
                                      </p:to>
                                    </p:set>
                                  </p:childTnLst>
                                </p:cTn>
                              </p:par>
                              <p:par>
                                <p:cTn id="309" presetID="10" presetClass="exit" presetSubtype="0" fill="hold" grpId="1" nodeType="withEffect">
                                  <p:stCondLst>
                                    <p:cond delay="0"/>
                                  </p:stCondLst>
                                  <p:childTnLst>
                                    <p:animEffect transition="out" filter="fade">
                                      <p:cBhvr>
                                        <p:cTn id="310" dur="500"/>
                                        <p:tgtEl>
                                          <p:spTgt spid="32"/>
                                        </p:tgtEl>
                                      </p:cBhvr>
                                    </p:animEffect>
                                    <p:set>
                                      <p:cBhvr>
                                        <p:cTn id="311" dur="1" fill="hold">
                                          <p:stCondLst>
                                            <p:cond delay="499"/>
                                          </p:stCondLst>
                                        </p:cTn>
                                        <p:tgtEl>
                                          <p:spTgt spid="32"/>
                                        </p:tgtEl>
                                        <p:attrNameLst>
                                          <p:attrName>style.visibility</p:attrName>
                                        </p:attrNameLst>
                                      </p:cBhvr>
                                      <p:to>
                                        <p:strVal val="hidden"/>
                                      </p:to>
                                    </p:set>
                                  </p:childTnLst>
                                </p:cTn>
                              </p:par>
                              <p:par>
                                <p:cTn id="312" presetID="64" presetClass="path" presetSubtype="0" accel="50000" decel="50000" fill="hold" grpId="1" nodeType="withEffect">
                                  <p:stCondLst>
                                    <p:cond delay="0"/>
                                  </p:stCondLst>
                                  <p:childTnLst>
                                    <p:animMotion origin="layout" path="M -2.5E-6 -4.44444E-6 L 0.04154 -0.08078 " pathEditMode="relative" rAng="0" ptsTypes="AA">
                                      <p:cBhvr>
                                        <p:cTn id="313" dur="1500" fill="hold"/>
                                        <p:tgtEl>
                                          <p:spTgt spid="55"/>
                                        </p:tgtEl>
                                        <p:attrNameLst>
                                          <p:attrName>ppt_x</p:attrName>
                                          <p:attrName>ppt_y</p:attrName>
                                        </p:attrNameLst>
                                      </p:cBhvr>
                                      <p:rCtr x="2070" y="-4051"/>
                                    </p:animMotion>
                                  </p:childTnLst>
                                </p:cTn>
                              </p:par>
                              <p:par>
                                <p:cTn id="314" presetID="63" presetClass="path" presetSubtype="0" accel="50000" decel="50000" fill="hold" grpId="1" nodeType="withEffect">
                                  <p:stCondLst>
                                    <p:cond delay="0"/>
                                  </p:stCondLst>
                                  <p:childTnLst>
                                    <p:animMotion origin="layout" path="M -4.375E-6 -2.96296E-6 L 0.02487 0.01158 " pathEditMode="relative" rAng="0" ptsTypes="AA">
                                      <p:cBhvr>
                                        <p:cTn id="315" dur="1500" fill="hold"/>
                                        <p:tgtEl>
                                          <p:spTgt spid="37"/>
                                        </p:tgtEl>
                                        <p:attrNameLst>
                                          <p:attrName>ppt_x</p:attrName>
                                          <p:attrName>ppt_y</p:attrName>
                                        </p:attrNameLst>
                                      </p:cBhvr>
                                      <p:rCtr x="1237" y="579"/>
                                    </p:animMotion>
                                  </p:childTnLst>
                                </p:cTn>
                              </p:par>
                              <p:par>
                                <p:cTn id="316" presetID="22" presetClass="entr" presetSubtype="1" fill="hold" grpId="0" nodeType="withEffect">
                                  <p:stCondLst>
                                    <p:cond delay="0"/>
                                  </p:stCondLst>
                                  <p:childTnLst>
                                    <p:set>
                                      <p:cBhvr>
                                        <p:cTn id="317" dur="1" fill="hold">
                                          <p:stCondLst>
                                            <p:cond delay="0"/>
                                          </p:stCondLst>
                                        </p:cTn>
                                        <p:tgtEl>
                                          <p:spTgt spid="59"/>
                                        </p:tgtEl>
                                        <p:attrNameLst>
                                          <p:attrName>style.visibility</p:attrName>
                                        </p:attrNameLst>
                                      </p:cBhvr>
                                      <p:to>
                                        <p:strVal val="visible"/>
                                      </p:to>
                                    </p:set>
                                    <p:animEffect transition="in" filter="wipe(up)">
                                      <p:cBhvr>
                                        <p:cTn id="318" dur="1500"/>
                                        <p:tgtEl>
                                          <p:spTgt spid="59"/>
                                        </p:tgtEl>
                                      </p:cBhvr>
                                    </p:animEffect>
                                  </p:childTnLst>
                                </p:cTn>
                              </p:par>
                              <p:par>
                                <p:cTn id="319" presetID="64" presetClass="path" presetSubtype="0" accel="50000" decel="50000" fill="hold" grpId="1" nodeType="withEffect">
                                  <p:stCondLst>
                                    <p:cond delay="0"/>
                                  </p:stCondLst>
                                  <p:childTnLst>
                                    <p:animMotion origin="layout" path="M -2.08333E-6 -1.48148E-6 L 0.04011 -0.08194 " pathEditMode="relative" rAng="0" ptsTypes="AA">
                                      <p:cBhvr>
                                        <p:cTn id="320" dur="1500" fill="hold"/>
                                        <p:tgtEl>
                                          <p:spTgt spid="56"/>
                                        </p:tgtEl>
                                        <p:attrNameLst>
                                          <p:attrName>ppt_x</p:attrName>
                                          <p:attrName>ppt_y</p:attrName>
                                        </p:attrNameLst>
                                      </p:cBhvr>
                                      <p:rCtr x="2005" y="-4097"/>
                                    </p:animMotion>
                                  </p:childTnLst>
                                </p:cTn>
                              </p:par>
                              <p:par>
                                <p:cTn id="321" presetID="64" presetClass="path" presetSubtype="0" accel="50000" decel="50000" fill="hold" nodeType="withEffect">
                                  <p:stCondLst>
                                    <p:cond delay="0"/>
                                  </p:stCondLst>
                                  <p:childTnLst>
                                    <p:animMotion origin="layout" path="M -1.875E-6 4.81481E-6 L 0.04792 -0.08658 " pathEditMode="relative" rAng="0" ptsTypes="AA">
                                      <p:cBhvr>
                                        <p:cTn id="322" dur="1500" fill="hold"/>
                                        <p:tgtEl>
                                          <p:spTgt spid="42"/>
                                        </p:tgtEl>
                                        <p:attrNameLst>
                                          <p:attrName>ppt_x</p:attrName>
                                          <p:attrName>ppt_y</p:attrName>
                                        </p:attrNameLst>
                                      </p:cBhvr>
                                      <p:rCtr x="2396" y="-4306"/>
                                    </p:animMotion>
                                  </p:childTnLst>
                                </p:cTn>
                              </p:par>
                              <p:par>
                                <p:cTn id="323" presetID="22" presetClass="entr" presetSubtype="1" fill="hold" grpId="0" nodeType="withEffect">
                                  <p:stCondLst>
                                    <p:cond delay="0"/>
                                  </p:stCondLst>
                                  <p:childTnLst>
                                    <p:set>
                                      <p:cBhvr>
                                        <p:cTn id="324" dur="1" fill="hold">
                                          <p:stCondLst>
                                            <p:cond delay="0"/>
                                          </p:stCondLst>
                                        </p:cTn>
                                        <p:tgtEl>
                                          <p:spTgt spid="60"/>
                                        </p:tgtEl>
                                        <p:attrNameLst>
                                          <p:attrName>style.visibility</p:attrName>
                                        </p:attrNameLst>
                                      </p:cBhvr>
                                      <p:to>
                                        <p:strVal val="visible"/>
                                      </p:to>
                                    </p:set>
                                    <p:animEffect transition="in" filter="wipe(up)">
                                      <p:cBhvr>
                                        <p:cTn id="325" dur="1500"/>
                                        <p:tgtEl>
                                          <p:spTgt spid="60"/>
                                        </p:tgtEl>
                                      </p:cBhvr>
                                    </p:animEffect>
                                  </p:childTnLst>
                                </p:cTn>
                              </p:par>
                            </p:childTnLst>
                          </p:cTn>
                        </p:par>
                      </p:childTnLst>
                    </p:cTn>
                  </p:par>
                  <p:par>
                    <p:cTn id="326" fill="hold">
                      <p:stCondLst>
                        <p:cond delay="indefinite"/>
                      </p:stCondLst>
                      <p:childTnLst>
                        <p:par>
                          <p:cTn id="327" fill="hold">
                            <p:stCondLst>
                              <p:cond delay="0"/>
                            </p:stCondLst>
                            <p:childTnLst>
                              <p:par>
                                <p:cTn id="328" presetID="7" presetClass="emph" presetSubtype="2" fill="hold" nodeType="clickEffect">
                                  <p:stCondLst>
                                    <p:cond delay="0"/>
                                  </p:stCondLst>
                                  <p:childTnLst>
                                    <p:animClr clrSpc="rgb" dir="cw">
                                      <p:cBhvr>
                                        <p:cTn id="329" dur="1000" fill="hold"/>
                                        <p:tgtEl>
                                          <p:spTgt spid="30"/>
                                        </p:tgtEl>
                                        <p:attrNameLst>
                                          <p:attrName>stroke.color</p:attrName>
                                        </p:attrNameLst>
                                      </p:cBhvr>
                                      <p:to>
                                        <a:srgbClr val="C00000"/>
                                      </p:to>
                                    </p:animClr>
                                    <p:set>
                                      <p:cBhvr>
                                        <p:cTn id="330" dur="1000" fill="hold"/>
                                        <p:tgtEl>
                                          <p:spTgt spid="30"/>
                                        </p:tgtEl>
                                        <p:attrNameLst>
                                          <p:attrName>stroke.on</p:attrName>
                                        </p:attrNameLst>
                                      </p:cBhvr>
                                      <p:to>
                                        <p:strVal val="true"/>
                                      </p:to>
                                    </p:set>
                                  </p:childTnLst>
                                </p:cTn>
                              </p:par>
                            </p:childTnLst>
                          </p:cTn>
                        </p:par>
                        <p:par>
                          <p:cTn id="331" fill="hold">
                            <p:stCondLst>
                              <p:cond delay="2000"/>
                            </p:stCondLst>
                            <p:childTnLst>
                              <p:par>
                                <p:cTn id="332" presetID="31" presetClass="entr" presetSubtype="0" fill="hold" grpId="0" nodeType="afterEffect">
                                  <p:stCondLst>
                                    <p:cond delay="0"/>
                                  </p:stCondLst>
                                  <p:childTnLst>
                                    <p:set>
                                      <p:cBhvr>
                                        <p:cTn id="333" dur="1" fill="hold">
                                          <p:stCondLst>
                                            <p:cond delay="0"/>
                                          </p:stCondLst>
                                        </p:cTn>
                                        <p:tgtEl>
                                          <p:spTgt spid="19"/>
                                        </p:tgtEl>
                                        <p:attrNameLst>
                                          <p:attrName>style.visibility</p:attrName>
                                        </p:attrNameLst>
                                      </p:cBhvr>
                                      <p:to>
                                        <p:strVal val="visible"/>
                                      </p:to>
                                    </p:set>
                                    <p:anim calcmode="lin" valueType="num">
                                      <p:cBhvr>
                                        <p:cTn id="334" dur="1000" fill="hold"/>
                                        <p:tgtEl>
                                          <p:spTgt spid="19"/>
                                        </p:tgtEl>
                                        <p:attrNameLst>
                                          <p:attrName>ppt_w</p:attrName>
                                        </p:attrNameLst>
                                      </p:cBhvr>
                                      <p:tavLst>
                                        <p:tav tm="0">
                                          <p:val>
                                            <p:fltVal val="0"/>
                                          </p:val>
                                        </p:tav>
                                        <p:tav tm="100000">
                                          <p:val>
                                            <p:strVal val="#ppt_w"/>
                                          </p:val>
                                        </p:tav>
                                      </p:tavLst>
                                    </p:anim>
                                    <p:anim calcmode="lin" valueType="num">
                                      <p:cBhvr>
                                        <p:cTn id="335" dur="1000" fill="hold"/>
                                        <p:tgtEl>
                                          <p:spTgt spid="19"/>
                                        </p:tgtEl>
                                        <p:attrNameLst>
                                          <p:attrName>ppt_h</p:attrName>
                                        </p:attrNameLst>
                                      </p:cBhvr>
                                      <p:tavLst>
                                        <p:tav tm="0">
                                          <p:val>
                                            <p:fltVal val="0"/>
                                          </p:val>
                                        </p:tav>
                                        <p:tav tm="100000">
                                          <p:val>
                                            <p:strVal val="#ppt_h"/>
                                          </p:val>
                                        </p:tav>
                                      </p:tavLst>
                                    </p:anim>
                                    <p:anim calcmode="lin" valueType="num">
                                      <p:cBhvr>
                                        <p:cTn id="336" dur="1000" fill="hold"/>
                                        <p:tgtEl>
                                          <p:spTgt spid="19"/>
                                        </p:tgtEl>
                                        <p:attrNameLst>
                                          <p:attrName>style.rotation</p:attrName>
                                        </p:attrNameLst>
                                      </p:cBhvr>
                                      <p:tavLst>
                                        <p:tav tm="0">
                                          <p:val>
                                            <p:fltVal val="90"/>
                                          </p:val>
                                        </p:tav>
                                        <p:tav tm="100000">
                                          <p:val>
                                            <p:fltVal val="0"/>
                                          </p:val>
                                        </p:tav>
                                      </p:tavLst>
                                    </p:anim>
                                    <p:animEffect transition="in" filter="fade">
                                      <p:cBhvr>
                                        <p:cTn id="33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55" grpId="0" animBg="1"/>
      <p:bldP spid="55" grpId="1" animBg="1"/>
      <p:bldP spid="9" grpId="0" animBg="1"/>
      <p:bldP spid="28" grpId="0" animBg="1"/>
      <p:bldP spid="4" grpId="0" uiExpand="1" build="p"/>
      <p:bldP spid="5" grpId="0" animBg="1"/>
      <p:bldP spid="5" grpId="1" animBg="1"/>
      <p:bldP spid="6" grpId="0" animBg="1"/>
      <p:bldP spid="7" grpId="0" animBg="1"/>
      <p:bldP spid="7" grpId="1" animBg="1"/>
      <p:bldP spid="8" grpId="0" animBg="1"/>
      <p:bldP spid="8" grpId="1" animBg="1"/>
      <p:bldP spid="10" grpId="0" animBg="1"/>
      <p:bldP spid="10" grpId="1" animBg="1"/>
      <p:bldP spid="11" grpId="0" animBg="1"/>
      <p:bldP spid="12" grpId="0" animBg="1"/>
      <p:bldP spid="13" grpId="0"/>
      <p:bldP spid="13" grpId="1"/>
      <p:bldP spid="14" grpId="0"/>
      <p:bldP spid="14" grpId="1"/>
      <p:bldP spid="15" grpId="0"/>
      <p:bldP spid="16" grpId="0"/>
      <p:bldP spid="18" grpId="0"/>
      <p:bldP spid="18" grpId="1"/>
      <p:bldP spid="25" grpId="0"/>
      <p:bldP spid="25" grpId="1"/>
      <p:bldP spid="26" grpId="0"/>
      <p:bldP spid="26" grpId="2"/>
      <p:bldP spid="26" grpId="3"/>
      <p:bldP spid="27" grpId="0"/>
      <p:bldP spid="17" grpId="0" animBg="1"/>
      <p:bldP spid="17" grpId="1" animBg="1"/>
      <p:bldP spid="30" grpId="0" animBg="1"/>
      <p:bldP spid="31" grpId="0"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45" grpId="0" animBg="1"/>
      <p:bldP spid="49" grpId="0" animBg="1"/>
      <p:bldP spid="49" grpId="1" animBg="1"/>
      <p:bldP spid="50" grpId="0" animBg="1"/>
      <p:bldP spid="51" grpId="0"/>
      <p:bldP spid="52" grpId="0"/>
      <p:bldP spid="52" grpId="1"/>
      <p:bldP spid="56" grpId="0" animBg="1"/>
      <p:bldP spid="56" grpId="1" animBg="1"/>
      <p:bldP spid="57" grpId="0" animBg="1"/>
      <p:bldP spid="57" grpId="1" animBg="1"/>
      <p:bldP spid="58" grpId="0"/>
      <p:bldP spid="58" grpId="1"/>
      <p:bldP spid="59"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824DF1-CDD2-358E-8C75-4619818E11CB}"/>
              </a:ext>
            </a:extLst>
          </p:cNvPr>
          <p:cNvSpPr>
            <a:spLocks noGrp="1"/>
          </p:cNvSpPr>
          <p:nvPr>
            <p:ph type="sldNum" sz="quarter" idx="12"/>
          </p:nvPr>
        </p:nvSpPr>
        <p:spPr>
          <a:xfrm>
            <a:off x="8940212" y="6356350"/>
            <a:ext cx="2743200" cy="365125"/>
          </a:xfrm>
        </p:spPr>
        <p:txBody>
          <a:bodyPr/>
          <a:lstStyle/>
          <a:p>
            <a:fld id="{D7C0FE0B-717B-41AE-9FA2-CA4BF851D1C3}" type="slidenum">
              <a:rPr lang="zh-CN" altLang="en-US" smtClean="0"/>
              <a:t>21</a:t>
            </a:fld>
            <a:endParaRPr lang="zh-CN" altLang="en-US"/>
          </a:p>
        </p:txBody>
      </p:sp>
      <p:sp>
        <p:nvSpPr>
          <p:cNvPr id="4" name="文本框 3">
            <a:extLst>
              <a:ext uri="{FF2B5EF4-FFF2-40B4-BE49-F238E27FC236}">
                <a16:creationId xmlns:a16="http://schemas.microsoft.com/office/drawing/2014/main" id="{EA875E7F-4F63-3083-CD05-484F6BB71A1F}"/>
              </a:ext>
            </a:extLst>
          </p:cNvPr>
          <p:cNvSpPr txBox="1"/>
          <p:nvPr/>
        </p:nvSpPr>
        <p:spPr>
          <a:xfrm>
            <a:off x="442459" y="854353"/>
            <a:ext cx="6095114" cy="1774781"/>
          </a:xfrm>
          <a:prstGeom prst="rect">
            <a:avLst/>
          </a:prstGeom>
          <a:noFill/>
        </p:spPr>
        <p:txBody>
          <a:bodyPr wrap="square">
            <a:spAutoFit/>
          </a:bodyPr>
          <a:lstStyle/>
          <a:p>
            <a:pPr algn="just">
              <a:lnSpc>
                <a:spcPct val="115000"/>
              </a:lnSpc>
              <a:buNone/>
            </a:pPr>
            <a:r>
              <a:rPr lang="zh-CN"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2</a:t>
            </a:r>
            <a:r>
              <a:rPr lang="zh-CN"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）双旋转</a:t>
            </a:r>
            <a:endPar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9.14(a)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所示，在</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节点的左（右）孩子的右（左）子树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中插入一个节点（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型插入）导致</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子树失衡，仅用一次右旋或左旋无法实现再平衡。原因是子树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太高，单次旋转未能降低它的高度。</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直接连接符 4">
            <a:extLst>
              <a:ext uri="{FF2B5EF4-FFF2-40B4-BE49-F238E27FC236}">
                <a16:creationId xmlns:a16="http://schemas.microsoft.com/office/drawing/2014/main" id="{6F9D8A7A-4659-4BFC-AE1A-058D2BC3E3EC}"/>
              </a:ext>
            </a:extLst>
          </p:cNvPr>
          <p:cNvSpPr>
            <a:spLocks noChangeShapeType="1"/>
          </p:cNvSpPr>
          <p:nvPr/>
        </p:nvSpPr>
        <p:spPr bwMode="auto">
          <a:xfrm flipH="1">
            <a:off x="10262814" y="709410"/>
            <a:ext cx="0" cy="314959"/>
          </a:xfrm>
          <a:prstGeom prst="line">
            <a:avLst/>
          </a:prstGeom>
          <a:noFill/>
          <a:ln w="25400" cap="sq">
            <a:solidFill>
              <a:schemeClr val="tx1"/>
            </a:solidFill>
            <a:prstDash val="sysDash"/>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6" name="直接连接符 5">
            <a:extLst>
              <a:ext uri="{FF2B5EF4-FFF2-40B4-BE49-F238E27FC236}">
                <a16:creationId xmlns:a16="http://schemas.microsoft.com/office/drawing/2014/main" id="{DE30160D-F9D0-4D49-ADD4-37F276CCA6DC}"/>
              </a:ext>
            </a:extLst>
          </p:cNvPr>
          <p:cNvSpPr>
            <a:spLocks noChangeShapeType="1"/>
          </p:cNvSpPr>
          <p:nvPr/>
        </p:nvSpPr>
        <p:spPr bwMode="auto">
          <a:xfrm flipH="1">
            <a:off x="9744446" y="1244205"/>
            <a:ext cx="363449" cy="25224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7" name="直接连接符 6">
            <a:extLst>
              <a:ext uri="{FF2B5EF4-FFF2-40B4-BE49-F238E27FC236}">
                <a16:creationId xmlns:a16="http://schemas.microsoft.com/office/drawing/2014/main" id="{34D53996-42A2-440C-92C2-D1E71D840BC2}"/>
              </a:ext>
            </a:extLst>
          </p:cNvPr>
          <p:cNvSpPr>
            <a:spLocks noChangeShapeType="1"/>
          </p:cNvSpPr>
          <p:nvPr/>
        </p:nvSpPr>
        <p:spPr bwMode="auto">
          <a:xfrm>
            <a:off x="9684835" y="1724934"/>
            <a:ext cx="297146" cy="24882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2" name="等腰三角形 11">
            <a:extLst>
              <a:ext uri="{FF2B5EF4-FFF2-40B4-BE49-F238E27FC236}">
                <a16:creationId xmlns:a16="http://schemas.microsoft.com/office/drawing/2014/main" id="{D080F628-443C-458A-ABEF-6F4D6A79F46A}"/>
              </a:ext>
            </a:extLst>
          </p:cNvPr>
          <p:cNvSpPr/>
          <p:nvPr/>
        </p:nvSpPr>
        <p:spPr>
          <a:xfrm>
            <a:off x="9662326" y="1972592"/>
            <a:ext cx="657012" cy="911462"/>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i="1" dirty="0">
                <a:solidFill>
                  <a:schemeClr val="tx1"/>
                </a:solidFill>
                <a:latin typeface="Times New Roman" panose="02020603050405020304" pitchFamily="18" charset="0"/>
                <a:cs typeface="Times New Roman" panose="02020603050405020304" pitchFamily="18" charset="0"/>
              </a:rPr>
              <a:t>Y</a:t>
            </a:r>
            <a:endParaRPr lang="zh-CN" altLang="en-US" b="1" i="1" dirty="0">
              <a:solidFill>
                <a:schemeClr val="tx1"/>
              </a:solidFill>
              <a:latin typeface="Times New Roman" panose="02020603050405020304" pitchFamily="18" charset="0"/>
              <a:cs typeface="Times New Roman" panose="02020603050405020304" pitchFamily="18" charset="0"/>
            </a:endParaRPr>
          </a:p>
        </p:txBody>
      </p:sp>
      <p:grpSp>
        <p:nvGrpSpPr>
          <p:cNvPr id="61" name="组合 60">
            <a:extLst>
              <a:ext uri="{FF2B5EF4-FFF2-40B4-BE49-F238E27FC236}">
                <a16:creationId xmlns:a16="http://schemas.microsoft.com/office/drawing/2014/main" id="{8C62EF8B-DAEE-0380-C488-D022A4C3205A}"/>
              </a:ext>
            </a:extLst>
          </p:cNvPr>
          <p:cNvGrpSpPr/>
          <p:nvPr/>
        </p:nvGrpSpPr>
        <p:grpSpPr>
          <a:xfrm>
            <a:off x="8903054" y="1142368"/>
            <a:ext cx="887990" cy="1476721"/>
            <a:chOff x="8573442" y="1142368"/>
            <a:chExt cx="887990" cy="1476721"/>
          </a:xfrm>
        </p:grpSpPr>
        <p:sp>
          <p:nvSpPr>
            <p:cNvPr id="9" name="直接连接符 8">
              <a:extLst>
                <a:ext uri="{FF2B5EF4-FFF2-40B4-BE49-F238E27FC236}">
                  <a16:creationId xmlns:a16="http://schemas.microsoft.com/office/drawing/2014/main" id="{AAED33B2-BD3F-4AB6-9149-E4193076750E}"/>
                </a:ext>
              </a:extLst>
            </p:cNvPr>
            <p:cNvSpPr>
              <a:spLocks noChangeShapeType="1"/>
            </p:cNvSpPr>
            <p:nvPr/>
          </p:nvSpPr>
          <p:spPr bwMode="auto">
            <a:xfrm flipH="1">
              <a:off x="8867038" y="1704876"/>
              <a:ext cx="368154" cy="261453"/>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 name="椭圆 9">
              <a:extLst>
                <a:ext uri="{FF2B5EF4-FFF2-40B4-BE49-F238E27FC236}">
                  <a16:creationId xmlns:a16="http://schemas.microsoft.com/office/drawing/2014/main" id="{BDF7F973-C57E-4C51-9CAB-156BA07B59CE}"/>
                </a:ext>
              </a:extLst>
            </p:cNvPr>
            <p:cNvSpPr>
              <a:spLocks noChangeArrowheads="1"/>
            </p:cNvSpPr>
            <p:nvPr/>
          </p:nvSpPr>
          <p:spPr bwMode="auto">
            <a:xfrm>
              <a:off x="9137432" y="1457937"/>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rIns="72000" bIns="72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k</a:t>
              </a:r>
              <a:r>
                <a:rPr lang="en-US" altLang="zh-CN" sz="2000" b="1" baseline="-25000" dirty="0">
                  <a:latin typeface="Times New Roman" panose="02020603050405020304" pitchFamily="18" charset="0"/>
                  <a:cs typeface="Times New Roman" panose="02020603050405020304" pitchFamily="18" charset="0"/>
                </a:rPr>
                <a:t>1</a:t>
              </a:r>
            </a:p>
          </p:txBody>
        </p:sp>
        <p:grpSp>
          <p:nvGrpSpPr>
            <p:cNvPr id="14" name="组合 13">
              <a:extLst>
                <a:ext uri="{FF2B5EF4-FFF2-40B4-BE49-F238E27FC236}">
                  <a16:creationId xmlns:a16="http://schemas.microsoft.com/office/drawing/2014/main" id="{F956CE47-1837-4382-944D-D0F176BFE8A7}"/>
                </a:ext>
              </a:extLst>
            </p:cNvPr>
            <p:cNvGrpSpPr/>
            <p:nvPr/>
          </p:nvGrpSpPr>
          <p:grpSpPr>
            <a:xfrm>
              <a:off x="8740863" y="1142368"/>
              <a:ext cx="393110" cy="424920"/>
              <a:chOff x="1257562" y="3717671"/>
              <a:chExt cx="393110" cy="424920"/>
            </a:xfrm>
          </p:grpSpPr>
          <p:sp>
            <p:nvSpPr>
              <p:cNvPr id="51" name="文本框 13">
                <a:extLst>
                  <a:ext uri="{FF2B5EF4-FFF2-40B4-BE49-F238E27FC236}">
                    <a16:creationId xmlns:a16="http://schemas.microsoft.com/office/drawing/2014/main" id="{65C0BD90-41D0-4C39-B805-8BF9FAFAF491}"/>
                  </a:ext>
                </a:extLst>
              </p:cNvPr>
              <p:cNvSpPr txBox="1">
                <a:spLocks noChangeArrowheads="1"/>
              </p:cNvSpPr>
              <p:nvPr/>
            </p:nvSpPr>
            <p:spPr bwMode="auto">
              <a:xfrm>
                <a:off x="1257562" y="3717671"/>
                <a:ext cx="363448"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n</a:t>
                </a:r>
                <a:r>
                  <a:rPr lang="en-US" altLang="zh-CN" sz="2000" b="1" baseline="-25000" dirty="0">
                    <a:latin typeface="Times New Roman" panose="02020603050405020304" pitchFamily="18" charset="0"/>
                    <a:cs typeface="Times New Roman" panose="02020603050405020304" pitchFamily="18" charset="0"/>
                  </a:rPr>
                  <a:t>1</a:t>
                </a:r>
              </a:p>
            </p:txBody>
          </p:sp>
          <p:cxnSp>
            <p:nvCxnSpPr>
              <p:cNvPr id="52" name="直接箭头连接符 51">
                <a:extLst>
                  <a:ext uri="{FF2B5EF4-FFF2-40B4-BE49-F238E27FC236}">
                    <a16:creationId xmlns:a16="http://schemas.microsoft.com/office/drawing/2014/main" id="{65774F73-CE84-452C-A2CB-B3D8A8744120}"/>
                  </a:ext>
                </a:extLst>
              </p:cNvPr>
              <p:cNvCxnSpPr>
                <a:cxnSpLocks/>
              </p:cNvCxnSpPr>
              <p:nvPr/>
            </p:nvCxnSpPr>
            <p:spPr>
              <a:xfrm>
                <a:off x="1419737" y="4064042"/>
                <a:ext cx="230935" cy="78549"/>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5" name="等腰三角形 14">
              <a:extLst>
                <a:ext uri="{FF2B5EF4-FFF2-40B4-BE49-F238E27FC236}">
                  <a16:creationId xmlns:a16="http://schemas.microsoft.com/office/drawing/2014/main" id="{5A4A36F4-7BBE-46B5-89B3-203D82392F34}"/>
                </a:ext>
              </a:extLst>
            </p:cNvPr>
            <p:cNvSpPr/>
            <p:nvPr/>
          </p:nvSpPr>
          <p:spPr>
            <a:xfrm>
              <a:off x="8573442" y="1971089"/>
              <a:ext cx="576000" cy="648000"/>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i="1" dirty="0">
                  <a:solidFill>
                    <a:schemeClr val="tx1"/>
                  </a:solidFill>
                  <a:latin typeface="Times New Roman" panose="02020603050405020304" pitchFamily="18" charset="0"/>
                  <a:cs typeface="Times New Roman" panose="02020603050405020304" pitchFamily="18" charset="0"/>
                </a:rPr>
                <a:t>X</a:t>
              </a:r>
              <a:endParaRPr lang="zh-CN" altLang="en-US" b="1" i="1" dirty="0">
                <a:solidFill>
                  <a:schemeClr val="tx1"/>
                </a:solidFill>
                <a:latin typeface="Times New Roman" panose="02020603050405020304" pitchFamily="18" charset="0"/>
                <a:cs typeface="Times New Roman" panose="02020603050405020304" pitchFamily="18" charset="0"/>
              </a:endParaRPr>
            </a:p>
          </p:txBody>
        </p:sp>
      </p:grpSp>
      <p:grpSp>
        <p:nvGrpSpPr>
          <p:cNvPr id="60" name="组合 59">
            <a:extLst>
              <a:ext uri="{FF2B5EF4-FFF2-40B4-BE49-F238E27FC236}">
                <a16:creationId xmlns:a16="http://schemas.microsoft.com/office/drawing/2014/main" id="{4748AF89-35F5-5B86-9236-31E19C4BD7FA}"/>
              </a:ext>
            </a:extLst>
          </p:cNvPr>
          <p:cNvGrpSpPr/>
          <p:nvPr/>
        </p:nvGrpSpPr>
        <p:grpSpPr>
          <a:xfrm>
            <a:off x="9728894" y="663346"/>
            <a:ext cx="1255106" cy="1456641"/>
            <a:chOff x="9395406" y="654609"/>
            <a:chExt cx="1255106" cy="1456641"/>
          </a:xfrm>
        </p:grpSpPr>
        <p:sp>
          <p:nvSpPr>
            <p:cNvPr id="8" name="直接连接符 7">
              <a:extLst>
                <a:ext uri="{FF2B5EF4-FFF2-40B4-BE49-F238E27FC236}">
                  <a16:creationId xmlns:a16="http://schemas.microsoft.com/office/drawing/2014/main" id="{A30CA486-5A3A-48CE-901C-A5AD233B5DBC}"/>
                </a:ext>
              </a:extLst>
            </p:cNvPr>
            <p:cNvSpPr>
              <a:spLocks noChangeShapeType="1"/>
            </p:cNvSpPr>
            <p:nvPr/>
          </p:nvSpPr>
          <p:spPr bwMode="auto">
            <a:xfrm>
              <a:off x="10028558" y="1217105"/>
              <a:ext cx="331392" cy="24614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1" name="椭圆 10">
              <a:extLst>
                <a:ext uri="{FF2B5EF4-FFF2-40B4-BE49-F238E27FC236}">
                  <a16:creationId xmlns:a16="http://schemas.microsoft.com/office/drawing/2014/main" id="{9C4B89B7-2AD0-44DF-8C27-CD996DB2BA91}"/>
                </a:ext>
              </a:extLst>
            </p:cNvPr>
            <p:cNvSpPr>
              <a:spLocks noChangeArrowheads="1"/>
            </p:cNvSpPr>
            <p:nvPr/>
          </p:nvSpPr>
          <p:spPr bwMode="auto">
            <a:xfrm>
              <a:off x="9771202" y="995089"/>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rIns="90000" bIns="72000"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k</a:t>
              </a:r>
              <a:r>
                <a:rPr lang="en-US" altLang="zh-CN" sz="2000" b="1" baseline="-25000" dirty="0">
                  <a:latin typeface="Times New Roman" panose="02020603050405020304" pitchFamily="18" charset="0"/>
                  <a:cs typeface="Times New Roman" panose="02020603050405020304" pitchFamily="18" charset="0"/>
                </a:rPr>
                <a:t>2</a:t>
              </a:r>
            </a:p>
          </p:txBody>
        </p:sp>
        <p:sp>
          <p:nvSpPr>
            <p:cNvPr id="13" name="等腰三角形 12">
              <a:extLst>
                <a:ext uri="{FF2B5EF4-FFF2-40B4-BE49-F238E27FC236}">
                  <a16:creationId xmlns:a16="http://schemas.microsoft.com/office/drawing/2014/main" id="{B997A3C1-8D01-48E4-A60F-1F6D2962CF0E}"/>
                </a:ext>
              </a:extLst>
            </p:cNvPr>
            <p:cNvSpPr/>
            <p:nvPr/>
          </p:nvSpPr>
          <p:spPr>
            <a:xfrm>
              <a:off x="10074512" y="1457937"/>
              <a:ext cx="576000" cy="648000"/>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i="1" dirty="0">
                  <a:solidFill>
                    <a:schemeClr val="tx1"/>
                  </a:solidFill>
                  <a:latin typeface="Times New Roman" panose="02020603050405020304" pitchFamily="18" charset="0"/>
                  <a:cs typeface="Times New Roman" panose="02020603050405020304" pitchFamily="18" charset="0"/>
                </a:rPr>
                <a:t>Z</a:t>
              </a:r>
              <a:endParaRPr lang="zh-CN" altLang="en-US" b="1" i="1" dirty="0">
                <a:solidFill>
                  <a:schemeClr val="tx1"/>
                </a:solidFill>
                <a:latin typeface="Times New Roman" panose="02020603050405020304" pitchFamily="18" charset="0"/>
                <a:cs typeface="Times New Roman" panose="02020603050405020304" pitchFamily="18" charset="0"/>
              </a:endParaRPr>
            </a:p>
          </p:txBody>
        </p:sp>
        <p:grpSp>
          <p:nvGrpSpPr>
            <p:cNvPr id="16" name="组合 15">
              <a:extLst>
                <a:ext uri="{FF2B5EF4-FFF2-40B4-BE49-F238E27FC236}">
                  <a16:creationId xmlns:a16="http://schemas.microsoft.com/office/drawing/2014/main" id="{7C919395-3AD3-436F-9813-1EB3DD037F0E}"/>
                </a:ext>
              </a:extLst>
            </p:cNvPr>
            <p:cNvGrpSpPr/>
            <p:nvPr/>
          </p:nvGrpSpPr>
          <p:grpSpPr>
            <a:xfrm>
              <a:off x="9395406" y="654609"/>
              <a:ext cx="382877" cy="435395"/>
              <a:chOff x="1267795" y="3707196"/>
              <a:chExt cx="382877" cy="435395"/>
            </a:xfrm>
          </p:grpSpPr>
          <p:sp>
            <p:nvSpPr>
              <p:cNvPr id="49" name="文本框 17">
                <a:extLst>
                  <a:ext uri="{FF2B5EF4-FFF2-40B4-BE49-F238E27FC236}">
                    <a16:creationId xmlns:a16="http://schemas.microsoft.com/office/drawing/2014/main" id="{C8404615-3D2D-4579-B75F-AC86E4C9E305}"/>
                  </a:ext>
                </a:extLst>
              </p:cNvPr>
              <p:cNvSpPr txBox="1">
                <a:spLocks noChangeArrowheads="1"/>
              </p:cNvSpPr>
              <p:nvPr/>
            </p:nvSpPr>
            <p:spPr bwMode="auto">
              <a:xfrm>
                <a:off x="1267795" y="3707196"/>
                <a:ext cx="363448"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n</a:t>
                </a:r>
                <a:r>
                  <a:rPr lang="en-US" altLang="zh-CN" sz="2000" b="1" baseline="-25000" dirty="0">
                    <a:latin typeface="Times New Roman" panose="02020603050405020304" pitchFamily="18" charset="0"/>
                    <a:cs typeface="Times New Roman" panose="02020603050405020304" pitchFamily="18" charset="0"/>
                  </a:rPr>
                  <a:t>2</a:t>
                </a:r>
              </a:p>
            </p:txBody>
          </p:sp>
          <p:cxnSp>
            <p:nvCxnSpPr>
              <p:cNvPr id="50" name="直接箭头连接符 49">
                <a:extLst>
                  <a:ext uri="{FF2B5EF4-FFF2-40B4-BE49-F238E27FC236}">
                    <a16:creationId xmlns:a16="http://schemas.microsoft.com/office/drawing/2014/main" id="{74EE9F25-4B7A-483C-8296-691431096376}"/>
                  </a:ext>
                </a:extLst>
              </p:cNvPr>
              <p:cNvCxnSpPr>
                <a:cxnSpLocks/>
              </p:cNvCxnSpPr>
              <p:nvPr/>
            </p:nvCxnSpPr>
            <p:spPr>
              <a:xfrm>
                <a:off x="1428873" y="4049556"/>
                <a:ext cx="221799" cy="9303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99D0CBB4-5ADD-C1D0-EACC-1C6B2F08AE78}"/>
                </a:ext>
              </a:extLst>
            </p:cNvPr>
            <p:cNvGrpSpPr/>
            <p:nvPr/>
          </p:nvGrpSpPr>
          <p:grpSpPr>
            <a:xfrm>
              <a:off x="9487732" y="1448713"/>
              <a:ext cx="780359" cy="662537"/>
              <a:chOff x="9405273" y="1511886"/>
              <a:chExt cx="780359" cy="662537"/>
            </a:xfrm>
          </p:grpSpPr>
          <p:grpSp>
            <p:nvGrpSpPr>
              <p:cNvPr id="58" name="组合 57">
                <a:extLst>
                  <a:ext uri="{FF2B5EF4-FFF2-40B4-BE49-F238E27FC236}">
                    <a16:creationId xmlns:a16="http://schemas.microsoft.com/office/drawing/2014/main" id="{BD7442CC-1DBB-A9A8-ACA1-5DB9B6616A80}"/>
                  </a:ext>
                </a:extLst>
              </p:cNvPr>
              <p:cNvGrpSpPr/>
              <p:nvPr/>
            </p:nvGrpSpPr>
            <p:grpSpPr>
              <a:xfrm>
                <a:off x="9735490" y="1511886"/>
                <a:ext cx="450142" cy="662537"/>
                <a:chOff x="9735490" y="1511886"/>
                <a:chExt cx="450142" cy="662537"/>
              </a:xfrm>
            </p:grpSpPr>
            <p:cxnSp>
              <p:nvCxnSpPr>
                <p:cNvPr id="33" name="直接连接符 32">
                  <a:extLst>
                    <a:ext uri="{FF2B5EF4-FFF2-40B4-BE49-F238E27FC236}">
                      <a16:creationId xmlns:a16="http://schemas.microsoft.com/office/drawing/2014/main" id="{3A5E3C77-7727-428C-AC47-17F94C6C9EEE}"/>
                    </a:ext>
                  </a:extLst>
                </p:cNvPr>
                <p:cNvCxnSpPr>
                  <a:cxnSpLocks/>
                </p:cNvCxnSpPr>
                <p:nvPr/>
              </p:nvCxnSpPr>
              <p:spPr>
                <a:xfrm flipH="1">
                  <a:off x="9735490" y="1522140"/>
                  <a:ext cx="41995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5C2C47D-BE26-436B-8F13-2E2F99767AFD}"/>
                    </a:ext>
                  </a:extLst>
                </p:cNvPr>
                <p:cNvCxnSpPr>
                  <a:cxnSpLocks/>
                </p:cNvCxnSpPr>
                <p:nvPr/>
              </p:nvCxnSpPr>
              <p:spPr>
                <a:xfrm flipH="1">
                  <a:off x="9765674" y="2174423"/>
                  <a:ext cx="41995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B98E3DF9-1FE1-482A-A63A-C7BF92A812EA}"/>
                    </a:ext>
                  </a:extLst>
                </p:cNvPr>
                <p:cNvCxnSpPr>
                  <a:cxnSpLocks/>
                </p:cNvCxnSpPr>
                <p:nvPr/>
              </p:nvCxnSpPr>
              <p:spPr>
                <a:xfrm>
                  <a:off x="9914388" y="1511886"/>
                  <a:ext cx="1" cy="661994"/>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6" name="文本框 83">
                <a:extLst>
                  <a:ext uri="{FF2B5EF4-FFF2-40B4-BE49-F238E27FC236}">
                    <a16:creationId xmlns:a16="http://schemas.microsoft.com/office/drawing/2014/main" id="{4F2BD8F3-0F20-4986-ACA4-59428F2193F1}"/>
                  </a:ext>
                </a:extLst>
              </p:cNvPr>
              <p:cNvSpPr txBox="1">
                <a:spLocks noChangeArrowheads="1"/>
              </p:cNvSpPr>
              <p:nvPr/>
            </p:nvSpPr>
            <p:spPr bwMode="auto">
              <a:xfrm>
                <a:off x="9405273" y="1530177"/>
                <a:ext cx="626433"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i="1" dirty="0">
                    <a:latin typeface="Times New Roman" panose="02020603050405020304" pitchFamily="18" charset="0"/>
                    <a:cs typeface="Times New Roman" panose="02020603050405020304" pitchFamily="18" charset="0"/>
                  </a:rPr>
                  <a:t>h-</a:t>
                </a:r>
                <a:r>
                  <a:rPr lang="en-US" altLang="zh-CN" sz="2000" b="1" dirty="0">
                    <a:latin typeface="Times New Roman" panose="02020603050405020304" pitchFamily="18" charset="0"/>
                    <a:cs typeface="Times New Roman" panose="02020603050405020304" pitchFamily="18" charset="0"/>
                  </a:rPr>
                  <a:t>1</a:t>
                </a:r>
              </a:p>
            </p:txBody>
          </p:sp>
        </p:grpSp>
      </p:grpSp>
      <p:grpSp>
        <p:nvGrpSpPr>
          <p:cNvPr id="57" name="组合 56">
            <a:extLst>
              <a:ext uri="{FF2B5EF4-FFF2-40B4-BE49-F238E27FC236}">
                <a16:creationId xmlns:a16="http://schemas.microsoft.com/office/drawing/2014/main" id="{48337573-9FBF-BAC3-7C18-25DEE86E37CC}"/>
              </a:ext>
            </a:extLst>
          </p:cNvPr>
          <p:cNvGrpSpPr/>
          <p:nvPr/>
        </p:nvGrpSpPr>
        <p:grpSpPr>
          <a:xfrm>
            <a:off x="8317198" y="1455982"/>
            <a:ext cx="737135" cy="1439633"/>
            <a:chOff x="7935204" y="1505988"/>
            <a:chExt cx="737135" cy="1439633"/>
          </a:xfrm>
        </p:grpSpPr>
        <p:cxnSp>
          <p:nvCxnSpPr>
            <p:cNvPr id="30" name="直接连接符 29">
              <a:extLst>
                <a:ext uri="{FF2B5EF4-FFF2-40B4-BE49-F238E27FC236}">
                  <a16:creationId xmlns:a16="http://schemas.microsoft.com/office/drawing/2014/main" id="{F2BBE77E-40EB-43CC-81E4-2DD73289A34E}"/>
                </a:ext>
              </a:extLst>
            </p:cNvPr>
            <p:cNvCxnSpPr>
              <a:cxnSpLocks/>
            </p:cNvCxnSpPr>
            <p:nvPr/>
          </p:nvCxnSpPr>
          <p:spPr>
            <a:xfrm flipH="1">
              <a:off x="8252381" y="1508241"/>
              <a:ext cx="41995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6443A0A0-118C-4833-B446-D90D7D366E9D}"/>
                </a:ext>
              </a:extLst>
            </p:cNvPr>
            <p:cNvCxnSpPr>
              <a:cxnSpLocks/>
            </p:cNvCxnSpPr>
            <p:nvPr/>
          </p:nvCxnSpPr>
          <p:spPr>
            <a:xfrm flipH="1">
              <a:off x="8252381" y="2938478"/>
              <a:ext cx="41995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F03CF82F-FB35-41C1-A006-A2EA88AAC1F4}"/>
                </a:ext>
              </a:extLst>
            </p:cNvPr>
            <p:cNvCxnSpPr>
              <a:cxnSpLocks/>
            </p:cNvCxnSpPr>
            <p:nvPr/>
          </p:nvCxnSpPr>
          <p:spPr>
            <a:xfrm>
              <a:off x="8462360" y="1505988"/>
              <a:ext cx="0" cy="1439633"/>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4124B6D5-AD4E-DFDE-FFAD-3EEC7946A850}"/>
                </a:ext>
              </a:extLst>
            </p:cNvPr>
            <p:cNvSpPr txBox="1">
              <a:spLocks noChangeArrowheads="1"/>
            </p:cNvSpPr>
            <p:nvPr/>
          </p:nvSpPr>
          <p:spPr bwMode="auto">
            <a:xfrm>
              <a:off x="7935204" y="2063117"/>
              <a:ext cx="626433"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pPr algn="ctr"/>
              <a:r>
                <a:rPr lang="en-US" altLang="zh-CN" sz="2000" b="1" i="1" dirty="0">
                  <a:latin typeface="Times New Roman" panose="02020603050405020304" pitchFamily="18" charset="0"/>
                  <a:cs typeface="Times New Roman" panose="02020603050405020304" pitchFamily="18" charset="0"/>
                </a:rPr>
                <a:t>h</a:t>
              </a:r>
              <a:r>
                <a:rPr lang="en-US" altLang="zh-CN" sz="2000" b="1" dirty="0">
                  <a:latin typeface="Times New Roman" panose="02020603050405020304" pitchFamily="18" charset="0"/>
                  <a:cs typeface="Times New Roman" panose="02020603050405020304" pitchFamily="18" charset="0"/>
                </a:rPr>
                <a:t>+1</a:t>
              </a:r>
            </a:p>
          </p:txBody>
        </p:sp>
      </p:grpSp>
      <p:sp>
        <p:nvSpPr>
          <p:cNvPr id="62" name="直接连接符 61">
            <a:extLst>
              <a:ext uri="{FF2B5EF4-FFF2-40B4-BE49-F238E27FC236}">
                <a16:creationId xmlns:a16="http://schemas.microsoft.com/office/drawing/2014/main" id="{C63C8795-34EC-78B5-73A1-D5DA5A5EA465}"/>
              </a:ext>
            </a:extLst>
          </p:cNvPr>
          <p:cNvSpPr>
            <a:spLocks noChangeShapeType="1"/>
          </p:cNvSpPr>
          <p:nvPr/>
        </p:nvSpPr>
        <p:spPr bwMode="auto">
          <a:xfrm>
            <a:off x="10396291" y="1261413"/>
            <a:ext cx="354001" cy="244895"/>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63" name="直接连接符 62">
            <a:extLst>
              <a:ext uri="{FF2B5EF4-FFF2-40B4-BE49-F238E27FC236}">
                <a16:creationId xmlns:a16="http://schemas.microsoft.com/office/drawing/2014/main" id="{985E0A22-81FA-368E-2E2D-8AC8B067DB1E}"/>
              </a:ext>
            </a:extLst>
          </p:cNvPr>
          <p:cNvSpPr>
            <a:spLocks noChangeShapeType="1"/>
          </p:cNvSpPr>
          <p:nvPr/>
        </p:nvSpPr>
        <p:spPr bwMode="auto">
          <a:xfrm flipH="1">
            <a:off x="10371916" y="1741744"/>
            <a:ext cx="337280" cy="237134"/>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64" name="文本框 63">
            <a:extLst>
              <a:ext uri="{FF2B5EF4-FFF2-40B4-BE49-F238E27FC236}">
                <a16:creationId xmlns:a16="http://schemas.microsoft.com/office/drawing/2014/main" id="{507499E3-728C-D719-CD3D-8FF2D085AE5B}"/>
              </a:ext>
            </a:extLst>
          </p:cNvPr>
          <p:cNvSpPr txBox="1"/>
          <p:nvPr/>
        </p:nvSpPr>
        <p:spPr>
          <a:xfrm>
            <a:off x="10630875" y="584270"/>
            <a:ext cx="1107996" cy="646331"/>
          </a:xfrm>
          <a:prstGeom prst="rect">
            <a:avLst/>
          </a:prstGeom>
          <a:noFill/>
        </p:spPr>
        <p:txBody>
          <a:bodyPr wrap="none" rtlCol="0">
            <a:spAutoFit/>
          </a:bodyPr>
          <a:lstStyle/>
          <a:p>
            <a:r>
              <a:rPr lang="zh-CN" altLang="en-US" dirty="0">
                <a:solidFill>
                  <a:srgbClr val="FF0000"/>
                </a:solidFill>
              </a:rPr>
              <a:t>一次右旋</a:t>
            </a:r>
            <a:endParaRPr lang="en-US" altLang="zh-CN" dirty="0">
              <a:solidFill>
                <a:srgbClr val="FF0000"/>
              </a:solidFill>
            </a:endParaRPr>
          </a:p>
          <a:p>
            <a:r>
              <a:rPr lang="zh-CN" altLang="en-US" dirty="0">
                <a:solidFill>
                  <a:srgbClr val="FF0000"/>
                </a:solidFill>
              </a:rPr>
              <a:t>未能平衡</a:t>
            </a:r>
          </a:p>
        </p:txBody>
      </p:sp>
      <p:sp>
        <p:nvSpPr>
          <p:cNvPr id="65" name="直接连接符 64">
            <a:extLst>
              <a:ext uri="{FF2B5EF4-FFF2-40B4-BE49-F238E27FC236}">
                <a16:creationId xmlns:a16="http://schemas.microsoft.com/office/drawing/2014/main" id="{089EC35B-0A85-4FBE-9A66-AC381C230B45}"/>
              </a:ext>
            </a:extLst>
          </p:cNvPr>
          <p:cNvSpPr>
            <a:spLocks noChangeShapeType="1"/>
          </p:cNvSpPr>
          <p:nvPr/>
        </p:nvSpPr>
        <p:spPr bwMode="auto">
          <a:xfrm flipH="1">
            <a:off x="10352900" y="3401562"/>
            <a:ext cx="0" cy="314959"/>
          </a:xfrm>
          <a:prstGeom prst="line">
            <a:avLst/>
          </a:prstGeom>
          <a:noFill/>
          <a:ln w="25400" cap="sq">
            <a:solidFill>
              <a:schemeClr val="tx1"/>
            </a:solidFill>
            <a:prstDash val="sysDash"/>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66" name="直接连接符 65">
            <a:extLst>
              <a:ext uri="{FF2B5EF4-FFF2-40B4-BE49-F238E27FC236}">
                <a16:creationId xmlns:a16="http://schemas.microsoft.com/office/drawing/2014/main" id="{4854F037-2DDB-C539-1F98-43BB10195223}"/>
              </a:ext>
            </a:extLst>
          </p:cNvPr>
          <p:cNvSpPr>
            <a:spLocks noChangeShapeType="1"/>
          </p:cNvSpPr>
          <p:nvPr/>
        </p:nvSpPr>
        <p:spPr bwMode="auto">
          <a:xfrm flipH="1">
            <a:off x="9740045" y="3918619"/>
            <a:ext cx="458069" cy="26906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67" name="直接连接符 66">
            <a:extLst>
              <a:ext uri="{FF2B5EF4-FFF2-40B4-BE49-F238E27FC236}">
                <a16:creationId xmlns:a16="http://schemas.microsoft.com/office/drawing/2014/main" id="{941C9CE6-A460-B50D-8182-60CC3079E129}"/>
              </a:ext>
            </a:extLst>
          </p:cNvPr>
          <p:cNvSpPr>
            <a:spLocks noChangeShapeType="1"/>
          </p:cNvSpPr>
          <p:nvPr/>
        </p:nvSpPr>
        <p:spPr bwMode="auto">
          <a:xfrm>
            <a:off x="9740044" y="4397251"/>
            <a:ext cx="380533" cy="25652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68" name="等腰三角形 67">
            <a:extLst>
              <a:ext uri="{FF2B5EF4-FFF2-40B4-BE49-F238E27FC236}">
                <a16:creationId xmlns:a16="http://schemas.microsoft.com/office/drawing/2014/main" id="{9A397C62-B3BB-A544-47CB-C9487F8B145F}"/>
              </a:ext>
            </a:extLst>
          </p:cNvPr>
          <p:cNvSpPr/>
          <p:nvPr/>
        </p:nvSpPr>
        <p:spPr>
          <a:xfrm>
            <a:off x="9704162" y="4674140"/>
            <a:ext cx="812102" cy="1114090"/>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i="1" dirty="0">
                <a:solidFill>
                  <a:schemeClr val="tx1"/>
                </a:solidFill>
                <a:latin typeface="Times New Roman" panose="02020603050405020304" pitchFamily="18" charset="0"/>
                <a:cs typeface="Times New Roman" panose="02020603050405020304" pitchFamily="18" charset="0"/>
              </a:rPr>
              <a:t>Y</a:t>
            </a:r>
            <a:endParaRPr lang="zh-CN" altLang="en-US" b="1" i="1" dirty="0">
              <a:solidFill>
                <a:schemeClr val="tx1"/>
              </a:solidFill>
              <a:latin typeface="Times New Roman" panose="02020603050405020304" pitchFamily="18" charset="0"/>
              <a:cs typeface="Times New Roman" panose="02020603050405020304" pitchFamily="18" charset="0"/>
            </a:endParaRPr>
          </a:p>
        </p:txBody>
      </p:sp>
      <p:grpSp>
        <p:nvGrpSpPr>
          <p:cNvPr id="69" name="组合 68">
            <a:extLst>
              <a:ext uri="{FF2B5EF4-FFF2-40B4-BE49-F238E27FC236}">
                <a16:creationId xmlns:a16="http://schemas.microsoft.com/office/drawing/2014/main" id="{A82899BF-029C-ADA1-45BD-D28B806BABD5}"/>
              </a:ext>
            </a:extLst>
          </p:cNvPr>
          <p:cNvGrpSpPr/>
          <p:nvPr/>
        </p:nvGrpSpPr>
        <p:grpSpPr>
          <a:xfrm>
            <a:off x="8799299" y="4149167"/>
            <a:ext cx="1003604" cy="1145517"/>
            <a:chOff x="8481545" y="1457937"/>
            <a:chExt cx="979887" cy="1145517"/>
          </a:xfrm>
        </p:grpSpPr>
        <p:sp>
          <p:nvSpPr>
            <p:cNvPr id="70" name="直接连接符 69">
              <a:extLst>
                <a:ext uri="{FF2B5EF4-FFF2-40B4-BE49-F238E27FC236}">
                  <a16:creationId xmlns:a16="http://schemas.microsoft.com/office/drawing/2014/main" id="{8E6D50D7-A4A4-FF4D-C19D-89EE5A479E83}"/>
                </a:ext>
              </a:extLst>
            </p:cNvPr>
            <p:cNvSpPr>
              <a:spLocks noChangeShapeType="1"/>
            </p:cNvSpPr>
            <p:nvPr/>
          </p:nvSpPr>
          <p:spPr bwMode="auto">
            <a:xfrm flipH="1">
              <a:off x="8767766" y="1706021"/>
              <a:ext cx="432803" cy="247231"/>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71" name="椭圆 70">
              <a:extLst>
                <a:ext uri="{FF2B5EF4-FFF2-40B4-BE49-F238E27FC236}">
                  <a16:creationId xmlns:a16="http://schemas.microsoft.com/office/drawing/2014/main" id="{9D81A71B-CFE9-AFE1-C212-104D53A98F19}"/>
                </a:ext>
              </a:extLst>
            </p:cNvPr>
            <p:cNvSpPr>
              <a:spLocks noChangeArrowheads="1"/>
            </p:cNvSpPr>
            <p:nvPr/>
          </p:nvSpPr>
          <p:spPr bwMode="auto">
            <a:xfrm>
              <a:off x="9137432" y="1457937"/>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rIns="72000" bIns="72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lang="en-US" altLang="zh-CN" sz="2000" b="1" baseline="-25000" dirty="0">
                <a:latin typeface="Times New Roman" panose="02020603050405020304" pitchFamily="18" charset="0"/>
                <a:cs typeface="Times New Roman" panose="02020603050405020304" pitchFamily="18" charset="0"/>
              </a:endParaRPr>
            </a:p>
          </p:txBody>
        </p:sp>
        <p:sp>
          <p:nvSpPr>
            <p:cNvPr id="73" name="等腰三角形 72">
              <a:extLst>
                <a:ext uri="{FF2B5EF4-FFF2-40B4-BE49-F238E27FC236}">
                  <a16:creationId xmlns:a16="http://schemas.microsoft.com/office/drawing/2014/main" id="{A2285327-E434-6CCF-9BD1-87C129DE9284}"/>
                </a:ext>
              </a:extLst>
            </p:cNvPr>
            <p:cNvSpPr/>
            <p:nvPr/>
          </p:nvSpPr>
          <p:spPr>
            <a:xfrm>
              <a:off x="8481545" y="1955454"/>
              <a:ext cx="576000" cy="648000"/>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i="1" dirty="0">
                <a:solidFill>
                  <a:schemeClr val="tx1"/>
                </a:solidFill>
                <a:latin typeface="Times New Roman" panose="02020603050405020304" pitchFamily="18" charset="0"/>
                <a:cs typeface="Times New Roman" panose="02020603050405020304" pitchFamily="18" charset="0"/>
              </a:endParaRPr>
            </a:p>
          </p:txBody>
        </p:sp>
      </p:grpSp>
      <p:grpSp>
        <p:nvGrpSpPr>
          <p:cNvPr id="76" name="组合 75">
            <a:extLst>
              <a:ext uri="{FF2B5EF4-FFF2-40B4-BE49-F238E27FC236}">
                <a16:creationId xmlns:a16="http://schemas.microsoft.com/office/drawing/2014/main" id="{42FD72C5-986F-7774-D007-0ACE5666E507}"/>
              </a:ext>
            </a:extLst>
          </p:cNvPr>
          <p:cNvGrpSpPr/>
          <p:nvPr/>
        </p:nvGrpSpPr>
        <p:grpSpPr>
          <a:xfrm>
            <a:off x="10184418" y="3685278"/>
            <a:ext cx="1045049" cy="1110399"/>
            <a:chOff x="9855002" y="985311"/>
            <a:chExt cx="1020352" cy="1110399"/>
          </a:xfrm>
        </p:grpSpPr>
        <p:sp>
          <p:nvSpPr>
            <p:cNvPr id="77" name="直接连接符 76">
              <a:extLst>
                <a:ext uri="{FF2B5EF4-FFF2-40B4-BE49-F238E27FC236}">
                  <a16:creationId xmlns:a16="http://schemas.microsoft.com/office/drawing/2014/main" id="{7496137A-A2B8-DE5A-7E7E-330996B46B5E}"/>
                </a:ext>
              </a:extLst>
            </p:cNvPr>
            <p:cNvSpPr>
              <a:spLocks noChangeShapeType="1"/>
            </p:cNvSpPr>
            <p:nvPr/>
          </p:nvSpPr>
          <p:spPr bwMode="auto">
            <a:xfrm>
              <a:off x="10106116" y="1191490"/>
              <a:ext cx="473884" cy="25622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78" name="椭圆 77">
              <a:extLst>
                <a:ext uri="{FF2B5EF4-FFF2-40B4-BE49-F238E27FC236}">
                  <a16:creationId xmlns:a16="http://schemas.microsoft.com/office/drawing/2014/main" id="{D565A033-29C5-4CED-2B5C-737722E4BD2A}"/>
                </a:ext>
              </a:extLst>
            </p:cNvPr>
            <p:cNvSpPr>
              <a:spLocks noChangeArrowheads="1"/>
            </p:cNvSpPr>
            <p:nvPr/>
          </p:nvSpPr>
          <p:spPr bwMode="auto">
            <a:xfrm>
              <a:off x="9855002" y="985311"/>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rIns="90000" bIns="72000"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lang="en-US" altLang="zh-CN" sz="2000" b="1" baseline="-25000" dirty="0">
                <a:latin typeface="Times New Roman" panose="02020603050405020304" pitchFamily="18" charset="0"/>
                <a:cs typeface="Times New Roman" panose="02020603050405020304" pitchFamily="18" charset="0"/>
              </a:endParaRPr>
            </a:p>
          </p:txBody>
        </p:sp>
        <p:sp>
          <p:nvSpPr>
            <p:cNvPr id="79" name="等腰三角形 78">
              <a:extLst>
                <a:ext uri="{FF2B5EF4-FFF2-40B4-BE49-F238E27FC236}">
                  <a16:creationId xmlns:a16="http://schemas.microsoft.com/office/drawing/2014/main" id="{C149A52F-448C-4480-21E7-A3ACCC8AD8EC}"/>
                </a:ext>
              </a:extLst>
            </p:cNvPr>
            <p:cNvSpPr/>
            <p:nvPr/>
          </p:nvSpPr>
          <p:spPr>
            <a:xfrm>
              <a:off x="10299354" y="1447710"/>
              <a:ext cx="576000" cy="648000"/>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i="1" dirty="0">
                <a:solidFill>
                  <a:schemeClr val="tx1"/>
                </a:solidFill>
                <a:latin typeface="Times New Roman" panose="02020603050405020304" pitchFamily="18" charset="0"/>
                <a:cs typeface="Times New Roman" panose="02020603050405020304" pitchFamily="18" charset="0"/>
              </a:endParaRPr>
            </a:p>
          </p:txBody>
        </p:sp>
      </p:grpSp>
      <p:grpSp>
        <p:nvGrpSpPr>
          <p:cNvPr id="89" name="组合 88">
            <a:extLst>
              <a:ext uri="{FF2B5EF4-FFF2-40B4-BE49-F238E27FC236}">
                <a16:creationId xmlns:a16="http://schemas.microsoft.com/office/drawing/2014/main" id="{F737E12F-16CA-449F-5519-21D2F5D622FB}"/>
              </a:ext>
            </a:extLst>
          </p:cNvPr>
          <p:cNvGrpSpPr/>
          <p:nvPr/>
        </p:nvGrpSpPr>
        <p:grpSpPr>
          <a:xfrm>
            <a:off x="8159188" y="4143746"/>
            <a:ext cx="754976" cy="1643960"/>
            <a:chOff x="7935204" y="1508241"/>
            <a:chExt cx="737135" cy="1643960"/>
          </a:xfrm>
        </p:grpSpPr>
        <p:cxnSp>
          <p:nvCxnSpPr>
            <p:cNvPr id="90" name="直接连接符 89">
              <a:extLst>
                <a:ext uri="{FF2B5EF4-FFF2-40B4-BE49-F238E27FC236}">
                  <a16:creationId xmlns:a16="http://schemas.microsoft.com/office/drawing/2014/main" id="{9DB4F2B0-651E-6DB1-55B0-74D429830FC4}"/>
                </a:ext>
              </a:extLst>
            </p:cNvPr>
            <p:cNvCxnSpPr>
              <a:cxnSpLocks/>
            </p:cNvCxnSpPr>
            <p:nvPr/>
          </p:nvCxnSpPr>
          <p:spPr>
            <a:xfrm flipH="1">
              <a:off x="8252381" y="1508241"/>
              <a:ext cx="41995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B1B722F1-48B3-A841-8299-A450A6626277}"/>
                </a:ext>
              </a:extLst>
            </p:cNvPr>
            <p:cNvCxnSpPr>
              <a:cxnSpLocks/>
            </p:cNvCxnSpPr>
            <p:nvPr/>
          </p:nvCxnSpPr>
          <p:spPr>
            <a:xfrm flipH="1">
              <a:off x="8248420" y="3149820"/>
              <a:ext cx="41995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84A9F178-39A6-4237-CA01-D8C729F96870}"/>
                </a:ext>
              </a:extLst>
            </p:cNvPr>
            <p:cNvCxnSpPr>
              <a:cxnSpLocks/>
            </p:cNvCxnSpPr>
            <p:nvPr/>
          </p:nvCxnSpPr>
          <p:spPr>
            <a:xfrm>
              <a:off x="8462360" y="1508369"/>
              <a:ext cx="0" cy="1643832"/>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93" name="文本框 92">
              <a:extLst>
                <a:ext uri="{FF2B5EF4-FFF2-40B4-BE49-F238E27FC236}">
                  <a16:creationId xmlns:a16="http://schemas.microsoft.com/office/drawing/2014/main" id="{717F3AB8-65E6-B286-2703-18115B83A08E}"/>
                </a:ext>
              </a:extLst>
            </p:cNvPr>
            <p:cNvSpPr txBox="1">
              <a:spLocks noChangeArrowheads="1"/>
            </p:cNvSpPr>
            <p:nvPr/>
          </p:nvSpPr>
          <p:spPr bwMode="auto">
            <a:xfrm>
              <a:off x="7935204" y="2063117"/>
              <a:ext cx="626433"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pPr algn="ctr"/>
              <a:r>
                <a:rPr lang="en-US" altLang="zh-CN" sz="2000" b="1" i="1" dirty="0">
                  <a:latin typeface="Times New Roman" panose="02020603050405020304" pitchFamily="18" charset="0"/>
                  <a:cs typeface="Times New Roman" panose="02020603050405020304" pitchFamily="18" charset="0"/>
                </a:rPr>
                <a:t>h</a:t>
              </a:r>
              <a:r>
                <a:rPr lang="en-US" altLang="zh-CN" sz="2000" b="1" dirty="0">
                  <a:latin typeface="Times New Roman" panose="02020603050405020304" pitchFamily="18" charset="0"/>
                  <a:cs typeface="Times New Roman" panose="02020603050405020304" pitchFamily="18" charset="0"/>
                </a:rPr>
                <a:t>+1</a:t>
              </a:r>
            </a:p>
          </p:txBody>
        </p:sp>
      </p:grpSp>
      <p:sp>
        <p:nvSpPr>
          <p:cNvPr id="96" name="文本框 95">
            <a:extLst>
              <a:ext uri="{FF2B5EF4-FFF2-40B4-BE49-F238E27FC236}">
                <a16:creationId xmlns:a16="http://schemas.microsoft.com/office/drawing/2014/main" id="{7525EA88-1CAC-BE79-C745-C07082E3F51C}"/>
              </a:ext>
            </a:extLst>
          </p:cNvPr>
          <p:cNvSpPr txBox="1"/>
          <p:nvPr/>
        </p:nvSpPr>
        <p:spPr>
          <a:xfrm>
            <a:off x="8988866" y="4939527"/>
            <a:ext cx="232074" cy="276999"/>
          </a:xfrm>
          <a:prstGeom prst="rect">
            <a:avLst/>
          </a:prstGeom>
          <a:noFill/>
        </p:spPr>
        <p:txBody>
          <a:bodyPr wrap="square" lIns="36000" tIns="0" rIns="36000" bIns="0" rtlCol="0">
            <a:spAutoFit/>
          </a:bodyPr>
          <a:lstStyle/>
          <a:p>
            <a:r>
              <a:rPr lang="en-US" altLang="zh-CN" b="1" i="1" dirty="0"/>
              <a:t>X</a:t>
            </a:r>
            <a:endParaRPr lang="zh-CN" altLang="en-US" b="1" i="1" dirty="0"/>
          </a:p>
        </p:txBody>
      </p:sp>
      <p:sp>
        <p:nvSpPr>
          <p:cNvPr id="98" name="文本框 97">
            <a:extLst>
              <a:ext uri="{FF2B5EF4-FFF2-40B4-BE49-F238E27FC236}">
                <a16:creationId xmlns:a16="http://schemas.microsoft.com/office/drawing/2014/main" id="{C12CE2C3-5436-FB0C-AF0C-8D1DC3F79236}"/>
              </a:ext>
            </a:extLst>
          </p:cNvPr>
          <p:cNvSpPr txBox="1"/>
          <p:nvPr/>
        </p:nvSpPr>
        <p:spPr>
          <a:xfrm>
            <a:off x="10198115" y="3649444"/>
            <a:ext cx="274852" cy="329386"/>
          </a:xfrm>
          <a:prstGeom prst="rect">
            <a:avLst/>
          </a:prstGeom>
          <a:noFill/>
        </p:spPr>
        <p:txBody>
          <a:bodyPr wrap="square" lIns="0" tIns="0" rIns="0" bIns="0">
            <a:spAutoFit/>
          </a:bodyPr>
          <a:lstStyle/>
          <a:p>
            <a:pPr algn="ctr">
              <a:lnSpc>
                <a:spcPts val="2800"/>
              </a:lnSpc>
            </a:pPr>
            <a:r>
              <a:rPr lang="en-US" altLang="zh-CN" sz="2000" b="1" i="1" dirty="0" err="1">
                <a:latin typeface="Times New Roman" panose="02020603050405020304" pitchFamily="18" charset="0"/>
                <a:cs typeface="Times New Roman" panose="02020603050405020304" pitchFamily="18" charset="0"/>
              </a:rPr>
              <a:t>k</a:t>
            </a:r>
            <a:r>
              <a:rPr lang="en-US" altLang="zh-CN" sz="2000" b="1" baseline="-25000" dirty="0" err="1">
                <a:latin typeface="Times New Roman" panose="02020603050405020304" pitchFamily="18" charset="0"/>
                <a:cs typeface="Times New Roman" panose="02020603050405020304" pitchFamily="18" charset="0"/>
              </a:rPr>
              <a:t>2</a:t>
            </a:r>
            <a:endParaRPr lang="en-US" altLang="zh-CN" sz="2000" b="1" baseline="-25000" dirty="0">
              <a:latin typeface="Times New Roman" panose="02020603050405020304" pitchFamily="18" charset="0"/>
              <a:cs typeface="Times New Roman" panose="02020603050405020304" pitchFamily="18" charset="0"/>
            </a:endParaRPr>
          </a:p>
        </p:txBody>
      </p:sp>
      <p:sp>
        <p:nvSpPr>
          <p:cNvPr id="100" name="等腰三角形 99">
            <a:extLst>
              <a:ext uri="{FF2B5EF4-FFF2-40B4-BE49-F238E27FC236}">
                <a16:creationId xmlns:a16="http://schemas.microsoft.com/office/drawing/2014/main" id="{20576644-CBA9-E529-C9C5-680DFC0289CC}"/>
              </a:ext>
            </a:extLst>
          </p:cNvPr>
          <p:cNvSpPr/>
          <p:nvPr/>
        </p:nvSpPr>
        <p:spPr>
          <a:xfrm>
            <a:off x="9433923" y="5140230"/>
            <a:ext cx="589942" cy="648000"/>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i="1" dirty="0">
              <a:solidFill>
                <a:schemeClr val="tx1"/>
              </a:solidFill>
              <a:latin typeface="Times New Roman" panose="02020603050405020304" pitchFamily="18" charset="0"/>
              <a:cs typeface="Times New Roman" panose="02020603050405020304" pitchFamily="18" charset="0"/>
            </a:endParaRPr>
          </a:p>
        </p:txBody>
      </p:sp>
      <p:sp>
        <p:nvSpPr>
          <p:cNvPr id="102" name="等腰三角形 101">
            <a:extLst>
              <a:ext uri="{FF2B5EF4-FFF2-40B4-BE49-F238E27FC236}">
                <a16:creationId xmlns:a16="http://schemas.microsoft.com/office/drawing/2014/main" id="{95DEF882-AFD3-C42F-95C3-07E536FFECAF}"/>
              </a:ext>
            </a:extLst>
          </p:cNvPr>
          <p:cNvSpPr/>
          <p:nvPr/>
        </p:nvSpPr>
        <p:spPr>
          <a:xfrm>
            <a:off x="10228264" y="5140230"/>
            <a:ext cx="576000" cy="648000"/>
          </a:xfrm>
          <a:prstGeom prst="triangl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i="1" dirty="0">
              <a:solidFill>
                <a:schemeClr val="tx1"/>
              </a:solidFill>
              <a:latin typeface="Times New Roman" panose="02020603050405020304" pitchFamily="18" charset="0"/>
              <a:cs typeface="Times New Roman" panose="02020603050405020304" pitchFamily="18" charset="0"/>
            </a:endParaRPr>
          </a:p>
        </p:txBody>
      </p:sp>
      <p:sp>
        <p:nvSpPr>
          <p:cNvPr id="103" name="直接连接符 102">
            <a:extLst>
              <a:ext uri="{FF2B5EF4-FFF2-40B4-BE49-F238E27FC236}">
                <a16:creationId xmlns:a16="http://schemas.microsoft.com/office/drawing/2014/main" id="{E0E7F825-2270-E809-B391-A699D94D390E}"/>
              </a:ext>
            </a:extLst>
          </p:cNvPr>
          <p:cNvSpPr>
            <a:spLocks noChangeShapeType="1"/>
          </p:cNvSpPr>
          <p:nvPr/>
        </p:nvSpPr>
        <p:spPr bwMode="auto">
          <a:xfrm flipH="1">
            <a:off x="9727567" y="4904751"/>
            <a:ext cx="292786" cy="238183"/>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4" name="直接连接符 103">
            <a:extLst>
              <a:ext uri="{FF2B5EF4-FFF2-40B4-BE49-F238E27FC236}">
                <a16:creationId xmlns:a16="http://schemas.microsoft.com/office/drawing/2014/main" id="{85257746-2C2F-31A5-E8F4-68270357A494}"/>
              </a:ext>
            </a:extLst>
          </p:cNvPr>
          <p:cNvSpPr>
            <a:spLocks noChangeShapeType="1"/>
          </p:cNvSpPr>
          <p:nvPr/>
        </p:nvSpPr>
        <p:spPr bwMode="auto">
          <a:xfrm>
            <a:off x="10242801" y="4923587"/>
            <a:ext cx="276334" cy="20656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5" name="文本框 104">
            <a:extLst>
              <a:ext uri="{FF2B5EF4-FFF2-40B4-BE49-F238E27FC236}">
                <a16:creationId xmlns:a16="http://schemas.microsoft.com/office/drawing/2014/main" id="{72F0B04F-E4CA-F452-8667-8013A79119CE}"/>
              </a:ext>
            </a:extLst>
          </p:cNvPr>
          <p:cNvSpPr txBox="1"/>
          <p:nvPr/>
        </p:nvSpPr>
        <p:spPr>
          <a:xfrm>
            <a:off x="10815304" y="4438798"/>
            <a:ext cx="218940" cy="276999"/>
          </a:xfrm>
          <a:prstGeom prst="rect">
            <a:avLst/>
          </a:prstGeom>
          <a:noFill/>
        </p:spPr>
        <p:txBody>
          <a:bodyPr wrap="square" lIns="36000" tIns="0" rIns="36000" bIns="0" rtlCol="0">
            <a:spAutoFit/>
          </a:bodyPr>
          <a:lstStyle/>
          <a:p>
            <a:r>
              <a:rPr lang="en-US" altLang="zh-CN" b="1" i="1" dirty="0"/>
              <a:t>Z</a:t>
            </a:r>
            <a:endParaRPr lang="zh-CN" altLang="en-US" b="1" i="1" dirty="0"/>
          </a:p>
        </p:txBody>
      </p:sp>
      <p:sp>
        <p:nvSpPr>
          <p:cNvPr id="106" name="文本框 105">
            <a:extLst>
              <a:ext uri="{FF2B5EF4-FFF2-40B4-BE49-F238E27FC236}">
                <a16:creationId xmlns:a16="http://schemas.microsoft.com/office/drawing/2014/main" id="{6FE01726-FA12-4890-CA2D-27F675CDA040}"/>
              </a:ext>
            </a:extLst>
          </p:cNvPr>
          <p:cNvSpPr txBox="1"/>
          <p:nvPr/>
        </p:nvSpPr>
        <p:spPr>
          <a:xfrm>
            <a:off x="8978092" y="4942547"/>
            <a:ext cx="232074" cy="276999"/>
          </a:xfrm>
          <a:prstGeom prst="rect">
            <a:avLst/>
          </a:prstGeom>
          <a:noFill/>
        </p:spPr>
        <p:txBody>
          <a:bodyPr wrap="square" lIns="36000" tIns="0" rIns="36000" bIns="0" rtlCol="0">
            <a:spAutoFit/>
          </a:bodyPr>
          <a:lstStyle/>
          <a:p>
            <a:r>
              <a:rPr lang="en-US" altLang="zh-CN" b="1" i="1" dirty="0">
                <a:solidFill>
                  <a:srgbClr val="041ABC"/>
                </a:solidFill>
              </a:rPr>
              <a:t>A</a:t>
            </a:r>
            <a:endParaRPr lang="zh-CN" altLang="en-US" b="1" i="1" dirty="0">
              <a:solidFill>
                <a:srgbClr val="041ABC"/>
              </a:solidFill>
            </a:endParaRPr>
          </a:p>
        </p:txBody>
      </p:sp>
      <p:sp>
        <p:nvSpPr>
          <p:cNvPr id="107" name="文本框 106">
            <a:extLst>
              <a:ext uri="{FF2B5EF4-FFF2-40B4-BE49-F238E27FC236}">
                <a16:creationId xmlns:a16="http://schemas.microsoft.com/office/drawing/2014/main" id="{869B11AA-F863-072A-1223-080B1E00AA13}"/>
              </a:ext>
            </a:extLst>
          </p:cNvPr>
          <p:cNvSpPr txBox="1"/>
          <p:nvPr/>
        </p:nvSpPr>
        <p:spPr>
          <a:xfrm>
            <a:off x="9617365" y="5434055"/>
            <a:ext cx="232074" cy="276999"/>
          </a:xfrm>
          <a:prstGeom prst="rect">
            <a:avLst/>
          </a:prstGeom>
          <a:noFill/>
        </p:spPr>
        <p:txBody>
          <a:bodyPr wrap="square" lIns="36000" tIns="0" rIns="36000" bIns="0" rtlCol="0">
            <a:spAutoFit/>
          </a:bodyPr>
          <a:lstStyle>
            <a:defPPr>
              <a:defRPr lang="zh-CN"/>
            </a:defPPr>
            <a:lvl1pPr>
              <a:defRPr b="1" i="1">
                <a:solidFill>
                  <a:srgbClr val="041ABC"/>
                </a:solidFill>
              </a:defRPr>
            </a:lvl1pPr>
          </a:lstStyle>
          <a:p>
            <a:r>
              <a:rPr lang="en-US" altLang="zh-CN" dirty="0"/>
              <a:t>B</a:t>
            </a:r>
            <a:endParaRPr lang="zh-CN" altLang="en-US" dirty="0"/>
          </a:p>
        </p:txBody>
      </p:sp>
      <p:sp>
        <p:nvSpPr>
          <p:cNvPr id="108" name="文本框 107">
            <a:extLst>
              <a:ext uri="{FF2B5EF4-FFF2-40B4-BE49-F238E27FC236}">
                <a16:creationId xmlns:a16="http://schemas.microsoft.com/office/drawing/2014/main" id="{B68A6F36-8C54-40F0-16A3-6E6333BA1834}"/>
              </a:ext>
            </a:extLst>
          </p:cNvPr>
          <p:cNvSpPr txBox="1"/>
          <p:nvPr/>
        </p:nvSpPr>
        <p:spPr>
          <a:xfrm>
            <a:off x="10384352" y="5442627"/>
            <a:ext cx="232074" cy="276999"/>
          </a:xfrm>
          <a:prstGeom prst="rect">
            <a:avLst/>
          </a:prstGeom>
          <a:noFill/>
        </p:spPr>
        <p:txBody>
          <a:bodyPr wrap="square" lIns="36000" tIns="0" rIns="36000" bIns="0" rtlCol="0">
            <a:spAutoFit/>
          </a:bodyPr>
          <a:lstStyle/>
          <a:p>
            <a:r>
              <a:rPr lang="en-US" altLang="zh-CN" b="1" i="1" dirty="0">
                <a:solidFill>
                  <a:srgbClr val="041ABC"/>
                </a:solidFill>
              </a:rPr>
              <a:t>C</a:t>
            </a:r>
            <a:endParaRPr lang="zh-CN" altLang="en-US" b="1" i="1" dirty="0">
              <a:solidFill>
                <a:srgbClr val="041ABC"/>
              </a:solidFill>
            </a:endParaRPr>
          </a:p>
        </p:txBody>
      </p:sp>
      <p:sp>
        <p:nvSpPr>
          <p:cNvPr id="109" name="文本框 108">
            <a:extLst>
              <a:ext uri="{FF2B5EF4-FFF2-40B4-BE49-F238E27FC236}">
                <a16:creationId xmlns:a16="http://schemas.microsoft.com/office/drawing/2014/main" id="{38E945DD-0EFA-8D64-0FBA-83836E21ACAE}"/>
              </a:ext>
            </a:extLst>
          </p:cNvPr>
          <p:cNvSpPr txBox="1"/>
          <p:nvPr/>
        </p:nvSpPr>
        <p:spPr>
          <a:xfrm>
            <a:off x="10815304" y="4438798"/>
            <a:ext cx="232074" cy="276999"/>
          </a:xfrm>
          <a:prstGeom prst="rect">
            <a:avLst/>
          </a:prstGeom>
          <a:noFill/>
        </p:spPr>
        <p:txBody>
          <a:bodyPr wrap="square" lIns="36000" tIns="0" rIns="36000" bIns="0" rtlCol="0">
            <a:spAutoFit/>
          </a:bodyPr>
          <a:lstStyle/>
          <a:p>
            <a:r>
              <a:rPr lang="en-US" altLang="zh-CN" b="1" i="1" dirty="0">
                <a:solidFill>
                  <a:srgbClr val="041ABC"/>
                </a:solidFill>
              </a:rPr>
              <a:t>D</a:t>
            </a:r>
            <a:endParaRPr lang="zh-CN" altLang="en-US" b="1" i="1" dirty="0">
              <a:solidFill>
                <a:srgbClr val="041ABC"/>
              </a:solidFill>
            </a:endParaRPr>
          </a:p>
        </p:txBody>
      </p:sp>
      <p:grpSp>
        <p:nvGrpSpPr>
          <p:cNvPr id="114" name="组合 113">
            <a:extLst>
              <a:ext uri="{FF2B5EF4-FFF2-40B4-BE49-F238E27FC236}">
                <a16:creationId xmlns:a16="http://schemas.microsoft.com/office/drawing/2014/main" id="{31705A45-126E-E0C2-B87B-4C87A46FC3E4}"/>
              </a:ext>
            </a:extLst>
          </p:cNvPr>
          <p:cNvGrpSpPr/>
          <p:nvPr/>
        </p:nvGrpSpPr>
        <p:grpSpPr>
          <a:xfrm>
            <a:off x="11297769" y="4141018"/>
            <a:ext cx="712009" cy="662537"/>
            <a:chOff x="10691939" y="4143188"/>
            <a:chExt cx="694287" cy="662537"/>
          </a:xfrm>
        </p:grpSpPr>
        <p:cxnSp>
          <p:nvCxnSpPr>
            <p:cNvPr id="110" name="直接连接符 109">
              <a:extLst>
                <a:ext uri="{FF2B5EF4-FFF2-40B4-BE49-F238E27FC236}">
                  <a16:creationId xmlns:a16="http://schemas.microsoft.com/office/drawing/2014/main" id="{90A1A49B-6B0B-F136-F193-99AE731E5C9C}"/>
                </a:ext>
              </a:extLst>
            </p:cNvPr>
            <p:cNvCxnSpPr>
              <a:cxnSpLocks/>
            </p:cNvCxnSpPr>
            <p:nvPr/>
          </p:nvCxnSpPr>
          <p:spPr>
            <a:xfrm flipH="1">
              <a:off x="10691939" y="4153442"/>
              <a:ext cx="430123"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D0FE3F0D-A4E8-24D1-E924-539AE68C6E50}"/>
                </a:ext>
              </a:extLst>
            </p:cNvPr>
            <p:cNvCxnSpPr>
              <a:cxnSpLocks/>
            </p:cNvCxnSpPr>
            <p:nvPr/>
          </p:nvCxnSpPr>
          <p:spPr>
            <a:xfrm flipH="1">
              <a:off x="10722854" y="4805725"/>
              <a:ext cx="430123"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C68F0192-A64B-8C83-E8F0-4147B46F9F45}"/>
                </a:ext>
              </a:extLst>
            </p:cNvPr>
            <p:cNvCxnSpPr>
              <a:cxnSpLocks/>
            </p:cNvCxnSpPr>
            <p:nvPr/>
          </p:nvCxnSpPr>
          <p:spPr>
            <a:xfrm>
              <a:off x="10875167" y="4143188"/>
              <a:ext cx="1" cy="661994"/>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13" name="文本框 83">
              <a:extLst>
                <a:ext uri="{FF2B5EF4-FFF2-40B4-BE49-F238E27FC236}">
                  <a16:creationId xmlns:a16="http://schemas.microsoft.com/office/drawing/2014/main" id="{3EECDBC6-3A88-98A0-708C-9FD2DF2AB617}"/>
                </a:ext>
              </a:extLst>
            </p:cNvPr>
            <p:cNvSpPr txBox="1">
              <a:spLocks noChangeArrowheads="1"/>
            </p:cNvSpPr>
            <p:nvPr/>
          </p:nvSpPr>
          <p:spPr bwMode="auto">
            <a:xfrm>
              <a:off x="10814890" y="4304380"/>
              <a:ext cx="571336"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i="1" dirty="0">
                  <a:latin typeface="Times New Roman" panose="02020603050405020304" pitchFamily="18" charset="0"/>
                  <a:cs typeface="Times New Roman" panose="02020603050405020304" pitchFamily="18" charset="0"/>
                </a:rPr>
                <a:t>h-</a:t>
              </a:r>
              <a:r>
                <a:rPr lang="en-US" altLang="zh-CN" sz="2000" b="1" dirty="0">
                  <a:latin typeface="Times New Roman" panose="02020603050405020304" pitchFamily="18" charset="0"/>
                  <a:cs typeface="Times New Roman" panose="02020603050405020304" pitchFamily="18" charset="0"/>
                </a:rPr>
                <a:t>1</a:t>
              </a:r>
            </a:p>
          </p:txBody>
        </p:sp>
      </p:grpSp>
      <p:grpSp>
        <p:nvGrpSpPr>
          <p:cNvPr id="118" name="组合 117">
            <a:extLst>
              <a:ext uri="{FF2B5EF4-FFF2-40B4-BE49-F238E27FC236}">
                <a16:creationId xmlns:a16="http://schemas.microsoft.com/office/drawing/2014/main" id="{326A2B6B-6003-7514-F6A4-47E64F9F8AE0}"/>
              </a:ext>
            </a:extLst>
          </p:cNvPr>
          <p:cNvGrpSpPr/>
          <p:nvPr/>
        </p:nvGrpSpPr>
        <p:grpSpPr>
          <a:xfrm>
            <a:off x="9064893" y="3833598"/>
            <a:ext cx="402625" cy="424920"/>
            <a:chOff x="8735281" y="3833598"/>
            <a:chExt cx="402625" cy="424920"/>
          </a:xfrm>
        </p:grpSpPr>
        <p:sp>
          <p:nvSpPr>
            <p:cNvPr id="116" name="文本框 13">
              <a:extLst>
                <a:ext uri="{FF2B5EF4-FFF2-40B4-BE49-F238E27FC236}">
                  <a16:creationId xmlns:a16="http://schemas.microsoft.com/office/drawing/2014/main" id="{0D23C5B6-DE68-B794-55E7-A9F1BA247680}"/>
                </a:ext>
              </a:extLst>
            </p:cNvPr>
            <p:cNvSpPr txBox="1">
              <a:spLocks noChangeArrowheads="1"/>
            </p:cNvSpPr>
            <p:nvPr/>
          </p:nvSpPr>
          <p:spPr bwMode="auto">
            <a:xfrm>
              <a:off x="8735281" y="3833598"/>
              <a:ext cx="37224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n</a:t>
              </a:r>
              <a:r>
                <a:rPr lang="en-US" altLang="zh-CN" sz="2000" b="1" baseline="-25000" dirty="0">
                  <a:latin typeface="Times New Roman" panose="02020603050405020304" pitchFamily="18" charset="0"/>
                  <a:cs typeface="Times New Roman" panose="02020603050405020304" pitchFamily="18" charset="0"/>
                </a:rPr>
                <a:t>1</a:t>
              </a:r>
            </a:p>
          </p:txBody>
        </p:sp>
        <p:cxnSp>
          <p:nvCxnSpPr>
            <p:cNvPr id="117" name="直接箭头连接符 116">
              <a:extLst>
                <a:ext uri="{FF2B5EF4-FFF2-40B4-BE49-F238E27FC236}">
                  <a16:creationId xmlns:a16="http://schemas.microsoft.com/office/drawing/2014/main" id="{B9FAE0D1-8B36-F2B6-8CBA-9ED07BE03483}"/>
                </a:ext>
              </a:extLst>
            </p:cNvPr>
            <p:cNvCxnSpPr>
              <a:cxnSpLocks/>
            </p:cNvCxnSpPr>
            <p:nvPr/>
          </p:nvCxnSpPr>
          <p:spPr>
            <a:xfrm>
              <a:off x="8901381" y="4179969"/>
              <a:ext cx="236525" cy="78549"/>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 name="组合 120">
            <a:extLst>
              <a:ext uri="{FF2B5EF4-FFF2-40B4-BE49-F238E27FC236}">
                <a16:creationId xmlns:a16="http://schemas.microsoft.com/office/drawing/2014/main" id="{1185E10F-8C61-41BB-84CD-0C87AE7F4F03}"/>
              </a:ext>
            </a:extLst>
          </p:cNvPr>
          <p:cNvGrpSpPr/>
          <p:nvPr/>
        </p:nvGrpSpPr>
        <p:grpSpPr>
          <a:xfrm>
            <a:off x="9810917" y="3363172"/>
            <a:ext cx="379908" cy="434176"/>
            <a:chOff x="7997246" y="3261242"/>
            <a:chExt cx="379908" cy="434176"/>
          </a:xfrm>
        </p:grpSpPr>
        <p:sp>
          <p:nvSpPr>
            <p:cNvPr id="119" name="文本框 17">
              <a:extLst>
                <a:ext uri="{FF2B5EF4-FFF2-40B4-BE49-F238E27FC236}">
                  <a16:creationId xmlns:a16="http://schemas.microsoft.com/office/drawing/2014/main" id="{70B5DD96-633B-8178-A4CC-B69111C56051}"/>
                </a:ext>
              </a:extLst>
            </p:cNvPr>
            <p:cNvSpPr txBox="1">
              <a:spLocks noChangeArrowheads="1"/>
            </p:cNvSpPr>
            <p:nvPr/>
          </p:nvSpPr>
          <p:spPr bwMode="auto">
            <a:xfrm>
              <a:off x="7997246" y="3261242"/>
              <a:ext cx="37224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r>
                <a:rPr lang="en-US" altLang="zh-CN" sz="2000" b="1" i="1" dirty="0">
                  <a:latin typeface="Times New Roman" panose="02020603050405020304" pitchFamily="18" charset="0"/>
                  <a:cs typeface="Times New Roman" panose="02020603050405020304" pitchFamily="18" charset="0"/>
                </a:rPr>
                <a:t>n</a:t>
              </a:r>
              <a:r>
                <a:rPr lang="en-US" altLang="zh-CN" sz="2000" b="1" baseline="-25000" dirty="0">
                  <a:latin typeface="Times New Roman" panose="02020603050405020304" pitchFamily="18" charset="0"/>
                  <a:cs typeface="Times New Roman" panose="02020603050405020304" pitchFamily="18" charset="0"/>
                </a:rPr>
                <a:t>2</a:t>
              </a:r>
            </a:p>
          </p:txBody>
        </p:sp>
        <p:cxnSp>
          <p:nvCxnSpPr>
            <p:cNvPr id="120" name="直接箭头连接符 119">
              <a:extLst>
                <a:ext uri="{FF2B5EF4-FFF2-40B4-BE49-F238E27FC236}">
                  <a16:creationId xmlns:a16="http://schemas.microsoft.com/office/drawing/2014/main" id="{B8A62DCB-1AAB-18C1-E93F-B8FF37E74F1F}"/>
                </a:ext>
              </a:extLst>
            </p:cNvPr>
            <p:cNvCxnSpPr>
              <a:cxnSpLocks/>
            </p:cNvCxnSpPr>
            <p:nvPr/>
          </p:nvCxnSpPr>
          <p:spPr>
            <a:xfrm>
              <a:off x="8149987" y="3602383"/>
              <a:ext cx="227167" cy="9303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22" name="文本框 121">
            <a:extLst>
              <a:ext uri="{FF2B5EF4-FFF2-40B4-BE49-F238E27FC236}">
                <a16:creationId xmlns:a16="http://schemas.microsoft.com/office/drawing/2014/main" id="{C34FB77E-0AF5-5E94-E7C0-D944CA2D1C07}"/>
              </a:ext>
            </a:extLst>
          </p:cNvPr>
          <p:cNvSpPr txBox="1"/>
          <p:nvPr/>
        </p:nvSpPr>
        <p:spPr>
          <a:xfrm>
            <a:off x="10198114" y="3648900"/>
            <a:ext cx="274852" cy="329386"/>
          </a:xfrm>
          <a:prstGeom prst="rect">
            <a:avLst/>
          </a:prstGeom>
          <a:noFill/>
        </p:spPr>
        <p:txBody>
          <a:bodyPr wrap="square" lIns="0" tIns="0" rIns="0" bIns="0">
            <a:spAutoFit/>
          </a:bodyPr>
          <a:lstStyle/>
          <a:p>
            <a:pPr algn="ctr">
              <a:lnSpc>
                <a:spcPts val="2800"/>
              </a:lnSpc>
            </a:pPr>
            <a:r>
              <a:rPr lang="en-US" altLang="zh-CN" sz="2000" b="1" i="1" dirty="0" err="1">
                <a:latin typeface="Times New Roman" panose="02020603050405020304" pitchFamily="18" charset="0"/>
                <a:cs typeface="Times New Roman" panose="02020603050405020304" pitchFamily="18" charset="0"/>
              </a:rPr>
              <a:t>k</a:t>
            </a:r>
            <a:r>
              <a:rPr lang="en-US" altLang="zh-CN" sz="2000" b="1" baseline="-25000" dirty="0" err="1">
                <a:latin typeface="Times New Roman" panose="02020603050405020304" pitchFamily="18" charset="0"/>
                <a:cs typeface="Times New Roman" panose="02020603050405020304" pitchFamily="18" charset="0"/>
              </a:rPr>
              <a:t>3</a:t>
            </a:r>
            <a:endParaRPr lang="en-US" altLang="zh-CN" sz="2000" b="1" baseline="-25000" dirty="0">
              <a:latin typeface="Times New Roman" panose="02020603050405020304" pitchFamily="18" charset="0"/>
              <a:cs typeface="Times New Roman" panose="02020603050405020304" pitchFamily="18" charset="0"/>
            </a:endParaRPr>
          </a:p>
        </p:txBody>
      </p:sp>
      <p:grpSp>
        <p:nvGrpSpPr>
          <p:cNvPr id="123" name="组合 122">
            <a:extLst>
              <a:ext uri="{FF2B5EF4-FFF2-40B4-BE49-F238E27FC236}">
                <a16:creationId xmlns:a16="http://schemas.microsoft.com/office/drawing/2014/main" id="{014D8F12-0CA0-C8C3-5F2A-9A492CF3E868}"/>
              </a:ext>
            </a:extLst>
          </p:cNvPr>
          <p:cNvGrpSpPr/>
          <p:nvPr/>
        </p:nvGrpSpPr>
        <p:grpSpPr>
          <a:xfrm>
            <a:off x="9810916" y="3362628"/>
            <a:ext cx="379908" cy="434176"/>
            <a:chOff x="7997246" y="3261242"/>
            <a:chExt cx="379908" cy="434176"/>
          </a:xfrm>
        </p:grpSpPr>
        <p:sp>
          <p:nvSpPr>
            <p:cNvPr id="124" name="文本框 17">
              <a:extLst>
                <a:ext uri="{FF2B5EF4-FFF2-40B4-BE49-F238E27FC236}">
                  <a16:creationId xmlns:a16="http://schemas.microsoft.com/office/drawing/2014/main" id="{B203B4C1-6F4E-9AE7-9D20-ED24FB93AA7F}"/>
                </a:ext>
              </a:extLst>
            </p:cNvPr>
            <p:cNvSpPr txBox="1">
              <a:spLocks noChangeArrowheads="1"/>
            </p:cNvSpPr>
            <p:nvPr/>
          </p:nvSpPr>
          <p:spPr bwMode="auto">
            <a:xfrm>
              <a:off x="7997246" y="3261242"/>
              <a:ext cx="372245" cy="369760"/>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lIns="0" tIns="0" rIns="0" bIns="0"/>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r>
                <a:rPr lang="en-US" altLang="zh-CN" sz="2000" b="1" i="1" dirty="0" err="1">
                  <a:latin typeface="Times New Roman" panose="02020603050405020304" pitchFamily="18" charset="0"/>
                  <a:cs typeface="Times New Roman" panose="02020603050405020304" pitchFamily="18" charset="0"/>
                </a:rPr>
                <a:t>n</a:t>
              </a:r>
              <a:r>
                <a:rPr lang="en-US" altLang="zh-CN" sz="2000" b="1" baseline="-25000" dirty="0" err="1">
                  <a:latin typeface="Times New Roman" panose="02020603050405020304" pitchFamily="18" charset="0"/>
                  <a:cs typeface="Times New Roman" panose="02020603050405020304" pitchFamily="18" charset="0"/>
                </a:rPr>
                <a:t>3</a:t>
              </a:r>
              <a:endParaRPr lang="en-US" altLang="zh-CN" sz="2000" b="1" baseline="-25000" dirty="0">
                <a:latin typeface="Times New Roman" panose="02020603050405020304" pitchFamily="18" charset="0"/>
                <a:cs typeface="Times New Roman" panose="02020603050405020304" pitchFamily="18" charset="0"/>
              </a:endParaRPr>
            </a:p>
          </p:txBody>
        </p:sp>
        <p:cxnSp>
          <p:nvCxnSpPr>
            <p:cNvPr id="125" name="直接箭头连接符 124">
              <a:extLst>
                <a:ext uri="{FF2B5EF4-FFF2-40B4-BE49-F238E27FC236}">
                  <a16:creationId xmlns:a16="http://schemas.microsoft.com/office/drawing/2014/main" id="{A4AA12DA-5377-AE60-7ED4-D09370AA9793}"/>
                </a:ext>
              </a:extLst>
            </p:cNvPr>
            <p:cNvCxnSpPr>
              <a:cxnSpLocks/>
            </p:cNvCxnSpPr>
            <p:nvPr/>
          </p:nvCxnSpPr>
          <p:spPr>
            <a:xfrm>
              <a:off x="8149987" y="3602383"/>
              <a:ext cx="227167" cy="93035"/>
            </a:xfrm>
            <a:prstGeom prst="straightConnector1">
              <a:avLst/>
            </a:prstGeom>
            <a:ln w="1905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28" name="文本框 127">
            <a:extLst>
              <a:ext uri="{FF2B5EF4-FFF2-40B4-BE49-F238E27FC236}">
                <a16:creationId xmlns:a16="http://schemas.microsoft.com/office/drawing/2014/main" id="{53170BFB-818A-9BEE-9F11-0ADCB3CC4D2F}"/>
              </a:ext>
            </a:extLst>
          </p:cNvPr>
          <p:cNvSpPr txBox="1"/>
          <p:nvPr/>
        </p:nvSpPr>
        <p:spPr>
          <a:xfrm>
            <a:off x="530350" y="3918352"/>
            <a:ext cx="6879766" cy="2405274"/>
          </a:xfrm>
          <a:prstGeom prst="rect">
            <a:avLst/>
          </a:prstGeom>
          <a:solidFill>
            <a:srgbClr val="FFFAEB"/>
          </a:solidFill>
          <a:ln>
            <a:solidFill>
              <a:schemeClr val="accent2">
                <a:lumMod val="50000"/>
              </a:schemeClr>
            </a:solidFill>
          </a:ln>
        </p:spPr>
        <p:txBody>
          <a:bodyPr wrap="square">
            <a:spAutoFit/>
          </a:bodyPr>
          <a:lstStyle/>
          <a:p>
            <a:pPr>
              <a:lnSpc>
                <a:spcPct val="120000"/>
              </a:lnSpc>
            </a:pP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Position </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L_R_Rotate</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n3</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算法</a:t>
            </a:r>
            <a:r>
              <a:rPr lang="en-US" altLang="zh-CN" dirty="0">
                <a:solidFill>
                  <a:srgbClr val="C00000"/>
                </a:solidFill>
                <a:latin typeface="Times New Roman" panose="02020603050405020304" pitchFamily="18" charset="0"/>
                <a:ea typeface="黑体" panose="02010609060101010101" pitchFamily="49" charset="-122"/>
                <a:cs typeface="宋体" panose="02010600030101010101" pitchFamily="2" charset="-122"/>
              </a:rPr>
              <a:t>  9.10</a:t>
            </a:r>
            <a:endParaRPr lang="zh-CN" altLang="zh-CN" dirty="0">
              <a:solidFill>
                <a:srgbClr val="C00000"/>
              </a:solidFill>
              <a:latin typeface="宋体" panose="02010600030101010101" pitchFamily="2" charset="-122"/>
              <a:cs typeface="宋体" panose="02010600030101010101" pitchFamily="2" charset="-122"/>
            </a:endParaRPr>
          </a:p>
          <a:p>
            <a:pPr>
              <a:lnSpc>
                <a:spcPct val="120000"/>
              </a:lnSpc>
              <a:buNone/>
            </a:pP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LR</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型插入后失衡的左子树双旋转再平衡处理</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调用条件：</a:t>
            </a:r>
            <a:r>
              <a:rPr lang="en-US" altLang="zh-CN"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n3</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节点有左孩子且其左孩子有右孩子</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n3</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L_Rotate</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n3</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en-US" kern="0" dirty="0">
                <a:solidFill>
                  <a:schemeClr val="accent6">
                    <a:lumMod val="7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左旋</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p>
          <a:p>
            <a:pPr>
              <a:lnSpc>
                <a:spcPct val="120000"/>
              </a:lnSpc>
              <a:buNone/>
            </a:pPr>
            <a:r>
              <a:rPr lang="en-US" altLang="zh-CN" kern="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n3</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节点</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k3</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的左孩子</a:t>
            </a:r>
            <a:r>
              <a:rPr lang="en-US" altLang="zh-CN"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k2</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与其右孩子</a:t>
            </a:r>
            <a:r>
              <a:rPr lang="en-US" altLang="zh-CN"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k1</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左旋</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None/>
            </a:pP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R_Rotate</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n3</a:t>
            </a:r>
            <a:r>
              <a:rPr lang="en-US" altLang="zh-CN"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k3</a:t>
            </a:r>
            <a:r>
              <a:rPr lang="zh-CN" altLang="zh-CN"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与</a:t>
            </a:r>
            <a:r>
              <a:rPr lang="en-US" altLang="zh-CN"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k1</a:t>
            </a:r>
            <a:r>
              <a:rPr lang="zh-CN" altLang="zh-CN" kern="0" dirty="0">
                <a:solidFill>
                  <a:schemeClr val="accent6">
                    <a:lumMod val="7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Courier New" panose="02070309020205020404" pitchFamily="49" charset="0"/>
              </a:rPr>
              <a:t>右旋</a:t>
            </a:r>
            <a:endParaRPr lang="zh-CN" altLang="zh-CN" kern="100" dirty="0">
              <a:solidFill>
                <a:schemeClr val="accent6">
                  <a:lumMod val="7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endParaRPr>
          </a:p>
          <a:p>
            <a:pPr>
              <a:lnSpc>
                <a:spcPct val="120000"/>
              </a:lnSpc>
              <a:buNone/>
            </a:pPr>
            <a:r>
              <a:rPr lang="en-US" altLang="zh-CN"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30" name="文本框 129">
            <a:extLst>
              <a:ext uri="{FF2B5EF4-FFF2-40B4-BE49-F238E27FC236}">
                <a16:creationId xmlns:a16="http://schemas.microsoft.com/office/drawing/2014/main" id="{1E09C7F6-7D5D-7600-BE1A-2F1D18FEE308}"/>
              </a:ext>
            </a:extLst>
          </p:cNvPr>
          <p:cNvSpPr txBox="1"/>
          <p:nvPr/>
        </p:nvSpPr>
        <p:spPr>
          <a:xfrm>
            <a:off x="458521" y="3342841"/>
            <a:ext cx="5873159" cy="369332"/>
          </a:xfrm>
          <a:prstGeom prst="rect">
            <a:avLst/>
          </a:prstGeom>
          <a:noFill/>
        </p:spPr>
        <p:txBody>
          <a:bodyPr wrap="square">
            <a:spAutoFit/>
          </a:bodyPr>
          <a:lstStyle/>
          <a:p>
            <a:r>
              <a:rPr lang="zh-CN" altLang="zh-CN" sz="18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9.10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先后调用左旋和右旋，实现了</a:t>
            </a:r>
            <a:r>
              <a:rPr lang="en-US" altLang="zh-CN" sz="1800" dirty="0">
                <a:effectLst/>
                <a:latin typeface="Times New Roman" panose="02020603050405020304" pitchFamily="18" charset="0"/>
                <a:ea typeface="宋体" panose="02010600030101010101" pitchFamily="2" charset="-122"/>
              </a:rPr>
              <a:t>LR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型的双旋转。</a:t>
            </a:r>
            <a:endParaRPr lang="zh-CN" altLang="en-US" dirty="0"/>
          </a:p>
        </p:txBody>
      </p:sp>
      <p:sp>
        <p:nvSpPr>
          <p:cNvPr id="132" name="文本框 131">
            <a:extLst>
              <a:ext uri="{FF2B5EF4-FFF2-40B4-BE49-F238E27FC236}">
                <a16:creationId xmlns:a16="http://schemas.microsoft.com/office/drawing/2014/main" id="{949F05AA-D772-A094-8BF0-274DFD3F746B}"/>
              </a:ext>
            </a:extLst>
          </p:cNvPr>
          <p:cNvSpPr txBox="1"/>
          <p:nvPr/>
        </p:nvSpPr>
        <p:spPr>
          <a:xfrm>
            <a:off x="458521" y="2762849"/>
            <a:ext cx="4496121" cy="369332"/>
          </a:xfrm>
          <a:prstGeom prst="rect">
            <a:avLst/>
          </a:prstGeom>
          <a:noFill/>
        </p:spPr>
        <p:txBody>
          <a:bodyPr wrap="square">
            <a:spAutoFit/>
          </a:bodyPr>
          <a:lstStyle/>
          <a:p>
            <a:r>
              <a:rPr lang="zh-CN" altLang="zh-CN" kern="100" dirty="0">
                <a:latin typeface="Times New Roman" panose="02020603050405020304" pitchFamily="18" charset="0"/>
                <a:cs typeface="Times New Roman" panose="02020603050405020304" pitchFamily="18" charset="0"/>
              </a:rPr>
              <a:t>图</a:t>
            </a:r>
            <a:r>
              <a:rPr lang="en-US" altLang="zh-CN" kern="100" dirty="0">
                <a:latin typeface="Times New Roman" panose="02020603050405020304" pitchFamily="18" charset="0"/>
                <a:cs typeface="Times New Roman" panose="02020603050405020304" pitchFamily="18" charset="0"/>
              </a:rPr>
              <a:t>9.14</a:t>
            </a:r>
            <a:r>
              <a:rPr lang="en-US" altLang="zh-CN" sz="1800" dirty="0">
                <a:effectLst/>
                <a:latin typeface="Times New Roman" panose="02020603050405020304" pitchFamily="18" charset="0"/>
                <a:ea typeface="宋体" panose="02010600030101010101" pitchFamily="2" charset="-122"/>
              </a:rPr>
              <a:t>(c)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展示了解决办法——双旋转。</a:t>
            </a:r>
            <a:endParaRPr lang="zh-CN" altLang="en-US" dirty="0"/>
          </a:p>
        </p:txBody>
      </p:sp>
      <p:sp>
        <p:nvSpPr>
          <p:cNvPr id="133" name="文本框 132">
            <a:extLst>
              <a:ext uri="{FF2B5EF4-FFF2-40B4-BE49-F238E27FC236}">
                <a16:creationId xmlns:a16="http://schemas.microsoft.com/office/drawing/2014/main" id="{9DE0F8A2-0A54-10A3-C3DE-F67A2E9B7644}"/>
              </a:ext>
            </a:extLst>
          </p:cNvPr>
          <p:cNvSpPr txBox="1"/>
          <p:nvPr/>
        </p:nvSpPr>
        <p:spPr>
          <a:xfrm>
            <a:off x="1314576" y="272790"/>
            <a:ext cx="3661461" cy="430887"/>
          </a:xfrm>
          <a:prstGeom prst="rect">
            <a:avLst/>
          </a:prstGeom>
          <a:noFill/>
        </p:spPr>
        <p:txBody>
          <a:bodyPr wrap="square">
            <a:spAutoFit/>
          </a:bodyPr>
          <a:lstStyle/>
          <a:p>
            <a:pPr marR="57785" algn="ctr" eaLnBrk="1">
              <a:spcBef>
                <a:spcPts val="600"/>
              </a:spcBef>
              <a:buNone/>
            </a:pPr>
            <a:r>
              <a:rPr lang="en-US" altLang="zh-CN" sz="2200" b="1" dirty="0">
                <a:solidFill>
                  <a:srgbClr val="C00000"/>
                </a:solidFill>
                <a:effectLst>
                  <a:outerShdw blurRad="38100" dist="38100" dir="2700000" algn="tl">
                    <a:srgbClr val="000000">
                      <a:alpha val="43137"/>
                    </a:srgbClr>
                  </a:outerShdw>
                </a:effectLst>
                <a:latin typeface="楷体" panose="02010609060101010101" pitchFamily="49" charset="-122"/>
                <a:ea typeface="宋体" panose="02010600030101010101" pitchFamily="2" charset="-122"/>
                <a:cs typeface="Times New Roman" panose="02020603050405020304" pitchFamily="18" charset="0"/>
              </a:rPr>
              <a:t>2. </a:t>
            </a:r>
            <a:r>
              <a:rPr lang="zh-CN" altLang="zh-CN" sz="22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平衡二叉树的插入</a:t>
            </a:r>
            <a:r>
              <a:rPr lang="zh-CN" altLang="en-US" sz="22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（续）</a:t>
            </a:r>
            <a:endParaRPr lang="zh-CN" altLang="zh-CN" sz="22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cxnSp>
        <p:nvCxnSpPr>
          <p:cNvPr id="135" name="直接连接符 134">
            <a:extLst>
              <a:ext uri="{FF2B5EF4-FFF2-40B4-BE49-F238E27FC236}">
                <a16:creationId xmlns:a16="http://schemas.microsoft.com/office/drawing/2014/main" id="{1EF729B4-CA6C-D3B0-95B2-E025FD464887}"/>
              </a:ext>
            </a:extLst>
          </p:cNvPr>
          <p:cNvCxnSpPr/>
          <p:nvPr/>
        </p:nvCxnSpPr>
        <p:spPr>
          <a:xfrm>
            <a:off x="994146" y="5284052"/>
            <a:ext cx="5768163"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36" name="直接连接符 135">
            <a:extLst>
              <a:ext uri="{FF2B5EF4-FFF2-40B4-BE49-F238E27FC236}">
                <a16:creationId xmlns:a16="http://schemas.microsoft.com/office/drawing/2014/main" id="{F3E17B28-4CC3-B472-0199-E2451BA4E3BA}"/>
              </a:ext>
            </a:extLst>
          </p:cNvPr>
          <p:cNvCxnSpPr>
            <a:cxnSpLocks/>
          </p:cNvCxnSpPr>
          <p:nvPr/>
        </p:nvCxnSpPr>
        <p:spPr>
          <a:xfrm>
            <a:off x="994146" y="5941499"/>
            <a:ext cx="5225901"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38" name="直接连接符 137">
            <a:extLst>
              <a:ext uri="{FF2B5EF4-FFF2-40B4-BE49-F238E27FC236}">
                <a16:creationId xmlns:a16="http://schemas.microsoft.com/office/drawing/2014/main" id="{E6065DCA-7968-A7B0-0757-45AE2B550D4B}"/>
              </a:ext>
            </a:extLst>
          </p:cNvPr>
          <p:cNvSpPr>
            <a:spLocks noChangeShapeType="1"/>
          </p:cNvSpPr>
          <p:nvPr/>
        </p:nvSpPr>
        <p:spPr bwMode="auto">
          <a:xfrm>
            <a:off x="9179239" y="4870420"/>
            <a:ext cx="385565" cy="266789"/>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39" name="直接连接符 138">
            <a:extLst>
              <a:ext uri="{FF2B5EF4-FFF2-40B4-BE49-F238E27FC236}">
                <a16:creationId xmlns:a16="http://schemas.microsoft.com/office/drawing/2014/main" id="{CD24DB37-20D6-DA6C-F0F2-88E1159AC3FC}"/>
              </a:ext>
            </a:extLst>
          </p:cNvPr>
          <p:cNvSpPr>
            <a:spLocks noChangeShapeType="1"/>
          </p:cNvSpPr>
          <p:nvPr/>
        </p:nvSpPr>
        <p:spPr bwMode="auto">
          <a:xfrm flipH="1">
            <a:off x="9088412" y="4406540"/>
            <a:ext cx="433828" cy="247231"/>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1" name="椭圆 100">
            <a:extLst>
              <a:ext uri="{FF2B5EF4-FFF2-40B4-BE49-F238E27FC236}">
                <a16:creationId xmlns:a16="http://schemas.microsoft.com/office/drawing/2014/main" id="{EE859DAE-A421-AB38-9F4F-F2ECAB5E795C}"/>
              </a:ext>
            </a:extLst>
          </p:cNvPr>
          <p:cNvSpPr>
            <a:spLocks noChangeArrowheads="1"/>
          </p:cNvSpPr>
          <p:nvPr/>
        </p:nvSpPr>
        <p:spPr bwMode="auto">
          <a:xfrm>
            <a:off x="9966618" y="4644699"/>
            <a:ext cx="331842"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rIns="72000" bIns="72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lang="en-US" altLang="zh-CN" sz="2000" b="1" baseline="-25000" dirty="0">
              <a:latin typeface="Times New Roman" panose="02020603050405020304" pitchFamily="18" charset="0"/>
              <a:cs typeface="Times New Roman" panose="02020603050405020304" pitchFamily="18" charset="0"/>
            </a:endParaRPr>
          </a:p>
        </p:txBody>
      </p:sp>
      <p:sp>
        <p:nvSpPr>
          <p:cNvPr id="140" name="直接连接符 139">
            <a:extLst>
              <a:ext uri="{FF2B5EF4-FFF2-40B4-BE49-F238E27FC236}">
                <a16:creationId xmlns:a16="http://schemas.microsoft.com/office/drawing/2014/main" id="{E30F1A94-D654-3761-6DE5-E9A22393A93E}"/>
              </a:ext>
            </a:extLst>
          </p:cNvPr>
          <p:cNvSpPr>
            <a:spLocks noChangeShapeType="1"/>
          </p:cNvSpPr>
          <p:nvPr/>
        </p:nvSpPr>
        <p:spPr bwMode="auto">
          <a:xfrm flipH="1">
            <a:off x="10526814" y="4939527"/>
            <a:ext cx="349024" cy="195665"/>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41" name="直接连接符 140">
            <a:extLst>
              <a:ext uri="{FF2B5EF4-FFF2-40B4-BE49-F238E27FC236}">
                <a16:creationId xmlns:a16="http://schemas.microsoft.com/office/drawing/2014/main" id="{08FF7559-8FAF-9BDC-D17B-FD3AABF14F4F}"/>
              </a:ext>
            </a:extLst>
          </p:cNvPr>
          <p:cNvSpPr>
            <a:spLocks noChangeShapeType="1"/>
          </p:cNvSpPr>
          <p:nvPr/>
        </p:nvSpPr>
        <p:spPr bwMode="auto">
          <a:xfrm>
            <a:off x="9765872" y="4405753"/>
            <a:ext cx="1191327" cy="289128"/>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99" name="文本框 98">
            <a:extLst>
              <a:ext uri="{FF2B5EF4-FFF2-40B4-BE49-F238E27FC236}">
                <a16:creationId xmlns:a16="http://schemas.microsoft.com/office/drawing/2014/main" id="{834D069C-2CE9-AFDF-1380-740EAAEFB438}"/>
              </a:ext>
            </a:extLst>
          </p:cNvPr>
          <p:cNvSpPr txBox="1"/>
          <p:nvPr/>
        </p:nvSpPr>
        <p:spPr>
          <a:xfrm>
            <a:off x="9504661" y="4109275"/>
            <a:ext cx="274852" cy="329386"/>
          </a:xfrm>
          <a:prstGeom prst="rect">
            <a:avLst/>
          </a:prstGeom>
          <a:noFill/>
        </p:spPr>
        <p:txBody>
          <a:bodyPr wrap="square" lIns="0" tIns="0" rIns="0" bIns="0">
            <a:spAutoFit/>
          </a:bodyPr>
          <a:lstStyle/>
          <a:p>
            <a:pPr algn="ctr">
              <a:lnSpc>
                <a:spcPts val="2800"/>
              </a:lnSpc>
            </a:pPr>
            <a:r>
              <a:rPr lang="en-US" altLang="zh-CN" sz="2000" b="1" i="1" dirty="0" err="1">
                <a:latin typeface="Times New Roman" panose="02020603050405020304" pitchFamily="18" charset="0"/>
                <a:cs typeface="Times New Roman" panose="02020603050405020304" pitchFamily="18" charset="0"/>
              </a:rPr>
              <a:t>k</a:t>
            </a:r>
            <a:r>
              <a:rPr lang="en-US" altLang="zh-CN" sz="2000" b="1" baseline="-25000" dirty="0" err="1">
                <a:latin typeface="Times New Roman" panose="02020603050405020304" pitchFamily="18" charset="0"/>
                <a:cs typeface="Times New Roman" panose="02020603050405020304" pitchFamily="18" charset="0"/>
              </a:rPr>
              <a:t>1</a:t>
            </a:r>
            <a:endParaRPr lang="en-US" altLang="zh-CN" sz="2000" b="1"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896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fade">
                                      <p:cBhvr>
                                        <p:cTn id="34" dur="1000"/>
                                        <p:tgtEl>
                                          <p:spTgt spid="57"/>
                                        </p:tgtEl>
                                      </p:cBhvr>
                                    </p:animEffect>
                                    <p:anim calcmode="lin" valueType="num">
                                      <p:cBhvr>
                                        <p:cTn id="35" dur="1000" fill="hold"/>
                                        <p:tgtEl>
                                          <p:spTgt spid="57"/>
                                        </p:tgtEl>
                                        <p:attrNameLst>
                                          <p:attrName>ppt_x</p:attrName>
                                        </p:attrNameLst>
                                      </p:cBhvr>
                                      <p:tavLst>
                                        <p:tav tm="0">
                                          <p:val>
                                            <p:strVal val="#ppt_x"/>
                                          </p:val>
                                        </p:tav>
                                        <p:tav tm="100000">
                                          <p:val>
                                            <p:strVal val="#ppt_x"/>
                                          </p:val>
                                        </p:tav>
                                      </p:tavLst>
                                    </p:anim>
                                    <p:anim calcmode="lin" valueType="num">
                                      <p:cBhvr>
                                        <p:cTn id="36" dur="1000" fill="hold"/>
                                        <p:tgtEl>
                                          <p:spTgt spid="57"/>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1000"/>
                                        <p:tgtEl>
                                          <p:spTgt spid="61"/>
                                        </p:tgtEl>
                                      </p:cBhvr>
                                    </p:animEffect>
                                    <p:anim calcmode="lin" valueType="num">
                                      <p:cBhvr>
                                        <p:cTn id="40" dur="1000" fill="hold"/>
                                        <p:tgtEl>
                                          <p:spTgt spid="61"/>
                                        </p:tgtEl>
                                        <p:attrNameLst>
                                          <p:attrName>ppt_x</p:attrName>
                                        </p:attrNameLst>
                                      </p:cBhvr>
                                      <p:tavLst>
                                        <p:tav tm="0">
                                          <p:val>
                                            <p:strVal val="#ppt_x"/>
                                          </p:val>
                                        </p:tav>
                                        <p:tav tm="100000">
                                          <p:val>
                                            <p:strVal val="#ppt_x"/>
                                          </p:val>
                                        </p:tav>
                                      </p:tavLst>
                                    </p:anim>
                                    <p:anim calcmode="lin" valueType="num">
                                      <p:cBhvr>
                                        <p:cTn id="41" dur="1000" fill="hold"/>
                                        <p:tgtEl>
                                          <p:spTgt spid="61"/>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1000"/>
                                        <p:tgtEl>
                                          <p:spTgt spid="60"/>
                                        </p:tgtEl>
                                      </p:cBhvr>
                                    </p:animEffect>
                                    <p:anim calcmode="lin" valueType="num">
                                      <p:cBhvr>
                                        <p:cTn id="45" dur="1000" fill="hold"/>
                                        <p:tgtEl>
                                          <p:spTgt spid="60"/>
                                        </p:tgtEl>
                                        <p:attrNameLst>
                                          <p:attrName>ppt_x</p:attrName>
                                        </p:attrNameLst>
                                      </p:cBhvr>
                                      <p:tavLst>
                                        <p:tav tm="0">
                                          <p:val>
                                            <p:strVal val="#ppt_x"/>
                                          </p:val>
                                        </p:tav>
                                        <p:tav tm="100000">
                                          <p:val>
                                            <p:strVal val="#ppt_x"/>
                                          </p:val>
                                        </p:tav>
                                      </p:tavLst>
                                    </p:anim>
                                    <p:anim calcmode="lin" valueType="num">
                                      <p:cBhvr>
                                        <p:cTn id="46"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nodeType="clickEffect">
                                  <p:stCondLst>
                                    <p:cond delay="0"/>
                                  </p:stCondLst>
                                  <p:childTnLst>
                                    <p:animMotion origin="layout" path="M 1.04167E-6 2.22222E-6 L 0.04622 0.07176 " pathEditMode="relative" rAng="0" ptsTypes="AA">
                                      <p:cBhvr>
                                        <p:cTn id="50" dur="1500" fill="hold"/>
                                        <p:tgtEl>
                                          <p:spTgt spid="60"/>
                                        </p:tgtEl>
                                        <p:attrNameLst>
                                          <p:attrName>ppt_x</p:attrName>
                                          <p:attrName>ppt_y</p:attrName>
                                        </p:attrNameLst>
                                      </p:cBhvr>
                                      <p:rCtr x="2305" y="3588"/>
                                    </p:animMotion>
                                  </p:childTnLst>
                                </p:cTn>
                              </p:par>
                              <p:par>
                                <p:cTn id="51" presetID="64" presetClass="path" presetSubtype="0" accel="50000" decel="50000" fill="hold" nodeType="withEffect">
                                  <p:stCondLst>
                                    <p:cond delay="0"/>
                                  </p:stCondLst>
                                  <p:childTnLst>
                                    <p:animMotion origin="layout" path="M 3.33333E-6 4.44444E-6 L 0.05208 -0.06505 " pathEditMode="relative" rAng="0" ptsTypes="AA">
                                      <p:cBhvr>
                                        <p:cTn id="52" dur="1500" fill="hold"/>
                                        <p:tgtEl>
                                          <p:spTgt spid="61"/>
                                        </p:tgtEl>
                                        <p:attrNameLst>
                                          <p:attrName>ppt_x</p:attrName>
                                          <p:attrName>ppt_y</p:attrName>
                                        </p:attrNameLst>
                                      </p:cBhvr>
                                      <p:rCtr x="2604" y="-3264"/>
                                    </p:animMotion>
                                  </p:childTnLst>
                                </p:cTn>
                              </p:par>
                              <p:par>
                                <p:cTn id="53" presetID="10" presetClass="exit" presetSubtype="0" fill="hold" grpId="1" nodeType="withEffect">
                                  <p:stCondLst>
                                    <p:cond delay="0"/>
                                  </p:stCondLst>
                                  <p:childTnLst>
                                    <p:animEffect transition="out" filter="fade">
                                      <p:cBhvr>
                                        <p:cTn id="54" dur="500"/>
                                        <p:tgtEl>
                                          <p:spTgt spid="6"/>
                                        </p:tgtEl>
                                      </p:cBhvr>
                                    </p:animEffect>
                                    <p:set>
                                      <p:cBhvr>
                                        <p:cTn id="55" dur="1" fill="hold">
                                          <p:stCondLst>
                                            <p:cond delay="499"/>
                                          </p:stCondLst>
                                        </p:cTn>
                                        <p:tgtEl>
                                          <p:spTgt spid="6"/>
                                        </p:tgtEl>
                                        <p:attrNameLst>
                                          <p:attrName>style.visibility</p:attrName>
                                        </p:attrNameLst>
                                      </p:cBhvr>
                                      <p:to>
                                        <p:strVal val="hidden"/>
                                      </p:to>
                                    </p:set>
                                  </p:childTnLst>
                                </p:cTn>
                              </p:par>
                              <p:par>
                                <p:cTn id="56" presetID="64" presetClass="path" presetSubtype="0" accel="50000" decel="50000" fill="hold" grpId="1" nodeType="withEffect">
                                  <p:stCondLst>
                                    <p:cond delay="0"/>
                                  </p:stCondLst>
                                  <p:childTnLst>
                                    <p:animMotion origin="layout" path="M -4.16667E-7 4.07407E-6 L 0.02982 -0.03102 " pathEditMode="relative" rAng="0" ptsTypes="AA">
                                      <p:cBhvr>
                                        <p:cTn id="57" dur="1250" fill="hold"/>
                                        <p:tgtEl>
                                          <p:spTgt spid="7"/>
                                        </p:tgtEl>
                                        <p:attrNameLst>
                                          <p:attrName>ppt_x</p:attrName>
                                          <p:attrName>ppt_y</p:attrName>
                                        </p:attrNameLst>
                                      </p:cBhvr>
                                      <p:rCtr x="1484" y="-1551"/>
                                    </p:animMotion>
                                  </p:childTnLst>
                                </p:cTn>
                              </p:par>
                              <p:par>
                                <p:cTn id="58" presetID="10" presetClass="exit" presetSubtype="0" fill="hold" grpId="2" nodeType="withEffect">
                                  <p:stCondLst>
                                    <p:cond delay="750"/>
                                  </p:stCondLst>
                                  <p:childTnLst>
                                    <p:animEffect transition="out" filter="fade">
                                      <p:cBhvr>
                                        <p:cTn id="59" dur="500"/>
                                        <p:tgtEl>
                                          <p:spTgt spid="7"/>
                                        </p:tgtEl>
                                      </p:cBhvr>
                                    </p:animEffect>
                                    <p:set>
                                      <p:cBhvr>
                                        <p:cTn id="60" dur="1" fill="hold">
                                          <p:stCondLst>
                                            <p:cond delay="499"/>
                                          </p:stCondLst>
                                        </p:cTn>
                                        <p:tgtEl>
                                          <p:spTgt spid="7"/>
                                        </p:tgtEl>
                                        <p:attrNameLst>
                                          <p:attrName>style.visibility</p:attrName>
                                        </p:attrNameLst>
                                      </p:cBhvr>
                                      <p:to>
                                        <p:strVal val="hidden"/>
                                      </p:to>
                                    </p:set>
                                  </p:childTnLst>
                                </p:cTn>
                              </p:par>
                              <p:par>
                                <p:cTn id="61" presetID="22" presetClass="entr" presetSubtype="1" fill="hold" grpId="0" nodeType="withEffect">
                                  <p:stCondLst>
                                    <p:cond delay="750"/>
                                  </p:stCondLst>
                                  <p:childTnLst>
                                    <p:set>
                                      <p:cBhvr>
                                        <p:cTn id="62" dur="1" fill="hold">
                                          <p:stCondLst>
                                            <p:cond delay="0"/>
                                          </p:stCondLst>
                                        </p:cTn>
                                        <p:tgtEl>
                                          <p:spTgt spid="62"/>
                                        </p:tgtEl>
                                        <p:attrNameLst>
                                          <p:attrName>style.visibility</p:attrName>
                                        </p:attrNameLst>
                                      </p:cBhvr>
                                      <p:to>
                                        <p:strVal val="visible"/>
                                      </p:to>
                                    </p:set>
                                    <p:animEffect transition="in" filter="wipe(up)">
                                      <p:cBhvr>
                                        <p:cTn id="63" dur="1000"/>
                                        <p:tgtEl>
                                          <p:spTgt spid="62"/>
                                        </p:tgtEl>
                                      </p:cBhvr>
                                    </p:animEffect>
                                  </p:childTnLst>
                                </p:cTn>
                              </p:par>
                              <p:par>
                                <p:cTn id="64" presetID="64" presetClass="path" presetSubtype="0" accel="50000" decel="50000" fill="hold" grpId="1" nodeType="withEffect">
                                  <p:stCondLst>
                                    <p:cond delay="500"/>
                                  </p:stCondLst>
                                  <p:childTnLst>
                                    <p:animMotion origin="layout" path="M -1.04167E-6 3.33333E-6 L 0.03125 3.33333E-6 " pathEditMode="relative" rAng="0" ptsTypes="AA">
                                      <p:cBhvr>
                                        <p:cTn id="65" dur="1500" fill="hold"/>
                                        <p:tgtEl>
                                          <p:spTgt spid="12"/>
                                        </p:tgtEl>
                                        <p:attrNameLst>
                                          <p:attrName>ppt_x</p:attrName>
                                          <p:attrName>ppt_y</p:attrName>
                                        </p:attrNameLst>
                                      </p:cBhvr>
                                      <p:rCtr x="1563" y="0"/>
                                    </p:animMotion>
                                  </p:childTnLst>
                                </p:cTn>
                              </p:par>
                              <p:par>
                                <p:cTn id="66" presetID="22" presetClass="entr" presetSubtype="2" fill="hold" grpId="0" nodeType="withEffect">
                                  <p:stCondLst>
                                    <p:cond delay="1000"/>
                                  </p:stCondLst>
                                  <p:childTnLst>
                                    <p:set>
                                      <p:cBhvr>
                                        <p:cTn id="67" dur="1" fill="hold">
                                          <p:stCondLst>
                                            <p:cond delay="0"/>
                                          </p:stCondLst>
                                        </p:cTn>
                                        <p:tgtEl>
                                          <p:spTgt spid="63"/>
                                        </p:tgtEl>
                                        <p:attrNameLst>
                                          <p:attrName>style.visibility</p:attrName>
                                        </p:attrNameLst>
                                      </p:cBhvr>
                                      <p:to>
                                        <p:strVal val="visible"/>
                                      </p:to>
                                    </p:set>
                                    <p:animEffect transition="in" filter="wipe(right)">
                                      <p:cBhvr>
                                        <p:cTn id="68" dur="1000"/>
                                        <p:tgtEl>
                                          <p:spTgt spid="63"/>
                                        </p:tgtEl>
                                      </p:cBhvr>
                                    </p:animEffect>
                                  </p:childTnLst>
                                </p:cTn>
                              </p:par>
                              <p:par>
                                <p:cTn id="69" presetID="63" presetClass="path" presetSubtype="0" accel="50000" decel="50000" fill="hold" nodeType="withEffect">
                                  <p:stCondLst>
                                    <p:cond delay="1000"/>
                                  </p:stCondLst>
                                  <p:childTnLst>
                                    <p:animMotion origin="layout" path="M 2.08333E-7 3.7037E-7 L 0.25 3.7037E-7 " pathEditMode="relative" rAng="0" ptsTypes="AA">
                                      <p:cBhvr>
                                        <p:cTn id="70" dur="1500" fill="hold"/>
                                        <p:tgtEl>
                                          <p:spTgt spid="57"/>
                                        </p:tgtEl>
                                        <p:attrNameLst>
                                          <p:attrName>ppt_x</p:attrName>
                                          <p:attrName>ppt_y</p:attrName>
                                        </p:attrNameLst>
                                      </p:cBhvr>
                                      <p:rCtr x="12500" y="0"/>
                                    </p:animMotion>
                                  </p:childTnLst>
                                </p:cTn>
                              </p:par>
                            </p:childTnLst>
                          </p:cTn>
                        </p:par>
                        <p:par>
                          <p:cTn id="71" fill="hold">
                            <p:stCondLst>
                              <p:cond delay="2500"/>
                            </p:stCondLst>
                            <p:childTnLst>
                              <p:par>
                                <p:cTn id="72" presetID="7" presetClass="emph" presetSubtype="2" fill="hold" nodeType="afterEffect">
                                  <p:stCondLst>
                                    <p:cond delay="0"/>
                                  </p:stCondLst>
                                  <p:childTnLst>
                                    <p:animClr clrSpc="rgb" dir="cw">
                                      <p:cBhvr>
                                        <p:cTn id="73" dur="1000" fill="hold"/>
                                        <p:tgtEl>
                                          <p:spTgt spid="5"/>
                                        </p:tgtEl>
                                        <p:attrNameLst>
                                          <p:attrName>stroke.color</p:attrName>
                                        </p:attrNameLst>
                                      </p:cBhvr>
                                      <p:to>
                                        <a:srgbClr val="C00000"/>
                                      </p:to>
                                    </p:animClr>
                                    <p:set>
                                      <p:cBhvr>
                                        <p:cTn id="74" dur="1000" fill="hold"/>
                                        <p:tgtEl>
                                          <p:spTgt spid="5"/>
                                        </p:tgtEl>
                                        <p:attrNameLst>
                                          <p:attrName>stroke.on</p:attrName>
                                        </p:attrNameLst>
                                      </p:cBhvr>
                                      <p:to>
                                        <p:strVal val="true"/>
                                      </p:to>
                                    </p:set>
                                  </p:childTnLst>
                                </p:cTn>
                              </p:par>
                              <p:par>
                                <p:cTn id="75" presetID="32" presetClass="emph" presetSubtype="0" fill="hold" grpId="1" nodeType="withEffect">
                                  <p:stCondLst>
                                    <p:cond delay="0"/>
                                  </p:stCondLst>
                                  <p:childTnLst>
                                    <p:animRot by="120000">
                                      <p:cBhvr>
                                        <p:cTn id="76" dur="100" fill="hold">
                                          <p:stCondLst>
                                            <p:cond delay="0"/>
                                          </p:stCondLst>
                                        </p:cTn>
                                        <p:tgtEl>
                                          <p:spTgt spid="5"/>
                                        </p:tgtEl>
                                        <p:attrNameLst>
                                          <p:attrName>r</p:attrName>
                                        </p:attrNameLst>
                                      </p:cBhvr>
                                    </p:animRot>
                                    <p:animRot by="-240000">
                                      <p:cBhvr>
                                        <p:cTn id="77" dur="200" fill="hold">
                                          <p:stCondLst>
                                            <p:cond delay="200"/>
                                          </p:stCondLst>
                                        </p:cTn>
                                        <p:tgtEl>
                                          <p:spTgt spid="5"/>
                                        </p:tgtEl>
                                        <p:attrNameLst>
                                          <p:attrName>r</p:attrName>
                                        </p:attrNameLst>
                                      </p:cBhvr>
                                    </p:animRot>
                                    <p:animRot by="240000">
                                      <p:cBhvr>
                                        <p:cTn id="78" dur="200" fill="hold">
                                          <p:stCondLst>
                                            <p:cond delay="400"/>
                                          </p:stCondLst>
                                        </p:cTn>
                                        <p:tgtEl>
                                          <p:spTgt spid="5"/>
                                        </p:tgtEl>
                                        <p:attrNameLst>
                                          <p:attrName>r</p:attrName>
                                        </p:attrNameLst>
                                      </p:cBhvr>
                                    </p:animRot>
                                    <p:animRot by="-240000">
                                      <p:cBhvr>
                                        <p:cTn id="79" dur="200" fill="hold">
                                          <p:stCondLst>
                                            <p:cond delay="600"/>
                                          </p:stCondLst>
                                        </p:cTn>
                                        <p:tgtEl>
                                          <p:spTgt spid="5"/>
                                        </p:tgtEl>
                                        <p:attrNameLst>
                                          <p:attrName>r</p:attrName>
                                        </p:attrNameLst>
                                      </p:cBhvr>
                                    </p:animRot>
                                    <p:animRot by="120000">
                                      <p:cBhvr>
                                        <p:cTn id="80" dur="200" fill="hold">
                                          <p:stCondLst>
                                            <p:cond delay="800"/>
                                          </p:stCondLst>
                                        </p:cTn>
                                        <p:tgtEl>
                                          <p:spTgt spid="5"/>
                                        </p:tgtEl>
                                        <p:attrNameLst>
                                          <p:attrName>r</p:attrName>
                                        </p:attrNameLst>
                                      </p:cBhvr>
                                    </p:animRot>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1000"/>
                                        <p:tgtEl>
                                          <p:spTgt spid="64"/>
                                        </p:tgtEl>
                                      </p:cBhvr>
                                    </p:animEffect>
                                    <p:anim calcmode="lin" valueType="num">
                                      <p:cBhvr>
                                        <p:cTn id="86" dur="1000" fill="hold"/>
                                        <p:tgtEl>
                                          <p:spTgt spid="64"/>
                                        </p:tgtEl>
                                        <p:attrNameLst>
                                          <p:attrName>ppt_x</p:attrName>
                                        </p:attrNameLst>
                                      </p:cBhvr>
                                      <p:tavLst>
                                        <p:tav tm="0">
                                          <p:val>
                                            <p:strVal val="#ppt_x"/>
                                          </p:val>
                                        </p:tav>
                                        <p:tav tm="100000">
                                          <p:val>
                                            <p:strVal val="#ppt_x"/>
                                          </p:val>
                                        </p:tav>
                                      </p:tavLst>
                                    </p:anim>
                                    <p:anim calcmode="lin" valueType="num">
                                      <p:cBhvr>
                                        <p:cTn id="87" dur="1000" fill="hold"/>
                                        <p:tgtEl>
                                          <p:spTgt spid="64"/>
                                        </p:tgtEl>
                                        <p:attrNameLst>
                                          <p:attrName>ppt_y</p:attrName>
                                        </p:attrNameLst>
                                      </p:cBhvr>
                                      <p:tavLst>
                                        <p:tav tm="0">
                                          <p:val>
                                            <p:strVal val="#ppt_y+.1"/>
                                          </p:val>
                                        </p:tav>
                                        <p:tav tm="100000">
                                          <p:val>
                                            <p:strVal val="#ppt_y"/>
                                          </p:val>
                                        </p:tav>
                                      </p:tavLst>
                                    </p:anim>
                                  </p:childTnLst>
                                </p:cTn>
                              </p:par>
                            </p:childTnLst>
                          </p:cTn>
                        </p:par>
                        <p:par>
                          <p:cTn id="88" fill="hold">
                            <p:stCondLst>
                              <p:cond delay="1000"/>
                            </p:stCondLst>
                            <p:childTnLst>
                              <p:par>
                                <p:cTn id="89" presetID="42" presetClass="entr" presetSubtype="0" fill="hold" grpId="0" nodeType="afterEffect">
                                  <p:stCondLst>
                                    <p:cond delay="0"/>
                                  </p:stCondLst>
                                  <p:childTnLst>
                                    <p:set>
                                      <p:cBhvr>
                                        <p:cTn id="90" dur="1" fill="hold">
                                          <p:stCondLst>
                                            <p:cond delay="0"/>
                                          </p:stCondLst>
                                        </p:cTn>
                                        <p:tgtEl>
                                          <p:spTgt spid="132"/>
                                        </p:tgtEl>
                                        <p:attrNameLst>
                                          <p:attrName>style.visibility</p:attrName>
                                        </p:attrNameLst>
                                      </p:cBhvr>
                                      <p:to>
                                        <p:strVal val="visible"/>
                                      </p:to>
                                    </p:set>
                                    <p:animEffect transition="in" filter="fade">
                                      <p:cBhvr>
                                        <p:cTn id="91" dur="1000"/>
                                        <p:tgtEl>
                                          <p:spTgt spid="132"/>
                                        </p:tgtEl>
                                      </p:cBhvr>
                                    </p:animEffect>
                                    <p:anim calcmode="lin" valueType="num">
                                      <p:cBhvr>
                                        <p:cTn id="92" dur="1000" fill="hold"/>
                                        <p:tgtEl>
                                          <p:spTgt spid="132"/>
                                        </p:tgtEl>
                                        <p:attrNameLst>
                                          <p:attrName>ppt_x</p:attrName>
                                        </p:attrNameLst>
                                      </p:cBhvr>
                                      <p:tavLst>
                                        <p:tav tm="0">
                                          <p:val>
                                            <p:strVal val="#ppt_x"/>
                                          </p:val>
                                        </p:tav>
                                        <p:tav tm="100000">
                                          <p:val>
                                            <p:strVal val="#ppt_x"/>
                                          </p:val>
                                        </p:tav>
                                      </p:tavLst>
                                    </p:anim>
                                    <p:anim calcmode="lin" valueType="num">
                                      <p:cBhvr>
                                        <p:cTn id="93" dur="1000" fill="hold"/>
                                        <p:tgtEl>
                                          <p:spTgt spid="132"/>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7" presetClass="entr" presetSubtype="0" fill="hold" grpId="0" nodeType="clickEffect">
                                  <p:stCondLst>
                                    <p:cond delay="0"/>
                                  </p:stCondLst>
                                  <p:childTnLst>
                                    <p:set>
                                      <p:cBhvr>
                                        <p:cTn id="97" dur="1" fill="hold">
                                          <p:stCondLst>
                                            <p:cond delay="0"/>
                                          </p:stCondLst>
                                        </p:cTn>
                                        <p:tgtEl>
                                          <p:spTgt spid="65"/>
                                        </p:tgtEl>
                                        <p:attrNameLst>
                                          <p:attrName>style.visibility</p:attrName>
                                        </p:attrNameLst>
                                      </p:cBhvr>
                                      <p:to>
                                        <p:strVal val="visible"/>
                                      </p:to>
                                    </p:set>
                                    <p:animEffect transition="in" filter="fade">
                                      <p:cBhvr>
                                        <p:cTn id="98" dur="1000"/>
                                        <p:tgtEl>
                                          <p:spTgt spid="65"/>
                                        </p:tgtEl>
                                      </p:cBhvr>
                                    </p:animEffect>
                                    <p:anim calcmode="lin" valueType="num">
                                      <p:cBhvr>
                                        <p:cTn id="99" dur="1000" fill="hold"/>
                                        <p:tgtEl>
                                          <p:spTgt spid="65"/>
                                        </p:tgtEl>
                                        <p:attrNameLst>
                                          <p:attrName>ppt_x</p:attrName>
                                        </p:attrNameLst>
                                      </p:cBhvr>
                                      <p:tavLst>
                                        <p:tav tm="0">
                                          <p:val>
                                            <p:strVal val="#ppt_x"/>
                                          </p:val>
                                        </p:tav>
                                        <p:tav tm="100000">
                                          <p:val>
                                            <p:strVal val="#ppt_x"/>
                                          </p:val>
                                        </p:tav>
                                      </p:tavLst>
                                    </p:anim>
                                    <p:anim calcmode="lin" valueType="num">
                                      <p:cBhvr>
                                        <p:cTn id="100" dur="1000" fill="hold"/>
                                        <p:tgtEl>
                                          <p:spTgt spid="65"/>
                                        </p:tgtEl>
                                        <p:attrNameLst>
                                          <p:attrName>ppt_y</p:attrName>
                                        </p:attrNameLst>
                                      </p:cBhvr>
                                      <p:tavLst>
                                        <p:tav tm="0">
                                          <p:val>
                                            <p:strVal val="#ppt_y-.1"/>
                                          </p:val>
                                        </p:tav>
                                        <p:tav tm="100000">
                                          <p:val>
                                            <p:strVal val="#ppt_y"/>
                                          </p:val>
                                        </p:tav>
                                      </p:tavLst>
                                    </p:anim>
                                  </p:childTnLst>
                                </p:cTn>
                              </p:par>
                              <p:par>
                                <p:cTn id="101" presetID="47" presetClass="entr" presetSubtype="0" fill="hold" grpId="0" nodeType="with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fade">
                                      <p:cBhvr>
                                        <p:cTn id="103" dur="1000"/>
                                        <p:tgtEl>
                                          <p:spTgt spid="66"/>
                                        </p:tgtEl>
                                      </p:cBhvr>
                                    </p:animEffect>
                                    <p:anim calcmode="lin" valueType="num">
                                      <p:cBhvr>
                                        <p:cTn id="104" dur="1000" fill="hold"/>
                                        <p:tgtEl>
                                          <p:spTgt spid="66"/>
                                        </p:tgtEl>
                                        <p:attrNameLst>
                                          <p:attrName>ppt_x</p:attrName>
                                        </p:attrNameLst>
                                      </p:cBhvr>
                                      <p:tavLst>
                                        <p:tav tm="0">
                                          <p:val>
                                            <p:strVal val="#ppt_x"/>
                                          </p:val>
                                        </p:tav>
                                        <p:tav tm="100000">
                                          <p:val>
                                            <p:strVal val="#ppt_x"/>
                                          </p:val>
                                        </p:tav>
                                      </p:tavLst>
                                    </p:anim>
                                    <p:anim calcmode="lin" valueType="num">
                                      <p:cBhvr>
                                        <p:cTn id="105" dur="1000" fill="hold"/>
                                        <p:tgtEl>
                                          <p:spTgt spid="66"/>
                                        </p:tgtEl>
                                        <p:attrNameLst>
                                          <p:attrName>ppt_y</p:attrName>
                                        </p:attrNameLst>
                                      </p:cBhvr>
                                      <p:tavLst>
                                        <p:tav tm="0">
                                          <p:val>
                                            <p:strVal val="#ppt_y-.1"/>
                                          </p:val>
                                        </p:tav>
                                        <p:tav tm="100000">
                                          <p:val>
                                            <p:strVal val="#ppt_y"/>
                                          </p:val>
                                        </p:tav>
                                      </p:tavLst>
                                    </p:anim>
                                  </p:childTnLst>
                                </p:cTn>
                              </p:par>
                              <p:par>
                                <p:cTn id="106" presetID="47" presetClass="entr" presetSubtype="0" fill="hold" grpId="0" nodeType="withEffect">
                                  <p:stCondLst>
                                    <p:cond delay="0"/>
                                  </p:stCondLst>
                                  <p:childTnLst>
                                    <p:set>
                                      <p:cBhvr>
                                        <p:cTn id="107" dur="1" fill="hold">
                                          <p:stCondLst>
                                            <p:cond delay="0"/>
                                          </p:stCondLst>
                                        </p:cTn>
                                        <p:tgtEl>
                                          <p:spTgt spid="67"/>
                                        </p:tgtEl>
                                        <p:attrNameLst>
                                          <p:attrName>style.visibility</p:attrName>
                                        </p:attrNameLst>
                                      </p:cBhvr>
                                      <p:to>
                                        <p:strVal val="visible"/>
                                      </p:to>
                                    </p:set>
                                    <p:animEffect transition="in" filter="fade">
                                      <p:cBhvr>
                                        <p:cTn id="108" dur="1000"/>
                                        <p:tgtEl>
                                          <p:spTgt spid="67"/>
                                        </p:tgtEl>
                                      </p:cBhvr>
                                    </p:animEffect>
                                    <p:anim calcmode="lin" valueType="num">
                                      <p:cBhvr>
                                        <p:cTn id="109" dur="1000" fill="hold"/>
                                        <p:tgtEl>
                                          <p:spTgt spid="67"/>
                                        </p:tgtEl>
                                        <p:attrNameLst>
                                          <p:attrName>ppt_x</p:attrName>
                                        </p:attrNameLst>
                                      </p:cBhvr>
                                      <p:tavLst>
                                        <p:tav tm="0">
                                          <p:val>
                                            <p:strVal val="#ppt_x"/>
                                          </p:val>
                                        </p:tav>
                                        <p:tav tm="100000">
                                          <p:val>
                                            <p:strVal val="#ppt_x"/>
                                          </p:val>
                                        </p:tav>
                                      </p:tavLst>
                                    </p:anim>
                                    <p:anim calcmode="lin" valueType="num">
                                      <p:cBhvr>
                                        <p:cTn id="110" dur="1000" fill="hold"/>
                                        <p:tgtEl>
                                          <p:spTgt spid="67"/>
                                        </p:tgtEl>
                                        <p:attrNameLst>
                                          <p:attrName>ppt_y</p:attrName>
                                        </p:attrNameLst>
                                      </p:cBhvr>
                                      <p:tavLst>
                                        <p:tav tm="0">
                                          <p:val>
                                            <p:strVal val="#ppt_y-.1"/>
                                          </p:val>
                                        </p:tav>
                                        <p:tav tm="100000">
                                          <p:val>
                                            <p:strVal val="#ppt_y"/>
                                          </p:val>
                                        </p:tav>
                                      </p:tavLst>
                                    </p:anim>
                                  </p:childTnLst>
                                </p:cTn>
                              </p:par>
                              <p:par>
                                <p:cTn id="111" presetID="47" presetClass="entr" presetSubtype="0" fill="hold" grpId="0" nodeType="withEffect">
                                  <p:stCondLst>
                                    <p:cond delay="0"/>
                                  </p:stCondLst>
                                  <p:childTnLst>
                                    <p:set>
                                      <p:cBhvr>
                                        <p:cTn id="112" dur="1" fill="hold">
                                          <p:stCondLst>
                                            <p:cond delay="0"/>
                                          </p:stCondLst>
                                        </p:cTn>
                                        <p:tgtEl>
                                          <p:spTgt spid="68"/>
                                        </p:tgtEl>
                                        <p:attrNameLst>
                                          <p:attrName>style.visibility</p:attrName>
                                        </p:attrNameLst>
                                      </p:cBhvr>
                                      <p:to>
                                        <p:strVal val="visible"/>
                                      </p:to>
                                    </p:set>
                                    <p:animEffect transition="in" filter="fade">
                                      <p:cBhvr>
                                        <p:cTn id="113" dur="1000"/>
                                        <p:tgtEl>
                                          <p:spTgt spid="68"/>
                                        </p:tgtEl>
                                      </p:cBhvr>
                                    </p:animEffect>
                                    <p:anim calcmode="lin" valueType="num">
                                      <p:cBhvr>
                                        <p:cTn id="114" dur="1000" fill="hold"/>
                                        <p:tgtEl>
                                          <p:spTgt spid="68"/>
                                        </p:tgtEl>
                                        <p:attrNameLst>
                                          <p:attrName>ppt_x</p:attrName>
                                        </p:attrNameLst>
                                      </p:cBhvr>
                                      <p:tavLst>
                                        <p:tav tm="0">
                                          <p:val>
                                            <p:strVal val="#ppt_x"/>
                                          </p:val>
                                        </p:tav>
                                        <p:tav tm="100000">
                                          <p:val>
                                            <p:strVal val="#ppt_x"/>
                                          </p:val>
                                        </p:tav>
                                      </p:tavLst>
                                    </p:anim>
                                    <p:anim calcmode="lin" valueType="num">
                                      <p:cBhvr>
                                        <p:cTn id="115" dur="1000" fill="hold"/>
                                        <p:tgtEl>
                                          <p:spTgt spid="68"/>
                                        </p:tgtEl>
                                        <p:attrNameLst>
                                          <p:attrName>ppt_y</p:attrName>
                                        </p:attrNameLst>
                                      </p:cBhvr>
                                      <p:tavLst>
                                        <p:tav tm="0">
                                          <p:val>
                                            <p:strVal val="#ppt_y-.1"/>
                                          </p:val>
                                        </p:tav>
                                        <p:tav tm="100000">
                                          <p:val>
                                            <p:strVal val="#ppt_y"/>
                                          </p:val>
                                        </p:tav>
                                      </p:tavLst>
                                    </p:anim>
                                  </p:childTnLst>
                                </p:cTn>
                              </p:par>
                              <p:par>
                                <p:cTn id="116" presetID="47" presetClass="entr" presetSubtype="0" fill="hold" nodeType="withEffect">
                                  <p:stCondLst>
                                    <p:cond delay="0"/>
                                  </p:stCondLst>
                                  <p:childTnLst>
                                    <p:set>
                                      <p:cBhvr>
                                        <p:cTn id="117" dur="1" fill="hold">
                                          <p:stCondLst>
                                            <p:cond delay="0"/>
                                          </p:stCondLst>
                                        </p:cTn>
                                        <p:tgtEl>
                                          <p:spTgt spid="121"/>
                                        </p:tgtEl>
                                        <p:attrNameLst>
                                          <p:attrName>style.visibility</p:attrName>
                                        </p:attrNameLst>
                                      </p:cBhvr>
                                      <p:to>
                                        <p:strVal val="visible"/>
                                      </p:to>
                                    </p:set>
                                    <p:animEffect transition="in" filter="fade">
                                      <p:cBhvr>
                                        <p:cTn id="118" dur="1000"/>
                                        <p:tgtEl>
                                          <p:spTgt spid="121"/>
                                        </p:tgtEl>
                                      </p:cBhvr>
                                    </p:animEffect>
                                    <p:anim calcmode="lin" valueType="num">
                                      <p:cBhvr>
                                        <p:cTn id="119" dur="1000" fill="hold"/>
                                        <p:tgtEl>
                                          <p:spTgt spid="121"/>
                                        </p:tgtEl>
                                        <p:attrNameLst>
                                          <p:attrName>ppt_x</p:attrName>
                                        </p:attrNameLst>
                                      </p:cBhvr>
                                      <p:tavLst>
                                        <p:tav tm="0">
                                          <p:val>
                                            <p:strVal val="#ppt_x"/>
                                          </p:val>
                                        </p:tav>
                                        <p:tav tm="100000">
                                          <p:val>
                                            <p:strVal val="#ppt_x"/>
                                          </p:val>
                                        </p:tav>
                                      </p:tavLst>
                                    </p:anim>
                                    <p:anim calcmode="lin" valueType="num">
                                      <p:cBhvr>
                                        <p:cTn id="120" dur="1000" fill="hold"/>
                                        <p:tgtEl>
                                          <p:spTgt spid="121"/>
                                        </p:tgtEl>
                                        <p:attrNameLst>
                                          <p:attrName>ppt_y</p:attrName>
                                        </p:attrNameLst>
                                      </p:cBhvr>
                                      <p:tavLst>
                                        <p:tav tm="0">
                                          <p:val>
                                            <p:strVal val="#ppt_y-.1"/>
                                          </p:val>
                                        </p:tav>
                                        <p:tav tm="100000">
                                          <p:val>
                                            <p:strVal val="#ppt_y"/>
                                          </p:val>
                                        </p:tav>
                                      </p:tavLst>
                                    </p:anim>
                                  </p:childTnLst>
                                </p:cTn>
                              </p:par>
                              <p:par>
                                <p:cTn id="121" presetID="47" presetClass="entr" presetSubtype="0" fill="hold" nodeType="withEffect">
                                  <p:stCondLst>
                                    <p:cond delay="0"/>
                                  </p:stCondLst>
                                  <p:childTnLst>
                                    <p:set>
                                      <p:cBhvr>
                                        <p:cTn id="122" dur="1" fill="hold">
                                          <p:stCondLst>
                                            <p:cond delay="0"/>
                                          </p:stCondLst>
                                        </p:cTn>
                                        <p:tgtEl>
                                          <p:spTgt spid="118"/>
                                        </p:tgtEl>
                                        <p:attrNameLst>
                                          <p:attrName>style.visibility</p:attrName>
                                        </p:attrNameLst>
                                      </p:cBhvr>
                                      <p:to>
                                        <p:strVal val="visible"/>
                                      </p:to>
                                    </p:set>
                                    <p:animEffect transition="in" filter="fade">
                                      <p:cBhvr>
                                        <p:cTn id="123" dur="1000"/>
                                        <p:tgtEl>
                                          <p:spTgt spid="118"/>
                                        </p:tgtEl>
                                      </p:cBhvr>
                                    </p:animEffect>
                                    <p:anim calcmode="lin" valueType="num">
                                      <p:cBhvr>
                                        <p:cTn id="124" dur="1000" fill="hold"/>
                                        <p:tgtEl>
                                          <p:spTgt spid="118"/>
                                        </p:tgtEl>
                                        <p:attrNameLst>
                                          <p:attrName>ppt_x</p:attrName>
                                        </p:attrNameLst>
                                      </p:cBhvr>
                                      <p:tavLst>
                                        <p:tav tm="0">
                                          <p:val>
                                            <p:strVal val="#ppt_x"/>
                                          </p:val>
                                        </p:tav>
                                        <p:tav tm="100000">
                                          <p:val>
                                            <p:strVal val="#ppt_x"/>
                                          </p:val>
                                        </p:tav>
                                      </p:tavLst>
                                    </p:anim>
                                    <p:anim calcmode="lin" valueType="num">
                                      <p:cBhvr>
                                        <p:cTn id="125" dur="1000" fill="hold"/>
                                        <p:tgtEl>
                                          <p:spTgt spid="118"/>
                                        </p:tgtEl>
                                        <p:attrNameLst>
                                          <p:attrName>ppt_y</p:attrName>
                                        </p:attrNameLst>
                                      </p:cBhvr>
                                      <p:tavLst>
                                        <p:tav tm="0">
                                          <p:val>
                                            <p:strVal val="#ppt_y-.1"/>
                                          </p:val>
                                        </p:tav>
                                        <p:tav tm="100000">
                                          <p:val>
                                            <p:strVal val="#ppt_y"/>
                                          </p:val>
                                        </p:tav>
                                      </p:tavLst>
                                    </p:anim>
                                  </p:childTnLst>
                                </p:cTn>
                              </p:par>
                              <p:par>
                                <p:cTn id="126" presetID="47" presetClass="entr" presetSubtype="0" fill="hold" nodeType="withEffect">
                                  <p:stCondLst>
                                    <p:cond delay="0"/>
                                  </p:stCondLst>
                                  <p:childTnLst>
                                    <p:set>
                                      <p:cBhvr>
                                        <p:cTn id="127" dur="1" fill="hold">
                                          <p:stCondLst>
                                            <p:cond delay="0"/>
                                          </p:stCondLst>
                                        </p:cTn>
                                        <p:tgtEl>
                                          <p:spTgt spid="89"/>
                                        </p:tgtEl>
                                        <p:attrNameLst>
                                          <p:attrName>style.visibility</p:attrName>
                                        </p:attrNameLst>
                                      </p:cBhvr>
                                      <p:to>
                                        <p:strVal val="visible"/>
                                      </p:to>
                                    </p:set>
                                    <p:animEffect transition="in" filter="fade">
                                      <p:cBhvr>
                                        <p:cTn id="128" dur="1000"/>
                                        <p:tgtEl>
                                          <p:spTgt spid="89"/>
                                        </p:tgtEl>
                                      </p:cBhvr>
                                    </p:animEffect>
                                    <p:anim calcmode="lin" valueType="num">
                                      <p:cBhvr>
                                        <p:cTn id="129" dur="1000" fill="hold"/>
                                        <p:tgtEl>
                                          <p:spTgt spid="89"/>
                                        </p:tgtEl>
                                        <p:attrNameLst>
                                          <p:attrName>ppt_x</p:attrName>
                                        </p:attrNameLst>
                                      </p:cBhvr>
                                      <p:tavLst>
                                        <p:tav tm="0">
                                          <p:val>
                                            <p:strVal val="#ppt_x"/>
                                          </p:val>
                                        </p:tav>
                                        <p:tav tm="100000">
                                          <p:val>
                                            <p:strVal val="#ppt_x"/>
                                          </p:val>
                                        </p:tav>
                                      </p:tavLst>
                                    </p:anim>
                                    <p:anim calcmode="lin" valueType="num">
                                      <p:cBhvr>
                                        <p:cTn id="130" dur="1000" fill="hold"/>
                                        <p:tgtEl>
                                          <p:spTgt spid="89"/>
                                        </p:tgtEl>
                                        <p:attrNameLst>
                                          <p:attrName>ppt_y</p:attrName>
                                        </p:attrNameLst>
                                      </p:cBhvr>
                                      <p:tavLst>
                                        <p:tav tm="0">
                                          <p:val>
                                            <p:strVal val="#ppt_y-.1"/>
                                          </p:val>
                                        </p:tav>
                                        <p:tav tm="100000">
                                          <p:val>
                                            <p:strVal val="#ppt_y"/>
                                          </p:val>
                                        </p:tav>
                                      </p:tavLst>
                                    </p:anim>
                                  </p:childTnLst>
                                </p:cTn>
                              </p:par>
                              <p:par>
                                <p:cTn id="131" presetID="47" presetClass="entr" presetSubtype="0" fill="hold" nodeType="withEffect">
                                  <p:stCondLst>
                                    <p:cond delay="0"/>
                                  </p:stCondLst>
                                  <p:childTnLst>
                                    <p:set>
                                      <p:cBhvr>
                                        <p:cTn id="132" dur="1" fill="hold">
                                          <p:stCondLst>
                                            <p:cond delay="0"/>
                                          </p:stCondLst>
                                        </p:cTn>
                                        <p:tgtEl>
                                          <p:spTgt spid="69"/>
                                        </p:tgtEl>
                                        <p:attrNameLst>
                                          <p:attrName>style.visibility</p:attrName>
                                        </p:attrNameLst>
                                      </p:cBhvr>
                                      <p:to>
                                        <p:strVal val="visible"/>
                                      </p:to>
                                    </p:set>
                                    <p:animEffect transition="in" filter="fade">
                                      <p:cBhvr>
                                        <p:cTn id="133" dur="1000"/>
                                        <p:tgtEl>
                                          <p:spTgt spid="69"/>
                                        </p:tgtEl>
                                      </p:cBhvr>
                                    </p:animEffect>
                                    <p:anim calcmode="lin" valueType="num">
                                      <p:cBhvr>
                                        <p:cTn id="134" dur="1000" fill="hold"/>
                                        <p:tgtEl>
                                          <p:spTgt spid="69"/>
                                        </p:tgtEl>
                                        <p:attrNameLst>
                                          <p:attrName>ppt_x</p:attrName>
                                        </p:attrNameLst>
                                      </p:cBhvr>
                                      <p:tavLst>
                                        <p:tav tm="0">
                                          <p:val>
                                            <p:strVal val="#ppt_x"/>
                                          </p:val>
                                        </p:tav>
                                        <p:tav tm="100000">
                                          <p:val>
                                            <p:strVal val="#ppt_x"/>
                                          </p:val>
                                        </p:tav>
                                      </p:tavLst>
                                    </p:anim>
                                    <p:anim calcmode="lin" valueType="num">
                                      <p:cBhvr>
                                        <p:cTn id="135" dur="1000" fill="hold"/>
                                        <p:tgtEl>
                                          <p:spTgt spid="69"/>
                                        </p:tgtEl>
                                        <p:attrNameLst>
                                          <p:attrName>ppt_y</p:attrName>
                                        </p:attrNameLst>
                                      </p:cBhvr>
                                      <p:tavLst>
                                        <p:tav tm="0">
                                          <p:val>
                                            <p:strVal val="#ppt_y-.1"/>
                                          </p:val>
                                        </p:tav>
                                        <p:tav tm="100000">
                                          <p:val>
                                            <p:strVal val="#ppt_y"/>
                                          </p:val>
                                        </p:tav>
                                      </p:tavLst>
                                    </p:anim>
                                  </p:childTnLst>
                                </p:cTn>
                              </p:par>
                              <p:par>
                                <p:cTn id="136" presetID="47" presetClass="entr" presetSubtype="0" fill="hold" nodeType="withEffect">
                                  <p:stCondLst>
                                    <p:cond delay="0"/>
                                  </p:stCondLst>
                                  <p:childTnLst>
                                    <p:set>
                                      <p:cBhvr>
                                        <p:cTn id="137" dur="1" fill="hold">
                                          <p:stCondLst>
                                            <p:cond delay="0"/>
                                          </p:stCondLst>
                                        </p:cTn>
                                        <p:tgtEl>
                                          <p:spTgt spid="76"/>
                                        </p:tgtEl>
                                        <p:attrNameLst>
                                          <p:attrName>style.visibility</p:attrName>
                                        </p:attrNameLst>
                                      </p:cBhvr>
                                      <p:to>
                                        <p:strVal val="visible"/>
                                      </p:to>
                                    </p:set>
                                    <p:animEffect transition="in" filter="fade">
                                      <p:cBhvr>
                                        <p:cTn id="138" dur="1000"/>
                                        <p:tgtEl>
                                          <p:spTgt spid="76"/>
                                        </p:tgtEl>
                                      </p:cBhvr>
                                    </p:animEffect>
                                    <p:anim calcmode="lin" valueType="num">
                                      <p:cBhvr>
                                        <p:cTn id="139" dur="1000" fill="hold"/>
                                        <p:tgtEl>
                                          <p:spTgt spid="76"/>
                                        </p:tgtEl>
                                        <p:attrNameLst>
                                          <p:attrName>ppt_x</p:attrName>
                                        </p:attrNameLst>
                                      </p:cBhvr>
                                      <p:tavLst>
                                        <p:tav tm="0">
                                          <p:val>
                                            <p:strVal val="#ppt_x"/>
                                          </p:val>
                                        </p:tav>
                                        <p:tav tm="100000">
                                          <p:val>
                                            <p:strVal val="#ppt_x"/>
                                          </p:val>
                                        </p:tav>
                                      </p:tavLst>
                                    </p:anim>
                                    <p:anim calcmode="lin" valueType="num">
                                      <p:cBhvr>
                                        <p:cTn id="140" dur="1000" fill="hold"/>
                                        <p:tgtEl>
                                          <p:spTgt spid="76"/>
                                        </p:tgtEl>
                                        <p:attrNameLst>
                                          <p:attrName>ppt_y</p:attrName>
                                        </p:attrNameLst>
                                      </p:cBhvr>
                                      <p:tavLst>
                                        <p:tav tm="0">
                                          <p:val>
                                            <p:strVal val="#ppt_y-.1"/>
                                          </p:val>
                                        </p:tav>
                                        <p:tav tm="100000">
                                          <p:val>
                                            <p:strVal val="#ppt_y"/>
                                          </p:val>
                                        </p:tav>
                                      </p:tavLst>
                                    </p:anim>
                                  </p:childTnLst>
                                </p:cTn>
                              </p:par>
                              <p:par>
                                <p:cTn id="141" presetID="47" presetClass="entr" presetSubtype="0" fill="hold" nodeType="withEffect">
                                  <p:stCondLst>
                                    <p:cond delay="0"/>
                                  </p:stCondLst>
                                  <p:childTnLst>
                                    <p:set>
                                      <p:cBhvr>
                                        <p:cTn id="142" dur="1" fill="hold">
                                          <p:stCondLst>
                                            <p:cond delay="0"/>
                                          </p:stCondLst>
                                        </p:cTn>
                                        <p:tgtEl>
                                          <p:spTgt spid="114"/>
                                        </p:tgtEl>
                                        <p:attrNameLst>
                                          <p:attrName>style.visibility</p:attrName>
                                        </p:attrNameLst>
                                      </p:cBhvr>
                                      <p:to>
                                        <p:strVal val="visible"/>
                                      </p:to>
                                    </p:set>
                                    <p:animEffect transition="in" filter="fade">
                                      <p:cBhvr>
                                        <p:cTn id="143" dur="1000"/>
                                        <p:tgtEl>
                                          <p:spTgt spid="114"/>
                                        </p:tgtEl>
                                      </p:cBhvr>
                                    </p:animEffect>
                                    <p:anim calcmode="lin" valueType="num">
                                      <p:cBhvr>
                                        <p:cTn id="144" dur="1000" fill="hold"/>
                                        <p:tgtEl>
                                          <p:spTgt spid="114"/>
                                        </p:tgtEl>
                                        <p:attrNameLst>
                                          <p:attrName>ppt_x</p:attrName>
                                        </p:attrNameLst>
                                      </p:cBhvr>
                                      <p:tavLst>
                                        <p:tav tm="0">
                                          <p:val>
                                            <p:strVal val="#ppt_x"/>
                                          </p:val>
                                        </p:tav>
                                        <p:tav tm="100000">
                                          <p:val>
                                            <p:strVal val="#ppt_x"/>
                                          </p:val>
                                        </p:tav>
                                      </p:tavLst>
                                    </p:anim>
                                    <p:anim calcmode="lin" valueType="num">
                                      <p:cBhvr>
                                        <p:cTn id="145" dur="1000" fill="hold"/>
                                        <p:tgtEl>
                                          <p:spTgt spid="114"/>
                                        </p:tgtEl>
                                        <p:attrNameLst>
                                          <p:attrName>ppt_y</p:attrName>
                                        </p:attrNameLst>
                                      </p:cBhvr>
                                      <p:tavLst>
                                        <p:tav tm="0">
                                          <p:val>
                                            <p:strVal val="#ppt_y-.1"/>
                                          </p:val>
                                        </p:tav>
                                        <p:tav tm="100000">
                                          <p:val>
                                            <p:strVal val="#ppt_y"/>
                                          </p:val>
                                        </p:tav>
                                      </p:tavLst>
                                    </p:anim>
                                  </p:childTnLst>
                                </p:cTn>
                              </p:par>
                              <p:par>
                                <p:cTn id="146" presetID="47" presetClass="entr" presetSubtype="0" fill="hold" grpId="0" nodeType="withEffect">
                                  <p:stCondLst>
                                    <p:cond delay="0"/>
                                  </p:stCondLst>
                                  <p:childTnLst>
                                    <p:set>
                                      <p:cBhvr>
                                        <p:cTn id="147" dur="1" fill="hold">
                                          <p:stCondLst>
                                            <p:cond delay="0"/>
                                          </p:stCondLst>
                                        </p:cTn>
                                        <p:tgtEl>
                                          <p:spTgt spid="96"/>
                                        </p:tgtEl>
                                        <p:attrNameLst>
                                          <p:attrName>style.visibility</p:attrName>
                                        </p:attrNameLst>
                                      </p:cBhvr>
                                      <p:to>
                                        <p:strVal val="visible"/>
                                      </p:to>
                                    </p:set>
                                    <p:animEffect transition="in" filter="fade">
                                      <p:cBhvr>
                                        <p:cTn id="148" dur="1000"/>
                                        <p:tgtEl>
                                          <p:spTgt spid="96"/>
                                        </p:tgtEl>
                                      </p:cBhvr>
                                    </p:animEffect>
                                    <p:anim calcmode="lin" valueType="num">
                                      <p:cBhvr>
                                        <p:cTn id="149" dur="1000" fill="hold"/>
                                        <p:tgtEl>
                                          <p:spTgt spid="96"/>
                                        </p:tgtEl>
                                        <p:attrNameLst>
                                          <p:attrName>ppt_x</p:attrName>
                                        </p:attrNameLst>
                                      </p:cBhvr>
                                      <p:tavLst>
                                        <p:tav tm="0">
                                          <p:val>
                                            <p:strVal val="#ppt_x"/>
                                          </p:val>
                                        </p:tav>
                                        <p:tav tm="100000">
                                          <p:val>
                                            <p:strVal val="#ppt_x"/>
                                          </p:val>
                                        </p:tav>
                                      </p:tavLst>
                                    </p:anim>
                                    <p:anim calcmode="lin" valueType="num">
                                      <p:cBhvr>
                                        <p:cTn id="150" dur="1000" fill="hold"/>
                                        <p:tgtEl>
                                          <p:spTgt spid="96"/>
                                        </p:tgtEl>
                                        <p:attrNameLst>
                                          <p:attrName>ppt_y</p:attrName>
                                        </p:attrNameLst>
                                      </p:cBhvr>
                                      <p:tavLst>
                                        <p:tav tm="0">
                                          <p:val>
                                            <p:strVal val="#ppt_y-.1"/>
                                          </p:val>
                                        </p:tav>
                                        <p:tav tm="100000">
                                          <p:val>
                                            <p:strVal val="#ppt_y"/>
                                          </p:val>
                                        </p:tav>
                                      </p:tavLst>
                                    </p:anim>
                                  </p:childTnLst>
                                </p:cTn>
                              </p:par>
                              <p:par>
                                <p:cTn id="151" presetID="47" presetClass="entr" presetSubtype="0" fill="hold" grpId="0" nodeType="withEffect">
                                  <p:stCondLst>
                                    <p:cond delay="0"/>
                                  </p:stCondLst>
                                  <p:childTnLst>
                                    <p:set>
                                      <p:cBhvr>
                                        <p:cTn id="152" dur="1" fill="hold">
                                          <p:stCondLst>
                                            <p:cond delay="0"/>
                                          </p:stCondLst>
                                        </p:cTn>
                                        <p:tgtEl>
                                          <p:spTgt spid="98"/>
                                        </p:tgtEl>
                                        <p:attrNameLst>
                                          <p:attrName>style.visibility</p:attrName>
                                        </p:attrNameLst>
                                      </p:cBhvr>
                                      <p:to>
                                        <p:strVal val="visible"/>
                                      </p:to>
                                    </p:set>
                                    <p:animEffect transition="in" filter="fade">
                                      <p:cBhvr>
                                        <p:cTn id="153" dur="1000"/>
                                        <p:tgtEl>
                                          <p:spTgt spid="98"/>
                                        </p:tgtEl>
                                      </p:cBhvr>
                                    </p:animEffect>
                                    <p:anim calcmode="lin" valueType="num">
                                      <p:cBhvr>
                                        <p:cTn id="154" dur="1000" fill="hold"/>
                                        <p:tgtEl>
                                          <p:spTgt spid="98"/>
                                        </p:tgtEl>
                                        <p:attrNameLst>
                                          <p:attrName>ppt_x</p:attrName>
                                        </p:attrNameLst>
                                      </p:cBhvr>
                                      <p:tavLst>
                                        <p:tav tm="0">
                                          <p:val>
                                            <p:strVal val="#ppt_x"/>
                                          </p:val>
                                        </p:tav>
                                        <p:tav tm="100000">
                                          <p:val>
                                            <p:strVal val="#ppt_x"/>
                                          </p:val>
                                        </p:tav>
                                      </p:tavLst>
                                    </p:anim>
                                    <p:anim calcmode="lin" valueType="num">
                                      <p:cBhvr>
                                        <p:cTn id="155" dur="1000" fill="hold"/>
                                        <p:tgtEl>
                                          <p:spTgt spid="98"/>
                                        </p:tgtEl>
                                        <p:attrNameLst>
                                          <p:attrName>ppt_y</p:attrName>
                                        </p:attrNameLst>
                                      </p:cBhvr>
                                      <p:tavLst>
                                        <p:tav tm="0">
                                          <p:val>
                                            <p:strVal val="#ppt_y-.1"/>
                                          </p:val>
                                        </p:tav>
                                        <p:tav tm="100000">
                                          <p:val>
                                            <p:strVal val="#ppt_y"/>
                                          </p:val>
                                        </p:tav>
                                      </p:tavLst>
                                    </p:anim>
                                  </p:childTnLst>
                                </p:cTn>
                              </p:par>
                              <p:par>
                                <p:cTn id="156" presetID="47" presetClass="entr" presetSubtype="0" fill="hold" grpId="0" nodeType="withEffect">
                                  <p:stCondLst>
                                    <p:cond delay="0"/>
                                  </p:stCondLst>
                                  <p:childTnLst>
                                    <p:set>
                                      <p:cBhvr>
                                        <p:cTn id="157" dur="1" fill="hold">
                                          <p:stCondLst>
                                            <p:cond delay="0"/>
                                          </p:stCondLst>
                                        </p:cTn>
                                        <p:tgtEl>
                                          <p:spTgt spid="99"/>
                                        </p:tgtEl>
                                        <p:attrNameLst>
                                          <p:attrName>style.visibility</p:attrName>
                                        </p:attrNameLst>
                                      </p:cBhvr>
                                      <p:to>
                                        <p:strVal val="visible"/>
                                      </p:to>
                                    </p:set>
                                    <p:animEffect transition="in" filter="fade">
                                      <p:cBhvr>
                                        <p:cTn id="158" dur="1000"/>
                                        <p:tgtEl>
                                          <p:spTgt spid="99"/>
                                        </p:tgtEl>
                                      </p:cBhvr>
                                    </p:animEffect>
                                    <p:anim calcmode="lin" valueType="num">
                                      <p:cBhvr>
                                        <p:cTn id="159" dur="1000" fill="hold"/>
                                        <p:tgtEl>
                                          <p:spTgt spid="99"/>
                                        </p:tgtEl>
                                        <p:attrNameLst>
                                          <p:attrName>ppt_x</p:attrName>
                                        </p:attrNameLst>
                                      </p:cBhvr>
                                      <p:tavLst>
                                        <p:tav tm="0">
                                          <p:val>
                                            <p:strVal val="#ppt_x"/>
                                          </p:val>
                                        </p:tav>
                                        <p:tav tm="100000">
                                          <p:val>
                                            <p:strVal val="#ppt_x"/>
                                          </p:val>
                                        </p:tav>
                                      </p:tavLst>
                                    </p:anim>
                                    <p:anim calcmode="lin" valueType="num">
                                      <p:cBhvr>
                                        <p:cTn id="160" dur="1000" fill="hold"/>
                                        <p:tgtEl>
                                          <p:spTgt spid="99"/>
                                        </p:tgtEl>
                                        <p:attrNameLst>
                                          <p:attrName>ppt_y</p:attrName>
                                        </p:attrNameLst>
                                      </p:cBhvr>
                                      <p:tavLst>
                                        <p:tav tm="0">
                                          <p:val>
                                            <p:strVal val="#ppt_y-.1"/>
                                          </p:val>
                                        </p:tav>
                                        <p:tav tm="100000">
                                          <p:val>
                                            <p:strVal val="#ppt_y"/>
                                          </p:val>
                                        </p:tav>
                                      </p:tavLst>
                                    </p:anim>
                                  </p:childTnLst>
                                </p:cTn>
                              </p:par>
                              <p:par>
                                <p:cTn id="161" presetID="47" presetClass="entr" presetSubtype="0" fill="hold" grpId="0" nodeType="withEffect">
                                  <p:stCondLst>
                                    <p:cond delay="0"/>
                                  </p:stCondLst>
                                  <p:childTnLst>
                                    <p:set>
                                      <p:cBhvr>
                                        <p:cTn id="162" dur="1" fill="hold">
                                          <p:stCondLst>
                                            <p:cond delay="0"/>
                                          </p:stCondLst>
                                        </p:cTn>
                                        <p:tgtEl>
                                          <p:spTgt spid="105"/>
                                        </p:tgtEl>
                                        <p:attrNameLst>
                                          <p:attrName>style.visibility</p:attrName>
                                        </p:attrNameLst>
                                      </p:cBhvr>
                                      <p:to>
                                        <p:strVal val="visible"/>
                                      </p:to>
                                    </p:set>
                                    <p:animEffect transition="in" filter="fade">
                                      <p:cBhvr>
                                        <p:cTn id="163" dur="1000"/>
                                        <p:tgtEl>
                                          <p:spTgt spid="105"/>
                                        </p:tgtEl>
                                      </p:cBhvr>
                                    </p:animEffect>
                                    <p:anim calcmode="lin" valueType="num">
                                      <p:cBhvr>
                                        <p:cTn id="164" dur="1000" fill="hold"/>
                                        <p:tgtEl>
                                          <p:spTgt spid="105"/>
                                        </p:tgtEl>
                                        <p:attrNameLst>
                                          <p:attrName>ppt_x</p:attrName>
                                        </p:attrNameLst>
                                      </p:cBhvr>
                                      <p:tavLst>
                                        <p:tav tm="0">
                                          <p:val>
                                            <p:strVal val="#ppt_x"/>
                                          </p:val>
                                        </p:tav>
                                        <p:tav tm="100000">
                                          <p:val>
                                            <p:strVal val="#ppt_x"/>
                                          </p:val>
                                        </p:tav>
                                      </p:tavLst>
                                    </p:anim>
                                    <p:anim calcmode="lin" valueType="num">
                                      <p:cBhvr>
                                        <p:cTn id="165" dur="1000" fill="hold"/>
                                        <p:tgtEl>
                                          <p:spTgt spid="105"/>
                                        </p:tgtEl>
                                        <p:attrNameLst>
                                          <p:attrName>ppt_y</p:attrName>
                                        </p:attrNameLst>
                                      </p:cBhvr>
                                      <p:tavLst>
                                        <p:tav tm="0">
                                          <p:val>
                                            <p:strVal val="#ppt_y-.1"/>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31" presetClass="entr" presetSubtype="0" fill="hold" grpId="0" nodeType="clickEffect">
                                  <p:stCondLst>
                                    <p:cond delay="0"/>
                                  </p:stCondLst>
                                  <p:childTnLst>
                                    <p:set>
                                      <p:cBhvr>
                                        <p:cTn id="169" dur="1" fill="hold">
                                          <p:stCondLst>
                                            <p:cond delay="0"/>
                                          </p:stCondLst>
                                        </p:cTn>
                                        <p:tgtEl>
                                          <p:spTgt spid="101"/>
                                        </p:tgtEl>
                                        <p:attrNameLst>
                                          <p:attrName>style.visibility</p:attrName>
                                        </p:attrNameLst>
                                      </p:cBhvr>
                                      <p:to>
                                        <p:strVal val="visible"/>
                                      </p:to>
                                    </p:set>
                                    <p:anim calcmode="lin" valueType="num">
                                      <p:cBhvr>
                                        <p:cTn id="170" dur="1500" fill="hold"/>
                                        <p:tgtEl>
                                          <p:spTgt spid="101"/>
                                        </p:tgtEl>
                                        <p:attrNameLst>
                                          <p:attrName>ppt_w</p:attrName>
                                        </p:attrNameLst>
                                      </p:cBhvr>
                                      <p:tavLst>
                                        <p:tav tm="0">
                                          <p:val>
                                            <p:fltVal val="0"/>
                                          </p:val>
                                        </p:tav>
                                        <p:tav tm="100000">
                                          <p:val>
                                            <p:strVal val="#ppt_w"/>
                                          </p:val>
                                        </p:tav>
                                      </p:tavLst>
                                    </p:anim>
                                    <p:anim calcmode="lin" valueType="num">
                                      <p:cBhvr>
                                        <p:cTn id="171" dur="1500" fill="hold"/>
                                        <p:tgtEl>
                                          <p:spTgt spid="101"/>
                                        </p:tgtEl>
                                        <p:attrNameLst>
                                          <p:attrName>ppt_h</p:attrName>
                                        </p:attrNameLst>
                                      </p:cBhvr>
                                      <p:tavLst>
                                        <p:tav tm="0">
                                          <p:val>
                                            <p:fltVal val="0"/>
                                          </p:val>
                                        </p:tav>
                                        <p:tav tm="100000">
                                          <p:val>
                                            <p:strVal val="#ppt_h"/>
                                          </p:val>
                                        </p:tav>
                                      </p:tavLst>
                                    </p:anim>
                                    <p:anim calcmode="lin" valueType="num">
                                      <p:cBhvr>
                                        <p:cTn id="172" dur="1500" fill="hold"/>
                                        <p:tgtEl>
                                          <p:spTgt spid="101"/>
                                        </p:tgtEl>
                                        <p:attrNameLst>
                                          <p:attrName>style.rotation</p:attrName>
                                        </p:attrNameLst>
                                      </p:cBhvr>
                                      <p:tavLst>
                                        <p:tav tm="0">
                                          <p:val>
                                            <p:fltVal val="90"/>
                                          </p:val>
                                        </p:tav>
                                        <p:tav tm="100000">
                                          <p:val>
                                            <p:fltVal val="0"/>
                                          </p:val>
                                        </p:tav>
                                      </p:tavLst>
                                    </p:anim>
                                    <p:animEffect transition="in" filter="fade">
                                      <p:cBhvr>
                                        <p:cTn id="173" dur="1500"/>
                                        <p:tgtEl>
                                          <p:spTgt spid="101"/>
                                        </p:tgtEl>
                                      </p:cBhvr>
                                    </p:animEffect>
                                  </p:childTnLst>
                                </p:cTn>
                              </p:par>
                              <p:par>
                                <p:cTn id="174" presetID="16" presetClass="exit" presetSubtype="37" fill="hold" grpId="1" nodeType="withEffect">
                                  <p:stCondLst>
                                    <p:cond delay="0"/>
                                  </p:stCondLst>
                                  <p:childTnLst>
                                    <p:animEffect transition="out" filter="barn(outVertical)">
                                      <p:cBhvr>
                                        <p:cTn id="175" dur="1000"/>
                                        <p:tgtEl>
                                          <p:spTgt spid="68"/>
                                        </p:tgtEl>
                                      </p:cBhvr>
                                    </p:animEffect>
                                    <p:set>
                                      <p:cBhvr>
                                        <p:cTn id="176" dur="1" fill="hold">
                                          <p:stCondLst>
                                            <p:cond delay="999"/>
                                          </p:stCondLst>
                                        </p:cTn>
                                        <p:tgtEl>
                                          <p:spTgt spid="68"/>
                                        </p:tgtEl>
                                        <p:attrNameLst>
                                          <p:attrName>style.visibility</p:attrName>
                                        </p:attrNameLst>
                                      </p:cBhvr>
                                      <p:to>
                                        <p:strVal val="hidden"/>
                                      </p:to>
                                    </p:set>
                                  </p:childTnLst>
                                </p:cTn>
                              </p:par>
                              <p:par>
                                <p:cTn id="177" presetID="22" presetClass="entr" presetSubtype="1" fill="hold" grpId="0" nodeType="withEffect">
                                  <p:stCondLst>
                                    <p:cond delay="0"/>
                                  </p:stCondLst>
                                  <p:childTnLst>
                                    <p:set>
                                      <p:cBhvr>
                                        <p:cTn id="178" dur="1" fill="hold">
                                          <p:stCondLst>
                                            <p:cond delay="0"/>
                                          </p:stCondLst>
                                        </p:cTn>
                                        <p:tgtEl>
                                          <p:spTgt spid="103"/>
                                        </p:tgtEl>
                                        <p:attrNameLst>
                                          <p:attrName>style.visibility</p:attrName>
                                        </p:attrNameLst>
                                      </p:cBhvr>
                                      <p:to>
                                        <p:strVal val="visible"/>
                                      </p:to>
                                    </p:set>
                                    <p:animEffect transition="in" filter="wipe(up)">
                                      <p:cBhvr>
                                        <p:cTn id="179" dur="1500"/>
                                        <p:tgtEl>
                                          <p:spTgt spid="103"/>
                                        </p:tgtEl>
                                      </p:cBhvr>
                                    </p:animEffect>
                                  </p:childTnLst>
                                </p:cTn>
                              </p:par>
                              <p:par>
                                <p:cTn id="180" presetID="22" presetClass="entr" presetSubtype="1" fill="hold" grpId="0" nodeType="withEffect">
                                  <p:stCondLst>
                                    <p:cond delay="0"/>
                                  </p:stCondLst>
                                  <p:childTnLst>
                                    <p:set>
                                      <p:cBhvr>
                                        <p:cTn id="181" dur="1" fill="hold">
                                          <p:stCondLst>
                                            <p:cond delay="0"/>
                                          </p:stCondLst>
                                        </p:cTn>
                                        <p:tgtEl>
                                          <p:spTgt spid="104"/>
                                        </p:tgtEl>
                                        <p:attrNameLst>
                                          <p:attrName>style.visibility</p:attrName>
                                        </p:attrNameLst>
                                      </p:cBhvr>
                                      <p:to>
                                        <p:strVal val="visible"/>
                                      </p:to>
                                    </p:set>
                                    <p:animEffect transition="in" filter="wipe(up)">
                                      <p:cBhvr>
                                        <p:cTn id="182" dur="1500"/>
                                        <p:tgtEl>
                                          <p:spTgt spid="104"/>
                                        </p:tgtEl>
                                      </p:cBhvr>
                                    </p:animEffect>
                                  </p:childTnLst>
                                </p:cTn>
                              </p:par>
                              <p:par>
                                <p:cTn id="183" presetID="10" presetClass="entr" presetSubtype="0" fill="hold" grpId="0" nodeType="withEffect">
                                  <p:stCondLst>
                                    <p:cond delay="500"/>
                                  </p:stCondLst>
                                  <p:childTnLst>
                                    <p:set>
                                      <p:cBhvr>
                                        <p:cTn id="184" dur="1" fill="hold">
                                          <p:stCondLst>
                                            <p:cond delay="0"/>
                                          </p:stCondLst>
                                        </p:cTn>
                                        <p:tgtEl>
                                          <p:spTgt spid="100"/>
                                        </p:tgtEl>
                                        <p:attrNameLst>
                                          <p:attrName>style.visibility</p:attrName>
                                        </p:attrNameLst>
                                      </p:cBhvr>
                                      <p:to>
                                        <p:strVal val="visible"/>
                                      </p:to>
                                    </p:set>
                                    <p:animEffect transition="in" filter="fade">
                                      <p:cBhvr>
                                        <p:cTn id="185" dur="1500"/>
                                        <p:tgtEl>
                                          <p:spTgt spid="100"/>
                                        </p:tgtEl>
                                      </p:cBhvr>
                                    </p:animEffect>
                                  </p:childTnLst>
                                </p:cTn>
                              </p:par>
                              <p:par>
                                <p:cTn id="186" presetID="10" presetClass="entr" presetSubtype="0" fill="hold" grpId="0" nodeType="withEffect">
                                  <p:stCondLst>
                                    <p:cond delay="500"/>
                                  </p:stCondLst>
                                  <p:childTnLst>
                                    <p:set>
                                      <p:cBhvr>
                                        <p:cTn id="187" dur="1" fill="hold">
                                          <p:stCondLst>
                                            <p:cond delay="0"/>
                                          </p:stCondLst>
                                        </p:cTn>
                                        <p:tgtEl>
                                          <p:spTgt spid="102"/>
                                        </p:tgtEl>
                                        <p:attrNameLst>
                                          <p:attrName>style.visibility</p:attrName>
                                        </p:attrNameLst>
                                      </p:cBhvr>
                                      <p:to>
                                        <p:strVal val="visible"/>
                                      </p:to>
                                    </p:set>
                                    <p:animEffect transition="in" filter="fade">
                                      <p:cBhvr>
                                        <p:cTn id="188" dur="1500"/>
                                        <p:tgtEl>
                                          <p:spTgt spid="102"/>
                                        </p:tgtEl>
                                      </p:cBhvr>
                                    </p:animEffect>
                                  </p:childTnLst>
                                </p:cTn>
                              </p:par>
                              <p:par>
                                <p:cTn id="189" presetID="10" presetClass="exit" presetSubtype="0" fill="hold" grpId="1" nodeType="withEffect">
                                  <p:stCondLst>
                                    <p:cond delay="500"/>
                                  </p:stCondLst>
                                  <p:childTnLst>
                                    <p:animEffect transition="out" filter="fade">
                                      <p:cBhvr>
                                        <p:cTn id="190" dur="500"/>
                                        <p:tgtEl>
                                          <p:spTgt spid="96"/>
                                        </p:tgtEl>
                                      </p:cBhvr>
                                    </p:animEffect>
                                    <p:set>
                                      <p:cBhvr>
                                        <p:cTn id="191" dur="1" fill="hold">
                                          <p:stCondLst>
                                            <p:cond delay="499"/>
                                          </p:stCondLst>
                                        </p:cTn>
                                        <p:tgtEl>
                                          <p:spTgt spid="96"/>
                                        </p:tgtEl>
                                        <p:attrNameLst>
                                          <p:attrName>style.visibility</p:attrName>
                                        </p:attrNameLst>
                                      </p:cBhvr>
                                      <p:to>
                                        <p:strVal val="hidden"/>
                                      </p:to>
                                    </p:set>
                                  </p:childTnLst>
                                </p:cTn>
                              </p:par>
                              <p:par>
                                <p:cTn id="192" presetID="10" presetClass="exit" presetSubtype="0" fill="hold" grpId="1" nodeType="withEffect">
                                  <p:stCondLst>
                                    <p:cond delay="500"/>
                                  </p:stCondLst>
                                  <p:childTnLst>
                                    <p:animEffect transition="out" filter="fade">
                                      <p:cBhvr>
                                        <p:cTn id="193" dur="500"/>
                                        <p:tgtEl>
                                          <p:spTgt spid="105"/>
                                        </p:tgtEl>
                                      </p:cBhvr>
                                    </p:animEffect>
                                    <p:set>
                                      <p:cBhvr>
                                        <p:cTn id="194" dur="1" fill="hold">
                                          <p:stCondLst>
                                            <p:cond delay="499"/>
                                          </p:stCondLst>
                                        </p:cTn>
                                        <p:tgtEl>
                                          <p:spTgt spid="105"/>
                                        </p:tgtEl>
                                        <p:attrNameLst>
                                          <p:attrName>style.visibility</p:attrName>
                                        </p:attrNameLst>
                                      </p:cBhvr>
                                      <p:to>
                                        <p:strVal val="hidden"/>
                                      </p:to>
                                    </p:set>
                                  </p:childTnLst>
                                </p:cTn>
                              </p:par>
                              <p:par>
                                <p:cTn id="195" presetID="10" presetClass="entr" presetSubtype="0" fill="hold" grpId="0" nodeType="withEffect">
                                  <p:stCondLst>
                                    <p:cond delay="1000"/>
                                  </p:stCondLst>
                                  <p:childTnLst>
                                    <p:set>
                                      <p:cBhvr>
                                        <p:cTn id="196" dur="1" fill="hold">
                                          <p:stCondLst>
                                            <p:cond delay="0"/>
                                          </p:stCondLst>
                                        </p:cTn>
                                        <p:tgtEl>
                                          <p:spTgt spid="106"/>
                                        </p:tgtEl>
                                        <p:attrNameLst>
                                          <p:attrName>style.visibility</p:attrName>
                                        </p:attrNameLst>
                                      </p:cBhvr>
                                      <p:to>
                                        <p:strVal val="visible"/>
                                      </p:to>
                                    </p:set>
                                    <p:animEffect transition="in" filter="fade">
                                      <p:cBhvr>
                                        <p:cTn id="197" dur="1000"/>
                                        <p:tgtEl>
                                          <p:spTgt spid="106"/>
                                        </p:tgtEl>
                                      </p:cBhvr>
                                    </p:animEffect>
                                  </p:childTnLst>
                                </p:cTn>
                              </p:par>
                              <p:par>
                                <p:cTn id="198" presetID="10" presetClass="entr" presetSubtype="0" fill="hold" grpId="0" nodeType="withEffect">
                                  <p:stCondLst>
                                    <p:cond delay="1000"/>
                                  </p:stCondLst>
                                  <p:childTnLst>
                                    <p:set>
                                      <p:cBhvr>
                                        <p:cTn id="199" dur="1" fill="hold">
                                          <p:stCondLst>
                                            <p:cond delay="0"/>
                                          </p:stCondLst>
                                        </p:cTn>
                                        <p:tgtEl>
                                          <p:spTgt spid="107"/>
                                        </p:tgtEl>
                                        <p:attrNameLst>
                                          <p:attrName>style.visibility</p:attrName>
                                        </p:attrNameLst>
                                      </p:cBhvr>
                                      <p:to>
                                        <p:strVal val="visible"/>
                                      </p:to>
                                    </p:set>
                                    <p:animEffect transition="in" filter="fade">
                                      <p:cBhvr>
                                        <p:cTn id="200" dur="1000"/>
                                        <p:tgtEl>
                                          <p:spTgt spid="107"/>
                                        </p:tgtEl>
                                      </p:cBhvr>
                                    </p:animEffect>
                                  </p:childTnLst>
                                </p:cTn>
                              </p:par>
                              <p:par>
                                <p:cTn id="201" presetID="10" presetClass="entr" presetSubtype="0" fill="hold" grpId="0" nodeType="withEffect">
                                  <p:stCondLst>
                                    <p:cond delay="1000"/>
                                  </p:stCondLst>
                                  <p:childTnLst>
                                    <p:set>
                                      <p:cBhvr>
                                        <p:cTn id="202" dur="1" fill="hold">
                                          <p:stCondLst>
                                            <p:cond delay="0"/>
                                          </p:stCondLst>
                                        </p:cTn>
                                        <p:tgtEl>
                                          <p:spTgt spid="108"/>
                                        </p:tgtEl>
                                        <p:attrNameLst>
                                          <p:attrName>style.visibility</p:attrName>
                                        </p:attrNameLst>
                                      </p:cBhvr>
                                      <p:to>
                                        <p:strVal val="visible"/>
                                      </p:to>
                                    </p:set>
                                    <p:animEffect transition="in" filter="fade">
                                      <p:cBhvr>
                                        <p:cTn id="203" dur="1000"/>
                                        <p:tgtEl>
                                          <p:spTgt spid="108"/>
                                        </p:tgtEl>
                                      </p:cBhvr>
                                    </p:animEffect>
                                  </p:childTnLst>
                                </p:cTn>
                              </p:par>
                              <p:par>
                                <p:cTn id="204" presetID="10" presetClass="entr" presetSubtype="0" fill="hold" grpId="0" nodeType="withEffect">
                                  <p:stCondLst>
                                    <p:cond delay="1000"/>
                                  </p:stCondLst>
                                  <p:childTnLst>
                                    <p:set>
                                      <p:cBhvr>
                                        <p:cTn id="205" dur="1" fill="hold">
                                          <p:stCondLst>
                                            <p:cond delay="0"/>
                                          </p:stCondLst>
                                        </p:cTn>
                                        <p:tgtEl>
                                          <p:spTgt spid="109"/>
                                        </p:tgtEl>
                                        <p:attrNameLst>
                                          <p:attrName>style.visibility</p:attrName>
                                        </p:attrNameLst>
                                      </p:cBhvr>
                                      <p:to>
                                        <p:strVal val="visible"/>
                                      </p:to>
                                    </p:set>
                                    <p:animEffect transition="in" filter="fade">
                                      <p:cBhvr>
                                        <p:cTn id="206" dur="1000"/>
                                        <p:tgtEl>
                                          <p:spTgt spid="109"/>
                                        </p:tgtEl>
                                      </p:cBhvr>
                                    </p:animEffect>
                                  </p:childTnLst>
                                </p:cTn>
                              </p:par>
                            </p:childTnLst>
                          </p:cTn>
                        </p:par>
                        <p:par>
                          <p:cTn id="207" fill="hold">
                            <p:stCondLst>
                              <p:cond delay="2000"/>
                            </p:stCondLst>
                            <p:childTnLst>
                              <p:par>
                                <p:cTn id="208" presetID="42" presetClass="path" presetSubtype="0" accel="50000" decel="50000" fill="hold" nodeType="afterEffect">
                                  <p:stCondLst>
                                    <p:cond delay="0"/>
                                  </p:stCondLst>
                                  <p:childTnLst>
                                    <p:animMotion origin="layout" path="M 3.95833E-6 3.7037E-6 L 0.0414 0.08264 " pathEditMode="relative" rAng="0" ptsTypes="AA">
                                      <p:cBhvr>
                                        <p:cTn id="209" dur="1000" fill="hold"/>
                                        <p:tgtEl>
                                          <p:spTgt spid="118"/>
                                        </p:tgtEl>
                                        <p:attrNameLst>
                                          <p:attrName>ppt_x</p:attrName>
                                          <p:attrName>ppt_y</p:attrName>
                                        </p:attrNameLst>
                                      </p:cBhvr>
                                      <p:rCtr x="2070" y="4120"/>
                                    </p:animMotion>
                                  </p:childTnLst>
                                </p:cTn>
                              </p:par>
                              <p:par>
                                <p:cTn id="210" presetID="42" presetClass="path" presetSubtype="0" accel="50000" decel="50000" fill="hold" grpId="1" nodeType="withEffect">
                                  <p:stCondLst>
                                    <p:cond delay="0"/>
                                  </p:stCondLst>
                                  <p:childTnLst>
                                    <p:animMotion origin="layout" path="M 4.58333E-6 3.33333E-6 L 0.04114 0.07037 " pathEditMode="relative" rAng="0" ptsTypes="AA">
                                      <p:cBhvr>
                                        <p:cTn id="211" dur="1000" fill="hold"/>
                                        <p:tgtEl>
                                          <p:spTgt spid="99"/>
                                        </p:tgtEl>
                                        <p:attrNameLst>
                                          <p:attrName>ppt_x</p:attrName>
                                          <p:attrName>ppt_y</p:attrName>
                                        </p:attrNameLst>
                                      </p:cBhvr>
                                      <p:rCtr x="2057" y="3519"/>
                                    </p:animMotion>
                                  </p:childTnLst>
                                </p:cTn>
                              </p:par>
                              <p:par>
                                <p:cTn id="212" presetID="42" presetClass="path" presetSubtype="0" accel="50000" decel="50000" fill="hold" nodeType="withEffect">
                                  <p:stCondLst>
                                    <p:cond delay="0"/>
                                  </p:stCondLst>
                                  <p:childTnLst>
                                    <p:animMotion origin="layout" path="M -2.29167E-6 -7.40741E-7 L -0.06028 0.06806 " pathEditMode="relative" rAng="0" ptsTypes="AA">
                                      <p:cBhvr>
                                        <p:cTn id="213" dur="1000" fill="hold"/>
                                        <p:tgtEl>
                                          <p:spTgt spid="121"/>
                                        </p:tgtEl>
                                        <p:attrNameLst>
                                          <p:attrName>ppt_x</p:attrName>
                                          <p:attrName>ppt_y</p:attrName>
                                        </p:attrNameLst>
                                      </p:cBhvr>
                                      <p:rCtr x="-3021" y="3403"/>
                                    </p:animMotion>
                                  </p:childTnLst>
                                </p:cTn>
                              </p:par>
                              <p:par>
                                <p:cTn id="214" presetID="42" presetClass="path" presetSubtype="0" accel="50000" decel="50000" fill="hold" grpId="1" nodeType="withEffect">
                                  <p:stCondLst>
                                    <p:cond delay="0"/>
                                  </p:stCondLst>
                                  <p:childTnLst>
                                    <p:animMotion origin="layout" path="M 3.33333E-6 -3.78387E-17 L -0.0569 0.06713 " pathEditMode="relative" rAng="0" ptsTypes="AA">
                                      <p:cBhvr>
                                        <p:cTn id="215" dur="1000" fill="hold"/>
                                        <p:tgtEl>
                                          <p:spTgt spid="98"/>
                                        </p:tgtEl>
                                        <p:attrNameLst>
                                          <p:attrName>ppt_x</p:attrName>
                                          <p:attrName>ppt_y</p:attrName>
                                        </p:attrNameLst>
                                      </p:cBhvr>
                                      <p:rCtr x="-2852" y="3356"/>
                                    </p:animMotion>
                                  </p:childTnLst>
                                </p:cTn>
                              </p:par>
                            </p:childTnLst>
                          </p:cTn>
                        </p:par>
                        <p:par>
                          <p:cTn id="216" fill="hold">
                            <p:stCondLst>
                              <p:cond delay="3000"/>
                            </p:stCondLst>
                            <p:childTnLst>
                              <p:par>
                                <p:cTn id="217" presetID="22" presetClass="entr" presetSubtype="8" fill="hold" nodeType="afterEffect">
                                  <p:stCondLst>
                                    <p:cond delay="0"/>
                                  </p:stCondLst>
                                  <p:childTnLst>
                                    <p:set>
                                      <p:cBhvr>
                                        <p:cTn id="218" dur="1" fill="hold">
                                          <p:stCondLst>
                                            <p:cond delay="0"/>
                                          </p:stCondLst>
                                        </p:cTn>
                                        <p:tgtEl>
                                          <p:spTgt spid="123"/>
                                        </p:tgtEl>
                                        <p:attrNameLst>
                                          <p:attrName>style.visibility</p:attrName>
                                        </p:attrNameLst>
                                      </p:cBhvr>
                                      <p:to>
                                        <p:strVal val="visible"/>
                                      </p:to>
                                    </p:set>
                                    <p:animEffect transition="in" filter="wipe(left)">
                                      <p:cBhvr>
                                        <p:cTn id="219" dur="500"/>
                                        <p:tgtEl>
                                          <p:spTgt spid="123"/>
                                        </p:tgtEl>
                                      </p:cBhvr>
                                    </p:animEffect>
                                  </p:childTnLst>
                                </p:cTn>
                              </p:par>
                              <p:par>
                                <p:cTn id="220" presetID="22" presetClass="entr" presetSubtype="8" fill="hold" grpId="0" nodeType="withEffect">
                                  <p:stCondLst>
                                    <p:cond delay="0"/>
                                  </p:stCondLst>
                                  <p:childTnLst>
                                    <p:set>
                                      <p:cBhvr>
                                        <p:cTn id="221" dur="1" fill="hold">
                                          <p:stCondLst>
                                            <p:cond delay="0"/>
                                          </p:stCondLst>
                                        </p:cTn>
                                        <p:tgtEl>
                                          <p:spTgt spid="122"/>
                                        </p:tgtEl>
                                        <p:attrNameLst>
                                          <p:attrName>style.visibility</p:attrName>
                                        </p:attrNameLst>
                                      </p:cBhvr>
                                      <p:to>
                                        <p:strVal val="visible"/>
                                      </p:to>
                                    </p:set>
                                    <p:animEffect transition="in" filter="wipe(left)">
                                      <p:cBhvr>
                                        <p:cTn id="222" dur="500"/>
                                        <p:tgtEl>
                                          <p:spTgt spid="122"/>
                                        </p:tgtEl>
                                      </p:cBhvr>
                                    </p:animEffect>
                                  </p:childTnLst>
                                </p:cTn>
                              </p:par>
                            </p:childTnLst>
                          </p:cTn>
                        </p:par>
                      </p:childTnLst>
                    </p:cTn>
                  </p:par>
                  <p:par>
                    <p:cTn id="223" fill="hold">
                      <p:stCondLst>
                        <p:cond delay="indefinite"/>
                      </p:stCondLst>
                      <p:childTnLst>
                        <p:par>
                          <p:cTn id="224" fill="hold">
                            <p:stCondLst>
                              <p:cond delay="0"/>
                            </p:stCondLst>
                            <p:childTnLst>
                              <p:par>
                                <p:cTn id="225" presetID="42" presetClass="entr" presetSubtype="0" fill="hold" grpId="0" nodeType="clickEffect">
                                  <p:stCondLst>
                                    <p:cond delay="0"/>
                                  </p:stCondLst>
                                  <p:childTnLst>
                                    <p:set>
                                      <p:cBhvr>
                                        <p:cTn id="226" dur="1" fill="hold">
                                          <p:stCondLst>
                                            <p:cond delay="0"/>
                                          </p:stCondLst>
                                        </p:cTn>
                                        <p:tgtEl>
                                          <p:spTgt spid="130"/>
                                        </p:tgtEl>
                                        <p:attrNameLst>
                                          <p:attrName>style.visibility</p:attrName>
                                        </p:attrNameLst>
                                      </p:cBhvr>
                                      <p:to>
                                        <p:strVal val="visible"/>
                                      </p:to>
                                    </p:set>
                                    <p:animEffect transition="in" filter="fade">
                                      <p:cBhvr>
                                        <p:cTn id="227" dur="1000"/>
                                        <p:tgtEl>
                                          <p:spTgt spid="130"/>
                                        </p:tgtEl>
                                      </p:cBhvr>
                                    </p:animEffect>
                                    <p:anim calcmode="lin" valueType="num">
                                      <p:cBhvr>
                                        <p:cTn id="228" dur="1000" fill="hold"/>
                                        <p:tgtEl>
                                          <p:spTgt spid="130"/>
                                        </p:tgtEl>
                                        <p:attrNameLst>
                                          <p:attrName>ppt_x</p:attrName>
                                        </p:attrNameLst>
                                      </p:cBhvr>
                                      <p:tavLst>
                                        <p:tav tm="0">
                                          <p:val>
                                            <p:strVal val="#ppt_x"/>
                                          </p:val>
                                        </p:tav>
                                        <p:tav tm="100000">
                                          <p:val>
                                            <p:strVal val="#ppt_x"/>
                                          </p:val>
                                        </p:tav>
                                      </p:tavLst>
                                    </p:anim>
                                    <p:anim calcmode="lin" valueType="num">
                                      <p:cBhvr>
                                        <p:cTn id="229" dur="1000" fill="hold"/>
                                        <p:tgtEl>
                                          <p:spTgt spid="130"/>
                                        </p:tgtEl>
                                        <p:attrNameLst>
                                          <p:attrName>ppt_y</p:attrName>
                                        </p:attrNameLst>
                                      </p:cBhvr>
                                      <p:tavLst>
                                        <p:tav tm="0">
                                          <p:val>
                                            <p:strVal val="#ppt_y+.1"/>
                                          </p:val>
                                        </p:tav>
                                        <p:tav tm="100000">
                                          <p:val>
                                            <p:strVal val="#ppt_y"/>
                                          </p:val>
                                        </p:tav>
                                      </p:tavLst>
                                    </p:anim>
                                  </p:childTnLst>
                                </p:cTn>
                              </p:par>
                              <p:par>
                                <p:cTn id="230" presetID="31" presetClass="entr" presetSubtype="0" fill="hold" grpId="0" nodeType="withEffect">
                                  <p:stCondLst>
                                    <p:cond delay="0"/>
                                  </p:stCondLst>
                                  <p:childTnLst>
                                    <p:set>
                                      <p:cBhvr>
                                        <p:cTn id="231" dur="1" fill="hold">
                                          <p:stCondLst>
                                            <p:cond delay="0"/>
                                          </p:stCondLst>
                                        </p:cTn>
                                        <p:tgtEl>
                                          <p:spTgt spid="128"/>
                                        </p:tgtEl>
                                        <p:attrNameLst>
                                          <p:attrName>style.visibility</p:attrName>
                                        </p:attrNameLst>
                                      </p:cBhvr>
                                      <p:to>
                                        <p:strVal val="visible"/>
                                      </p:to>
                                    </p:set>
                                    <p:anim calcmode="lin" valueType="num">
                                      <p:cBhvr>
                                        <p:cTn id="232" dur="1000" fill="hold"/>
                                        <p:tgtEl>
                                          <p:spTgt spid="128"/>
                                        </p:tgtEl>
                                        <p:attrNameLst>
                                          <p:attrName>ppt_w</p:attrName>
                                        </p:attrNameLst>
                                      </p:cBhvr>
                                      <p:tavLst>
                                        <p:tav tm="0">
                                          <p:val>
                                            <p:fltVal val="0"/>
                                          </p:val>
                                        </p:tav>
                                        <p:tav tm="100000">
                                          <p:val>
                                            <p:strVal val="#ppt_w"/>
                                          </p:val>
                                        </p:tav>
                                      </p:tavLst>
                                    </p:anim>
                                    <p:anim calcmode="lin" valueType="num">
                                      <p:cBhvr>
                                        <p:cTn id="233" dur="1000" fill="hold"/>
                                        <p:tgtEl>
                                          <p:spTgt spid="128"/>
                                        </p:tgtEl>
                                        <p:attrNameLst>
                                          <p:attrName>ppt_h</p:attrName>
                                        </p:attrNameLst>
                                      </p:cBhvr>
                                      <p:tavLst>
                                        <p:tav tm="0">
                                          <p:val>
                                            <p:fltVal val="0"/>
                                          </p:val>
                                        </p:tav>
                                        <p:tav tm="100000">
                                          <p:val>
                                            <p:strVal val="#ppt_h"/>
                                          </p:val>
                                        </p:tav>
                                      </p:tavLst>
                                    </p:anim>
                                    <p:anim calcmode="lin" valueType="num">
                                      <p:cBhvr>
                                        <p:cTn id="234" dur="1000" fill="hold"/>
                                        <p:tgtEl>
                                          <p:spTgt spid="128"/>
                                        </p:tgtEl>
                                        <p:attrNameLst>
                                          <p:attrName>style.rotation</p:attrName>
                                        </p:attrNameLst>
                                      </p:cBhvr>
                                      <p:tavLst>
                                        <p:tav tm="0">
                                          <p:val>
                                            <p:fltVal val="90"/>
                                          </p:val>
                                        </p:tav>
                                        <p:tav tm="100000">
                                          <p:val>
                                            <p:fltVal val="0"/>
                                          </p:val>
                                        </p:tav>
                                      </p:tavLst>
                                    </p:anim>
                                    <p:animEffect transition="in" filter="fade">
                                      <p:cBhvr>
                                        <p:cTn id="235" dur="1000"/>
                                        <p:tgtEl>
                                          <p:spTgt spid="128"/>
                                        </p:tgtEl>
                                      </p:cBhvr>
                                    </p:animEffect>
                                  </p:childTnLst>
                                </p:cTn>
                              </p:par>
                            </p:childTnLst>
                          </p:cTn>
                        </p:par>
                      </p:childTnLst>
                    </p:cTn>
                  </p:par>
                  <p:par>
                    <p:cTn id="236" fill="hold">
                      <p:stCondLst>
                        <p:cond delay="indefinite"/>
                      </p:stCondLst>
                      <p:childTnLst>
                        <p:par>
                          <p:cTn id="237" fill="hold">
                            <p:stCondLst>
                              <p:cond delay="0"/>
                            </p:stCondLst>
                            <p:childTnLst>
                              <p:par>
                                <p:cTn id="238" presetID="22" presetClass="entr" presetSubtype="8" fill="hold" nodeType="clickEffect">
                                  <p:stCondLst>
                                    <p:cond delay="0"/>
                                  </p:stCondLst>
                                  <p:childTnLst>
                                    <p:set>
                                      <p:cBhvr>
                                        <p:cTn id="239" dur="1" fill="hold">
                                          <p:stCondLst>
                                            <p:cond delay="0"/>
                                          </p:stCondLst>
                                        </p:cTn>
                                        <p:tgtEl>
                                          <p:spTgt spid="135"/>
                                        </p:tgtEl>
                                        <p:attrNameLst>
                                          <p:attrName>style.visibility</p:attrName>
                                        </p:attrNameLst>
                                      </p:cBhvr>
                                      <p:to>
                                        <p:strVal val="visible"/>
                                      </p:to>
                                    </p:set>
                                    <p:animEffect transition="in" filter="wipe(left)">
                                      <p:cBhvr>
                                        <p:cTn id="240" dur="1000"/>
                                        <p:tgtEl>
                                          <p:spTgt spid="135"/>
                                        </p:tgtEl>
                                      </p:cBhvr>
                                    </p:animEffect>
                                  </p:childTnLst>
                                </p:cTn>
                              </p:par>
                            </p:childTnLst>
                          </p:cTn>
                        </p:par>
                      </p:childTnLst>
                    </p:cTn>
                  </p:par>
                  <p:par>
                    <p:cTn id="241" fill="hold">
                      <p:stCondLst>
                        <p:cond delay="indefinite"/>
                      </p:stCondLst>
                      <p:childTnLst>
                        <p:par>
                          <p:cTn id="242" fill="hold">
                            <p:stCondLst>
                              <p:cond delay="0"/>
                            </p:stCondLst>
                            <p:childTnLst>
                              <p:par>
                                <p:cTn id="243" presetID="35" presetClass="path" presetSubtype="0" accel="50000" decel="50000" fill="hold" nodeType="clickEffect">
                                  <p:stCondLst>
                                    <p:cond delay="0"/>
                                  </p:stCondLst>
                                  <p:childTnLst>
                                    <p:animMotion origin="layout" path="M -2.08333E-7 -4.07407E-6 L -0.05885 0.00047 " pathEditMode="relative" rAng="0" ptsTypes="AA">
                                      <p:cBhvr>
                                        <p:cTn id="244" dur="1500" fill="hold"/>
                                        <p:tgtEl>
                                          <p:spTgt spid="89"/>
                                        </p:tgtEl>
                                        <p:attrNameLst>
                                          <p:attrName>ppt_x</p:attrName>
                                          <p:attrName>ppt_y</p:attrName>
                                        </p:attrNameLst>
                                      </p:cBhvr>
                                      <p:rCtr x="-2943" y="23"/>
                                    </p:animMotion>
                                  </p:childTnLst>
                                </p:cTn>
                              </p:par>
                              <p:par>
                                <p:cTn id="245" presetID="42" presetClass="path" presetSubtype="0" accel="50000" decel="50000" fill="hold" nodeType="withEffect">
                                  <p:stCondLst>
                                    <p:cond delay="0"/>
                                  </p:stCondLst>
                                  <p:childTnLst>
                                    <p:animMotion origin="layout" path="M -6.25E-7 4.07407E-6 L -0.04961 0.07152 " pathEditMode="relative" rAng="0" ptsTypes="AA">
                                      <p:cBhvr>
                                        <p:cTn id="246" dur="1500" fill="hold"/>
                                        <p:tgtEl>
                                          <p:spTgt spid="69"/>
                                        </p:tgtEl>
                                        <p:attrNameLst>
                                          <p:attrName>ppt_x</p:attrName>
                                          <p:attrName>ppt_y</p:attrName>
                                        </p:attrNameLst>
                                      </p:cBhvr>
                                      <p:rCtr x="-2487" y="3565"/>
                                    </p:animMotion>
                                  </p:childTnLst>
                                </p:cTn>
                              </p:par>
                              <p:par>
                                <p:cTn id="247" presetID="42" presetClass="path" presetSubtype="0" accel="50000" decel="50000" fill="hold" nodeType="withEffect">
                                  <p:stCondLst>
                                    <p:cond delay="0"/>
                                  </p:stCondLst>
                                  <p:childTnLst>
                                    <p:animMotion origin="layout" path="M -0.06028 0.06806 L -0.10703 0.14421 " pathEditMode="relative" rAng="0" ptsTypes="AA">
                                      <p:cBhvr>
                                        <p:cTn id="248" dur="1500" fill="hold"/>
                                        <p:tgtEl>
                                          <p:spTgt spid="121"/>
                                        </p:tgtEl>
                                        <p:attrNameLst>
                                          <p:attrName>ppt_x</p:attrName>
                                          <p:attrName>ppt_y</p:attrName>
                                        </p:attrNameLst>
                                      </p:cBhvr>
                                      <p:rCtr x="-2344" y="3796"/>
                                    </p:animMotion>
                                  </p:childTnLst>
                                </p:cTn>
                              </p:par>
                              <p:par>
                                <p:cTn id="249" presetID="64" presetClass="path" presetSubtype="0" accel="50000" decel="50000" fill="hold" nodeType="withEffect">
                                  <p:stCondLst>
                                    <p:cond delay="0"/>
                                  </p:stCondLst>
                                  <p:childTnLst>
                                    <p:animMotion origin="layout" path="M 0.0414 0.08264 L 2.70833E-6 2.22222E-6 " pathEditMode="relative" rAng="0" ptsTypes="AA">
                                      <p:cBhvr>
                                        <p:cTn id="250" dur="1500" fill="hold"/>
                                        <p:tgtEl>
                                          <p:spTgt spid="118"/>
                                        </p:tgtEl>
                                        <p:attrNameLst>
                                          <p:attrName>ppt_x</p:attrName>
                                          <p:attrName>ppt_y</p:attrName>
                                        </p:attrNameLst>
                                      </p:cBhvr>
                                      <p:rCtr x="-2031" y="-4120"/>
                                    </p:animMotion>
                                  </p:childTnLst>
                                </p:cTn>
                              </p:par>
                              <p:par>
                                <p:cTn id="251" presetID="64" presetClass="path" presetSubtype="0" accel="50000" decel="50000" fill="hold" grpId="1" nodeType="withEffect">
                                  <p:stCondLst>
                                    <p:cond delay="0"/>
                                  </p:stCondLst>
                                  <p:childTnLst>
                                    <p:animMotion origin="layout" path="M 4.16667E-7 4.07407E-6 L -0.04089 -0.07269 " pathEditMode="relative" rAng="0" ptsTypes="AA">
                                      <p:cBhvr>
                                        <p:cTn id="252" dur="1500" fill="hold"/>
                                        <p:tgtEl>
                                          <p:spTgt spid="101"/>
                                        </p:tgtEl>
                                        <p:attrNameLst>
                                          <p:attrName>ppt_x</p:attrName>
                                          <p:attrName>ppt_y</p:attrName>
                                        </p:attrNameLst>
                                      </p:cBhvr>
                                      <p:rCtr x="-2044" y="-3634"/>
                                    </p:animMotion>
                                  </p:childTnLst>
                                </p:cTn>
                              </p:par>
                              <p:par>
                                <p:cTn id="253" presetID="42" presetClass="path" presetSubtype="0" accel="50000" decel="50000" fill="hold" grpId="2" nodeType="withEffect">
                                  <p:stCondLst>
                                    <p:cond delay="0"/>
                                  </p:stCondLst>
                                  <p:childTnLst>
                                    <p:animMotion origin="layout" path="M -0.0569 0.06713 L -0.10834 0.13796 " pathEditMode="relative" rAng="0" ptsTypes="AA">
                                      <p:cBhvr>
                                        <p:cTn id="254" dur="1500" fill="hold"/>
                                        <p:tgtEl>
                                          <p:spTgt spid="98"/>
                                        </p:tgtEl>
                                        <p:attrNameLst>
                                          <p:attrName>ppt_x</p:attrName>
                                          <p:attrName>ppt_y</p:attrName>
                                        </p:attrNameLst>
                                      </p:cBhvr>
                                      <p:rCtr x="-2578" y="3542"/>
                                    </p:animMotion>
                                  </p:childTnLst>
                                </p:cTn>
                              </p:par>
                              <p:par>
                                <p:cTn id="255" presetID="64" presetClass="path" presetSubtype="0" accel="50000" decel="50000" fill="hold" grpId="2" nodeType="withEffect">
                                  <p:stCondLst>
                                    <p:cond delay="0"/>
                                  </p:stCondLst>
                                  <p:childTnLst>
                                    <p:animMotion origin="layout" path="M 0.04114 0.07037 L 4.375E-6 -1.11111E-6 " pathEditMode="relative" rAng="0" ptsTypes="AA">
                                      <p:cBhvr>
                                        <p:cTn id="256" dur="1500" fill="hold"/>
                                        <p:tgtEl>
                                          <p:spTgt spid="99"/>
                                        </p:tgtEl>
                                        <p:attrNameLst>
                                          <p:attrName>ppt_x</p:attrName>
                                          <p:attrName>ppt_y</p:attrName>
                                        </p:attrNameLst>
                                      </p:cBhvr>
                                      <p:rCtr x="-2044" y="-3495"/>
                                    </p:animMotion>
                                  </p:childTnLst>
                                </p:cTn>
                              </p:par>
                              <p:par>
                                <p:cTn id="257" presetID="64" presetClass="path" presetSubtype="0" accel="50000" decel="50000" fill="hold" grpId="1" nodeType="withEffect">
                                  <p:stCondLst>
                                    <p:cond delay="0"/>
                                  </p:stCondLst>
                                  <p:childTnLst>
                                    <p:animMotion origin="layout" path="M 1.11022E-16 7.40741E-7 L -0.03372 -0.07199 " pathEditMode="relative" rAng="0" ptsTypes="AA">
                                      <p:cBhvr>
                                        <p:cTn id="258" dur="1500" fill="hold"/>
                                        <p:tgtEl>
                                          <p:spTgt spid="102"/>
                                        </p:tgtEl>
                                        <p:attrNameLst>
                                          <p:attrName>ppt_x</p:attrName>
                                          <p:attrName>ppt_y</p:attrName>
                                        </p:attrNameLst>
                                      </p:cBhvr>
                                      <p:rCtr x="-1693" y="-3611"/>
                                    </p:animMotion>
                                  </p:childTnLst>
                                </p:cTn>
                              </p:par>
                              <p:par>
                                <p:cTn id="259" presetID="42" presetClass="path" presetSubtype="0" accel="50000" decel="50000" fill="hold" grpId="1" nodeType="withEffect">
                                  <p:stCondLst>
                                    <p:cond delay="0"/>
                                  </p:stCondLst>
                                  <p:childTnLst>
                                    <p:animMotion origin="layout" path="M -3.33333E-6 -7.40741E-7 L -0.05026 0.07292 " pathEditMode="relative" rAng="0" ptsTypes="AA">
                                      <p:cBhvr>
                                        <p:cTn id="260" dur="1500" fill="hold"/>
                                        <p:tgtEl>
                                          <p:spTgt spid="106"/>
                                        </p:tgtEl>
                                        <p:attrNameLst>
                                          <p:attrName>ppt_x</p:attrName>
                                          <p:attrName>ppt_y</p:attrName>
                                        </p:attrNameLst>
                                      </p:cBhvr>
                                      <p:rCtr x="-2513" y="3634"/>
                                    </p:animMotion>
                                  </p:childTnLst>
                                </p:cTn>
                              </p:par>
                              <p:par>
                                <p:cTn id="261" presetID="35" presetClass="path" presetSubtype="0" accel="50000" decel="50000" fill="hold" grpId="1" nodeType="withEffect">
                                  <p:stCondLst>
                                    <p:cond delay="0"/>
                                  </p:stCondLst>
                                  <p:childTnLst>
                                    <p:animMotion origin="layout" path="M 2.70833E-6 0 L -0.0138 0.00023 " pathEditMode="relative" rAng="0" ptsTypes="AA">
                                      <p:cBhvr>
                                        <p:cTn id="262" dur="1500" fill="hold"/>
                                        <p:tgtEl>
                                          <p:spTgt spid="107"/>
                                        </p:tgtEl>
                                        <p:attrNameLst>
                                          <p:attrName>ppt_x</p:attrName>
                                          <p:attrName>ppt_y</p:attrName>
                                        </p:attrNameLst>
                                      </p:cBhvr>
                                      <p:rCtr x="-690" y="0"/>
                                    </p:animMotion>
                                  </p:childTnLst>
                                </p:cTn>
                              </p:par>
                              <p:par>
                                <p:cTn id="263" presetID="64" presetClass="path" presetSubtype="0" accel="50000" decel="50000" fill="hold" grpId="1" nodeType="withEffect">
                                  <p:stCondLst>
                                    <p:cond delay="0"/>
                                  </p:stCondLst>
                                  <p:childTnLst>
                                    <p:animMotion origin="layout" path="M 2.08333E-6 2.59259E-6 L -0.03242 -0.07315 " pathEditMode="relative" rAng="0" ptsTypes="AA">
                                      <p:cBhvr>
                                        <p:cTn id="264" dur="1500" fill="hold"/>
                                        <p:tgtEl>
                                          <p:spTgt spid="108"/>
                                        </p:tgtEl>
                                        <p:attrNameLst>
                                          <p:attrName>ppt_x</p:attrName>
                                          <p:attrName>ppt_y</p:attrName>
                                        </p:attrNameLst>
                                      </p:cBhvr>
                                      <p:rCtr x="-1628" y="-3657"/>
                                    </p:animMotion>
                                  </p:childTnLst>
                                </p:cTn>
                              </p:par>
                              <p:par>
                                <p:cTn id="265" presetID="10" presetClass="exit" presetSubtype="0" fill="hold" grpId="1" nodeType="withEffect">
                                  <p:stCondLst>
                                    <p:cond delay="0"/>
                                  </p:stCondLst>
                                  <p:childTnLst>
                                    <p:animEffect transition="out" filter="fade">
                                      <p:cBhvr>
                                        <p:cTn id="266" dur="500"/>
                                        <p:tgtEl>
                                          <p:spTgt spid="104"/>
                                        </p:tgtEl>
                                      </p:cBhvr>
                                    </p:animEffect>
                                    <p:set>
                                      <p:cBhvr>
                                        <p:cTn id="267" dur="1" fill="hold">
                                          <p:stCondLst>
                                            <p:cond delay="499"/>
                                          </p:stCondLst>
                                        </p:cTn>
                                        <p:tgtEl>
                                          <p:spTgt spid="104"/>
                                        </p:tgtEl>
                                        <p:attrNameLst>
                                          <p:attrName>style.visibility</p:attrName>
                                        </p:attrNameLst>
                                      </p:cBhvr>
                                      <p:to>
                                        <p:strVal val="hidden"/>
                                      </p:to>
                                    </p:set>
                                  </p:childTnLst>
                                </p:cTn>
                              </p:par>
                              <p:par>
                                <p:cTn id="268" presetID="22" presetClass="entr" presetSubtype="8" fill="hold" grpId="0" nodeType="withEffect">
                                  <p:stCondLst>
                                    <p:cond delay="500"/>
                                  </p:stCondLst>
                                  <p:childTnLst>
                                    <p:set>
                                      <p:cBhvr>
                                        <p:cTn id="269" dur="1" fill="hold">
                                          <p:stCondLst>
                                            <p:cond delay="0"/>
                                          </p:stCondLst>
                                        </p:cTn>
                                        <p:tgtEl>
                                          <p:spTgt spid="138"/>
                                        </p:tgtEl>
                                        <p:attrNameLst>
                                          <p:attrName>style.visibility</p:attrName>
                                        </p:attrNameLst>
                                      </p:cBhvr>
                                      <p:to>
                                        <p:strVal val="visible"/>
                                      </p:to>
                                    </p:set>
                                    <p:animEffect transition="in" filter="wipe(left)">
                                      <p:cBhvr>
                                        <p:cTn id="270" dur="1000"/>
                                        <p:tgtEl>
                                          <p:spTgt spid="138"/>
                                        </p:tgtEl>
                                      </p:cBhvr>
                                    </p:animEffect>
                                  </p:childTnLst>
                                </p:cTn>
                              </p:par>
                              <p:par>
                                <p:cTn id="271" presetID="10" presetClass="exit" presetSubtype="0" fill="hold" grpId="1" nodeType="withEffect">
                                  <p:stCondLst>
                                    <p:cond delay="0"/>
                                  </p:stCondLst>
                                  <p:childTnLst>
                                    <p:animEffect transition="out" filter="fade">
                                      <p:cBhvr>
                                        <p:cTn id="272" dur="500"/>
                                        <p:tgtEl>
                                          <p:spTgt spid="103"/>
                                        </p:tgtEl>
                                      </p:cBhvr>
                                    </p:animEffect>
                                    <p:set>
                                      <p:cBhvr>
                                        <p:cTn id="273" dur="1" fill="hold">
                                          <p:stCondLst>
                                            <p:cond delay="499"/>
                                          </p:stCondLst>
                                        </p:cTn>
                                        <p:tgtEl>
                                          <p:spTgt spid="103"/>
                                        </p:tgtEl>
                                        <p:attrNameLst>
                                          <p:attrName>style.visibility</p:attrName>
                                        </p:attrNameLst>
                                      </p:cBhvr>
                                      <p:to>
                                        <p:strVal val="hidden"/>
                                      </p:to>
                                    </p:set>
                                  </p:childTnLst>
                                </p:cTn>
                              </p:par>
                              <p:par>
                                <p:cTn id="274" presetID="35" presetClass="path" presetSubtype="0" accel="50000" decel="50000" fill="hold" grpId="1" nodeType="withEffect">
                                  <p:stCondLst>
                                    <p:cond delay="0"/>
                                  </p:stCondLst>
                                  <p:childTnLst>
                                    <p:animMotion origin="layout" path="M 3.33333E-6 7.40741E-7 L -0.01381 0.00046 " pathEditMode="relative" rAng="0" ptsTypes="AA">
                                      <p:cBhvr>
                                        <p:cTn id="275" dur="1500" fill="hold"/>
                                        <p:tgtEl>
                                          <p:spTgt spid="100"/>
                                        </p:tgtEl>
                                        <p:attrNameLst>
                                          <p:attrName>ppt_x</p:attrName>
                                          <p:attrName>ppt_y</p:attrName>
                                        </p:attrNameLst>
                                      </p:cBhvr>
                                      <p:rCtr x="-690" y="23"/>
                                    </p:animMotion>
                                  </p:childTnLst>
                                </p:cTn>
                              </p:par>
                              <p:par>
                                <p:cTn id="276" presetID="22" presetClass="entr" presetSubtype="2" fill="hold" grpId="0" nodeType="withEffect">
                                  <p:stCondLst>
                                    <p:cond delay="500"/>
                                  </p:stCondLst>
                                  <p:childTnLst>
                                    <p:set>
                                      <p:cBhvr>
                                        <p:cTn id="277" dur="1" fill="hold">
                                          <p:stCondLst>
                                            <p:cond delay="0"/>
                                          </p:stCondLst>
                                        </p:cTn>
                                        <p:tgtEl>
                                          <p:spTgt spid="139"/>
                                        </p:tgtEl>
                                        <p:attrNameLst>
                                          <p:attrName>style.visibility</p:attrName>
                                        </p:attrNameLst>
                                      </p:cBhvr>
                                      <p:to>
                                        <p:strVal val="visible"/>
                                      </p:to>
                                    </p:set>
                                    <p:animEffect transition="in" filter="wipe(right)">
                                      <p:cBhvr>
                                        <p:cTn id="278" dur="1000"/>
                                        <p:tgtEl>
                                          <p:spTgt spid="139"/>
                                        </p:tgtEl>
                                      </p:cBhvr>
                                    </p:animEffect>
                                  </p:childTnLst>
                                </p:cTn>
                              </p:par>
                            </p:childTnLst>
                          </p:cTn>
                        </p:par>
                        <p:par>
                          <p:cTn id="279" fill="hold">
                            <p:stCondLst>
                              <p:cond delay="1500"/>
                            </p:stCondLst>
                            <p:childTnLst>
                              <p:par>
                                <p:cTn id="280" presetID="22" presetClass="exit" presetSubtype="1" fill="hold" nodeType="afterEffect">
                                  <p:stCondLst>
                                    <p:cond delay="0"/>
                                  </p:stCondLst>
                                  <p:childTnLst>
                                    <p:animEffect transition="out" filter="wipe(up)">
                                      <p:cBhvr>
                                        <p:cTn id="281" dur="500"/>
                                        <p:tgtEl>
                                          <p:spTgt spid="135"/>
                                        </p:tgtEl>
                                      </p:cBhvr>
                                    </p:animEffect>
                                    <p:set>
                                      <p:cBhvr>
                                        <p:cTn id="282" dur="1" fill="hold">
                                          <p:stCondLst>
                                            <p:cond delay="499"/>
                                          </p:stCondLst>
                                        </p:cTn>
                                        <p:tgtEl>
                                          <p:spTgt spid="135"/>
                                        </p:tgtEl>
                                        <p:attrNameLst>
                                          <p:attrName>style.visibility</p:attrName>
                                        </p:attrNameLst>
                                      </p:cBhvr>
                                      <p:to>
                                        <p:strVal val="hidden"/>
                                      </p:to>
                                    </p:set>
                                  </p:childTnLst>
                                </p:cTn>
                              </p:par>
                            </p:childTnLst>
                          </p:cTn>
                        </p:par>
                        <p:par>
                          <p:cTn id="283" fill="hold">
                            <p:stCondLst>
                              <p:cond delay="2000"/>
                            </p:stCondLst>
                            <p:childTnLst>
                              <p:par>
                                <p:cTn id="284" presetID="22" presetClass="entr" presetSubtype="8" fill="hold" nodeType="afterEffect">
                                  <p:stCondLst>
                                    <p:cond delay="0"/>
                                  </p:stCondLst>
                                  <p:childTnLst>
                                    <p:set>
                                      <p:cBhvr>
                                        <p:cTn id="285" dur="1" fill="hold">
                                          <p:stCondLst>
                                            <p:cond delay="0"/>
                                          </p:stCondLst>
                                        </p:cTn>
                                        <p:tgtEl>
                                          <p:spTgt spid="136"/>
                                        </p:tgtEl>
                                        <p:attrNameLst>
                                          <p:attrName>style.visibility</p:attrName>
                                        </p:attrNameLst>
                                      </p:cBhvr>
                                      <p:to>
                                        <p:strVal val="visible"/>
                                      </p:to>
                                    </p:set>
                                    <p:animEffect transition="in" filter="wipe(left)">
                                      <p:cBhvr>
                                        <p:cTn id="286" dur="1000"/>
                                        <p:tgtEl>
                                          <p:spTgt spid="136"/>
                                        </p:tgtEl>
                                      </p:cBhvr>
                                    </p:animEffect>
                                  </p:childTnLst>
                                </p:cTn>
                              </p:par>
                            </p:childTnLst>
                          </p:cTn>
                        </p:par>
                      </p:childTnLst>
                    </p:cTn>
                  </p:par>
                  <p:par>
                    <p:cTn id="287" fill="hold">
                      <p:stCondLst>
                        <p:cond delay="indefinite"/>
                      </p:stCondLst>
                      <p:childTnLst>
                        <p:par>
                          <p:cTn id="288" fill="hold">
                            <p:stCondLst>
                              <p:cond delay="0"/>
                            </p:stCondLst>
                            <p:childTnLst>
                              <p:par>
                                <p:cTn id="289" presetID="42" presetClass="path" presetSubtype="0" accel="50000" decel="50000" fill="hold" nodeType="clickEffect">
                                  <p:stCondLst>
                                    <p:cond delay="0"/>
                                  </p:stCondLst>
                                  <p:childTnLst>
                                    <p:animMotion origin="layout" path="M 5E-6 2.96296E-6 L 0.05534 0.1456 " pathEditMode="relative" rAng="0" ptsTypes="AA">
                                      <p:cBhvr>
                                        <p:cTn id="290" dur="1500" fill="hold"/>
                                        <p:tgtEl>
                                          <p:spTgt spid="76"/>
                                        </p:tgtEl>
                                        <p:attrNameLst>
                                          <p:attrName>ppt_x</p:attrName>
                                          <p:attrName>ppt_y</p:attrName>
                                        </p:attrNameLst>
                                      </p:cBhvr>
                                      <p:rCtr x="2760" y="7269"/>
                                    </p:animMotion>
                                  </p:childTnLst>
                                </p:cTn>
                              </p:par>
                              <p:par>
                                <p:cTn id="291" presetID="10" presetClass="exit" presetSubtype="0" fill="hold" grpId="1" nodeType="withEffect">
                                  <p:stCondLst>
                                    <p:cond delay="0"/>
                                  </p:stCondLst>
                                  <p:childTnLst>
                                    <p:animEffect transition="out" filter="fade">
                                      <p:cBhvr>
                                        <p:cTn id="292" dur="500"/>
                                        <p:tgtEl>
                                          <p:spTgt spid="66"/>
                                        </p:tgtEl>
                                      </p:cBhvr>
                                    </p:animEffect>
                                    <p:set>
                                      <p:cBhvr>
                                        <p:cTn id="293" dur="1" fill="hold">
                                          <p:stCondLst>
                                            <p:cond delay="499"/>
                                          </p:stCondLst>
                                        </p:cTn>
                                        <p:tgtEl>
                                          <p:spTgt spid="66"/>
                                        </p:tgtEl>
                                        <p:attrNameLst>
                                          <p:attrName>style.visibility</p:attrName>
                                        </p:attrNameLst>
                                      </p:cBhvr>
                                      <p:to>
                                        <p:strVal val="hidden"/>
                                      </p:to>
                                    </p:set>
                                  </p:childTnLst>
                                </p:cTn>
                              </p:par>
                              <p:par>
                                <p:cTn id="294" presetID="42" presetClass="path" presetSubtype="0" accel="50000" decel="50000" fill="hold" grpId="1" nodeType="withEffect">
                                  <p:stCondLst>
                                    <p:cond delay="0"/>
                                  </p:stCondLst>
                                  <p:childTnLst>
                                    <p:animMotion origin="layout" path="M -4.58333E-6 -1.11111E-6 L 0.05625 0.14583 " pathEditMode="relative" rAng="0" ptsTypes="AA">
                                      <p:cBhvr>
                                        <p:cTn id="295" dur="1500" fill="hold"/>
                                        <p:tgtEl>
                                          <p:spTgt spid="109"/>
                                        </p:tgtEl>
                                        <p:attrNameLst>
                                          <p:attrName>ppt_x</p:attrName>
                                          <p:attrName>ppt_y</p:attrName>
                                        </p:attrNameLst>
                                      </p:cBhvr>
                                      <p:rCtr x="2812" y="7292"/>
                                    </p:animMotion>
                                  </p:childTnLst>
                                </p:cTn>
                              </p:par>
                              <p:par>
                                <p:cTn id="296" presetID="22" presetClass="entr" presetSubtype="2" fill="hold" grpId="0" nodeType="withEffect">
                                  <p:stCondLst>
                                    <p:cond delay="500"/>
                                  </p:stCondLst>
                                  <p:childTnLst>
                                    <p:set>
                                      <p:cBhvr>
                                        <p:cTn id="297" dur="1" fill="hold">
                                          <p:stCondLst>
                                            <p:cond delay="0"/>
                                          </p:stCondLst>
                                        </p:cTn>
                                        <p:tgtEl>
                                          <p:spTgt spid="140"/>
                                        </p:tgtEl>
                                        <p:attrNameLst>
                                          <p:attrName>style.visibility</p:attrName>
                                        </p:attrNameLst>
                                      </p:cBhvr>
                                      <p:to>
                                        <p:strVal val="visible"/>
                                      </p:to>
                                    </p:set>
                                    <p:animEffect transition="in" filter="wipe(right)">
                                      <p:cBhvr>
                                        <p:cTn id="298" dur="1000"/>
                                        <p:tgtEl>
                                          <p:spTgt spid="140"/>
                                        </p:tgtEl>
                                      </p:cBhvr>
                                    </p:animEffect>
                                  </p:childTnLst>
                                </p:cTn>
                              </p:par>
                              <p:par>
                                <p:cTn id="299" presetID="42" presetClass="path" presetSubtype="0" accel="50000" decel="50000" fill="hold" grpId="2" nodeType="withEffect">
                                  <p:stCondLst>
                                    <p:cond delay="500"/>
                                  </p:stCondLst>
                                  <p:childTnLst>
                                    <p:animMotion origin="layout" path="M -0.03372 -0.07199 L 1.11022E-16 -4.81481E-6 " pathEditMode="relative" rAng="0" ptsTypes="AA">
                                      <p:cBhvr>
                                        <p:cTn id="300" dur="1500" fill="hold"/>
                                        <p:tgtEl>
                                          <p:spTgt spid="102"/>
                                        </p:tgtEl>
                                        <p:attrNameLst>
                                          <p:attrName>ppt_x</p:attrName>
                                          <p:attrName>ppt_y</p:attrName>
                                        </p:attrNameLst>
                                      </p:cBhvr>
                                      <p:rCtr x="1680" y="3565"/>
                                    </p:animMotion>
                                  </p:childTnLst>
                                </p:cTn>
                              </p:par>
                              <p:par>
                                <p:cTn id="301" presetID="42" presetClass="path" presetSubtype="0" accel="50000" decel="50000" fill="hold" grpId="2" nodeType="withEffect">
                                  <p:stCondLst>
                                    <p:cond delay="500"/>
                                  </p:stCondLst>
                                  <p:childTnLst>
                                    <p:animMotion origin="layout" path="M -0.03216 -0.07269 L 3.70797E-17 2.96296E-6 " pathEditMode="relative" rAng="0" ptsTypes="AA">
                                      <p:cBhvr>
                                        <p:cTn id="302" dur="1500" fill="hold"/>
                                        <p:tgtEl>
                                          <p:spTgt spid="108"/>
                                        </p:tgtEl>
                                        <p:attrNameLst>
                                          <p:attrName>ppt_x</p:attrName>
                                          <p:attrName>ppt_y</p:attrName>
                                        </p:attrNameLst>
                                      </p:cBhvr>
                                      <p:rCtr x="1667" y="3542"/>
                                    </p:animMotion>
                                  </p:childTnLst>
                                </p:cTn>
                              </p:par>
                              <p:par>
                                <p:cTn id="303" presetID="10" presetClass="exit" presetSubtype="0" fill="hold" grpId="1" nodeType="withEffect">
                                  <p:stCondLst>
                                    <p:cond delay="500"/>
                                  </p:stCondLst>
                                  <p:childTnLst>
                                    <p:animEffect transition="out" filter="fade">
                                      <p:cBhvr>
                                        <p:cTn id="304" dur="500"/>
                                        <p:tgtEl>
                                          <p:spTgt spid="67"/>
                                        </p:tgtEl>
                                      </p:cBhvr>
                                    </p:animEffect>
                                    <p:set>
                                      <p:cBhvr>
                                        <p:cTn id="305" dur="1" fill="hold">
                                          <p:stCondLst>
                                            <p:cond delay="499"/>
                                          </p:stCondLst>
                                        </p:cTn>
                                        <p:tgtEl>
                                          <p:spTgt spid="67"/>
                                        </p:tgtEl>
                                        <p:attrNameLst>
                                          <p:attrName>style.visibility</p:attrName>
                                        </p:attrNameLst>
                                      </p:cBhvr>
                                      <p:to>
                                        <p:strVal val="hidden"/>
                                      </p:to>
                                    </p:set>
                                  </p:childTnLst>
                                </p:cTn>
                              </p:par>
                              <p:par>
                                <p:cTn id="306" presetID="22" presetClass="entr" presetSubtype="8" fill="hold" grpId="0" nodeType="withEffect">
                                  <p:stCondLst>
                                    <p:cond delay="500"/>
                                  </p:stCondLst>
                                  <p:childTnLst>
                                    <p:set>
                                      <p:cBhvr>
                                        <p:cTn id="307" dur="1" fill="hold">
                                          <p:stCondLst>
                                            <p:cond delay="0"/>
                                          </p:stCondLst>
                                        </p:cTn>
                                        <p:tgtEl>
                                          <p:spTgt spid="141"/>
                                        </p:tgtEl>
                                        <p:attrNameLst>
                                          <p:attrName>style.visibility</p:attrName>
                                        </p:attrNameLst>
                                      </p:cBhvr>
                                      <p:to>
                                        <p:strVal val="visible"/>
                                      </p:to>
                                    </p:set>
                                    <p:animEffect transition="in" filter="wipe(left)">
                                      <p:cBhvr>
                                        <p:cTn id="308" dur="1000"/>
                                        <p:tgtEl>
                                          <p:spTgt spid="141"/>
                                        </p:tgtEl>
                                      </p:cBhvr>
                                    </p:animEffect>
                                  </p:childTnLst>
                                </p:cTn>
                              </p:par>
                              <p:par>
                                <p:cTn id="309" presetID="42" presetClass="path" presetSubtype="0" accel="50000" decel="50000" fill="hold" nodeType="withEffect">
                                  <p:stCondLst>
                                    <p:cond delay="500"/>
                                  </p:stCondLst>
                                  <p:childTnLst>
                                    <p:animMotion origin="layout" path="M -2.29167E-6 -7.40741E-7 L 0.05456 0.15764 " pathEditMode="relative" rAng="0" ptsTypes="AA">
                                      <p:cBhvr>
                                        <p:cTn id="310" dur="1500" fill="hold"/>
                                        <p:tgtEl>
                                          <p:spTgt spid="123"/>
                                        </p:tgtEl>
                                        <p:attrNameLst>
                                          <p:attrName>ppt_x</p:attrName>
                                          <p:attrName>ppt_y</p:attrName>
                                        </p:attrNameLst>
                                      </p:cBhvr>
                                      <p:rCtr x="2721" y="7870"/>
                                    </p:animMotion>
                                  </p:childTnLst>
                                </p:cTn>
                              </p:par>
                              <p:par>
                                <p:cTn id="311" presetID="42" presetClass="path" presetSubtype="0" accel="50000" decel="50000" fill="hold" grpId="1" nodeType="withEffect">
                                  <p:stCondLst>
                                    <p:cond delay="500"/>
                                  </p:stCondLst>
                                  <p:childTnLst>
                                    <p:animMotion origin="layout" path="M 3.75E-6 1.48148E-6 L 0.05612 0.14537 " pathEditMode="relative" rAng="0" ptsTypes="AA">
                                      <p:cBhvr>
                                        <p:cTn id="312" dur="1500" fill="hold"/>
                                        <p:tgtEl>
                                          <p:spTgt spid="122"/>
                                        </p:tgtEl>
                                        <p:attrNameLst>
                                          <p:attrName>ppt_x</p:attrName>
                                          <p:attrName>ppt_y</p:attrName>
                                        </p:attrNameLst>
                                      </p:cBhvr>
                                      <p:rCtr x="2799" y="7269"/>
                                    </p:animMotion>
                                  </p:childTnLst>
                                </p:cTn>
                              </p:par>
                              <p:par>
                                <p:cTn id="313" presetID="10" presetClass="exit" presetSubtype="0" fill="hold" nodeType="withEffect">
                                  <p:stCondLst>
                                    <p:cond delay="500"/>
                                  </p:stCondLst>
                                  <p:childTnLst>
                                    <p:animEffect transition="out" filter="fade">
                                      <p:cBhvr>
                                        <p:cTn id="314" dur="500"/>
                                        <p:tgtEl>
                                          <p:spTgt spid="114"/>
                                        </p:tgtEl>
                                      </p:cBhvr>
                                    </p:animEffect>
                                    <p:set>
                                      <p:cBhvr>
                                        <p:cTn id="315" dur="1" fill="hold">
                                          <p:stCondLst>
                                            <p:cond delay="499"/>
                                          </p:stCondLst>
                                        </p:cTn>
                                        <p:tgtEl>
                                          <p:spTgt spid="114"/>
                                        </p:tgtEl>
                                        <p:attrNameLst>
                                          <p:attrName>style.visibility</p:attrName>
                                        </p:attrNameLst>
                                      </p:cBhvr>
                                      <p:to>
                                        <p:strVal val="hidden"/>
                                      </p:to>
                                    </p:set>
                                  </p:childTnLst>
                                </p:cTn>
                              </p:par>
                            </p:childTnLst>
                          </p:cTn>
                        </p:par>
                      </p:childTnLst>
                    </p:cTn>
                  </p:par>
                  <p:par>
                    <p:cTn id="316" fill="hold">
                      <p:stCondLst>
                        <p:cond delay="indefinite"/>
                      </p:stCondLst>
                      <p:childTnLst>
                        <p:par>
                          <p:cTn id="317" fill="hold">
                            <p:stCondLst>
                              <p:cond delay="0"/>
                            </p:stCondLst>
                            <p:childTnLst>
                              <p:par>
                                <p:cTn id="318" presetID="22" presetClass="exit" presetSubtype="1" fill="hold" nodeType="clickEffect">
                                  <p:stCondLst>
                                    <p:cond delay="0"/>
                                  </p:stCondLst>
                                  <p:childTnLst>
                                    <p:animEffect transition="out" filter="wipe(up)">
                                      <p:cBhvr>
                                        <p:cTn id="319" dur="500"/>
                                        <p:tgtEl>
                                          <p:spTgt spid="136"/>
                                        </p:tgtEl>
                                      </p:cBhvr>
                                    </p:animEffect>
                                    <p:set>
                                      <p:cBhvr>
                                        <p:cTn id="320" dur="1" fill="hold">
                                          <p:stCondLst>
                                            <p:cond delay="499"/>
                                          </p:stCondLst>
                                        </p:cTn>
                                        <p:tgtEl>
                                          <p:spTgt spid="136"/>
                                        </p:tgtEl>
                                        <p:attrNameLst>
                                          <p:attrName>style.visibility</p:attrName>
                                        </p:attrNameLst>
                                      </p:cBhvr>
                                      <p:to>
                                        <p:strVal val="hidden"/>
                                      </p:to>
                                    </p:set>
                                  </p:childTnLst>
                                </p:cTn>
                              </p:par>
                            </p:childTnLst>
                          </p:cTn>
                        </p:par>
                        <p:par>
                          <p:cTn id="321" fill="hold">
                            <p:stCondLst>
                              <p:cond delay="500"/>
                            </p:stCondLst>
                            <p:childTnLst>
                              <p:par>
                                <p:cTn id="322" presetID="7" presetClass="emph" presetSubtype="2" fill="hold" nodeType="afterEffect">
                                  <p:stCondLst>
                                    <p:cond delay="0"/>
                                  </p:stCondLst>
                                  <p:childTnLst>
                                    <p:animClr clrSpc="rgb" dir="cw">
                                      <p:cBhvr>
                                        <p:cTn id="323" dur="1500" fill="hold"/>
                                        <p:tgtEl>
                                          <p:spTgt spid="65"/>
                                        </p:tgtEl>
                                        <p:attrNameLst>
                                          <p:attrName>stroke.color</p:attrName>
                                        </p:attrNameLst>
                                      </p:cBhvr>
                                      <p:to>
                                        <a:srgbClr val="00B0F0"/>
                                      </p:to>
                                    </p:animClr>
                                    <p:set>
                                      <p:cBhvr>
                                        <p:cTn id="324" dur="1500" fill="hold"/>
                                        <p:tgtEl>
                                          <p:spTgt spid="65"/>
                                        </p:tgtEl>
                                        <p:attrNameLst>
                                          <p:attrName>stroke.on</p:attrName>
                                        </p:attrNameLst>
                                      </p:cBhvr>
                                      <p:to>
                                        <p:strVal val="true"/>
                                      </p:to>
                                    </p:set>
                                  </p:childTnLst>
                                </p:cTn>
                              </p:par>
                              <p:par>
                                <p:cTn id="325" presetID="42" presetClass="path" presetSubtype="0" accel="50000" decel="50000" fill="hold" grpId="1" nodeType="withEffect">
                                  <p:stCondLst>
                                    <p:cond delay="0"/>
                                  </p:stCondLst>
                                  <p:childTnLst>
                                    <p:animMotion origin="layout" path="M 1.25E-6 -1.48148E-6 L -0.05873 0.06158 " pathEditMode="relative" rAng="0" ptsTypes="AA">
                                      <p:cBhvr>
                                        <p:cTn id="326" dur="1500" fill="hold"/>
                                        <p:tgtEl>
                                          <p:spTgt spid="65"/>
                                        </p:tgtEl>
                                        <p:attrNameLst>
                                          <p:attrName>ppt_x</p:attrName>
                                          <p:attrName>ppt_y</p:attrName>
                                        </p:attrNameLst>
                                      </p:cBhvr>
                                      <p:rCtr x="-2943" y="307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5" grpId="1" animBg="1"/>
      <p:bldP spid="6" grpId="0" animBg="1"/>
      <p:bldP spid="6" grpId="1" animBg="1"/>
      <p:bldP spid="7" grpId="0" animBg="1"/>
      <p:bldP spid="7" grpId="1" animBg="1"/>
      <p:bldP spid="7" grpId="2" animBg="1"/>
      <p:bldP spid="12" grpId="0" animBg="1"/>
      <p:bldP spid="12" grpId="1" animBg="1"/>
      <p:bldP spid="62" grpId="0" animBg="1"/>
      <p:bldP spid="63" grpId="0" animBg="1"/>
      <p:bldP spid="64" grpId="0"/>
      <p:bldP spid="65" grpId="0" animBg="1"/>
      <p:bldP spid="65" grpId="1" animBg="1"/>
      <p:bldP spid="66" grpId="0" animBg="1"/>
      <p:bldP spid="66" grpId="1" animBg="1"/>
      <p:bldP spid="67" grpId="0" animBg="1"/>
      <p:bldP spid="67" grpId="1" animBg="1"/>
      <p:bldP spid="68" grpId="0" animBg="1"/>
      <p:bldP spid="68" grpId="1" animBg="1"/>
      <p:bldP spid="96" grpId="0"/>
      <p:bldP spid="96" grpId="1"/>
      <p:bldP spid="98" grpId="0"/>
      <p:bldP spid="98" grpId="1"/>
      <p:bldP spid="98" grpId="2"/>
      <p:bldP spid="100" grpId="0" animBg="1"/>
      <p:bldP spid="100" grpId="1" animBg="1"/>
      <p:bldP spid="102" grpId="0" animBg="1"/>
      <p:bldP spid="102" grpId="1" animBg="1"/>
      <p:bldP spid="102" grpId="2" animBg="1"/>
      <p:bldP spid="103" grpId="0" animBg="1"/>
      <p:bldP spid="103" grpId="1" animBg="1"/>
      <p:bldP spid="104" grpId="0" animBg="1"/>
      <p:bldP spid="104" grpId="1" animBg="1"/>
      <p:bldP spid="105" grpId="0"/>
      <p:bldP spid="105" grpId="1"/>
      <p:bldP spid="106" grpId="0"/>
      <p:bldP spid="106" grpId="1"/>
      <p:bldP spid="107" grpId="0"/>
      <p:bldP spid="107" grpId="1"/>
      <p:bldP spid="108" grpId="0"/>
      <p:bldP spid="108" grpId="1"/>
      <p:bldP spid="108" grpId="2"/>
      <p:bldP spid="109" grpId="0"/>
      <p:bldP spid="109" grpId="1"/>
      <p:bldP spid="122" grpId="0"/>
      <p:bldP spid="122" grpId="1"/>
      <p:bldP spid="128" grpId="0" animBg="1"/>
      <p:bldP spid="130" grpId="0"/>
      <p:bldP spid="132" grpId="0"/>
      <p:bldP spid="138" grpId="0" animBg="1"/>
      <p:bldP spid="139" grpId="0" animBg="1"/>
      <p:bldP spid="101" grpId="0" animBg="1"/>
      <p:bldP spid="101" grpId="1" animBg="1"/>
      <p:bldP spid="140" grpId="0" animBg="1"/>
      <p:bldP spid="141" grpId="0" animBg="1"/>
      <p:bldP spid="99" grpId="0"/>
      <p:bldP spid="99" grpId="1"/>
      <p:bldP spid="99" grpId="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2163EB9-E3AC-3A82-F0A8-67F73B578737}"/>
              </a:ext>
            </a:extLst>
          </p:cNvPr>
          <p:cNvSpPr>
            <a:spLocks noGrp="1"/>
          </p:cNvSpPr>
          <p:nvPr>
            <p:ph type="sldNum" sz="quarter" idx="12"/>
          </p:nvPr>
        </p:nvSpPr>
        <p:spPr/>
        <p:txBody>
          <a:bodyPr/>
          <a:lstStyle/>
          <a:p>
            <a:fld id="{D7C0FE0B-717B-41AE-9FA2-CA4BF851D1C3}" type="slidenum">
              <a:rPr lang="zh-CN" altLang="en-US" smtClean="0"/>
              <a:t>22</a:t>
            </a:fld>
            <a:endParaRPr lang="zh-CN" altLang="en-US"/>
          </a:p>
        </p:txBody>
      </p:sp>
      <p:sp>
        <p:nvSpPr>
          <p:cNvPr id="4" name="文本框 3">
            <a:extLst>
              <a:ext uri="{FF2B5EF4-FFF2-40B4-BE49-F238E27FC236}">
                <a16:creationId xmlns:a16="http://schemas.microsoft.com/office/drawing/2014/main" id="{F6BA9D90-EB0C-1664-197B-D6C36808ABB2}"/>
              </a:ext>
            </a:extLst>
          </p:cNvPr>
          <p:cNvSpPr txBox="1"/>
          <p:nvPr/>
        </p:nvSpPr>
        <p:spPr>
          <a:xfrm>
            <a:off x="409417" y="732656"/>
            <a:ext cx="11373166" cy="5988819"/>
          </a:xfrm>
          <a:prstGeom prst="rect">
            <a:avLst/>
          </a:prstGeom>
          <a:noFill/>
        </p:spPr>
        <p:txBody>
          <a:bodyPr wrap="square">
            <a:spAutoFit/>
          </a:bodyPr>
          <a:lstStyle/>
          <a:p>
            <a:pPr>
              <a:spcBef>
                <a:spcPts val="600"/>
              </a:spcBef>
              <a:buNone/>
            </a:pP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AvlTree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AvlInsert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AvlTree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en-US" sz="1800" b="1" kern="0" dirty="0">
                <a:solidFill>
                  <a:schemeClr val="accent6">
                    <a:lumMod val="75000"/>
                  </a:schemeClr>
                </a:solidFill>
                <a:effectLst/>
                <a:latin typeface="+mj-ea"/>
                <a:ea typeface="+mj-ea"/>
                <a:cs typeface="Times New Roman" panose="02020603050405020304" pitchFamily="18" charset="0"/>
              </a:rPr>
              <a:t>算法</a:t>
            </a:r>
            <a:r>
              <a:rPr lang="en-US" altLang="zh-CN" sz="1800" b="1" kern="0" dirty="0">
                <a:solidFill>
                  <a:schemeClr val="accent6">
                    <a:lumMod val="75000"/>
                  </a:schemeClr>
                </a:solidFill>
                <a:effectLst/>
                <a:latin typeface="+mj-ea"/>
                <a:ea typeface="+mj-ea"/>
                <a:cs typeface="Times New Roman" panose="02020603050405020304" pitchFamily="18" charset="0"/>
              </a:rPr>
              <a:t>9.11</a:t>
            </a:r>
            <a:endParaRPr lang="zh-CN" altLang="zh-CN" sz="2800" b="1" kern="100" dirty="0">
              <a:solidFill>
                <a:schemeClr val="accent6">
                  <a:lumMod val="75000"/>
                </a:schemeClr>
              </a:solidFill>
              <a:effectLst/>
              <a:latin typeface="+mj-ea"/>
              <a:ea typeface="+mj-ea"/>
              <a:cs typeface="Times New Roman" panose="02020603050405020304" pitchFamily="18" charset="0"/>
            </a:endParaRP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 NULL)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空，则构建并返回一棵单节点树</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若是递归到底，则返回新节点接为叶子</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endPar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 = (</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err="1">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分配结点</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T-&gt;key = key;   T-&gt;h = 1;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 NULL;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高度为</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endPar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nSpc>
                <a:spcPts val="1600"/>
              </a:lnSpc>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(key &lt; T-&gt;key)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key</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小于</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0" dirty="0" err="1">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AvlInsert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则向左递归，插入到左子树后返回其根指针</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-&gt;h -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-&gt;h == 2)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递归插入返回后，若高差等于</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2</a:t>
            </a:r>
            <a:endPar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(key &lt;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-&gt;key)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且若</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key</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小于左孩子（插入在左孩的左子树）</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 </a:t>
            </a:r>
            <a:r>
              <a:rPr lang="en-US" altLang="zh-CN" b="1" kern="0" dirty="0" err="1">
                <a:solidFill>
                  <a:srgbClr val="C00000"/>
                </a:solidFill>
                <a:latin typeface="Courier New" panose="02070309020205020404" pitchFamily="49" charset="0"/>
                <a:ea typeface="宋体" panose="02010600030101010101" pitchFamily="2" charset="-122"/>
                <a:cs typeface="Times New Roman" panose="02020603050405020304" pitchFamily="18" charset="0"/>
              </a:rPr>
              <a:t>R_Rotate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a:t>
            </a:r>
            <a:r>
              <a:rPr lang="zh-CN" altLang="en-US"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属</a:t>
            </a:r>
            <a:r>
              <a:rPr lang="en-US" altLang="zh-CN" b="1" kern="0" dirty="0">
                <a:solidFill>
                  <a:srgbClr val="0070C0"/>
                </a:solidFill>
                <a:latin typeface="Courier New" panose="02070309020205020404" pitchFamily="49" charset="0"/>
                <a:ea typeface="宋体" panose="02010600030101010101" pitchFamily="2" charset="-122"/>
                <a:cs typeface="Times New Roman" panose="02020603050405020304" pitchFamily="18" charset="0"/>
              </a:rPr>
              <a:t>LL</a:t>
            </a:r>
            <a:r>
              <a:rPr lang="zh-CN" altLang="en-US" b="1" kern="0" dirty="0">
                <a:solidFill>
                  <a:srgbClr val="0070C0"/>
                </a:solidFill>
                <a:latin typeface="Courier New" panose="02070309020205020404" pitchFamily="49" charset="0"/>
                <a:ea typeface="宋体" panose="02010600030101010101" pitchFamily="2" charset="-122"/>
                <a:cs typeface="Times New Roman" panose="02020603050405020304" pitchFamily="18" charset="0"/>
              </a:rPr>
              <a:t>型</a:t>
            </a:r>
            <a:r>
              <a:rPr lang="zh-CN" altLang="en-US" b="1"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kern="0" dirty="0">
                <a:solidFill>
                  <a:schemeClr val="accent6">
                    <a:lumMod val="75000"/>
                  </a:schemeClr>
                </a:solidFill>
                <a:latin typeface="Courier New" panose="02070309020205020404" pitchFamily="49" charset="0"/>
                <a:cs typeface="Times New Roman" panose="02020603050405020304" pitchFamily="18" charset="0"/>
              </a:rPr>
              <a:t>作</a:t>
            </a:r>
            <a:r>
              <a:rPr lang="zh-CN" altLang="zh-CN" b="1" kern="0"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右旋</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else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 </a:t>
            </a:r>
            <a:r>
              <a:rPr lang="en-US" altLang="zh-CN" sz="1800" b="1" kern="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L_R_Rotate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否则</a:t>
            </a:r>
            <a:r>
              <a:rPr lang="zh-CN" altLang="en-US"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属</a:t>
            </a:r>
            <a:r>
              <a:rPr lang="en-US" altLang="zh-CN" b="1" kern="0" dirty="0">
                <a:solidFill>
                  <a:schemeClr val="accent6">
                    <a:lumMod val="75000"/>
                  </a:schemeClr>
                </a:solidFill>
                <a:latin typeface="Courier New" panose="02070309020205020404" pitchFamily="49" charset="0"/>
                <a:cs typeface="Times New Roman" panose="02020603050405020304" pitchFamily="18" charset="0"/>
              </a:rPr>
              <a:t>LR</a:t>
            </a:r>
            <a:r>
              <a:rPr lang="zh-CN" altLang="en-US" b="1" kern="0" dirty="0">
                <a:solidFill>
                  <a:schemeClr val="accent6">
                    <a:lumMod val="75000"/>
                  </a:schemeClr>
                </a:solidFill>
                <a:latin typeface="Courier New" panose="02070309020205020404" pitchFamily="49" charset="0"/>
                <a:cs typeface="Times New Roman" panose="02020603050405020304" pitchFamily="18" charset="0"/>
              </a:rPr>
              <a:t>型</a:t>
            </a:r>
            <a:r>
              <a:rPr lang="zh-CN" altLang="en-US" kern="0" dirty="0">
                <a:solidFill>
                  <a:schemeClr val="accent6">
                    <a:lumMod val="75000"/>
                  </a:schemeClr>
                </a:solidFill>
                <a:latin typeface="Courier New" panose="02070309020205020404" pitchFamily="49" charset="0"/>
                <a:cs typeface="Times New Roman" panose="02020603050405020304" pitchFamily="18" charset="0"/>
              </a:rPr>
              <a: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对</a:t>
            </a:r>
            <a:r>
              <a:rPr lang="zh-CN" altLang="zh-CN" b="1" kern="0"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左子树双旋</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再平衡处理</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 else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(key &gt; T-&gt;key)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key</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大于</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0" dirty="0" err="1">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AvlInsert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则操作代码与“小于”情形左右对称</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-&gt;h -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-&gt;h == 2)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递归插入返回后，若高差等于</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2</a:t>
            </a:r>
            <a:endPar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(key &gt; T-&gt;</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-&gt;key)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大于</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 </a:t>
            </a:r>
            <a:r>
              <a:rPr lang="en-US" altLang="zh-CN" b="1" kern="0" dirty="0" err="1">
                <a:solidFill>
                  <a:srgbClr val="C00000"/>
                </a:solidFill>
                <a:latin typeface="Courier New" panose="02070309020205020404" pitchFamily="49" charset="0"/>
                <a:ea typeface="宋体" panose="02010600030101010101" pitchFamily="2" charset="-122"/>
                <a:cs typeface="Times New Roman" panose="02020603050405020304" pitchFamily="18" charset="0"/>
              </a:rPr>
              <a:t>L_Rotate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en-US"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属</a:t>
            </a:r>
            <a:r>
              <a:rPr lang="en-US" altLang="zh-CN" b="1" kern="0" dirty="0">
                <a:solidFill>
                  <a:srgbClr val="0070C0"/>
                </a:solidFill>
                <a:latin typeface="Courier New" panose="02070309020205020404" pitchFamily="49" charset="0"/>
                <a:ea typeface="宋体" panose="02010600030101010101" pitchFamily="2" charset="-122"/>
                <a:cs typeface="Times New Roman" panose="02020603050405020304" pitchFamily="18" charset="0"/>
              </a:rPr>
              <a:t>RR</a:t>
            </a:r>
            <a:r>
              <a:rPr lang="zh-CN" altLang="en-US" b="1" kern="0" dirty="0">
                <a:solidFill>
                  <a:srgbClr val="0070C0"/>
                </a:solidFill>
                <a:latin typeface="Courier New" panose="02070309020205020404" pitchFamily="49" charset="0"/>
                <a:ea typeface="宋体" panose="02010600030101010101" pitchFamily="2" charset="-122"/>
                <a:cs typeface="Times New Roman" panose="02020603050405020304" pitchFamily="18" charset="0"/>
              </a:rPr>
              <a:t>型</a:t>
            </a:r>
            <a:r>
              <a:rPr lang="zh-CN" altLang="en-US"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0"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左旋</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else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 </a:t>
            </a:r>
            <a:r>
              <a:rPr lang="en-US" altLang="zh-CN" b="1" kern="0" dirty="0" err="1">
                <a:solidFill>
                  <a:srgbClr val="C00000"/>
                </a:solidFill>
                <a:latin typeface="Courier New" panose="02070309020205020404" pitchFamily="49" charset="0"/>
                <a:ea typeface="宋体" panose="02010600030101010101" pitchFamily="2" charset="-122"/>
                <a:cs typeface="Times New Roman" panose="02020603050405020304" pitchFamily="18" charset="0"/>
              </a:rPr>
              <a:t>R_L_Rotate</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en-US" b="1" kern="0" dirty="0">
                <a:solidFill>
                  <a:srgbClr val="0070C0"/>
                </a:solidFill>
                <a:latin typeface="Courier New" panose="02070309020205020404" pitchFamily="49" charset="0"/>
                <a:cs typeface="Times New Roman" panose="02020603050405020304" pitchFamily="18" charset="0"/>
              </a:rPr>
              <a:t>属</a:t>
            </a:r>
            <a:r>
              <a:rPr lang="en-US" altLang="zh-CN" b="1" kern="0" dirty="0" err="1">
                <a:solidFill>
                  <a:srgbClr val="0070C0"/>
                </a:solidFill>
                <a:latin typeface="Courier New" panose="02070309020205020404" pitchFamily="49" charset="0"/>
                <a:cs typeface="Times New Roman" panose="02020603050405020304" pitchFamily="18" charset="0"/>
              </a:rPr>
              <a:t>RL</a:t>
            </a:r>
            <a:r>
              <a:rPr lang="zh-CN" altLang="en-US" b="1" kern="0" dirty="0">
                <a:solidFill>
                  <a:srgbClr val="0070C0"/>
                </a:solidFill>
                <a:latin typeface="Courier New" panose="02070309020205020404" pitchFamily="49" charset="0"/>
                <a:cs typeface="Times New Roman" panose="02020603050405020304" pitchFamily="18" charset="0"/>
              </a:rPr>
              <a:t>型，</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对</a:t>
            </a:r>
            <a:r>
              <a:rPr lang="zh-CN" altLang="zh-CN" b="1" kern="0"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右子树双旋</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再平衡处理</a:t>
            </a:r>
          </a:p>
          <a:p>
            <a:pPr>
              <a:lnSpc>
                <a:spcPts val="1600"/>
              </a:lnSpc>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否则，</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key</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已在树中，不重复插入 </a:t>
            </a: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effectLst/>
                <a:latin typeface="Courier New" panose="02070309020205020404" pitchFamily="49" charset="0"/>
                <a:ea typeface="宋体" panose="02010600030101010101" pitchFamily="2" charset="-122"/>
                <a:cs typeface="Times New Roman" panose="02020603050405020304" pitchFamily="18" charset="0"/>
              </a:rPr>
              <a:t>updateHeight</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en-US"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更新高度</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（树根</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可能被改变了）</a:t>
            </a:r>
          </a:p>
          <a:p>
            <a:pPr>
              <a:lnSpc>
                <a:spcPts val="1600"/>
              </a:lnSpc>
              <a:buNone/>
            </a:pPr>
            <a:r>
              <a:rPr lang="en-US" altLang="zh-CN" sz="1800" b="1" kern="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7990A60F-568A-3092-F919-D4FC3080A7D5}"/>
              </a:ext>
            </a:extLst>
          </p:cNvPr>
          <p:cNvSpPr txBox="1"/>
          <p:nvPr/>
        </p:nvSpPr>
        <p:spPr>
          <a:xfrm>
            <a:off x="1293186" y="264558"/>
            <a:ext cx="3863606" cy="461665"/>
          </a:xfrm>
          <a:prstGeom prst="rect">
            <a:avLst/>
          </a:prstGeom>
          <a:noFill/>
        </p:spPr>
        <p:txBody>
          <a:bodyPr wrap="square">
            <a:spAutoFit/>
          </a:bodyPr>
          <a:lstStyle/>
          <a:p>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9.11</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实现</a:t>
            </a:r>
            <a:r>
              <a:rPr lang="en-US" altLang="zh-CN" sz="2400" b="1" dirty="0" err="1">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AVL</a:t>
            </a:r>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树的</a:t>
            </a:r>
            <a:r>
              <a:rPr lang="zh-CN" altLang="zh-CN" sz="2400" b="1"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插入</a:t>
            </a:r>
            <a:endParaRPr lang="zh-CN" altLang="en-US" sz="2400" b="1" dirty="0">
              <a:solidFill>
                <a:srgbClr val="C00000"/>
              </a:solidFill>
              <a:effectLst>
                <a:outerShdw blurRad="38100" dist="38100" dir="2700000" algn="tl">
                  <a:srgbClr val="000000">
                    <a:alpha val="43137"/>
                  </a:srgbClr>
                </a:outerShdw>
              </a:effectLst>
            </a:endParaRPr>
          </a:p>
        </p:txBody>
      </p:sp>
      <p:sp>
        <p:nvSpPr>
          <p:cNvPr id="7" name="文本框 6">
            <a:extLst>
              <a:ext uri="{FF2B5EF4-FFF2-40B4-BE49-F238E27FC236}">
                <a16:creationId xmlns:a16="http://schemas.microsoft.com/office/drawing/2014/main" id="{BDF162AB-F592-21D8-176D-C20A43B7F481}"/>
              </a:ext>
            </a:extLst>
          </p:cNvPr>
          <p:cNvSpPr txBox="1"/>
          <p:nvPr/>
        </p:nvSpPr>
        <p:spPr>
          <a:xfrm>
            <a:off x="5816009" y="264558"/>
            <a:ext cx="2839239" cy="369332"/>
          </a:xfrm>
          <a:prstGeom prst="rect">
            <a:avLst/>
          </a:prstGeom>
          <a:solidFill>
            <a:schemeClr val="accent2">
              <a:lumMod val="20000"/>
              <a:lumOff val="80000"/>
            </a:schemeClr>
          </a:solidFill>
        </p:spPr>
        <p:txBody>
          <a:bodyPr wrap="none" rtlCol="0">
            <a:spAutoFit/>
          </a:bodyPr>
          <a:lstStyle/>
          <a:p>
            <a:r>
              <a:rPr lang="zh-CN" altLang="en-US" dirty="0">
                <a:solidFill>
                  <a:srgbClr val="0070C0"/>
                </a:solidFill>
                <a:effectLst>
                  <a:outerShdw blurRad="38100" dist="38100" dir="2700000" algn="tl">
                    <a:srgbClr val="000000">
                      <a:alpha val="43137"/>
                    </a:srgbClr>
                  </a:outerShdw>
                </a:effectLst>
                <a:latin typeface="+mj-ea"/>
                <a:ea typeface="+mj-ea"/>
              </a:rPr>
              <a:t>二叉排序树插入 </a:t>
            </a:r>
            <a:r>
              <a:rPr lang="en-US" altLang="zh-CN" dirty="0">
                <a:latin typeface="+mj-ea"/>
                <a:ea typeface="+mj-ea"/>
              </a:rPr>
              <a:t>+ </a:t>
            </a:r>
            <a:r>
              <a:rPr lang="zh-CN" altLang="en-US" dirty="0">
                <a:solidFill>
                  <a:srgbClr val="C00000"/>
                </a:solidFill>
                <a:effectLst>
                  <a:outerShdw blurRad="38100" dist="38100" dir="2700000" algn="tl">
                    <a:srgbClr val="000000">
                      <a:alpha val="43137"/>
                    </a:srgbClr>
                  </a:outerShdw>
                </a:effectLst>
                <a:latin typeface="+mj-ea"/>
                <a:ea typeface="+mj-ea"/>
              </a:rPr>
              <a:t>再平衡</a:t>
            </a:r>
          </a:p>
        </p:txBody>
      </p:sp>
    </p:spTree>
    <p:extLst>
      <p:ext uri="{BB962C8B-B14F-4D97-AF65-F5344CB8AC3E}">
        <p14:creationId xmlns:p14="http://schemas.microsoft.com/office/powerpoint/2010/main" val="163458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35E1C5D-D9A2-BE8F-C8D3-E7DC2A8453FC}"/>
              </a:ext>
            </a:extLst>
          </p:cNvPr>
          <p:cNvSpPr>
            <a:spLocks noGrp="1"/>
          </p:cNvSpPr>
          <p:nvPr>
            <p:ph type="sldNum" sz="quarter" idx="12"/>
          </p:nvPr>
        </p:nvSpPr>
        <p:spPr/>
        <p:txBody>
          <a:bodyPr/>
          <a:lstStyle/>
          <a:p>
            <a:fld id="{D7C0FE0B-717B-41AE-9FA2-CA4BF851D1C3}" type="slidenum">
              <a:rPr lang="zh-CN" altLang="en-US" smtClean="0"/>
              <a:t>23</a:t>
            </a:fld>
            <a:endParaRPr lang="zh-CN" altLang="en-US"/>
          </a:p>
        </p:txBody>
      </p:sp>
      <p:sp>
        <p:nvSpPr>
          <p:cNvPr id="4" name="文本框 3">
            <a:extLst>
              <a:ext uri="{FF2B5EF4-FFF2-40B4-BE49-F238E27FC236}">
                <a16:creationId xmlns:a16="http://schemas.microsoft.com/office/drawing/2014/main" id="{21E89504-A0DE-D951-6B7D-BAFC615A361A}"/>
              </a:ext>
            </a:extLst>
          </p:cNvPr>
          <p:cNvSpPr txBox="1"/>
          <p:nvPr/>
        </p:nvSpPr>
        <p:spPr>
          <a:xfrm>
            <a:off x="990157" y="219812"/>
            <a:ext cx="3560578" cy="461665"/>
          </a:xfrm>
          <a:prstGeom prst="rect">
            <a:avLst/>
          </a:prstGeom>
          <a:noFill/>
        </p:spPr>
        <p:txBody>
          <a:bodyPr wrap="square">
            <a:spAutoFit/>
          </a:bodyPr>
          <a:lstStyle/>
          <a:p>
            <a:pPr marR="57785" indent="267970" algn="just" eaLnBrk="1">
              <a:buNone/>
            </a:pPr>
            <a:r>
              <a:rPr lang="en-US" altLang="zh-CN" sz="2400" b="1" dirty="0">
                <a:solidFill>
                  <a:srgbClr val="C00000"/>
                </a:solidFill>
                <a:effectLst>
                  <a:outerShdw blurRad="38100" dist="38100" dir="2700000" algn="tl">
                    <a:srgbClr val="000000">
                      <a:alpha val="43137"/>
                    </a:srgbClr>
                  </a:outerShdw>
                </a:effectLst>
                <a:latin typeface="楷体" panose="02010609060101010101" pitchFamily="49" charset="-122"/>
                <a:ea typeface="宋体" panose="02010600030101010101" pitchFamily="2" charset="-122"/>
                <a:cs typeface="Times New Roman" panose="02020603050405020304" pitchFamily="18" charset="0"/>
              </a:rPr>
              <a:t>3. </a:t>
            </a:r>
            <a:r>
              <a:rPr lang="zh-CN" altLang="zh-CN" sz="24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平衡二叉树的删除</a:t>
            </a:r>
            <a:endParaRPr lang="zh-CN" altLang="zh-CN" sz="240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3F368A23-86E3-84E8-B664-E8D6566BC08E}"/>
              </a:ext>
            </a:extLst>
          </p:cNvPr>
          <p:cNvSpPr txBox="1"/>
          <p:nvPr/>
        </p:nvSpPr>
        <p:spPr>
          <a:xfrm>
            <a:off x="332014" y="1359975"/>
            <a:ext cx="11527971" cy="5355312"/>
          </a:xfrm>
          <a:prstGeom prst="rect">
            <a:avLst/>
          </a:prstGeom>
          <a:noFill/>
        </p:spPr>
        <p:txBody>
          <a:bodyPr wrap="square">
            <a:spAutoFit/>
          </a:bodyPr>
          <a:lstStyle/>
          <a:p>
            <a:pPr>
              <a:buNone/>
            </a:pP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AvlTree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err="1">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AvlDelete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en-US"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算法</a:t>
            </a:r>
            <a:r>
              <a:rPr lang="en-US" altLang="zh-CN"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9.12</a:t>
            </a:r>
            <a:r>
              <a:rPr lang="zh-CN" altLang="en-US"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AVL</a:t>
            </a:r>
            <a:r>
              <a:rPr lang="zh-CN" altLang="zh-CN" sz="1800"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树删除操作</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NULL;</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(key &lt; T-&gt;key)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1.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标准</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BST</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删除过程</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b="1" kern="0" dirty="0" err="1">
                <a:solidFill>
                  <a:srgbClr val="0070C0"/>
                </a:solidFill>
                <a:latin typeface="Courier New" panose="02070309020205020404" pitchFamily="49" charset="0"/>
                <a:ea typeface="宋体" panose="02010600030101010101" pitchFamily="2" charset="-122"/>
                <a:cs typeface="Times New Roman" panose="02020603050405020304" pitchFamily="18" charset="0"/>
              </a:rPr>
              <a:t>AvlDelete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key);</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else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(key &gt; T-&gt;key)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b="1" kern="0" dirty="0" err="1">
                <a:solidFill>
                  <a:srgbClr val="0070C0"/>
                </a:solidFill>
                <a:latin typeface="Courier New" panose="02070309020205020404" pitchFamily="49" charset="0"/>
                <a:ea typeface="宋体" panose="02010600030101010101" pitchFamily="2" charset="-122"/>
                <a:cs typeface="Times New Roman" panose="02020603050405020304" pitchFamily="18" charset="0"/>
              </a:rPr>
              <a:t>AvlDelete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key);</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else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找到了要删除的节点</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若是叶子或有单孩，则</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*temp = 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取该孩指针（叶则</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NULL</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free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temp;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回收节点，返回孩子指针</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else {</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否则有双孩</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succ</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0" dirty="0" err="1">
                <a:solidFill>
                  <a:srgbClr val="00B0F0"/>
                </a:solidFill>
                <a:effectLst/>
                <a:latin typeface="Courier New" panose="02070309020205020404" pitchFamily="49" charset="0"/>
                <a:ea typeface="宋体" panose="02010600030101010101" pitchFamily="2" charset="-122"/>
                <a:cs typeface="Times New Roman" panose="02020603050405020304" pitchFamily="18" charset="0"/>
              </a:rPr>
              <a:t>findSuccessor</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求其后继节点</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T-&gt;key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succ</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-&gt;key;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用后继关键字顶替</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b="1" kern="0" dirty="0" err="1">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AvlDelete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succ</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-&gt;key);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递归删除后继节点</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updateHeight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2.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更新高度</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Balance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3.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维护平衡并返回根指针</a:t>
            </a:r>
          </a:p>
          <a:p>
            <a:pPr>
              <a:buNone/>
            </a:pP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447DEEE-053E-DDB5-BF8D-9BCED8BEE59A}"/>
              </a:ext>
            </a:extLst>
          </p:cNvPr>
          <p:cNvSpPr txBox="1"/>
          <p:nvPr/>
        </p:nvSpPr>
        <p:spPr>
          <a:xfrm>
            <a:off x="277997" y="820671"/>
            <a:ext cx="8999131"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2000" dirty="0">
                <a:solidFill>
                  <a:srgbClr val="000000"/>
                </a:solidFill>
                <a:effectLst/>
                <a:latin typeface="+mn-ea"/>
                <a:cs typeface="Times New Roman" panose="02020603050405020304" pitchFamily="18" charset="0"/>
              </a:rPr>
              <a:t>和插入类似，</a:t>
            </a:r>
            <a:r>
              <a:rPr lang="en-US" altLang="zh-CN" sz="2000" dirty="0" err="1">
                <a:solidFill>
                  <a:srgbClr val="000000"/>
                </a:solidFill>
                <a:effectLst/>
                <a:latin typeface="+mn-ea"/>
              </a:rPr>
              <a:t>AVL</a:t>
            </a:r>
            <a:r>
              <a:rPr lang="zh-CN" altLang="zh-CN" sz="2000" dirty="0">
                <a:solidFill>
                  <a:srgbClr val="000000"/>
                </a:solidFill>
                <a:effectLst/>
                <a:latin typeface="+mn-ea"/>
                <a:cs typeface="Times New Roman" panose="02020603050405020304" pitchFamily="18" charset="0"/>
              </a:rPr>
              <a:t>树的删除也是以二叉排序树的递归删除为基础，确保有序性。</a:t>
            </a:r>
            <a:endParaRPr lang="zh-CN" altLang="en-US" sz="2000" dirty="0">
              <a:latin typeface="+mn-ea"/>
            </a:endParaRPr>
          </a:p>
        </p:txBody>
      </p:sp>
    </p:spTree>
    <p:extLst>
      <p:ext uri="{BB962C8B-B14F-4D97-AF65-F5344CB8AC3E}">
        <p14:creationId xmlns:p14="http://schemas.microsoft.com/office/powerpoint/2010/main" val="1532093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C391A1-EF2B-D2F1-7F7A-AB3BDE575B28}"/>
              </a:ext>
            </a:extLst>
          </p:cNvPr>
          <p:cNvSpPr>
            <a:spLocks noGrp="1"/>
          </p:cNvSpPr>
          <p:nvPr>
            <p:ph type="sldNum" sz="quarter" idx="12"/>
          </p:nvPr>
        </p:nvSpPr>
        <p:spPr/>
        <p:txBody>
          <a:bodyPr/>
          <a:lstStyle/>
          <a:p>
            <a:fld id="{D7C0FE0B-717B-41AE-9FA2-CA4BF851D1C3}" type="slidenum">
              <a:rPr lang="zh-CN" altLang="en-US" smtClean="0"/>
              <a:t>24</a:t>
            </a:fld>
            <a:endParaRPr lang="zh-CN" altLang="en-US"/>
          </a:p>
        </p:txBody>
      </p:sp>
      <p:sp>
        <p:nvSpPr>
          <p:cNvPr id="3" name="文本框 2">
            <a:extLst>
              <a:ext uri="{FF2B5EF4-FFF2-40B4-BE49-F238E27FC236}">
                <a16:creationId xmlns:a16="http://schemas.microsoft.com/office/drawing/2014/main" id="{628E439A-1877-AA15-6963-6B631023F55A}"/>
              </a:ext>
            </a:extLst>
          </p:cNvPr>
          <p:cNvSpPr txBox="1"/>
          <p:nvPr/>
        </p:nvSpPr>
        <p:spPr>
          <a:xfrm>
            <a:off x="990157" y="219812"/>
            <a:ext cx="4363336" cy="461665"/>
          </a:xfrm>
          <a:prstGeom prst="rect">
            <a:avLst/>
          </a:prstGeom>
          <a:noFill/>
        </p:spPr>
        <p:txBody>
          <a:bodyPr wrap="square">
            <a:spAutoFit/>
          </a:bodyPr>
          <a:lstStyle/>
          <a:p>
            <a:pPr marR="57785" indent="267970" algn="just" eaLnBrk="1">
              <a:buNone/>
            </a:pPr>
            <a:r>
              <a:rPr lang="en-US" altLang="zh-CN" sz="2400" b="1" dirty="0">
                <a:solidFill>
                  <a:srgbClr val="C00000"/>
                </a:solidFill>
                <a:effectLst>
                  <a:outerShdw blurRad="38100" dist="38100" dir="2700000" algn="tl">
                    <a:srgbClr val="000000">
                      <a:alpha val="43137"/>
                    </a:srgbClr>
                  </a:outerShdw>
                </a:effectLst>
                <a:latin typeface="楷体" panose="02010609060101010101" pitchFamily="49" charset="-122"/>
                <a:ea typeface="宋体" panose="02010600030101010101" pitchFamily="2" charset="-122"/>
                <a:cs typeface="Times New Roman" panose="02020603050405020304" pitchFamily="18" charset="0"/>
              </a:rPr>
              <a:t>3. </a:t>
            </a:r>
            <a:r>
              <a:rPr lang="zh-CN" altLang="zh-CN" sz="24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平衡二叉树的删除</a:t>
            </a:r>
            <a:r>
              <a:rPr lang="zh-CN" altLang="en-US" sz="2400" b="1" dirty="0">
                <a:solidFill>
                  <a:srgbClr val="C00000"/>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Times New Roman" panose="02020603050405020304" pitchFamily="18" charset="0"/>
              </a:rPr>
              <a:t>（续）</a:t>
            </a:r>
            <a:endParaRPr lang="zh-CN" altLang="zh-CN" sz="240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a:extLst>
              <a:ext uri="{FF2B5EF4-FFF2-40B4-BE49-F238E27FC236}">
                <a16:creationId xmlns:a16="http://schemas.microsoft.com/office/drawing/2014/main" id="{83502DAB-8B15-2A08-5247-9899189B0F08}"/>
              </a:ext>
            </a:extLst>
          </p:cNvPr>
          <p:cNvSpPr txBox="1"/>
          <p:nvPr/>
        </p:nvSpPr>
        <p:spPr>
          <a:xfrm>
            <a:off x="407577" y="1539923"/>
            <a:ext cx="11261651" cy="4678204"/>
          </a:xfrm>
          <a:prstGeom prst="rect">
            <a:avLst/>
          </a:prstGeom>
          <a:noFill/>
        </p:spPr>
        <p:txBody>
          <a:bodyPr wrap="square">
            <a:spAutoFit/>
          </a:bodyPr>
          <a:lstStyle/>
          <a:p>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getBalanceFactor</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*node)  </a:t>
            </a:r>
            <a:r>
              <a:rPr lang="en-US" altLang="zh-CN" sz="1800" kern="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dirty="0">
                <a:solidFill>
                  <a:schemeClr val="accent6">
                    <a:lumMod val="75000"/>
                  </a:schemeClr>
                </a:solidFill>
                <a:latin typeface="Times New Roman" panose="02020603050405020304" pitchFamily="18" charset="0"/>
                <a:ea typeface="黑体" panose="02010609060101010101" pitchFamily="49" charset="-122"/>
                <a:cs typeface="Times New Roman" panose="02020603050405020304" pitchFamily="18" charset="0"/>
              </a:rPr>
              <a:t>算法</a:t>
            </a:r>
            <a:r>
              <a:rPr lang="en-US" altLang="zh-CN" dirty="0">
                <a:solidFill>
                  <a:schemeClr val="accent6">
                    <a:lumMod val="75000"/>
                  </a:schemeClr>
                </a:solidFill>
                <a:latin typeface="Times New Roman" panose="02020603050405020304" pitchFamily="18" charset="0"/>
                <a:ea typeface="黑体" panose="02010609060101010101" pitchFamily="49" charset="-122"/>
                <a:cs typeface="宋体" panose="02010600030101010101" pitchFamily="2" charset="-122"/>
              </a:rPr>
              <a:t>  9.13</a:t>
            </a:r>
            <a:r>
              <a:rPr lang="zh-CN" altLang="en-US" dirty="0">
                <a:solidFill>
                  <a:schemeClr val="accent6">
                    <a:lumMod val="75000"/>
                  </a:schemeClr>
                </a:solidFill>
                <a:latin typeface="Times New Roman" panose="02020603050405020304" pitchFamily="18" charset="0"/>
                <a:ea typeface="黑体" panose="02010609060101010101" pitchFamily="49" charset="-122"/>
                <a:cs typeface="宋体" panose="02010600030101010101" pitchFamily="2" charset="-122"/>
              </a:rPr>
              <a:t>，</a:t>
            </a:r>
            <a:r>
              <a:rPr lang="zh-CN" altLang="zh-CN" sz="1800" kern="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由左右子树高度值计算节点的平衡因子</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getHeight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getHeight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spcBef>
                <a:spcPts val="1200"/>
              </a:spcBef>
              <a:buNone/>
            </a:pP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70C0"/>
                </a:solidFill>
                <a:effectLst/>
                <a:latin typeface="Courier New" panose="02070309020205020404" pitchFamily="49" charset="0"/>
                <a:ea typeface="宋体" panose="02010600030101010101" pitchFamily="2" charset="-122"/>
                <a:cs typeface="Times New Roman" panose="02020603050405020304" pitchFamily="18" charset="0"/>
              </a:rPr>
              <a:t>balance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AvlNode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*node)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删除节点后的维护平衡（用高度差评判平衡性）</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bf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getBalanceFactor</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求节点的平衡因子</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(bf &gt; 1)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若左子树失衡，则按失衡类型作相应</a:t>
            </a:r>
            <a:r>
              <a:rPr lang="zh-CN" altLang="zh-CN" b="1" kern="0"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单旋</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或者</a:t>
            </a:r>
            <a:r>
              <a:rPr lang="zh-CN" altLang="zh-CN" b="1" kern="0"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双旋</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处理</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getBalanceFactor</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&gt;= 0)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若左孩的左子树更高</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L_R_Rotate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else</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L_R_Rotate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(bf &lt; -1)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若右子树失衡，则按失衡类型作相应单旋或者双旋处理</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getBalanceFactor</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&lt;= 0)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若右孩的右子树更高</a:t>
            </a: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R_L_Rotate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else</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(node-&gt;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lchild</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R_L_Rotate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 : </a:t>
            </a:r>
            <a:r>
              <a:rPr lang="en-US" altLang="zh-CN" sz="1800" kern="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R_Rotate</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(node);</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a:buNone/>
            </a:pP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node;                          </a:t>
            </a:r>
            <a:r>
              <a:rPr lang="en-US"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返回结点指针（可能改变）</a:t>
            </a:r>
          </a:p>
          <a:p>
            <a:pPr>
              <a:buNone/>
            </a:pPr>
            <a:r>
              <a:rPr lang="en-US" altLang="zh-CN" sz="1800" b="1" kern="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81753929-2C70-1370-CE4A-F7328BAA1E17}"/>
              </a:ext>
            </a:extLst>
          </p:cNvPr>
          <p:cNvSpPr txBox="1"/>
          <p:nvPr/>
        </p:nvSpPr>
        <p:spPr>
          <a:xfrm>
            <a:off x="407577" y="932814"/>
            <a:ext cx="6095114" cy="400110"/>
          </a:xfrm>
          <a:prstGeom prst="rect">
            <a:avLst/>
          </a:prstGeom>
          <a:noFill/>
        </p:spPr>
        <p:txBody>
          <a:bodyPr wrap="square">
            <a:spAutoFit/>
          </a:bodyPr>
          <a:lstStyle/>
          <a:p>
            <a:r>
              <a:rPr lang="zh-CN" altLang="zh-CN" sz="2000" dirty="0">
                <a:solidFill>
                  <a:srgbClr val="000000"/>
                </a:solidFill>
                <a:latin typeface="+mn-ea"/>
                <a:cs typeface="Times New Roman" panose="02020603050405020304" pitchFamily="18" charset="0"/>
              </a:rPr>
              <a:t>在递归返回时向上检测并维护树的平衡性。</a:t>
            </a:r>
            <a:endParaRPr lang="zh-CN" altLang="en-US" sz="2000" dirty="0">
              <a:solidFill>
                <a:srgbClr val="000000"/>
              </a:solidFill>
              <a:latin typeface="+mn-ea"/>
              <a:cs typeface="Times New Roman" panose="02020603050405020304" pitchFamily="18" charset="0"/>
            </a:endParaRPr>
          </a:p>
        </p:txBody>
      </p:sp>
      <p:sp>
        <p:nvSpPr>
          <p:cNvPr id="4" name="文本框 1">
            <a:extLst>
              <a:ext uri="{FF2B5EF4-FFF2-40B4-BE49-F238E27FC236}">
                <a16:creationId xmlns:a16="http://schemas.microsoft.com/office/drawing/2014/main" id="{9EFAE03F-E7B2-4FC4-37C6-1CD938896201}"/>
              </a:ext>
            </a:extLst>
          </p:cNvPr>
          <p:cNvSpPr txBox="1"/>
          <p:nvPr/>
        </p:nvSpPr>
        <p:spPr>
          <a:xfrm>
            <a:off x="1415622" y="6176523"/>
            <a:ext cx="890327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accent5">
                    <a:lumMod val="75000"/>
                  </a:schemeClr>
                </a:solidFill>
              </a:rPr>
              <a:t>可在</a:t>
            </a:r>
            <a:r>
              <a:rPr lang="en-US" altLang="zh-CN" sz="2400" b="1" dirty="0" err="1">
                <a:solidFill>
                  <a:schemeClr val="accent5">
                    <a:lumMod val="75000"/>
                  </a:schemeClr>
                </a:solidFill>
              </a:rPr>
              <a:t>AnyviewC</a:t>
            </a:r>
            <a:r>
              <a:rPr lang="zh-CN" altLang="en-US" sz="2400" b="1" dirty="0">
                <a:solidFill>
                  <a:schemeClr val="accent5">
                    <a:lumMod val="75000"/>
                  </a:schemeClr>
                </a:solidFill>
              </a:rPr>
              <a:t>可视跟踪观察算法过程中平衡二叉树的形态变化</a:t>
            </a:r>
          </a:p>
        </p:txBody>
      </p:sp>
    </p:spTree>
    <p:extLst>
      <p:ext uri="{BB962C8B-B14F-4D97-AF65-F5344CB8AC3E}">
        <p14:creationId xmlns:p14="http://schemas.microsoft.com/office/powerpoint/2010/main" val="137054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7FAA17F-70FA-84BD-AA66-FBFB056C30C6}"/>
              </a:ext>
            </a:extLst>
          </p:cNvPr>
          <p:cNvSpPr>
            <a:spLocks noGrp="1"/>
          </p:cNvSpPr>
          <p:nvPr>
            <p:ph type="sldNum" sz="quarter" idx="12"/>
          </p:nvPr>
        </p:nvSpPr>
        <p:spPr/>
        <p:txBody>
          <a:bodyPr/>
          <a:lstStyle/>
          <a:p>
            <a:fld id="{D7C0FE0B-717B-41AE-9FA2-CA4BF851D1C3}" type="slidenum">
              <a:rPr lang="zh-CN" altLang="en-US" smtClean="0"/>
              <a:t>25</a:t>
            </a:fld>
            <a:endParaRPr lang="zh-CN" altLang="en-US"/>
          </a:p>
        </p:txBody>
      </p:sp>
      <p:sp>
        <p:nvSpPr>
          <p:cNvPr id="4" name="文本框 3">
            <a:extLst>
              <a:ext uri="{FF2B5EF4-FFF2-40B4-BE49-F238E27FC236}">
                <a16:creationId xmlns:a16="http://schemas.microsoft.com/office/drawing/2014/main" id="{7CB0903B-9386-177B-3C83-8D041539680D}"/>
              </a:ext>
            </a:extLst>
          </p:cNvPr>
          <p:cNvSpPr txBox="1"/>
          <p:nvPr/>
        </p:nvSpPr>
        <p:spPr>
          <a:xfrm>
            <a:off x="1128380" y="243895"/>
            <a:ext cx="3167173" cy="461665"/>
          </a:xfrm>
          <a:prstGeom prst="rect">
            <a:avLst/>
          </a:prstGeom>
          <a:noFill/>
        </p:spPr>
        <p:txBody>
          <a:bodyPr wrap="square">
            <a:spAutoFit/>
          </a:bodyPr>
          <a:lstStyle/>
          <a:p>
            <a:pPr indent="270510">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9.2.3</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红</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黑</a:t>
            </a:r>
            <a:r>
              <a:rPr lang="zh-CN" altLang="zh-CN" sz="2400" b="1" kern="100" dirty="0">
                <a:solidFill>
                  <a:srgbClr val="00B05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树</a:t>
            </a:r>
            <a:endParaRPr lang="zh-CN" altLang="zh-CN" sz="2400" b="1" kern="100" dirty="0">
              <a:solidFill>
                <a:srgbClr val="00B05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019CF3C3-60A8-2F0D-27CF-5E904DC89F77}"/>
              </a:ext>
            </a:extLst>
          </p:cNvPr>
          <p:cNvSpPr txBox="1"/>
          <p:nvPr/>
        </p:nvSpPr>
        <p:spPr>
          <a:xfrm>
            <a:off x="281320" y="876757"/>
            <a:ext cx="6305550" cy="5532733"/>
          </a:xfrm>
          <a:prstGeom prst="rect">
            <a:avLst/>
          </a:prstGeom>
          <a:noFill/>
        </p:spPr>
        <p:txBody>
          <a:bodyPr wrap="square">
            <a:spAutoFit/>
          </a:bodyPr>
          <a:lstStyle/>
          <a:p>
            <a:pPr marL="269240" algn="just">
              <a:lnSpc>
                <a:spcPct val="150000"/>
              </a:lnSpc>
              <a:spcBef>
                <a:spcPts val="1400"/>
              </a:spcBef>
              <a:spcAft>
                <a:spcPts val="1450"/>
              </a:spcAft>
              <a:buNone/>
            </a:pPr>
            <a:r>
              <a:rPr lang="en-US" altLang="zh-CN" sz="2000" b="1" kern="100" dirty="0">
                <a:solidFill>
                  <a:srgbClr val="0070C0"/>
                </a:solidFill>
                <a:effectLst>
                  <a:outerShdw blurRad="38100" dist="38100" dir="2700000" algn="tl">
                    <a:srgbClr val="000000">
                      <a:alpha val="43137"/>
                    </a:srgbClr>
                  </a:outerShdw>
                </a:effectLst>
                <a:latin typeface="等线 Light" panose="02010600030101010101" pitchFamily="2" charset="-122"/>
                <a:ea typeface="楷体" panose="02010609060101010101" pitchFamily="49" charset="-122"/>
                <a:cs typeface="Times New Roman" panose="02020603050405020304" pitchFamily="18" charset="0"/>
              </a:rPr>
              <a:t>1. </a:t>
            </a:r>
            <a:r>
              <a:rPr lang="zh-CN" altLang="zh-CN" sz="2000" b="1" kern="100" dirty="0">
                <a:solidFill>
                  <a:srgbClr val="0070C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红黑树的性质</a:t>
            </a:r>
            <a:endParaRPr lang="zh-CN" altLang="zh-CN" sz="2000" b="1" kern="100" dirty="0">
              <a:solidFill>
                <a:srgbClr val="0070C0"/>
              </a:solidFill>
              <a:effectLst>
                <a:outerShdw blurRad="38100" dist="38100" dir="2700000" algn="tl">
                  <a:srgbClr val="000000">
                    <a:alpha val="43137"/>
                  </a:srgbClr>
                </a:outerShdw>
              </a:effectLst>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15000"/>
              </a:lnSpc>
              <a:buNone/>
            </a:pPr>
            <a:r>
              <a:rPr lang="zh-CN" altLang="zh-CN" sz="1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红黑树</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Red-black Tree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）也是一种平衡二叉排序树，因其统计性能好于</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AVL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树，而受到关注和更多应用。具有下列性质的二叉排序树是红黑树：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buFont typeface="+mj-ea"/>
              <a:buAutoNum type="circleNumDbPlain"/>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每个节点要么是红的，要么是黑的；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buFont typeface="+mj-ea"/>
              <a:buAutoNum type="circleNumDbPlain"/>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根节点是黑的；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buFont typeface="+mj-ea"/>
              <a:buAutoNum type="circleNumDbPlain"/>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所有叶节点都是空节点（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nil node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），并且是黑的；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buFont typeface="+mj-ea"/>
              <a:buAutoNum type="circleNumDbPlain"/>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红节点的两个子节点都是黑的；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algn="just">
              <a:lnSpc>
                <a:spcPct val="115000"/>
              </a:lnSpc>
              <a:buFont typeface="+mj-ea"/>
              <a:buAutoNum type="circleNumDbPlain"/>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节点到其每个叶子节点的路径都包含相同数目的黑节点。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命名红黑树的原因在于它的每个节点都被</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着色</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为红色或黑色。节点的颜色被用来检测树的平衡性。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从某节点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出发（不包括该节点）到达一个叶节点的路径上黑节点个数被称为该节点的</a:t>
            </a:r>
            <a:r>
              <a:rPr lang="zh-CN" altLang="zh-CN" sz="1800" kern="100" dirty="0">
                <a:solidFill>
                  <a:srgbClr val="C00000"/>
                </a:solidFill>
                <a:effectLst/>
                <a:latin typeface="等线" panose="02010600030101010101" pitchFamily="2" charset="-122"/>
                <a:ea typeface="黑体" panose="02010609060101010101" pitchFamily="49" charset="-122"/>
                <a:cs typeface="Times New Roman" panose="02020603050405020304" pitchFamily="18" charset="0"/>
              </a:rPr>
              <a:t>黑高度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Black-height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bh</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表示。性质</a:t>
            </a:r>
            <a:r>
              <a:rPr lang="zh-CN" altLang="zh-CN" sz="1800" kern="100" dirty="0">
                <a:effectLst/>
                <a:latin typeface="等线" panose="02010600030101010101" pitchFamily="2" charset="-122"/>
                <a:ea typeface="宋体" panose="02010600030101010101" pitchFamily="2" charset="-122"/>
                <a:cs typeface="宋体" panose="02010600030101010101" pitchFamily="2" charset="-122"/>
              </a:rPr>
              <a:t>⑤</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确保任一节点的黑高度是确定的。红黑树的黑高度定义为根节点的黑高度。红黑树的性质保证了从根节点到叶节点的路径长度不会超过任何其他路径的两倍。</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13" name="组合 12">
            <a:extLst>
              <a:ext uri="{FF2B5EF4-FFF2-40B4-BE49-F238E27FC236}">
                <a16:creationId xmlns:a16="http://schemas.microsoft.com/office/drawing/2014/main" id="{7E07DFAC-5A27-B318-5526-140C5C12C19C}"/>
              </a:ext>
            </a:extLst>
          </p:cNvPr>
          <p:cNvGrpSpPr/>
          <p:nvPr/>
        </p:nvGrpSpPr>
        <p:grpSpPr>
          <a:xfrm>
            <a:off x="6827097" y="1088265"/>
            <a:ext cx="5083583" cy="1882162"/>
            <a:chOff x="6827097" y="1088265"/>
            <a:chExt cx="5083583" cy="1882162"/>
          </a:xfrm>
        </p:grpSpPr>
        <p:pic>
          <p:nvPicPr>
            <p:cNvPr id="7" name="图片 6">
              <a:extLst>
                <a:ext uri="{FF2B5EF4-FFF2-40B4-BE49-F238E27FC236}">
                  <a16:creationId xmlns:a16="http://schemas.microsoft.com/office/drawing/2014/main" id="{59EA64D7-2847-8B35-2079-22C5351D80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27097" y="1088265"/>
              <a:ext cx="5083583" cy="1775385"/>
            </a:xfrm>
            <a:prstGeom prst="rect">
              <a:avLst/>
            </a:prstGeom>
          </p:spPr>
        </p:pic>
        <p:sp>
          <p:nvSpPr>
            <p:cNvPr id="8" name="文本框 290">
              <a:extLst>
                <a:ext uri="{FF2B5EF4-FFF2-40B4-BE49-F238E27FC236}">
                  <a16:creationId xmlns:a16="http://schemas.microsoft.com/office/drawing/2014/main" id="{24DF568A-3F47-E978-CCAA-3CC90048AC11}"/>
                </a:ext>
              </a:extLst>
            </p:cNvPr>
            <p:cNvSpPr txBox="1"/>
            <p:nvPr/>
          </p:nvSpPr>
          <p:spPr>
            <a:xfrm>
              <a:off x="8216167" y="2654197"/>
              <a:ext cx="2305442" cy="316230"/>
            </a:xfrm>
            <a:prstGeom prst="rect">
              <a:avLst/>
            </a:prstGeom>
            <a:solidFill>
              <a:schemeClr val="bg1">
                <a:lumMod val="9500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buNone/>
              </a:pPr>
              <a:r>
                <a:rPr lang="zh-CN" sz="1600" kern="100" dirty="0">
                  <a:effectLst/>
                  <a:latin typeface="+mj-ea"/>
                  <a:ea typeface="+mj-ea"/>
                  <a:cs typeface="Times New Roman" panose="02020603050405020304" pitchFamily="18" charset="0"/>
                </a:rPr>
                <a:t>图</a:t>
              </a:r>
              <a:r>
                <a:rPr lang="en-US" sz="1600" kern="100" dirty="0">
                  <a:effectLst/>
                  <a:latin typeface="+mj-ea"/>
                  <a:ea typeface="+mj-ea"/>
                  <a:cs typeface="Times New Roman" panose="02020603050405020304" pitchFamily="18" charset="0"/>
                </a:rPr>
                <a:t>9.15 </a:t>
              </a:r>
              <a:r>
                <a:rPr lang="zh-CN" sz="1600" kern="100" dirty="0">
                  <a:effectLst/>
                  <a:latin typeface="等线" panose="02010600030101010101" pitchFamily="2" charset="-122"/>
                  <a:ea typeface="等线" panose="02010600030101010101" pitchFamily="2" charset="-122"/>
                  <a:cs typeface="Times New Roman" panose="02020603050405020304" pitchFamily="18" charset="0"/>
                </a:rPr>
                <a:t>红黑树的图示</a:t>
              </a:r>
            </a:p>
          </p:txBody>
        </p:sp>
      </p:grpSp>
      <p:sp>
        <p:nvSpPr>
          <p:cNvPr id="10" name="文本框 9">
            <a:extLst>
              <a:ext uri="{FF2B5EF4-FFF2-40B4-BE49-F238E27FC236}">
                <a16:creationId xmlns:a16="http://schemas.microsoft.com/office/drawing/2014/main" id="{3667D2E7-A8B3-AD2B-BC69-ABB51CF697B4}"/>
              </a:ext>
            </a:extLst>
          </p:cNvPr>
          <p:cNvSpPr txBox="1"/>
          <p:nvPr/>
        </p:nvSpPr>
        <p:spPr>
          <a:xfrm>
            <a:off x="6970971" y="3375307"/>
            <a:ext cx="4666364" cy="706797"/>
          </a:xfrm>
          <a:prstGeom prst="rect">
            <a:avLst/>
          </a:prstGeom>
          <a:solidFill>
            <a:schemeClr val="accent2">
              <a:lumMod val="20000"/>
              <a:lumOff val="80000"/>
            </a:schemeClr>
          </a:solidFill>
          <a:ln>
            <a:solidFill>
              <a:schemeClr val="accent2">
                <a:lumMod val="50000"/>
              </a:schemeClr>
            </a:solidFill>
          </a:ln>
        </p:spPr>
        <p:txBody>
          <a:bodyPr wrap="square">
            <a:spAutoFit/>
          </a:bodyPr>
          <a:lstStyle/>
          <a:p>
            <a:pPr marL="72000" algn="just">
              <a:lnSpc>
                <a:spcPct val="115000"/>
              </a:lnSpc>
              <a:buNone/>
            </a:pPr>
            <a:r>
              <a:rPr lang="zh-CN" altLang="zh-CN" sz="1800" b="1" kern="100" dirty="0">
                <a:solidFill>
                  <a:srgbClr val="0070C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Courier New" panose="02070309020205020404" pitchFamily="49" charset="0"/>
              </a:rPr>
              <a:t>引理</a:t>
            </a:r>
            <a:r>
              <a:rPr lang="en-US" altLang="zh-CN" sz="1800" b="1" kern="100" dirty="0">
                <a:solidFill>
                  <a:srgbClr val="0070C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Courier New" panose="02070309020205020404" pitchFamily="49" charset="0"/>
              </a:rPr>
              <a:t>9.1</a:t>
            </a:r>
            <a:r>
              <a:rPr lang="en-US" altLang="zh-CN" sz="1800" b="1" kern="100"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一棵有</a:t>
            </a:r>
            <a:r>
              <a:rPr lang="en-US" altLang="zh-CN" sz="1800" b="1" i="1" kern="100" dirty="0">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个内节点的红黑树的</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高度</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至多为</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b="1" kern="100" baseline="-25000" dirty="0">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1800" b="1" kern="1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1258A2B5-298B-D865-E054-989F57203350}"/>
              </a:ext>
            </a:extLst>
          </p:cNvPr>
          <p:cNvSpPr txBox="1"/>
          <p:nvPr/>
        </p:nvSpPr>
        <p:spPr>
          <a:xfrm>
            <a:off x="7256720" y="4536359"/>
            <a:ext cx="3858290" cy="1554272"/>
          </a:xfrm>
          <a:prstGeom prst="rect">
            <a:avLst/>
          </a:prstGeom>
          <a:noFill/>
        </p:spPr>
        <p:txBody>
          <a:bodyPr wrap="square">
            <a:spAutoFit/>
          </a:bodyPr>
          <a:lstStyle/>
          <a:p>
            <a:pPr>
              <a:spcBef>
                <a:spcPts val="600"/>
              </a:spcBef>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由引理可知，查找、插入和删除操作可在红黑树以</a:t>
            </a:r>
            <a:r>
              <a:rPr lang="en-US" altLang="zh-CN" sz="1800" b="1" i="1" dirty="0">
                <a:effectLst/>
                <a:latin typeface="Times New Roman" panose="02020603050405020304" pitchFamily="18" charset="0"/>
                <a:ea typeface="宋体" panose="02010600030101010101" pitchFamily="2" charset="-122"/>
              </a:rPr>
              <a:t>O</a:t>
            </a:r>
            <a:r>
              <a:rPr lang="en-US" altLang="zh-CN" sz="1800" dirty="0">
                <a:effectLst/>
                <a:latin typeface="Times New Roman" panose="02020603050405020304" pitchFamily="18" charset="0"/>
                <a:ea typeface="宋体" panose="02010600030101010101" pitchFamily="2" charset="-122"/>
              </a:rPr>
              <a:t>(log</a:t>
            </a:r>
            <a:r>
              <a:rPr lang="en-US" altLang="zh-CN" sz="1800" i="1" baseline="-25000" dirty="0">
                <a:effectLst/>
                <a:latin typeface="Times New Roman" panose="02020603050405020304" pitchFamily="18" charset="0"/>
                <a:ea typeface="宋体" panose="02010600030101010101" pitchFamily="2" charset="-122"/>
              </a:rPr>
              <a:t> </a:t>
            </a:r>
            <a:r>
              <a:rPr lang="en-US" altLang="zh-CN" sz="1800" i="1" dirty="0">
                <a:effectLst/>
                <a:latin typeface="Times New Roman" panose="02020603050405020304" pitchFamily="18" charset="0"/>
                <a:ea typeface="宋体" panose="02010600030101010101" pitchFamily="2" charset="-122"/>
              </a:rPr>
              <a:t>n</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时间内实现。</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在实际应用中，红黑树的统计性能要好于</a:t>
            </a:r>
            <a:r>
              <a:rPr lang="en-US" altLang="zh-CN" sz="1800" dirty="0" err="1">
                <a:effectLst/>
                <a:latin typeface="Times New Roman" panose="02020603050405020304" pitchFamily="18" charset="0"/>
                <a:ea typeface="宋体" panose="02010600030101010101" pitchFamily="2" charset="-122"/>
              </a:rPr>
              <a:t>AVL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树，使用更多，但极端性能略差。</a:t>
            </a:r>
            <a:endParaRPr lang="zh-CN" altLang="en-US" dirty="0"/>
          </a:p>
        </p:txBody>
      </p:sp>
    </p:spTree>
    <p:extLst>
      <p:ext uri="{BB962C8B-B14F-4D97-AF65-F5344CB8AC3E}">
        <p14:creationId xmlns:p14="http://schemas.microsoft.com/office/powerpoint/2010/main" val="112401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fade">
                                      <p:cBhvr>
                                        <p:cTn id="34" dur="1000"/>
                                        <p:tgtEl>
                                          <p:spTgt spid="6">
                                            <p:txEl>
                                              <p:pRg st="3" end="3"/>
                                            </p:txEl>
                                          </p:spTgt>
                                        </p:tgtEl>
                                      </p:cBhvr>
                                    </p:animEffect>
                                    <p:anim calcmode="lin" valueType="num">
                                      <p:cBhvr>
                                        <p:cTn id="3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animEffect transition="in" filter="fade">
                                      <p:cBhvr>
                                        <p:cTn id="41" dur="1000"/>
                                        <p:tgtEl>
                                          <p:spTgt spid="6">
                                            <p:txEl>
                                              <p:pRg st="4" end="4"/>
                                            </p:txEl>
                                          </p:spTgt>
                                        </p:tgtEl>
                                      </p:cBhvr>
                                    </p:animEffect>
                                    <p:anim calcmode="lin" valueType="num">
                                      <p:cBhvr>
                                        <p:cTn id="4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6">
                                            <p:txEl>
                                              <p:pRg st="5" end="5"/>
                                            </p:txEl>
                                          </p:spTgt>
                                        </p:tgtEl>
                                        <p:attrNameLst>
                                          <p:attrName>style.visibility</p:attrName>
                                        </p:attrNameLst>
                                      </p:cBhvr>
                                      <p:to>
                                        <p:strVal val="visible"/>
                                      </p:to>
                                    </p:set>
                                    <p:animEffect transition="in" filter="fade">
                                      <p:cBhvr>
                                        <p:cTn id="48" dur="1000"/>
                                        <p:tgtEl>
                                          <p:spTgt spid="6">
                                            <p:txEl>
                                              <p:pRg st="5" end="5"/>
                                            </p:txEl>
                                          </p:spTgt>
                                        </p:tgtEl>
                                      </p:cBhvr>
                                    </p:animEffect>
                                    <p:anim calcmode="lin" valueType="num">
                                      <p:cBhvr>
                                        <p:cTn id="49"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6">
                                            <p:txEl>
                                              <p:pRg st="6" end="6"/>
                                            </p:txEl>
                                          </p:spTgt>
                                        </p:tgtEl>
                                        <p:attrNameLst>
                                          <p:attrName>style.visibility</p:attrName>
                                        </p:attrNameLst>
                                      </p:cBhvr>
                                      <p:to>
                                        <p:strVal val="visible"/>
                                      </p:to>
                                    </p:set>
                                    <p:animEffect transition="in" filter="fade">
                                      <p:cBhvr>
                                        <p:cTn id="55" dur="1000"/>
                                        <p:tgtEl>
                                          <p:spTgt spid="6">
                                            <p:txEl>
                                              <p:pRg st="6" end="6"/>
                                            </p:txEl>
                                          </p:spTgt>
                                        </p:tgtEl>
                                      </p:cBhvr>
                                    </p:animEffect>
                                    <p:anim calcmode="lin" valueType="num">
                                      <p:cBhvr>
                                        <p:cTn id="5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6">
                                            <p:txEl>
                                              <p:pRg st="7" end="7"/>
                                            </p:txEl>
                                          </p:spTgt>
                                        </p:tgtEl>
                                        <p:attrNameLst>
                                          <p:attrName>style.visibility</p:attrName>
                                        </p:attrNameLst>
                                      </p:cBhvr>
                                      <p:to>
                                        <p:strVal val="visible"/>
                                      </p:to>
                                    </p:set>
                                    <p:animEffect transition="in" filter="fade">
                                      <p:cBhvr>
                                        <p:cTn id="62" dur="1000"/>
                                        <p:tgtEl>
                                          <p:spTgt spid="6">
                                            <p:txEl>
                                              <p:pRg st="7" end="7"/>
                                            </p:txEl>
                                          </p:spTgt>
                                        </p:tgtEl>
                                      </p:cBhvr>
                                    </p:animEffect>
                                    <p:anim calcmode="lin" valueType="num">
                                      <p:cBhvr>
                                        <p:cTn id="63"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6">
                                            <p:txEl>
                                              <p:pRg st="8" end="8"/>
                                            </p:txEl>
                                          </p:spTgt>
                                        </p:tgtEl>
                                        <p:attrNameLst>
                                          <p:attrName>style.visibility</p:attrName>
                                        </p:attrNameLst>
                                      </p:cBhvr>
                                      <p:to>
                                        <p:strVal val="visible"/>
                                      </p:to>
                                    </p:set>
                                    <p:animEffect transition="in" filter="fade">
                                      <p:cBhvr>
                                        <p:cTn id="69" dur="1000"/>
                                        <p:tgtEl>
                                          <p:spTgt spid="6">
                                            <p:txEl>
                                              <p:pRg st="8" end="8"/>
                                            </p:txEl>
                                          </p:spTgt>
                                        </p:tgtEl>
                                      </p:cBhvr>
                                    </p:animEffect>
                                    <p:anim calcmode="lin" valueType="num">
                                      <p:cBhvr>
                                        <p:cTn id="70"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1000"/>
                                        <p:tgtEl>
                                          <p:spTgt spid="10"/>
                                        </p:tgtEl>
                                      </p:cBhvr>
                                    </p:animEffect>
                                    <p:anim calcmode="lin" valueType="num">
                                      <p:cBhvr>
                                        <p:cTn id="77" dur="1000" fill="hold"/>
                                        <p:tgtEl>
                                          <p:spTgt spid="10"/>
                                        </p:tgtEl>
                                        <p:attrNameLst>
                                          <p:attrName>ppt_x</p:attrName>
                                        </p:attrNameLst>
                                      </p:cBhvr>
                                      <p:tavLst>
                                        <p:tav tm="0">
                                          <p:val>
                                            <p:strVal val="#ppt_x"/>
                                          </p:val>
                                        </p:tav>
                                        <p:tav tm="100000">
                                          <p:val>
                                            <p:strVal val="#ppt_x"/>
                                          </p:val>
                                        </p:tav>
                                      </p:tavLst>
                                    </p:anim>
                                    <p:anim calcmode="lin" valueType="num">
                                      <p:cBhvr>
                                        <p:cTn id="7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2">
                                            <p:txEl>
                                              <p:pRg st="0" end="0"/>
                                            </p:txEl>
                                          </p:spTgt>
                                        </p:tgtEl>
                                        <p:attrNameLst>
                                          <p:attrName>style.visibility</p:attrName>
                                        </p:attrNameLst>
                                      </p:cBhvr>
                                      <p:to>
                                        <p:strVal val="visible"/>
                                      </p:to>
                                    </p:set>
                                    <p:animEffect transition="in" filter="fade">
                                      <p:cBhvr>
                                        <p:cTn id="83" dur="1000"/>
                                        <p:tgtEl>
                                          <p:spTgt spid="12">
                                            <p:txEl>
                                              <p:pRg st="0" end="0"/>
                                            </p:txEl>
                                          </p:spTgt>
                                        </p:tgtEl>
                                      </p:cBhvr>
                                    </p:animEffect>
                                    <p:anim calcmode="lin" valueType="num">
                                      <p:cBhvr>
                                        <p:cTn id="84"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85"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12">
                                            <p:txEl>
                                              <p:pRg st="1" end="1"/>
                                            </p:txEl>
                                          </p:spTgt>
                                        </p:tgtEl>
                                        <p:attrNameLst>
                                          <p:attrName>style.visibility</p:attrName>
                                        </p:attrNameLst>
                                      </p:cBhvr>
                                      <p:to>
                                        <p:strVal val="visible"/>
                                      </p:to>
                                    </p:set>
                                    <p:animEffect transition="in" filter="fade">
                                      <p:cBhvr>
                                        <p:cTn id="90" dur="1000"/>
                                        <p:tgtEl>
                                          <p:spTgt spid="12">
                                            <p:txEl>
                                              <p:pRg st="1" end="1"/>
                                            </p:txEl>
                                          </p:spTgt>
                                        </p:tgtEl>
                                      </p:cBhvr>
                                    </p:animEffect>
                                    <p:anim calcmode="lin" valueType="num">
                                      <p:cBhvr>
                                        <p:cTn id="91"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2"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0" grpId="0" animBg="1"/>
      <p:bldP spid="1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A04E4C3-36C6-DCF8-CFCA-55413C88D457}"/>
              </a:ext>
            </a:extLst>
          </p:cNvPr>
          <p:cNvSpPr>
            <a:spLocks noGrp="1"/>
          </p:cNvSpPr>
          <p:nvPr>
            <p:ph type="sldNum" sz="quarter" idx="12"/>
          </p:nvPr>
        </p:nvSpPr>
        <p:spPr/>
        <p:txBody>
          <a:bodyPr/>
          <a:lstStyle/>
          <a:p>
            <a:fld id="{D7C0FE0B-717B-41AE-9FA2-CA4BF851D1C3}" type="slidenum">
              <a:rPr lang="zh-CN" altLang="en-US" smtClean="0"/>
              <a:t>26</a:t>
            </a:fld>
            <a:endParaRPr lang="zh-CN" altLang="en-US"/>
          </a:p>
        </p:txBody>
      </p:sp>
      <p:sp>
        <p:nvSpPr>
          <p:cNvPr id="4" name="文本框 3">
            <a:extLst>
              <a:ext uri="{FF2B5EF4-FFF2-40B4-BE49-F238E27FC236}">
                <a16:creationId xmlns:a16="http://schemas.microsoft.com/office/drawing/2014/main" id="{44CAB129-37F2-55F6-5297-BB2A96E516D7}"/>
              </a:ext>
            </a:extLst>
          </p:cNvPr>
          <p:cNvSpPr txBox="1"/>
          <p:nvPr/>
        </p:nvSpPr>
        <p:spPr>
          <a:xfrm>
            <a:off x="400051" y="858478"/>
            <a:ext cx="3645638" cy="2722925"/>
          </a:xfrm>
          <a:prstGeom prst="rect">
            <a:avLst/>
          </a:prstGeom>
          <a:noFill/>
        </p:spPr>
        <p:txBody>
          <a:bodyPr wrap="square">
            <a:spAutoFit/>
          </a:bodyPr>
          <a:lstStyle/>
          <a:p>
            <a:pPr marL="269240">
              <a:lnSpc>
                <a:spcPct val="150000"/>
              </a:lnSpc>
              <a:spcBef>
                <a:spcPts val="1400"/>
              </a:spcBef>
              <a:spcAft>
                <a:spcPts val="1450"/>
              </a:spcAft>
              <a:buNone/>
            </a:pPr>
            <a:r>
              <a:rPr lang="en-US" altLang="zh-CN" sz="2000" b="1" kern="100" dirty="0">
                <a:solidFill>
                  <a:srgbClr val="0070C0"/>
                </a:solidFill>
                <a:effectLst>
                  <a:outerShdw blurRad="38100" dist="38100" dir="2700000" algn="tl">
                    <a:srgbClr val="000000">
                      <a:alpha val="43137"/>
                    </a:srgbClr>
                  </a:outerShdw>
                </a:effectLst>
                <a:latin typeface="等线 Light" panose="02010600030101010101" pitchFamily="2" charset="-122"/>
                <a:ea typeface="楷体" panose="02010609060101010101" pitchFamily="49" charset="-122"/>
                <a:cs typeface="Times New Roman" panose="02020603050405020304" pitchFamily="18" charset="0"/>
              </a:rPr>
              <a:t>2.  </a:t>
            </a:r>
            <a:r>
              <a:rPr lang="zh-CN" altLang="zh-CN" sz="2000" b="1" kern="100" dirty="0">
                <a:solidFill>
                  <a:srgbClr val="0070C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红黑树的存储结构</a:t>
            </a:r>
            <a:endParaRPr lang="zh-CN" altLang="zh-CN" sz="2000" b="1" kern="100" dirty="0">
              <a:solidFill>
                <a:srgbClr val="0070C0"/>
              </a:solidFill>
              <a:effectLst>
                <a:outerShdw blurRad="38100" dist="38100" dir="2700000" algn="tl">
                  <a:srgbClr val="000000">
                    <a:alpha val="43137"/>
                  </a:srgbClr>
                </a:outerShdw>
              </a:effectLst>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20000"/>
              </a:lnSpc>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根据插入和删除算法的特点，红黑树常用的存储结构是三叉链表，并设置一个全树共享的空节点。树中原来指向空节点的指针都指向这个共享空节点，而且根节点的</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parent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指针也指向它。</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3">
            <a:extLst>
              <a:ext uri="{FF2B5EF4-FFF2-40B4-BE49-F238E27FC236}">
                <a16:creationId xmlns:a16="http://schemas.microsoft.com/office/drawing/2014/main" id="{7CB0903B-9386-177B-3C83-8D041539680D}"/>
              </a:ext>
            </a:extLst>
          </p:cNvPr>
          <p:cNvSpPr txBox="1"/>
          <p:nvPr/>
        </p:nvSpPr>
        <p:spPr>
          <a:xfrm>
            <a:off x="1035567" y="242316"/>
            <a:ext cx="316717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0510">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9.2.3</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红</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黑</a:t>
            </a:r>
            <a:r>
              <a:rPr lang="zh-CN" altLang="zh-CN" sz="2400" b="1" kern="100" dirty="0">
                <a:solidFill>
                  <a:srgbClr val="00B05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树</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（续）</a:t>
            </a:r>
            <a:endParaRPr lang="zh-CN" altLang="zh-CN" sz="2400" b="1"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7" name="Rectangle 4">
            <a:extLst>
              <a:ext uri="{FF2B5EF4-FFF2-40B4-BE49-F238E27FC236}">
                <a16:creationId xmlns:a16="http://schemas.microsoft.com/office/drawing/2014/main" id="{5D889CB9-1C3A-2598-A356-2F939CC5FDC6}"/>
              </a:ext>
            </a:extLst>
          </p:cNvPr>
          <p:cNvSpPr>
            <a:spLocks noChangeArrowheads="1"/>
          </p:cNvSpPr>
          <p:nvPr/>
        </p:nvSpPr>
        <p:spPr bwMode="auto">
          <a:xfrm>
            <a:off x="4628265" y="623008"/>
            <a:ext cx="7343996"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5242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typedef</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enum</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RED = 0, BLACK = 1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ColorType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zh-CN" altLang="en-US" sz="1600" b="0" i="0" u="none" strike="noStrike" cap="none" normalizeH="0" baseline="0" dirty="0">
                <a:ln>
                  <a:noFill/>
                </a:ln>
                <a:solidFill>
                  <a:schemeClr val="accent6">
                    <a:lumMod val="75000"/>
                  </a:schemeClr>
                </a:solidFill>
                <a:effectLst/>
                <a:latin typeface="宋体" panose="02010600030101010101" pitchFamily="2" charset="-122"/>
                <a:ea typeface="宋体" panose="02010600030101010101" pitchFamily="2" charset="-122"/>
                <a:cs typeface="Courier New" panose="02070309020205020404" pitchFamily="49" charset="0"/>
              </a:rPr>
              <a:t>颜色类型</a:t>
            </a:r>
            <a:endParaRPr kumimoji="0" lang="zh-CN" altLang="en-US" sz="1600" b="0" i="0" u="none" strike="noStrike" cap="none" normalizeH="0" baseline="0" dirty="0">
              <a:ln>
                <a:noFill/>
              </a:ln>
              <a:solidFill>
                <a:schemeClr val="accent6">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typedef</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RBNode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KeyType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key;    </a:t>
            </a:r>
            <a:r>
              <a:rPr kumimoji="0" lang="en-US" altLang="zh-CN" sz="1600" b="0" i="0" u="none" strike="noStrike" cap="none" normalizeH="0" baseline="0" dirty="0">
                <a:ln>
                  <a:noFill/>
                </a:ln>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zh-CN" altLang="en-US" sz="1600" b="0" i="0" u="none" strike="noStrike" cap="none" normalizeH="0" baseline="0" dirty="0">
                <a:ln>
                  <a:noFill/>
                </a:ln>
                <a:solidFill>
                  <a:schemeClr val="accent6">
                    <a:lumMod val="75000"/>
                  </a:schemeClr>
                </a:solidFill>
                <a:effectLst/>
                <a:latin typeface="宋体" panose="02010600030101010101" pitchFamily="2" charset="-122"/>
                <a:ea typeface="宋体" panose="02010600030101010101" pitchFamily="2" charset="-122"/>
                <a:cs typeface="Courier New" panose="02070309020205020404" pitchFamily="49" charset="0"/>
              </a:rPr>
              <a:t>关键字</a:t>
            </a:r>
            <a:endParaRPr kumimoji="0" lang="zh-CN" altLang="en-US" sz="1600" b="0" i="0" u="none" strike="noStrike" cap="none" normalizeH="0" baseline="0" dirty="0">
              <a:ln>
                <a:noFill/>
              </a:ln>
              <a:solidFill>
                <a:schemeClr val="accent6">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省略了应用相关的域，可根据需求添加</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ColorType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color;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颜色</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RBNode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lchild</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rchild</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*parent;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三叉指针</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RBNode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RBNodePtr</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红黑节点、红黑节点指针类型</a:t>
            </a:r>
          </a:p>
          <a:p>
            <a:pPr marL="72000" lvl="0" indent="0"/>
            <a:r>
              <a:rPr lang="en-US" altLang="zh-CN" sz="1600" b="1" dirty="0">
                <a:latin typeface="Courier New" panose="02070309020205020404" pitchFamily="49" charset="0"/>
                <a:cs typeface="Courier New" panose="02070309020205020404" pitchFamily="49" charset="0"/>
              </a:rPr>
              <a:t>typedef</a:t>
            </a:r>
            <a:r>
              <a:rPr lang="en-US" altLang="zh-CN" sz="1600"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struct</a:t>
            </a:r>
            <a:r>
              <a:rPr lang="en-US" altLang="zh-CN" sz="1600"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a:t>
            </a:r>
            <a:endParaRPr lang="en-US" altLang="zh-CN" sz="1600" dirty="0"/>
          </a:p>
          <a:p>
            <a:pPr marL="72000" lvl="0" indent="0"/>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RBNode</a:t>
            </a:r>
            <a:r>
              <a:rPr lang="en-US" altLang="zh-CN" sz="1600" dirty="0">
                <a:latin typeface="Courier New" panose="02070309020205020404" pitchFamily="49" charset="0"/>
                <a:cs typeface="Courier New" panose="02070309020205020404" pitchFamily="49" charset="0"/>
              </a:rPr>
              <a:t> *root;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根指针</a:t>
            </a:r>
          </a:p>
          <a:p>
            <a:pPr marL="72000" lvl="0" indent="0"/>
            <a:r>
              <a:rPr lang="zh-CN" altLang="en-US"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RBNode</a:t>
            </a:r>
            <a:r>
              <a:rPr lang="en-US" altLang="zh-CN" sz="1600" dirty="0">
                <a:latin typeface="Courier New" panose="02070309020205020404" pitchFamily="49" charset="0"/>
                <a:cs typeface="Courier New" panose="02070309020205020404" pitchFamily="49" charset="0"/>
              </a:rPr>
              <a:t> *nil;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全树共享的空节点指针</a:t>
            </a:r>
          </a:p>
          <a:p>
            <a:pPr marL="72000" lvl="0" indent="0"/>
            <a:r>
              <a:rPr lang="en-US" altLang="zh-CN" sz="1600" b="1" dirty="0">
                <a:latin typeface="Courier New" panose="02070309020205020404" pitchFamily="49" charset="0"/>
                <a:cs typeface="Courier New" panose="02070309020205020404" pitchFamily="49" charset="0"/>
              </a:rPr>
              <a:t>}</a:t>
            </a: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RBTree</a:t>
            </a:r>
            <a:r>
              <a:rPr lang="en-US" altLang="zh-CN" sz="1600" dirty="0">
                <a:latin typeface="Courier New" panose="02070309020205020404" pitchFamily="49" charset="0"/>
                <a:cs typeface="Courier New" panose="02070309020205020404" pitchFamily="49" charset="0"/>
              </a:rPr>
              <a:t>;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红黑树指针类型</a:t>
            </a:r>
          </a:p>
        </p:txBody>
      </p:sp>
      <p:grpSp>
        <p:nvGrpSpPr>
          <p:cNvPr id="8" name="组合 7">
            <a:extLst>
              <a:ext uri="{FF2B5EF4-FFF2-40B4-BE49-F238E27FC236}">
                <a16:creationId xmlns:a16="http://schemas.microsoft.com/office/drawing/2014/main" id="{C7697EDF-7407-92AC-7ECD-F4000AAA33C0}"/>
              </a:ext>
            </a:extLst>
          </p:cNvPr>
          <p:cNvGrpSpPr/>
          <p:nvPr/>
        </p:nvGrpSpPr>
        <p:grpSpPr>
          <a:xfrm>
            <a:off x="9010207" y="4812593"/>
            <a:ext cx="2681178" cy="1445327"/>
            <a:chOff x="132930" y="0"/>
            <a:chExt cx="1589400" cy="771965"/>
          </a:xfrm>
        </p:grpSpPr>
        <p:sp>
          <p:nvSpPr>
            <p:cNvPr id="9" name="文本框 107">
              <a:extLst>
                <a:ext uri="{FF2B5EF4-FFF2-40B4-BE49-F238E27FC236}">
                  <a16:creationId xmlns:a16="http://schemas.microsoft.com/office/drawing/2014/main" id="{82705FC8-7FE1-75AB-7F8B-402981C98AB7}"/>
                </a:ext>
              </a:extLst>
            </p:cNvPr>
            <p:cNvSpPr txBox="1"/>
            <p:nvPr/>
          </p:nvSpPr>
          <p:spPr>
            <a:xfrm>
              <a:off x="132930" y="565320"/>
              <a:ext cx="1589400" cy="206645"/>
            </a:xfrm>
            <a:prstGeom prst="rect">
              <a:avLst/>
            </a:prstGeom>
            <a:solidFill>
              <a:schemeClr val="bg1">
                <a:lumMod val="9500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buNone/>
              </a:pPr>
              <a:r>
                <a:rPr lang="zh-CN" sz="1600" kern="1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9.16 </a:t>
              </a:r>
              <a:r>
                <a:rPr lang="zh-CN" sz="1600" kern="100" dirty="0">
                  <a:effectLst/>
                  <a:latin typeface="Times New Roman" panose="02020603050405020304" pitchFamily="18" charset="0"/>
                  <a:ea typeface="宋体" panose="02010600030101010101" pitchFamily="2" charset="-122"/>
                  <a:cs typeface="Times New Roman" panose="02020603050405020304" pitchFamily="18" charset="0"/>
                </a:rPr>
                <a:t>空红黑树的存储结构</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5A89FA83-DC62-AE5B-1391-B934F594E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3117" y="0"/>
              <a:ext cx="1089025" cy="539750"/>
            </a:xfrm>
            <a:prstGeom prst="rect">
              <a:avLst/>
            </a:prstGeom>
            <a:solidFill>
              <a:schemeClr val="bg1">
                <a:lumMod val="95000"/>
              </a:schemeClr>
            </a:solidFill>
          </p:spPr>
        </p:pic>
      </p:grpSp>
      <p:sp>
        <p:nvSpPr>
          <p:cNvPr id="11" name="Rectangle 6">
            <a:extLst>
              <a:ext uri="{FF2B5EF4-FFF2-40B4-BE49-F238E27FC236}">
                <a16:creationId xmlns:a16="http://schemas.microsoft.com/office/drawing/2014/main" id="{55D12E18-4026-CA38-4FF4-5795115E945D}"/>
              </a:ext>
            </a:extLst>
          </p:cNvPr>
          <p:cNvSpPr>
            <a:spLocks noChangeArrowheads="1"/>
          </p:cNvSpPr>
          <p:nvPr/>
        </p:nvSpPr>
        <p:spPr bwMode="auto">
          <a:xfrm>
            <a:off x="352205" y="3636556"/>
            <a:ext cx="9998591" cy="252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72000" marR="0" lvl="0" indent="0" algn="l" defTabSz="914400" rtl="0" eaLnBrk="0" fontAlgn="base" latinLnBrk="0" hangingPunct="0">
              <a:lnSpc>
                <a:spcPct val="11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RBTree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MakeEmptyRBT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lang="en-US" altLang="zh-CN" sz="1600" dirty="0">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latin typeface="Courier New" panose="02070309020205020404" pitchFamily="49" charset="0"/>
                <a:ea typeface="宋体" panose="02010600030101010101" pitchFamily="2" charset="-122"/>
                <a:cs typeface="Courier New" panose="02070309020205020404" pitchFamily="49" charset="0"/>
              </a:rPr>
              <a:t>构建空红黑树</a:t>
            </a:r>
            <a:r>
              <a:rPr lang="en-US" altLang="zh-CN" sz="1600" dirty="0">
                <a:latin typeface="Courier New" panose="02070309020205020404" pitchFamily="49" charset="0"/>
                <a:ea typeface="宋体" panose="02010600030101010101" pitchFamily="2" charset="-122"/>
                <a:cs typeface="Courier New" panose="02070309020205020404" pitchFamily="49" charset="0"/>
              </a:rPr>
              <a:t>T</a:t>
            </a:r>
          </a:p>
          <a:p>
            <a:pPr marL="72000" marR="0" lvl="0" indent="0" algn="l" defTabSz="914400" rtl="0" eaLnBrk="0" fontAlgn="base" latinLnBrk="0" hangingPunct="0">
              <a:lnSpc>
                <a:spcPct val="11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RBTree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T;</a:t>
            </a:r>
            <a:endParaRPr kumimoji="0" lang="en-US" altLang="zh-CN" sz="1600" b="0" i="0" u="none" strike="noStrike" cap="none" normalizeH="0" baseline="0" dirty="0">
              <a:ln>
                <a:noFill/>
              </a:ln>
              <a:solidFill>
                <a:schemeClr val="tx1"/>
              </a:solidFill>
              <a:effectLst/>
            </a:endParaRPr>
          </a:p>
          <a:p>
            <a:pPr marL="72000" marR="0" lvl="0" indent="0" algn="l" defTabSz="914400" rtl="0" eaLnBrk="0" fontAlgn="base" latinLnBrk="0" hangingPunct="0">
              <a:lnSpc>
                <a:spcPct val="11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if</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(T-&gt;nil =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RBNode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malloc</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RBNode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exit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(OVERFLOW);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结构记录</a:t>
            </a:r>
          </a:p>
          <a:p>
            <a:pPr marL="72000" marR="0" lvl="0" indent="0" algn="l" defTabSz="914400" rtl="0" eaLnBrk="0" fontAlgn="base" latinLnBrk="0" hangingPunct="0">
              <a:lnSpc>
                <a:spcPct val="11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T-&gt;nil-&gt;key = INFINITY;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空节点的</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key</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置为最大值</a:t>
            </a:r>
          </a:p>
          <a:p>
            <a:pPr marL="72000" marR="0" lvl="0" indent="0" algn="l" defTabSz="914400" rtl="0" eaLnBrk="0" fontAlgn="base" latinLnBrk="0" hangingPunct="0">
              <a:lnSpc>
                <a:spcPct val="11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T-&gt;nil-&gt;color = BLACK;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空节点的颜色置为黑色</a:t>
            </a:r>
          </a:p>
          <a:p>
            <a:pPr marL="72000" marR="0" lvl="0" indent="0" algn="l" defTabSz="914400" rtl="0" eaLnBrk="0" fontAlgn="base" latinLnBrk="0" hangingPunct="0">
              <a:lnSpc>
                <a:spcPct val="11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T-&gt;nil-&gt;parent = T-&gt;nil-&gt;</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lchild</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T-&gt;nil-&gt;</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rchild</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NULL;</a:t>
            </a:r>
            <a:endParaRPr kumimoji="0" lang="en-US" altLang="zh-CN" sz="1600" b="0" i="0" u="none" strike="noStrike" cap="none" normalizeH="0" baseline="0" dirty="0">
              <a:ln>
                <a:noFill/>
              </a:ln>
              <a:solidFill>
                <a:schemeClr val="tx1"/>
              </a:solidFill>
              <a:effectLst/>
            </a:endParaRPr>
          </a:p>
          <a:p>
            <a:pPr marL="72000" marR="0" lvl="0" indent="0" algn="l" defTabSz="914400" rtl="0" eaLnBrk="0" fontAlgn="base" latinLnBrk="0" hangingPunct="0">
              <a:lnSpc>
                <a:spcPct val="11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T-&gt;root = T-&gt;nil;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空树的根指针指向空节点（也称为</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nil</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节点）</a:t>
            </a:r>
          </a:p>
          <a:p>
            <a:pPr marL="72000" marR="0" lvl="0" indent="0" algn="l" defTabSz="914400" rtl="0" eaLnBrk="0" fontAlgn="base" latinLnBrk="0" hangingPunct="0">
              <a:lnSpc>
                <a:spcPct val="11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T;                      </a:t>
            </a:r>
            <a:r>
              <a:rPr lang="en-US" altLang="zh-CN"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返回构建的空红黑树</a:t>
            </a:r>
          </a:p>
          <a:p>
            <a:pPr marL="72000" marR="0" lvl="0" indent="0" algn="l" defTabSz="914400" rtl="0" eaLnBrk="0" fontAlgn="base" latinLnBrk="0" hangingPunct="0">
              <a:lnSpc>
                <a:spcPct val="11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63334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A53E82E-64A1-4BD9-A8C9-5104C6E695D8}"/>
              </a:ext>
            </a:extLst>
          </p:cNvPr>
          <p:cNvSpPr txBox="1"/>
          <p:nvPr/>
        </p:nvSpPr>
        <p:spPr>
          <a:xfrm>
            <a:off x="341424" y="1737570"/>
            <a:ext cx="7509471" cy="2538452"/>
          </a:xfrm>
          <a:prstGeom prst="rect">
            <a:avLst/>
          </a:prstGeom>
          <a:solidFill>
            <a:schemeClr val="bg2"/>
          </a:solidFill>
          <a:ln w="12700">
            <a:solidFill>
              <a:schemeClr val="tx1"/>
            </a:solidFill>
          </a:ln>
        </p:spPr>
        <p:txBody>
          <a:bodyPr wrap="square">
            <a:spAutoFit/>
          </a:bodyPr>
          <a:lstStyle/>
          <a:p>
            <a:pPr>
              <a:lnSpc>
                <a:spcPct val="150000"/>
              </a:lnSpc>
            </a:pPr>
            <a:r>
              <a:rPr lang="zh-CN" altLang="zh-CN" b="1" kern="0"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宋体" panose="02010600030101010101" pitchFamily="2" charset="-122"/>
              </a:rPr>
              <a:t>红黑树</a:t>
            </a:r>
            <a:r>
              <a:rPr lang="en-US" altLang="zh-CN" b="1"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(red-black tree)</a:t>
            </a:r>
            <a:r>
              <a:rPr lang="en-US" altLang="zh-CN" b="1" kern="0" dirty="0">
                <a:effectLst/>
                <a:latin typeface="Times New Roman" panose="02020603050405020304" pitchFamily="18" charset="0"/>
                <a:ea typeface="等线" panose="02010600030101010101" pitchFamily="2" charset="-122"/>
                <a:cs typeface="Times New Roman" panose="02020603050405020304" pitchFamily="18" charset="0"/>
              </a:rPr>
              <a:t> </a:t>
            </a:r>
            <a:r>
              <a:rPr lang="zh-CN" altLang="zh-CN" b="1" kern="0" dirty="0">
                <a:effectLst/>
                <a:latin typeface="等线" panose="02010600030101010101" pitchFamily="2" charset="-122"/>
                <a:ea typeface="宋体" panose="02010600030101010101" pitchFamily="2" charset="-122"/>
                <a:cs typeface="宋体" panose="02010600030101010101" pitchFamily="2" charset="-122"/>
              </a:rPr>
              <a:t>是满足</a:t>
            </a:r>
            <a:r>
              <a:rPr lang="zh-CN" altLang="en-US" b="1" kern="0" dirty="0">
                <a:effectLst/>
                <a:latin typeface="等线" panose="02010600030101010101" pitchFamily="2" charset="-122"/>
                <a:ea typeface="宋体" panose="02010600030101010101" pitchFamily="2" charset="-122"/>
                <a:cs typeface="宋体" panose="02010600030101010101" pitchFamily="2" charset="-122"/>
              </a:rPr>
              <a:t>以</a:t>
            </a:r>
            <a:r>
              <a:rPr lang="zh-CN" altLang="zh-CN" b="1" kern="0" dirty="0">
                <a:effectLst/>
                <a:latin typeface="等线" panose="02010600030101010101" pitchFamily="2" charset="-122"/>
                <a:ea typeface="宋体" panose="02010600030101010101" pitchFamily="2" charset="-122"/>
                <a:cs typeface="宋体" panose="02010600030101010101" pitchFamily="2" charset="-122"/>
              </a:rPr>
              <a:t>下性质的二叉查找树：</a:t>
            </a:r>
            <a:endParaRPr lang="zh-CN" altLang="zh-CN"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en-US" altLang="zh-CN" b="1" kern="0" dirty="0">
                <a:solidFill>
                  <a:srgbClr val="0000FF"/>
                </a:solidFill>
                <a:latin typeface="等线" panose="02010600030101010101" pitchFamily="2" charset="-122"/>
                <a:ea typeface="宋体" panose="02010600030101010101" pitchFamily="2" charset="-122"/>
              </a:rPr>
              <a:t>① </a:t>
            </a:r>
            <a:r>
              <a:rPr lang="zh-CN" altLang="zh-CN" b="1" kern="0" dirty="0">
                <a:solidFill>
                  <a:srgbClr val="0000FF"/>
                </a:solidFill>
                <a:ea typeface="宋体" panose="02010600030101010101" pitchFamily="2" charset="-122"/>
              </a:rPr>
              <a:t>每个结点</a:t>
            </a:r>
            <a:r>
              <a:rPr lang="zh-CN" altLang="en-US" b="1" kern="0" dirty="0">
                <a:solidFill>
                  <a:srgbClr val="0000FF"/>
                </a:solidFill>
                <a:ea typeface="宋体" panose="02010600030101010101" pitchFamily="2" charset="-122"/>
              </a:rPr>
              <a:t>或</a:t>
            </a:r>
            <a:r>
              <a:rPr lang="zh-CN" altLang="zh-CN" b="1" kern="0" dirty="0">
                <a:solidFill>
                  <a:srgbClr val="0000FF"/>
                </a:solidFill>
                <a:ea typeface="宋体" panose="02010600030101010101" pitchFamily="2" charset="-122"/>
              </a:rPr>
              <a:t>是</a:t>
            </a:r>
            <a:r>
              <a:rPr lang="zh-CN" altLang="zh-CN" b="1" kern="0"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宋体" panose="02010600030101010101" pitchFamily="2" charset="-122"/>
              </a:rPr>
              <a:t>红</a:t>
            </a:r>
            <a:r>
              <a:rPr lang="zh-CN" altLang="en-US" b="1" kern="0" dirty="0">
                <a:solidFill>
                  <a:srgbClr val="0000FF"/>
                </a:solidFill>
                <a:ea typeface="宋体" panose="02010600030101010101" pitchFamily="2" charset="-122"/>
              </a:rPr>
              <a:t>的</a:t>
            </a:r>
            <a:r>
              <a:rPr lang="zh-CN" altLang="zh-CN" b="1" kern="0" dirty="0">
                <a:solidFill>
                  <a:srgbClr val="0000FF"/>
                </a:solidFill>
                <a:ea typeface="宋体" panose="02010600030101010101" pitchFamily="2" charset="-122"/>
              </a:rPr>
              <a:t>，</a:t>
            </a:r>
            <a:r>
              <a:rPr lang="zh-CN" altLang="en-US" b="1" kern="0" dirty="0">
                <a:solidFill>
                  <a:srgbClr val="0000FF"/>
                </a:solidFill>
                <a:ea typeface="宋体" panose="02010600030101010101" pitchFamily="2" charset="-122"/>
              </a:rPr>
              <a:t>或</a:t>
            </a:r>
            <a:r>
              <a:rPr lang="zh-CN" altLang="zh-CN" b="1" kern="0" dirty="0">
                <a:solidFill>
                  <a:srgbClr val="0000FF"/>
                </a:solidFill>
                <a:ea typeface="宋体" panose="02010600030101010101" pitchFamily="2" charset="-122"/>
              </a:rPr>
              <a:t>是</a:t>
            </a:r>
            <a:r>
              <a:rPr lang="zh-CN" altLang="zh-CN" b="1" kern="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宋体" panose="02010600030101010101" pitchFamily="2" charset="-122"/>
              </a:rPr>
              <a:t>黑</a:t>
            </a:r>
            <a:r>
              <a:rPr lang="zh-CN" altLang="en-US" b="1" kern="0" dirty="0">
                <a:solidFill>
                  <a:srgbClr val="0000FF"/>
                </a:solidFill>
                <a:ea typeface="宋体" panose="02010600030101010101" pitchFamily="2" charset="-122"/>
              </a:rPr>
              <a:t>的</a:t>
            </a:r>
            <a:r>
              <a:rPr lang="zh-CN" altLang="zh-CN" b="1" kern="0" dirty="0">
                <a:solidFill>
                  <a:srgbClr val="0000FF"/>
                </a:solidFill>
                <a:ea typeface="宋体" panose="02010600030101010101" pitchFamily="2" charset="-122"/>
              </a:rPr>
              <a:t>。</a:t>
            </a:r>
          </a:p>
          <a:p>
            <a:pPr algn="just">
              <a:lnSpc>
                <a:spcPct val="150000"/>
              </a:lnSpc>
            </a:pPr>
            <a:r>
              <a:rPr lang="en-US" altLang="zh-CN" b="1" kern="0" dirty="0">
                <a:solidFill>
                  <a:srgbClr val="0000FF"/>
                </a:solidFill>
                <a:latin typeface="等线" panose="02010600030101010101" pitchFamily="2" charset="-122"/>
              </a:rPr>
              <a:t>②</a:t>
            </a:r>
            <a:r>
              <a:rPr lang="en-US" altLang="zh-CN" b="1" kern="0" dirty="0">
                <a:solidFill>
                  <a:srgbClr val="0000FF"/>
                </a:solidFill>
                <a:ea typeface="宋体" panose="02010600030101010101" pitchFamily="2" charset="-122"/>
              </a:rPr>
              <a:t> </a:t>
            </a:r>
            <a:r>
              <a:rPr lang="zh-CN" altLang="zh-CN" b="1" kern="0" dirty="0">
                <a:solidFill>
                  <a:srgbClr val="0000FF"/>
                </a:solidFill>
                <a:ea typeface="宋体" panose="02010600030101010101" pitchFamily="2" charset="-122"/>
              </a:rPr>
              <a:t>根结点是</a:t>
            </a:r>
            <a:r>
              <a:rPr lang="zh-CN" altLang="zh-CN" b="1" kern="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黑</a:t>
            </a:r>
            <a:r>
              <a:rPr lang="zh-CN" altLang="zh-CN" b="1" kern="0" dirty="0">
                <a:solidFill>
                  <a:srgbClr val="0000FF"/>
                </a:solidFill>
                <a:ea typeface="宋体" panose="02010600030101010101" pitchFamily="2" charset="-122"/>
              </a:rPr>
              <a:t>的。</a:t>
            </a:r>
          </a:p>
          <a:p>
            <a:pPr algn="just">
              <a:lnSpc>
                <a:spcPct val="150000"/>
              </a:lnSpc>
            </a:pPr>
            <a:r>
              <a:rPr lang="en-US" altLang="zh-CN" b="1" kern="0" dirty="0">
                <a:solidFill>
                  <a:srgbClr val="0000FF"/>
                </a:solidFill>
                <a:latin typeface="等线" panose="02010600030101010101" pitchFamily="2" charset="-122"/>
              </a:rPr>
              <a:t>③</a:t>
            </a:r>
            <a:r>
              <a:rPr lang="en-US" altLang="zh-CN" b="1" kern="0" dirty="0">
                <a:solidFill>
                  <a:srgbClr val="0000FF"/>
                </a:solidFill>
                <a:ea typeface="宋体" panose="02010600030101010101" pitchFamily="2" charset="-122"/>
              </a:rPr>
              <a:t> </a:t>
            </a:r>
            <a:r>
              <a:rPr lang="zh-CN" altLang="zh-CN" b="1" kern="0" dirty="0">
                <a:solidFill>
                  <a:srgbClr val="0000FF"/>
                </a:solidFill>
                <a:ea typeface="宋体" panose="02010600030101010101" pitchFamily="2" charset="-122"/>
              </a:rPr>
              <a:t>所有叶结点</a:t>
            </a:r>
            <a:r>
              <a:rPr lang="zh-CN" altLang="en-US" b="1" kern="0" dirty="0">
                <a:solidFill>
                  <a:srgbClr val="0000FF"/>
                </a:solidFill>
                <a:ea typeface="宋体" panose="02010600030101010101" pitchFamily="2" charset="-122"/>
              </a:rPr>
              <a:t>（</a:t>
            </a:r>
            <a:r>
              <a:rPr lang="en-US" altLang="zh-CN" b="1" kern="0" dirty="0">
                <a:solidFill>
                  <a:srgbClr val="0000FF"/>
                </a:solidFill>
                <a:ea typeface="宋体" panose="02010600030101010101" pitchFamily="2" charset="-122"/>
              </a:rPr>
              <a:t>nil</a:t>
            </a:r>
            <a:r>
              <a:rPr lang="zh-CN" altLang="en-US" b="1" kern="0" dirty="0">
                <a:solidFill>
                  <a:srgbClr val="0000FF"/>
                </a:solidFill>
                <a:ea typeface="宋体" panose="02010600030101010101" pitchFamily="2" charset="-122"/>
              </a:rPr>
              <a:t>）</a:t>
            </a:r>
            <a:r>
              <a:rPr lang="zh-CN" altLang="zh-CN" b="1" kern="0" dirty="0">
                <a:solidFill>
                  <a:srgbClr val="0000FF"/>
                </a:solidFill>
                <a:ea typeface="宋体" panose="02010600030101010101" pitchFamily="2" charset="-122"/>
              </a:rPr>
              <a:t>都是</a:t>
            </a:r>
            <a:r>
              <a:rPr lang="zh-CN" altLang="zh-CN" b="1" kern="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黑</a:t>
            </a:r>
            <a:r>
              <a:rPr lang="zh-CN" altLang="zh-CN" b="1" kern="0" dirty="0">
                <a:solidFill>
                  <a:srgbClr val="0000FF"/>
                </a:solidFill>
                <a:ea typeface="宋体" panose="02010600030101010101" pitchFamily="2" charset="-122"/>
              </a:rPr>
              <a:t>的。</a:t>
            </a:r>
          </a:p>
          <a:p>
            <a:pPr algn="just">
              <a:lnSpc>
                <a:spcPct val="150000"/>
              </a:lnSpc>
            </a:pPr>
            <a:r>
              <a:rPr lang="en-US" altLang="zh-CN" b="1" kern="0" dirty="0">
                <a:solidFill>
                  <a:srgbClr val="0000FF"/>
                </a:solidFill>
                <a:latin typeface="等线" panose="02010600030101010101" pitchFamily="2" charset="-122"/>
              </a:rPr>
              <a:t>④</a:t>
            </a:r>
            <a:r>
              <a:rPr lang="en-US" altLang="zh-CN" b="1" kern="0" dirty="0">
                <a:solidFill>
                  <a:srgbClr val="0000FF"/>
                </a:solidFill>
                <a:ea typeface="宋体" panose="02010600030101010101" pitchFamily="2" charset="-122"/>
              </a:rPr>
              <a:t> </a:t>
            </a:r>
            <a:r>
              <a:rPr lang="zh-CN" altLang="zh-CN" b="1" kern="0" dirty="0">
                <a:solidFill>
                  <a:srgbClr val="0000FF"/>
                </a:solidFill>
                <a:ea typeface="宋体" panose="02010600030101010101" pitchFamily="2" charset="-122"/>
              </a:rPr>
              <a:t>每个</a:t>
            </a:r>
            <a:r>
              <a:rPr lang="zh-CN" altLang="zh-CN" b="1" kern="0"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红</a:t>
            </a:r>
            <a:r>
              <a:rPr lang="zh-CN" altLang="zh-CN" b="1" kern="0" dirty="0">
                <a:solidFill>
                  <a:srgbClr val="0000FF"/>
                </a:solidFill>
                <a:ea typeface="宋体" panose="02010600030101010101" pitchFamily="2" charset="-122"/>
              </a:rPr>
              <a:t>结点的两个子</a:t>
            </a:r>
            <a:r>
              <a:rPr lang="zh-CN" altLang="en-US" b="1" kern="0" dirty="0">
                <a:solidFill>
                  <a:srgbClr val="0000FF"/>
                </a:solidFill>
                <a:ea typeface="宋体" panose="02010600030101010101" pitchFamily="2" charset="-122"/>
              </a:rPr>
              <a:t>结</a:t>
            </a:r>
            <a:r>
              <a:rPr lang="zh-CN" altLang="zh-CN" b="1" kern="0" dirty="0">
                <a:solidFill>
                  <a:srgbClr val="0000FF"/>
                </a:solidFill>
                <a:ea typeface="宋体" panose="02010600030101010101" pitchFamily="2" charset="-122"/>
              </a:rPr>
              <a:t>点必须是</a:t>
            </a:r>
            <a:r>
              <a:rPr lang="zh-CN" altLang="zh-CN" b="1" kern="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黑</a:t>
            </a:r>
            <a:r>
              <a:rPr lang="zh-CN" altLang="zh-CN" b="1" kern="0" dirty="0">
                <a:solidFill>
                  <a:srgbClr val="0000FF"/>
                </a:solidFill>
                <a:ea typeface="宋体" panose="02010600030101010101" pitchFamily="2" charset="-122"/>
              </a:rPr>
              <a:t>的。</a:t>
            </a:r>
            <a:endParaRPr lang="en-US" altLang="zh-CN" b="1" kern="0" dirty="0">
              <a:solidFill>
                <a:srgbClr val="0000FF"/>
              </a:solidFill>
              <a:ea typeface="宋体" panose="02010600030101010101" pitchFamily="2" charset="-122"/>
            </a:endParaRPr>
          </a:p>
          <a:p>
            <a:pPr>
              <a:lnSpc>
                <a:spcPct val="150000"/>
              </a:lnSpc>
            </a:pPr>
            <a:r>
              <a:rPr lang="en-US" altLang="zh-CN" b="1" kern="0" dirty="0">
                <a:solidFill>
                  <a:srgbClr val="0000FF"/>
                </a:solidFill>
                <a:latin typeface="等线" panose="02010600030101010101" pitchFamily="2" charset="-122"/>
              </a:rPr>
              <a:t>⑤</a:t>
            </a:r>
            <a:r>
              <a:rPr lang="en-US" altLang="zh-CN" b="1" kern="0" dirty="0">
                <a:solidFill>
                  <a:srgbClr val="0000FF"/>
                </a:solidFill>
                <a:ea typeface="宋体" panose="02010600030101010101" pitchFamily="2" charset="-122"/>
              </a:rPr>
              <a:t> </a:t>
            </a:r>
            <a:r>
              <a:rPr lang="zh-CN" altLang="zh-CN" b="1" kern="0" dirty="0">
                <a:solidFill>
                  <a:srgbClr val="0000FF"/>
                </a:solidFill>
                <a:ea typeface="宋体" panose="02010600030101010101" pitchFamily="2" charset="-122"/>
              </a:rPr>
              <a:t>从任一结点到其每个</a:t>
            </a:r>
            <a:r>
              <a:rPr lang="zh-CN" altLang="en-US" b="1" kern="0" dirty="0">
                <a:solidFill>
                  <a:srgbClr val="0000FF"/>
                </a:solidFill>
                <a:ea typeface="宋体" panose="02010600030101010101" pitchFamily="2" charset="-122"/>
              </a:rPr>
              <a:t>后代</a:t>
            </a:r>
            <a:r>
              <a:rPr lang="zh-CN" altLang="zh-CN" b="1" kern="0" dirty="0">
                <a:solidFill>
                  <a:srgbClr val="0000FF"/>
                </a:solidFill>
                <a:ea typeface="宋体" panose="02010600030101010101" pitchFamily="2" charset="-122"/>
              </a:rPr>
              <a:t>叶</a:t>
            </a:r>
            <a:r>
              <a:rPr lang="zh-CN" altLang="en-US" b="1" kern="0" dirty="0">
                <a:solidFill>
                  <a:srgbClr val="0000FF"/>
                </a:solidFill>
                <a:ea typeface="宋体" panose="02010600030101010101" pitchFamily="2" charset="-122"/>
              </a:rPr>
              <a:t>结点</a:t>
            </a:r>
            <a:r>
              <a:rPr lang="zh-CN" altLang="zh-CN" b="1" kern="0" dirty="0">
                <a:solidFill>
                  <a:srgbClr val="0000FF"/>
                </a:solidFill>
                <a:ea typeface="宋体" panose="02010600030101010101" pitchFamily="2" charset="-122"/>
              </a:rPr>
              <a:t>的所有路径都包含相同</a:t>
            </a:r>
            <a:r>
              <a:rPr lang="zh-CN" altLang="en-US" b="1" kern="0" dirty="0">
                <a:solidFill>
                  <a:srgbClr val="0000FF"/>
                </a:solidFill>
                <a:ea typeface="宋体" panose="02010600030101010101" pitchFamily="2" charset="-122"/>
              </a:rPr>
              <a:t>个</a:t>
            </a:r>
            <a:r>
              <a:rPr lang="zh-CN" altLang="zh-CN" b="1" kern="0" dirty="0">
                <a:solidFill>
                  <a:srgbClr val="0000FF"/>
                </a:solidFill>
                <a:ea typeface="宋体" panose="02010600030101010101" pitchFamily="2" charset="-122"/>
              </a:rPr>
              <a:t>数的</a:t>
            </a:r>
            <a:r>
              <a:rPr lang="zh-CN" altLang="zh-CN" b="1" u="sng" kern="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黑</a:t>
            </a:r>
            <a:r>
              <a:rPr lang="zh-CN" altLang="zh-CN" b="1" kern="0" dirty="0">
                <a:solidFill>
                  <a:srgbClr val="0000FF"/>
                </a:solidFill>
                <a:ea typeface="宋体" panose="02010600030101010101" pitchFamily="2" charset="-122"/>
              </a:rPr>
              <a:t>结点。</a:t>
            </a:r>
          </a:p>
        </p:txBody>
      </p:sp>
      <p:sp>
        <p:nvSpPr>
          <p:cNvPr id="64" name="文本框 63">
            <a:extLst>
              <a:ext uri="{FF2B5EF4-FFF2-40B4-BE49-F238E27FC236}">
                <a16:creationId xmlns:a16="http://schemas.microsoft.com/office/drawing/2014/main" id="{EC17A282-D92C-4F89-BAD4-B6A20CFBEBAB}"/>
              </a:ext>
            </a:extLst>
          </p:cNvPr>
          <p:cNvSpPr txBox="1"/>
          <p:nvPr/>
        </p:nvSpPr>
        <p:spPr>
          <a:xfrm>
            <a:off x="341424" y="4642322"/>
            <a:ext cx="7509471" cy="1707455"/>
          </a:xfrm>
          <a:prstGeom prst="rect">
            <a:avLst/>
          </a:prstGeom>
          <a:solidFill>
            <a:schemeClr val="bg2"/>
          </a:solidFill>
          <a:ln w="12700">
            <a:solidFill>
              <a:schemeClr val="tx1"/>
            </a:solidFill>
          </a:ln>
        </p:spPr>
        <p:txBody>
          <a:bodyPr wrap="square">
            <a:spAutoFit/>
          </a:bodyPr>
          <a:lstStyle>
            <a:defPPr>
              <a:defRPr lang="zh-CN"/>
            </a:defPPr>
            <a:lvl1pPr>
              <a:lnSpc>
                <a:spcPct val="114000"/>
              </a:lnSpc>
              <a:defRPr b="1" kern="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宋体" panose="02010600030101010101" pitchFamily="2" charset="-122"/>
              </a:defRPr>
            </a:lvl1pPr>
          </a:lstStyle>
          <a:p>
            <a:pPr>
              <a:lnSpc>
                <a:spcPct val="150000"/>
              </a:lnSpc>
            </a:pPr>
            <a:r>
              <a:rPr lang="zh-CN" altLang="zh-CN" dirty="0"/>
              <a:t>黑</a:t>
            </a:r>
            <a:r>
              <a:rPr lang="zh-CN" altLang="en-US" dirty="0"/>
              <a:t>高</a:t>
            </a:r>
            <a:r>
              <a:rPr lang="zh-CN" altLang="zh-CN" dirty="0"/>
              <a:t>度</a:t>
            </a:r>
            <a:r>
              <a:rPr lang="en-US" altLang="zh-CN" dirty="0"/>
              <a:t> </a:t>
            </a:r>
            <a:r>
              <a:rPr lang="en-US" altLang="zh-CN" dirty="0">
                <a:solidFill>
                  <a:srgbClr val="0000FF"/>
                </a:solidFill>
                <a:effectLst/>
                <a:latin typeface="+mn-lt"/>
                <a:ea typeface="宋体" panose="02010600030101010101" pitchFamily="2" charset="-122"/>
                <a:cs typeface="+mn-cs"/>
              </a:rPr>
              <a:t>——</a:t>
            </a:r>
            <a:r>
              <a:rPr lang="zh-CN" altLang="zh-CN" dirty="0">
                <a:solidFill>
                  <a:srgbClr val="0000FF"/>
                </a:solidFill>
                <a:effectLst/>
                <a:latin typeface="+mn-lt"/>
                <a:ea typeface="宋体" panose="02010600030101010101" pitchFamily="2" charset="-122"/>
                <a:cs typeface="+mn-cs"/>
              </a:rPr>
              <a:t>从某个结点</a:t>
            </a:r>
            <a:r>
              <a:rPr lang="en-US" altLang="zh-CN" dirty="0">
                <a:solidFill>
                  <a:srgbClr val="0000FF"/>
                </a:solidFill>
                <a:effectLst/>
                <a:latin typeface="+mn-lt"/>
                <a:ea typeface="宋体" panose="02010600030101010101" pitchFamily="2" charset="-122"/>
                <a:cs typeface="+mn-cs"/>
              </a:rPr>
              <a:t>x</a:t>
            </a:r>
            <a:r>
              <a:rPr lang="zh-CN" altLang="zh-CN" dirty="0">
                <a:solidFill>
                  <a:srgbClr val="0000FF"/>
                </a:solidFill>
                <a:effectLst/>
                <a:latin typeface="+mn-lt"/>
                <a:ea typeface="宋体" panose="02010600030101010101" pitchFamily="2" charset="-122"/>
                <a:cs typeface="+mn-cs"/>
              </a:rPr>
              <a:t>出发</a:t>
            </a:r>
            <a:r>
              <a:rPr lang="en-US" altLang="zh-CN" dirty="0">
                <a:solidFill>
                  <a:srgbClr val="0000FF"/>
                </a:solidFill>
                <a:effectLst/>
                <a:latin typeface="+mn-lt"/>
                <a:ea typeface="宋体" panose="02010600030101010101" pitchFamily="2" charset="-122"/>
                <a:cs typeface="+mn-cs"/>
              </a:rPr>
              <a:t>(</a:t>
            </a:r>
            <a:r>
              <a:rPr lang="zh-CN" altLang="zh-CN" dirty="0">
                <a:solidFill>
                  <a:srgbClr val="0000FF"/>
                </a:solidFill>
                <a:effectLst/>
                <a:latin typeface="+mn-lt"/>
                <a:ea typeface="宋体" panose="02010600030101010101" pitchFamily="2" charset="-122"/>
                <a:cs typeface="+mn-cs"/>
              </a:rPr>
              <a:t>不包括结点</a:t>
            </a:r>
            <a:r>
              <a:rPr lang="en-US" altLang="zh-CN" dirty="0">
                <a:solidFill>
                  <a:srgbClr val="0000FF"/>
                </a:solidFill>
                <a:effectLst/>
                <a:latin typeface="+mn-lt"/>
                <a:ea typeface="宋体" panose="02010600030101010101" pitchFamily="2" charset="-122"/>
                <a:cs typeface="+mn-cs"/>
              </a:rPr>
              <a:t>x</a:t>
            </a:r>
            <a:r>
              <a:rPr lang="zh-CN" altLang="zh-CN" dirty="0">
                <a:solidFill>
                  <a:srgbClr val="0000FF"/>
                </a:solidFill>
                <a:effectLst/>
                <a:latin typeface="+mn-lt"/>
                <a:ea typeface="宋体" panose="02010600030101010101" pitchFamily="2" charset="-122"/>
                <a:cs typeface="+mn-cs"/>
              </a:rPr>
              <a:t>本身</a:t>
            </a:r>
            <a:r>
              <a:rPr lang="en-US" altLang="zh-CN" dirty="0">
                <a:solidFill>
                  <a:srgbClr val="0000FF"/>
                </a:solidFill>
                <a:effectLst/>
                <a:latin typeface="+mn-lt"/>
                <a:ea typeface="宋体" panose="02010600030101010101" pitchFamily="2" charset="-122"/>
                <a:cs typeface="+mn-cs"/>
              </a:rPr>
              <a:t>)</a:t>
            </a:r>
            <a:r>
              <a:rPr lang="zh-CN" altLang="zh-CN" dirty="0">
                <a:solidFill>
                  <a:srgbClr val="0000FF"/>
                </a:solidFill>
                <a:effectLst/>
                <a:latin typeface="+mn-lt"/>
                <a:ea typeface="宋体" panose="02010600030101010101" pitchFamily="2" charset="-122"/>
                <a:cs typeface="+mn-cs"/>
              </a:rPr>
              <a:t>到</a:t>
            </a:r>
            <a:r>
              <a:rPr lang="zh-CN" altLang="en-US" dirty="0">
                <a:solidFill>
                  <a:srgbClr val="0000FF"/>
                </a:solidFill>
                <a:effectLst/>
                <a:latin typeface="+mn-lt"/>
                <a:ea typeface="宋体" panose="02010600030101010101" pitchFamily="2" charset="-122"/>
                <a:cs typeface="+mn-cs"/>
              </a:rPr>
              <a:t>后代</a:t>
            </a:r>
            <a:r>
              <a:rPr lang="zh-CN" altLang="zh-CN" dirty="0">
                <a:solidFill>
                  <a:srgbClr val="0000FF"/>
                </a:solidFill>
                <a:effectLst/>
                <a:latin typeface="+mn-lt"/>
                <a:ea typeface="宋体" panose="02010600030101010101" pitchFamily="2" charset="-122"/>
                <a:cs typeface="+mn-cs"/>
              </a:rPr>
              <a:t>叶结点</a:t>
            </a:r>
            <a:r>
              <a:rPr lang="en-US" altLang="zh-CN" dirty="0">
                <a:solidFill>
                  <a:srgbClr val="0000FF"/>
                </a:solidFill>
                <a:effectLst/>
                <a:latin typeface="+mn-lt"/>
                <a:ea typeface="宋体" panose="02010600030101010101" pitchFamily="2" charset="-122"/>
                <a:cs typeface="+mn-cs"/>
              </a:rPr>
              <a:t>(</a:t>
            </a:r>
            <a:r>
              <a:rPr lang="zh-CN" altLang="zh-CN" dirty="0">
                <a:solidFill>
                  <a:srgbClr val="0000FF"/>
                </a:solidFill>
                <a:effectLst/>
                <a:latin typeface="+mn-lt"/>
                <a:ea typeface="宋体" panose="02010600030101010101" pitchFamily="2" charset="-122"/>
                <a:cs typeface="+mn-cs"/>
              </a:rPr>
              <a:t>包括叶结点</a:t>
            </a:r>
            <a:r>
              <a:rPr lang="en-US" altLang="zh-CN" dirty="0">
                <a:solidFill>
                  <a:srgbClr val="0000FF"/>
                </a:solidFill>
                <a:effectLst/>
                <a:latin typeface="+mn-lt"/>
                <a:ea typeface="宋体" panose="02010600030101010101" pitchFamily="2" charset="-122"/>
                <a:cs typeface="+mn-cs"/>
              </a:rPr>
              <a:t>)</a:t>
            </a:r>
            <a:r>
              <a:rPr lang="zh-CN" altLang="zh-CN" dirty="0">
                <a:solidFill>
                  <a:srgbClr val="0000FF"/>
                </a:solidFill>
                <a:effectLst/>
                <a:latin typeface="+mn-lt"/>
                <a:ea typeface="宋体" panose="02010600030101010101" pitchFamily="2" charset="-122"/>
                <a:cs typeface="+mn-cs"/>
              </a:rPr>
              <a:t>的路径上的</a:t>
            </a:r>
            <a:r>
              <a:rPr lang="zh-CN" altLang="zh-CN" dirty="0"/>
              <a:t>黑</a:t>
            </a:r>
            <a:r>
              <a:rPr lang="zh-CN" altLang="zh-CN" dirty="0">
                <a:solidFill>
                  <a:srgbClr val="0000FF"/>
                </a:solidFill>
                <a:effectLst/>
                <a:latin typeface="+mn-lt"/>
                <a:ea typeface="宋体" panose="02010600030101010101" pitchFamily="2" charset="-122"/>
                <a:cs typeface="+mn-cs"/>
              </a:rPr>
              <a:t>结点个数</a:t>
            </a:r>
            <a:r>
              <a:rPr lang="zh-CN" altLang="en-US" dirty="0">
                <a:solidFill>
                  <a:srgbClr val="0000FF"/>
                </a:solidFill>
                <a:effectLst/>
                <a:latin typeface="+mn-lt"/>
                <a:ea typeface="宋体" panose="02010600030101010101" pitchFamily="2" charset="-122"/>
                <a:cs typeface="+mn-cs"/>
              </a:rPr>
              <a:t>，</a:t>
            </a:r>
            <a:r>
              <a:rPr lang="zh-CN" altLang="zh-CN" dirty="0">
                <a:solidFill>
                  <a:srgbClr val="0000FF"/>
                </a:solidFill>
                <a:effectLst/>
                <a:latin typeface="+mn-lt"/>
                <a:ea typeface="宋体" panose="02010600030101010101" pitchFamily="2" charset="-122"/>
                <a:cs typeface="+mn-cs"/>
              </a:rPr>
              <a:t>称为该结点</a:t>
            </a:r>
            <a:r>
              <a:rPr lang="en-US" altLang="zh-CN" dirty="0">
                <a:solidFill>
                  <a:srgbClr val="0000FF"/>
                </a:solidFill>
                <a:effectLst/>
                <a:latin typeface="+mn-lt"/>
                <a:ea typeface="宋体" panose="02010600030101010101" pitchFamily="2" charset="-122"/>
                <a:cs typeface="+mn-cs"/>
              </a:rPr>
              <a:t>x</a:t>
            </a:r>
            <a:r>
              <a:rPr lang="zh-CN" altLang="zh-CN" dirty="0">
                <a:solidFill>
                  <a:srgbClr val="0000FF"/>
                </a:solidFill>
                <a:effectLst/>
                <a:latin typeface="+mn-lt"/>
                <a:ea typeface="宋体" panose="02010600030101010101" pitchFamily="2" charset="-122"/>
                <a:cs typeface="+mn-cs"/>
              </a:rPr>
              <a:t>的</a:t>
            </a:r>
            <a:r>
              <a:rPr lang="zh-CN" altLang="zh-CN" u="sng" dirty="0"/>
              <a:t>黑</a:t>
            </a:r>
            <a:r>
              <a:rPr lang="zh-CN" altLang="en-US" u="sng" dirty="0">
                <a:solidFill>
                  <a:srgbClr val="0000FF"/>
                </a:solidFill>
                <a:effectLst/>
                <a:cs typeface="+mn-cs"/>
              </a:rPr>
              <a:t>高</a:t>
            </a:r>
            <a:r>
              <a:rPr lang="zh-CN" altLang="zh-CN" u="sng" dirty="0">
                <a:solidFill>
                  <a:srgbClr val="0000FF"/>
                </a:solidFill>
                <a:effectLst/>
                <a:cs typeface="+mn-cs"/>
              </a:rPr>
              <a:t>度</a:t>
            </a:r>
            <a:r>
              <a:rPr lang="zh-CN" altLang="en-US" dirty="0">
                <a:solidFill>
                  <a:srgbClr val="0000FF"/>
                </a:solidFill>
                <a:effectLst/>
                <a:latin typeface="+mn-lt"/>
                <a:ea typeface="宋体" panose="02010600030101010101" pitchFamily="2" charset="-122"/>
                <a:cs typeface="+mn-cs"/>
              </a:rPr>
              <a:t>，</a:t>
            </a:r>
            <a:r>
              <a:rPr lang="zh-CN" altLang="zh-CN" dirty="0">
                <a:solidFill>
                  <a:srgbClr val="0000FF"/>
                </a:solidFill>
                <a:effectLst/>
                <a:latin typeface="+mn-lt"/>
                <a:ea typeface="宋体" panose="02010600030101010101" pitchFamily="2" charset="-122"/>
                <a:cs typeface="+mn-cs"/>
              </a:rPr>
              <a:t>记为</a:t>
            </a:r>
            <a:r>
              <a:rPr lang="en-US" altLang="zh-CN" dirty="0" err="1">
                <a:solidFill>
                  <a:srgbClr val="0000FF"/>
                </a:solidFill>
                <a:effectLst/>
                <a:latin typeface="+mn-lt"/>
                <a:ea typeface="宋体" panose="02010600030101010101" pitchFamily="2" charset="-122"/>
                <a:cs typeface="+mn-cs"/>
              </a:rPr>
              <a:t>bh</a:t>
            </a:r>
            <a:r>
              <a:rPr lang="en-US" altLang="zh-CN" dirty="0">
                <a:solidFill>
                  <a:srgbClr val="0000FF"/>
                </a:solidFill>
                <a:effectLst/>
                <a:latin typeface="+mn-lt"/>
                <a:ea typeface="宋体" panose="02010600030101010101" pitchFamily="2" charset="-122"/>
                <a:cs typeface="+mn-cs"/>
              </a:rPr>
              <a:t>(x)</a:t>
            </a:r>
            <a:r>
              <a:rPr lang="zh-CN" altLang="en-US" dirty="0">
                <a:solidFill>
                  <a:srgbClr val="0000FF"/>
                </a:solidFill>
                <a:effectLst/>
                <a:latin typeface="+mn-lt"/>
                <a:ea typeface="宋体" panose="02010600030101010101" pitchFamily="2" charset="-122"/>
                <a:cs typeface="+mn-cs"/>
              </a:rPr>
              <a:t>；</a:t>
            </a:r>
            <a:endParaRPr lang="en-US" altLang="zh-CN" dirty="0">
              <a:solidFill>
                <a:srgbClr val="0000FF"/>
              </a:solidFill>
              <a:effectLst/>
              <a:latin typeface="+mn-lt"/>
              <a:ea typeface="宋体" panose="02010600030101010101" pitchFamily="2" charset="-122"/>
              <a:cs typeface="+mn-cs"/>
            </a:endParaRPr>
          </a:p>
          <a:p>
            <a:pPr>
              <a:lnSpc>
                <a:spcPct val="150000"/>
              </a:lnSpc>
            </a:pPr>
            <a:r>
              <a:rPr lang="zh-CN" altLang="zh-CN" dirty="0">
                <a:solidFill>
                  <a:srgbClr val="0000FF"/>
                </a:solidFill>
                <a:effectLst/>
                <a:latin typeface="+mn-lt"/>
                <a:ea typeface="宋体" panose="02010600030101010101" pitchFamily="2" charset="-122"/>
                <a:cs typeface="+mn-cs"/>
              </a:rPr>
              <a:t>根结点的</a:t>
            </a:r>
            <a:r>
              <a:rPr lang="zh-CN" altLang="zh-CN" u="sng" dirty="0"/>
              <a:t>黑</a:t>
            </a:r>
            <a:r>
              <a:rPr lang="zh-CN" altLang="en-US" u="sng" dirty="0">
                <a:solidFill>
                  <a:srgbClr val="0000FF"/>
                </a:solidFill>
                <a:effectLst/>
                <a:cs typeface="+mn-cs"/>
              </a:rPr>
              <a:t>高</a:t>
            </a:r>
            <a:r>
              <a:rPr lang="zh-CN" altLang="zh-CN" u="sng" dirty="0">
                <a:solidFill>
                  <a:srgbClr val="0000FF"/>
                </a:solidFill>
                <a:effectLst/>
                <a:cs typeface="+mn-cs"/>
              </a:rPr>
              <a:t>度</a:t>
            </a:r>
            <a:r>
              <a:rPr lang="zh-CN" altLang="zh-CN" dirty="0">
                <a:solidFill>
                  <a:srgbClr val="0000FF"/>
                </a:solidFill>
                <a:effectLst/>
                <a:latin typeface="+mn-lt"/>
                <a:ea typeface="宋体" panose="02010600030101010101" pitchFamily="2" charset="-122"/>
                <a:cs typeface="+mn-cs"/>
              </a:rPr>
              <a:t>就是该红黑树的</a:t>
            </a:r>
            <a:r>
              <a:rPr lang="zh-CN" altLang="zh-CN" u="sng" dirty="0"/>
              <a:t>黑</a:t>
            </a:r>
            <a:r>
              <a:rPr lang="zh-CN" altLang="en-US" u="sng" dirty="0">
                <a:solidFill>
                  <a:srgbClr val="0000FF"/>
                </a:solidFill>
                <a:effectLst/>
                <a:cs typeface="+mn-cs"/>
              </a:rPr>
              <a:t>高</a:t>
            </a:r>
            <a:r>
              <a:rPr lang="zh-CN" altLang="zh-CN" u="sng" dirty="0">
                <a:solidFill>
                  <a:srgbClr val="0000FF"/>
                </a:solidFill>
                <a:effectLst/>
                <a:cs typeface="+mn-cs"/>
              </a:rPr>
              <a:t>度</a:t>
            </a:r>
            <a:r>
              <a:rPr lang="zh-CN" altLang="en-US" dirty="0">
                <a:solidFill>
                  <a:srgbClr val="0000FF"/>
                </a:solidFill>
                <a:effectLst/>
                <a:cs typeface="+mn-cs"/>
              </a:rPr>
              <a:t>；</a:t>
            </a:r>
            <a:endParaRPr lang="en-US" altLang="zh-CN" dirty="0">
              <a:solidFill>
                <a:srgbClr val="0000FF"/>
              </a:solidFill>
              <a:effectLst/>
              <a:latin typeface="+mn-lt"/>
              <a:ea typeface="宋体" panose="02010600030101010101" pitchFamily="2" charset="-122"/>
              <a:cs typeface="+mn-cs"/>
            </a:endParaRPr>
          </a:p>
          <a:p>
            <a:pPr>
              <a:lnSpc>
                <a:spcPct val="150000"/>
              </a:lnSpc>
            </a:pPr>
            <a:r>
              <a:rPr lang="zh-CN" altLang="zh-CN" dirty="0">
                <a:solidFill>
                  <a:srgbClr val="0000FF"/>
                </a:solidFill>
                <a:effectLst/>
                <a:latin typeface="+mn-lt"/>
                <a:ea typeface="宋体" panose="02010600030101010101" pitchFamily="2" charset="-122"/>
                <a:cs typeface="+mn-cs"/>
              </a:rPr>
              <a:t>叶结点的</a:t>
            </a:r>
            <a:r>
              <a:rPr lang="zh-CN" altLang="zh-CN" u="sng" dirty="0"/>
              <a:t>黑</a:t>
            </a:r>
            <a:r>
              <a:rPr lang="zh-CN" altLang="en-US" u="sng" dirty="0">
                <a:solidFill>
                  <a:srgbClr val="0000FF"/>
                </a:solidFill>
                <a:effectLst/>
                <a:cs typeface="+mn-cs"/>
              </a:rPr>
              <a:t>高</a:t>
            </a:r>
            <a:r>
              <a:rPr lang="zh-CN" altLang="zh-CN" u="sng" dirty="0">
                <a:solidFill>
                  <a:srgbClr val="0000FF"/>
                </a:solidFill>
                <a:effectLst/>
                <a:cs typeface="+mn-cs"/>
              </a:rPr>
              <a:t>度</a:t>
            </a:r>
            <a:r>
              <a:rPr lang="zh-CN" altLang="zh-CN" dirty="0">
                <a:solidFill>
                  <a:srgbClr val="0000FF"/>
                </a:solidFill>
                <a:effectLst/>
                <a:latin typeface="+mn-lt"/>
                <a:ea typeface="宋体" panose="02010600030101010101" pitchFamily="2" charset="-122"/>
                <a:cs typeface="+mn-cs"/>
              </a:rPr>
              <a:t>为</a:t>
            </a:r>
            <a:r>
              <a:rPr lang="en-US" altLang="zh-CN" dirty="0">
                <a:solidFill>
                  <a:srgbClr val="0000FF"/>
                </a:solidFill>
                <a:effectLst/>
                <a:latin typeface="+mn-lt"/>
                <a:ea typeface="宋体" panose="02010600030101010101" pitchFamily="2" charset="-122"/>
                <a:cs typeface="+mn-cs"/>
              </a:rPr>
              <a:t>0</a:t>
            </a:r>
            <a:r>
              <a:rPr lang="zh-CN" altLang="zh-CN" dirty="0">
                <a:solidFill>
                  <a:srgbClr val="0000FF"/>
                </a:solidFill>
                <a:effectLst/>
                <a:latin typeface="+mn-lt"/>
                <a:ea typeface="宋体" panose="02010600030101010101" pitchFamily="2" charset="-122"/>
                <a:cs typeface="+mn-cs"/>
              </a:rPr>
              <a:t>。</a:t>
            </a:r>
            <a:endParaRPr lang="zh-CN" altLang="en-US" dirty="0">
              <a:solidFill>
                <a:srgbClr val="0000FF"/>
              </a:solidFill>
              <a:effectLst/>
              <a:latin typeface="+mn-lt"/>
              <a:ea typeface="宋体" panose="02010600030101010101" pitchFamily="2" charset="-122"/>
              <a:cs typeface="+mn-cs"/>
            </a:endParaRPr>
          </a:p>
        </p:txBody>
      </p:sp>
      <p:sp>
        <p:nvSpPr>
          <p:cNvPr id="66" name="文本框 65">
            <a:extLst>
              <a:ext uri="{FF2B5EF4-FFF2-40B4-BE49-F238E27FC236}">
                <a16:creationId xmlns:a16="http://schemas.microsoft.com/office/drawing/2014/main" id="{9A934E8A-18FF-4AF3-9AEF-3BE87294BFE7}"/>
              </a:ext>
            </a:extLst>
          </p:cNvPr>
          <p:cNvSpPr txBox="1"/>
          <p:nvPr/>
        </p:nvSpPr>
        <p:spPr>
          <a:xfrm>
            <a:off x="1531408" y="896568"/>
            <a:ext cx="7249999" cy="369332"/>
          </a:xfrm>
          <a:prstGeom prst="rect">
            <a:avLst/>
          </a:prstGeom>
          <a:noFill/>
        </p:spPr>
        <p:txBody>
          <a:bodyPr wrap="square" rtlCol="0">
            <a:spAutoFit/>
          </a:bodyPr>
          <a:lstStyle/>
          <a:p>
            <a:r>
              <a:rPr lang="zh-CN" altLang="en-US" b="1" dirty="0"/>
              <a:t>对空树依次插入 </a:t>
            </a:r>
            <a:r>
              <a:rPr lang="en-US" altLang="zh-CN" b="1" dirty="0"/>
              <a:t>34, 53, 45, 26, 81, 70, 46, 8, 22, 58, 13, 43, 19</a:t>
            </a:r>
            <a:r>
              <a:rPr lang="zh-CN" altLang="en-US" b="1" dirty="0"/>
              <a:t>，可得：</a:t>
            </a:r>
          </a:p>
        </p:txBody>
      </p:sp>
      <p:sp>
        <p:nvSpPr>
          <p:cNvPr id="65" name="文本框 64">
            <a:extLst>
              <a:ext uri="{FF2B5EF4-FFF2-40B4-BE49-F238E27FC236}">
                <a16:creationId xmlns:a16="http://schemas.microsoft.com/office/drawing/2014/main" id="{BD732D6F-ADDD-477C-9E36-E5DFBC6DE49F}"/>
              </a:ext>
            </a:extLst>
          </p:cNvPr>
          <p:cNvSpPr txBox="1"/>
          <p:nvPr/>
        </p:nvSpPr>
        <p:spPr>
          <a:xfrm>
            <a:off x="8345510" y="4103873"/>
            <a:ext cx="3346247" cy="2307619"/>
          </a:xfrm>
          <a:prstGeom prst="rect">
            <a:avLst/>
          </a:prstGeom>
          <a:solidFill>
            <a:schemeClr val="accent4">
              <a:lumMod val="20000"/>
              <a:lumOff val="80000"/>
            </a:schemeClr>
          </a:solidFill>
        </p:spPr>
        <p:txBody>
          <a:bodyPr wrap="square" rtlCol="0">
            <a:spAutoFit/>
          </a:bodyPr>
          <a:lstStyle/>
          <a:p>
            <a:pPr>
              <a:lnSpc>
                <a:spcPct val="150000"/>
              </a:lnSpc>
            </a:pPr>
            <a:r>
              <a:rPr lang="zh-CN" altLang="en-US" b="1" dirty="0">
                <a:solidFill>
                  <a:srgbClr val="002060"/>
                </a:solidFill>
              </a:rPr>
              <a:t>结点 </a:t>
            </a:r>
            <a:r>
              <a:rPr lang="en-US" altLang="zh-CN" b="1" dirty="0">
                <a:solidFill>
                  <a:srgbClr val="002060"/>
                </a:solidFill>
              </a:rPr>
              <a:t>8</a:t>
            </a:r>
            <a:r>
              <a:rPr lang="zh-CN" altLang="en-US" b="1" dirty="0">
                <a:solidFill>
                  <a:srgbClr val="002060"/>
                </a:solidFill>
              </a:rPr>
              <a:t>、</a:t>
            </a:r>
            <a:r>
              <a:rPr lang="en-US" altLang="zh-CN" b="1" dirty="0">
                <a:solidFill>
                  <a:srgbClr val="002060"/>
                </a:solidFill>
              </a:rPr>
              <a:t>19</a:t>
            </a:r>
            <a:r>
              <a:rPr lang="zh-CN" altLang="en-US" b="1" dirty="0">
                <a:solidFill>
                  <a:srgbClr val="002060"/>
                </a:solidFill>
              </a:rPr>
              <a:t>、</a:t>
            </a:r>
            <a:r>
              <a:rPr lang="en-US" altLang="zh-CN" b="1" dirty="0">
                <a:solidFill>
                  <a:srgbClr val="002060"/>
                </a:solidFill>
              </a:rPr>
              <a:t>22</a:t>
            </a:r>
            <a:r>
              <a:rPr lang="zh-CN" altLang="en-US" b="1" dirty="0">
                <a:solidFill>
                  <a:srgbClr val="002060"/>
                </a:solidFill>
              </a:rPr>
              <a:t>、</a:t>
            </a:r>
            <a:r>
              <a:rPr lang="en-US" altLang="zh-CN" b="1" dirty="0">
                <a:solidFill>
                  <a:srgbClr val="002060"/>
                </a:solidFill>
              </a:rPr>
              <a:t>34</a:t>
            </a:r>
            <a:r>
              <a:rPr lang="zh-CN" altLang="en-US" b="1" dirty="0">
                <a:solidFill>
                  <a:srgbClr val="002060"/>
                </a:solidFill>
              </a:rPr>
              <a:t>、</a:t>
            </a:r>
            <a:r>
              <a:rPr lang="en-US" altLang="zh-CN" b="1" dirty="0">
                <a:solidFill>
                  <a:srgbClr val="002060"/>
                </a:solidFill>
              </a:rPr>
              <a:t>43</a:t>
            </a:r>
            <a:r>
              <a:rPr lang="zh-CN" altLang="en-US" b="1" dirty="0">
                <a:solidFill>
                  <a:srgbClr val="002060"/>
                </a:solidFill>
              </a:rPr>
              <a:t>、</a:t>
            </a:r>
            <a:r>
              <a:rPr lang="en-US" altLang="zh-CN" b="1" dirty="0">
                <a:solidFill>
                  <a:srgbClr val="002060"/>
                </a:solidFill>
              </a:rPr>
              <a:t>46</a:t>
            </a:r>
            <a:r>
              <a:rPr lang="zh-CN" altLang="en-US" b="1" dirty="0">
                <a:solidFill>
                  <a:srgbClr val="002060"/>
                </a:solidFill>
              </a:rPr>
              <a:t>、</a:t>
            </a:r>
            <a:r>
              <a:rPr lang="en-US" altLang="zh-CN" b="1" dirty="0">
                <a:solidFill>
                  <a:srgbClr val="002060"/>
                </a:solidFill>
              </a:rPr>
              <a:t>53</a:t>
            </a:r>
            <a:r>
              <a:rPr lang="zh-CN" altLang="en-US" b="1" dirty="0">
                <a:solidFill>
                  <a:srgbClr val="002060"/>
                </a:solidFill>
              </a:rPr>
              <a:t>、</a:t>
            </a:r>
            <a:r>
              <a:rPr lang="en-US" altLang="zh-CN" b="1" dirty="0">
                <a:solidFill>
                  <a:srgbClr val="002060"/>
                </a:solidFill>
              </a:rPr>
              <a:t>58</a:t>
            </a:r>
            <a:r>
              <a:rPr lang="zh-CN" altLang="en-US" b="1" dirty="0">
                <a:solidFill>
                  <a:srgbClr val="002060"/>
                </a:solidFill>
              </a:rPr>
              <a:t>和</a:t>
            </a:r>
            <a:r>
              <a:rPr lang="en-US" altLang="zh-CN" b="1" dirty="0">
                <a:solidFill>
                  <a:srgbClr val="002060"/>
                </a:solidFill>
              </a:rPr>
              <a:t>81</a:t>
            </a:r>
            <a:r>
              <a:rPr lang="zh-CN" altLang="en-US" b="1" dirty="0">
                <a:solidFill>
                  <a:srgbClr val="002060"/>
                </a:solidFill>
              </a:rPr>
              <a:t>的黑高度均为</a:t>
            </a:r>
            <a:r>
              <a:rPr lang="en-US" altLang="zh-CN" sz="2000" b="1" dirty="0">
                <a:solidFill>
                  <a:srgbClr val="C00000"/>
                </a:solidFill>
                <a:effectLst>
                  <a:outerShdw blurRad="38100" dist="38100" dir="2700000" algn="tl">
                    <a:srgbClr val="000000">
                      <a:alpha val="43137"/>
                    </a:srgbClr>
                  </a:outerShdw>
                </a:effectLst>
              </a:rPr>
              <a:t>1</a:t>
            </a:r>
            <a:r>
              <a:rPr lang="zh-CN" altLang="en-US" b="1" dirty="0">
                <a:solidFill>
                  <a:srgbClr val="002060"/>
                </a:solidFill>
              </a:rPr>
              <a:t>；</a:t>
            </a:r>
            <a:endParaRPr lang="en-US" altLang="zh-CN" b="1" dirty="0">
              <a:solidFill>
                <a:srgbClr val="002060"/>
              </a:solidFill>
            </a:endParaRPr>
          </a:p>
          <a:p>
            <a:pPr>
              <a:lnSpc>
                <a:spcPct val="150000"/>
              </a:lnSpc>
            </a:pPr>
            <a:r>
              <a:rPr lang="zh-CN" altLang="en-US" b="1" dirty="0">
                <a:solidFill>
                  <a:srgbClr val="002060"/>
                </a:solidFill>
              </a:rPr>
              <a:t>结点 </a:t>
            </a:r>
            <a:r>
              <a:rPr lang="en-US" altLang="zh-CN" b="1" dirty="0">
                <a:solidFill>
                  <a:srgbClr val="002060"/>
                </a:solidFill>
              </a:rPr>
              <a:t>13</a:t>
            </a:r>
            <a:r>
              <a:rPr lang="zh-CN" altLang="en-US" b="1" dirty="0">
                <a:solidFill>
                  <a:srgbClr val="002060"/>
                </a:solidFill>
              </a:rPr>
              <a:t>、</a:t>
            </a:r>
            <a:r>
              <a:rPr lang="en-US" altLang="zh-CN" b="1" dirty="0">
                <a:solidFill>
                  <a:srgbClr val="002060"/>
                </a:solidFill>
              </a:rPr>
              <a:t>26</a:t>
            </a:r>
            <a:r>
              <a:rPr lang="zh-CN" altLang="en-US" b="1" dirty="0">
                <a:solidFill>
                  <a:srgbClr val="002060"/>
                </a:solidFill>
              </a:rPr>
              <a:t>和</a:t>
            </a:r>
            <a:r>
              <a:rPr lang="en-US" altLang="zh-CN" b="1" dirty="0">
                <a:solidFill>
                  <a:srgbClr val="002060"/>
                </a:solidFill>
              </a:rPr>
              <a:t>70</a:t>
            </a:r>
            <a:r>
              <a:rPr lang="zh-CN" altLang="en-US" b="1" dirty="0">
                <a:solidFill>
                  <a:srgbClr val="002060"/>
                </a:solidFill>
              </a:rPr>
              <a:t>的黑高度为</a:t>
            </a:r>
            <a:r>
              <a:rPr lang="en-US" altLang="zh-CN" sz="2000" b="1" dirty="0">
                <a:solidFill>
                  <a:srgbClr val="C00000"/>
                </a:solidFill>
                <a:effectLst>
                  <a:outerShdw blurRad="38100" dist="38100" dir="2700000" algn="tl">
                    <a:srgbClr val="000000">
                      <a:alpha val="43137"/>
                    </a:srgbClr>
                  </a:outerShdw>
                </a:effectLst>
              </a:rPr>
              <a:t>2</a:t>
            </a:r>
            <a:r>
              <a:rPr lang="zh-CN" altLang="en-US" b="1" dirty="0">
                <a:solidFill>
                  <a:srgbClr val="002060"/>
                </a:solidFill>
              </a:rPr>
              <a:t>；</a:t>
            </a:r>
            <a:endParaRPr lang="en-US" altLang="zh-CN" b="1" dirty="0">
              <a:solidFill>
                <a:srgbClr val="002060"/>
              </a:solidFill>
            </a:endParaRPr>
          </a:p>
          <a:p>
            <a:pPr>
              <a:lnSpc>
                <a:spcPct val="150000"/>
              </a:lnSpc>
            </a:pPr>
            <a:r>
              <a:rPr lang="zh-CN" altLang="en-US" b="1" dirty="0">
                <a:solidFill>
                  <a:srgbClr val="002060"/>
                </a:solidFill>
              </a:rPr>
              <a:t>根结点</a:t>
            </a:r>
            <a:r>
              <a:rPr lang="en-US" altLang="zh-CN" b="1" dirty="0">
                <a:solidFill>
                  <a:srgbClr val="002060"/>
                </a:solidFill>
              </a:rPr>
              <a:t>45</a:t>
            </a:r>
            <a:r>
              <a:rPr lang="zh-CN" altLang="en-US" b="1" dirty="0">
                <a:solidFill>
                  <a:srgbClr val="002060"/>
                </a:solidFill>
              </a:rPr>
              <a:t>的黑高度为</a:t>
            </a:r>
            <a:r>
              <a:rPr lang="en-US" altLang="zh-CN" sz="2000" b="1" dirty="0">
                <a:solidFill>
                  <a:srgbClr val="C00000"/>
                </a:solidFill>
                <a:effectLst>
                  <a:outerShdw blurRad="38100" dist="38100" dir="2700000" algn="tl">
                    <a:srgbClr val="000000">
                      <a:alpha val="43137"/>
                    </a:srgbClr>
                  </a:outerShdw>
                </a:effectLst>
              </a:rPr>
              <a:t>3</a:t>
            </a:r>
            <a:r>
              <a:rPr lang="zh-CN" altLang="en-US" b="1" dirty="0">
                <a:solidFill>
                  <a:srgbClr val="002060"/>
                </a:solidFill>
              </a:rPr>
              <a:t>；</a:t>
            </a:r>
            <a:endParaRPr lang="en-US" altLang="zh-CN" b="1" dirty="0">
              <a:solidFill>
                <a:srgbClr val="002060"/>
              </a:solidFill>
            </a:endParaRPr>
          </a:p>
          <a:p>
            <a:pPr>
              <a:lnSpc>
                <a:spcPct val="150000"/>
              </a:lnSpc>
            </a:pPr>
            <a:r>
              <a:rPr lang="zh-CN" altLang="en-US" b="1" dirty="0">
                <a:solidFill>
                  <a:srgbClr val="002060"/>
                </a:solidFill>
              </a:rPr>
              <a:t>该红黑树的黑高度为</a:t>
            </a:r>
            <a:r>
              <a:rPr lang="en-US" altLang="zh-CN" sz="2000" b="1" dirty="0">
                <a:solidFill>
                  <a:srgbClr val="C00000"/>
                </a:solidFill>
                <a:effectLst>
                  <a:outerShdw blurRad="38100" dist="38100" dir="2700000" algn="tl">
                    <a:srgbClr val="000000">
                      <a:alpha val="43137"/>
                    </a:srgbClr>
                  </a:outerShdw>
                </a:effectLst>
              </a:rPr>
              <a:t>3</a:t>
            </a:r>
            <a:r>
              <a:rPr lang="zh-CN" altLang="en-US" b="1" dirty="0">
                <a:solidFill>
                  <a:srgbClr val="002060"/>
                </a:solidFill>
              </a:rPr>
              <a:t>。</a:t>
            </a:r>
          </a:p>
        </p:txBody>
      </p:sp>
      <p:grpSp>
        <p:nvGrpSpPr>
          <p:cNvPr id="16" name="组合 15">
            <a:extLst>
              <a:ext uri="{FF2B5EF4-FFF2-40B4-BE49-F238E27FC236}">
                <a16:creationId xmlns:a16="http://schemas.microsoft.com/office/drawing/2014/main" id="{96DD11F3-833A-4041-AF7B-FC4375B2E0D5}"/>
              </a:ext>
            </a:extLst>
          </p:cNvPr>
          <p:cNvGrpSpPr/>
          <p:nvPr/>
        </p:nvGrpSpPr>
        <p:grpSpPr>
          <a:xfrm>
            <a:off x="8071996" y="849470"/>
            <a:ext cx="3690595" cy="2884336"/>
            <a:chOff x="8064852" y="275970"/>
            <a:chExt cx="3690595" cy="2884336"/>
          </a:xfrm>
        </p:grpSpPr>
        <p:grpSp>
          <p:nvGrpSpPr>
            <p:cNvPr id="78" name="组合 77">
              <a:extLst>
                <a:ext uri="{FF2B5EF4-FFF2-40B4-BE49-F238E27FC236}">
                  <a16:creationId xmlns:a16="http://schemas.microsoft.com/office/drawing/2014/main" id="{2549CCB8-7C1E-4B0A-BA67-A12108780C9E}"/>
                </a:ext>
              </a:extLst>
            </p:cNvPr>
            <p:cNvGrpSpPr/>
            <p:nvPr/>
          </p:nvGrpSpPr>
          <p:grpSpPr>
            <a:xfrm>
              <a:off x="8499843" y="2748052"/>
              <a:ext cx="309442" cy="412254"/>
              <a:chOff x="8064852" y="2162464"/>
              <a:chExt cx="309442" cy="440288"/>
            </a:xfrm>
          </p:grpSpPr>
          <p:sp>
            <p:nvSpPr>
              <p:cNvPr id="79" name="矩形: 圆角 78">
                <a:extLst>
                  <a:ext uri="{FF2B5EF4-FFF2-40B4-BE49-F238E27FC236}">
                    <a16:creationId xmlns:a16="http://schemas.microsoft.com/office/drawing/2014/main" id="{FA511112-DC30-4FC8-9A9D-FA7A59427DFE}"/>
                  </a:ext>
                </a:extLst>
              </p:cNvPr>
              <p:cNvSpPr/>
              <p:nvPr/>
            </p:nvSpPr>
            <p:spPr>
              <a:xfrm>
                <a:off x="80648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sp>
            <p:nvSpPr>
              <p:cNvPr id="80" name="矩形: 圆角 79">
                <a:extLst>
                  <a:ext uri="{FF2B5EF4-FFF2-40B4-BE49-F238E27FC236}">
                    <a16:creationId xmlns:a16="http://schemas.microsoft.com/office/drawing/2014/main" id="{36455965-80FB-4CB2-A01D-07181AA8CA4E}"/>
                  </a:ext>
                </a:extLst>
              </p:cNvPr>
              <p:cNvSpPr/>
              <p:nvPr/>
            </p:nvSpPr>
            <p:spPr>
              <a:xfrm>
                <a:off x="82553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81" name="直接连接符 80">
                <a:extLst>
                  <a:ext uri="{FF2B5EF4-FFF2-40B4-BE49-F238E27FC236}">
                    <a16:creationId xmlns:a16="http://schemas.microsoft.com/office/drawing/2014/main" id="{1750B98A-3BA0-4A41-824E-44E549BBF7D6}"/>
                  </a:ext>
                </a:extLst>
              </p:cNvPr>
              <p:cNvCxnSpPr>
                <a:cxnSpLocks/>
              </p:cNvCxnSpPr>
              <p:nvPr/>
            </p:nvCxnSpPr>
            <p:spPr>
              <a:xfrm flipH="1">
                <a:off x="8128066" y="2164522"/>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D3E8EEB3-7890-4312-A7D3-AFBA544D8E1E}"/>
                  </a:ext>
                </a:extLst>
              </p:cNvPr>
              <p:cNvCxnSpPr>
                <a:cxnSpLocks/>
              </p:cNvCxnSpPr>
              <p:nvPr/>
            </p:nvCxnSpPr>
            <p:spPr>
              <a:xfrm>
                <a:off x="8263304" y="2162464"/>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3" name="组合 72">
              <a:extLst>
                <a:ext uri="{FF2B5EF4-FFF2-40B4-BE49-F238E27FC236}">
                  <a16:creationId xmlns:a16="http://schemas.microsoft.com/office/drawing/2014/main" id="{4D6484DA-A9D8-4B99-B06E-940B0E0824B2}"/>
                </a:ext>
              </a:extLst>
            </p:cNvPr>
            <p:cNvGrpSpPr/>
            <p:nvPr/>
          </p:nvGrpSpPr>
          <p:grpSpPr>
            <a:xfrm>
              <a:off x="11375018" y="1620052"/>
              <a:ext cx="364858" cy="412254"/>
              <a:chOff x="8037144" y="2162464"/>
              <a:chExt cx="364858" cy="440288"/>
            </a:xfrm>
          </p:grpSpPr>
          <p:sp>
            <p:nvSpPr>
              <p:cNvPr id="74" name="矩形: 圆角 73">
                <a:extLst>
                  <a:ext uri="{FF2B5EF4-FFF2-40B4-BE49-F238E27FC236}">
                    <a16:creationId xmlns:a16="http://schemas.microsoft.com/office/drawing/2014/main" id="{C76FDFCF-D583-4DBB-9A73-7CBB4E821AE0}"/>
                  </a:ext>
                </a:extLst>
              </p:cNvPr>
              <p:cNvSpPr/>
              <p:nvPr/>
            </p:nvSpPr>
            <p:spPr>
              <a:xfrm>
                <a:off x="8037144"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sp>
            <p:nvSpPr>
              <p:cNvPr id="75" name="矩形: 圆角 74">
                <a:extLst>
                  <a:ext uri="{FF2B5EF4-FFF2-40B4-BE49-F238E27FC236}">
                    <a16:creationId xmlns:a16="http://schemas.microsoft.com/office/drawing/2014/main" id="{7C7B931D-A079-4DBA-866D-93915AAED808}"/>
                  </a:ext>
                </a:extLst>
              </p:cNvPr>
              <p:cNvSpPr/>
              <p:nvPr/>
            </p:nvSpPr>
            <p:spPr>
              <a:xfrm>
                <a:off x="8283060"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76" name="直接连接符 75">
                <a:extLst>
                  <a:ext uri="{FF2B5EF4-FFF2-40B4-BE49-F238E27FC236}">
                    <a16:creationId xmlns:a16="http://schemas.microsoft.com/office/drawing/2014/main" id="{E85769D6-B888-4A96-8851-4F60C86D0CC6}"/>
                  </a:ext>
                </a:extLst>
              </p:cNvPr>
              <p:cNvCxnSpPr>
                <a:cxnSpLocks/>
              </p:cNvCxnSpPr>
              <p:nvPr/>
            </p:nvCxnSpPr>
            <p:spPr>
              <a:xfrm flipH="1">
                <a:off x="8100358" y="2164522"/>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479742C-4B7A-4D74-84FE-B03970226831}"/>
                  </a:ext>
                </a:extLst>
              </p:cNvPr>
              <p:cNvCxnSpPr>
                <a:cxnSpLocks/>
              </p:cNvCxnSpPr>
              <p:nvPr/>
            </p:nvCxnSpPr>
            <p:spPr>
              <a:xfrm>
                <a:off x="8291012" y="2162464"/>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63" name="组合 62">
              <a:extLst>
                <a:ext uri="{FF2B5EF4-FFF2-40B4-BE49-F238E27FC236}">
                  <a16:creationId xmlns:a16="http://schemas.microsoft.com/office/drawing/2014/main" id="{C59FCB24-AFA6-48EE-B6C6-246F14347272}"/>
                </a:ext>
              </a:extLst>
            </p:cNvPr>
            <p:cNvGrpSpPr/>
            <p:nvPr/>
          </p:nvGrpSpPr>
          <p:grpSpPr>
            <a:xfrm>
              <a:off x="9543218" y="2175748"/>
              <a:ext cx="309442" cy="412254"/>
              <a:chOff x="8064852" y="2162464"/>
              <a:chExt cx="309442" cy="440288"/>
            </a:xfrm>
          </p:grpSpPr>
          <p:sp>
            <p:nvSpPr>
              <p:cNvPr id="67" name="矩形: 圆角 66">
                <a:extLst>
                  <a:ext uri="{FF2B5EF4-FFF2-40B4-BE49-F238E27FC236}">
                    <a16:creationId xmlns:a16="http://schemas.microsoft.com/office/drawing/2014/main" id="{03CD6E96-BE32-4A36-ADD1-0202426FB7B0}"/>
                  </a:ext>
                </a:extLst>
              </p:cNvPr>
              <p:cNvSpPr/>
              <p:nvPr/>
            </p:nvSpPr>
            <p:spPr>
              <a:xfrm>
                <a:off x="80648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sp>
            <p:nvSpPr>
              <p:cNvPr id="70" name="矩形: 圆角 69">
                <a:extLst>
                  <a:ext uri="{FF2B5EF4-FFF2-40B4-BE49-F238E27FC236}">
                    <a16:creationId xmlns:a16="http://schemas.microsoft.com/office/drawing/2014/main" id="{A212CB46-E86B-476D-9EB7-3C2E078801D1}"/>
                  </a:ext>
                </a:extLst>
              </p:cNvPr>
              <p:cNvSpPr/>
              <p:nvPr/>
            </p:nvSpPr>
            <p:spPr>
              <a:xfrm>
                <a:off x="82553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71" name="直接连接符 70">
                <a:extLst>
                  <a:ext uri="{FF2B5EF4-FFF2-40B4-BE49-F238E27FC236}">
                    <a16:creationId xmlns:a16="http://schemas.microsoft.com/office/drawing/2014/main" id="{725AACAA-98CE-4389-A607-10C587F8768B}"/>
                  </a:ext>
                </a:extLst>
              </p:cNvPr>
              <p:cNvCxnSpPr>
                <a:cxnSpLocks/>
              </p:cNvCxnSpPr>
              <p:nvPr/>
            </p:nvCxnSpPr>
            <p:spPr>
              <a:xfrm flipH="1">
                <a:off x="8128066" y="2164522"/>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97DA0BA8-140D-4E35-A5F6-6066FF881DE6}"/>
                  </a:ext>
                </a:extLst>
              </p:cNvPr>
              <p:cNvCxnSpPr>
                <a:cxnSpLocks/>
              </p:cNvCxnSpPr>
              <p:nvPr/>
            </p:nvCxnSpPr>
            <p:spPr>
              <a:xfrm>
                <a:off x="8263304" y="2162464"/>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7" name="组合 56">
              <a:extLst>
                <a:ext uri="{FF2B5EF4-FFF2-40B4-BE49-F238E27FC236}">
                  <a16:creationId xmlns:a16="http://schemas.microsoft.com/office/drawing/2014/main" id="{0C7FFC7A-3159-421E-BB42-CEE8F2DA7008}"/>
                </a:ext>
              </a:extLst>
            </p:cNvPr>
            <p:cNvGrpSpPr/>
            <p:nvPr/>
          </p:nvGrpSpPr>
          <p:grpSpPr>
            <a:xfrm>
              <a:off x="10907305" y="2174595"/>
              <a:ext cx="309442" cy="412254"/>
              <a:chOff x="8064852" y="2162464"/>
              <a:chExt cx="309442" cy="440288"/>
            </a:xfrm>
          </p:grpSpPr>
          <p:sp>
            <p:nvSpPr>
              <p:cNvPr id="58" name="矩形: 圆角 57">
                <a:extLst>
                  <a:ext uri="{FF2B5EF4-FFF2-40B4-BE49-F238E27FC236}">
                    <a16:creationId xmlns:a16="http://schemas.microsoft.com/office/drawing/2014/main" id="{CE80CF06-C8C6-495A-8CDE-ED0112A7A056}"/>
                  </a:ext>
                </a:extLst>
              </p:cNvPr>
              <p:cNvSpPr/>
              <p:nvPr/>
            </p:nvSpPr>
            <p:spPr>
              <a:xfrm>
                <a:off x="80648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sp>
            <p:nvSpPr>
              <p:cNvPr id="59" name="矩形: 圆角 58">
                <a:extLst>
                  <a:ext uri="{FF2B5EF4-FFF2-40B4-BE49-F238E27FC236}">
                    <a16:creationId xmlns:a16="http://schemas.microsoft.com/office/drawing/2014/main" id="{81D1728D-9EC2-4104-BC60-20C84699FD37}"/>
                  </a:ext>
                </a:extLst>
              </p:cNvPr>
              <p:cNvSpPr/>
              <p:nvPr/>
            </p:nvSpPr>
            <p:spPr>
              <a:xfrm>
                <a:off x="82553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60" name="直接连接符 59">
                <a:extLst>
                  <a:ext uri="{FF2B5EF4-FFF2-40B4-BE49-F238E27FC236}">
                    <a16:creationId xmlns:a16="http://schemas.microsoft.com/office/drawing/2014/main" id="{4759124B-300C-457C-BB1D-0B883FB3360D}"/>
                  </a:ext>
                </a:extLst>
              </p:cNvPr>
              <p:cNvCxnSpPr>
                <a:cxnSpLocks/>
              </p:cNvCxnSpPr>
              <p:nvPr/>
            </p:nvCxnSpPr>
            <p:spPr>
              <a:xfrm flipH="1">
                <a:off x="8128066" y="2164522"/>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E6B46CD8-5BE5-45B4-89E1-97D651DC7D12}"/>
                  </a:ext>
                </a:extLst>
              </p:cNvPr>
              <p:cNvCxnSpPr>
                <a:cxnSpLocks/>
              </p:cNvCxnSpPr>
              <p:nvPr/>
            </p:nvCxnSpPr>
            <p:spPr>
              <a:xfrm>
                <a:off x="8263304" y="2162464"/>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9" name="组合 48">
              <a:extLst>
                <a:ext uri="{FF2B5EF4-FFF2-40B4-BE49-F238E27FC236}">
                  <a16:creationId xmlns:a16="http://schemas.microsoft.com/office/drawing/2014/main" id="{2E4B8BAB-BEA2-4E1C-8319-34D76DA7E5A7}"/>
                </a:ext>
              </a:extLst>
            </p:cNvPr>
            <p:cNvGrpSpPr/>
            <p:nvPr/>
          </p:nvGrpSpPr>
          <p:grpSpPr>
            <a:xfrm>
              <a:off x="10341404" y="2170473"/>
              <a:ext cx="309442" cy="412254"/>
              <a:chOff x="8064852" y="2162464"/>
              <a:chExt cx="309442" cy="440288"/>
            </a:xfrm>
          </p:grpSpPr>
          <p:sp>
            <p:nvSpPr>
              <p:cNvPr id="53" name="矩形: 圆角 52">
                <a:extLst>
                  <a:ext uri="{FF2B5EF4-FFF2-40B4-BE49-F238E27FC236}">
                    <a16:creationId xmlns:a16="http://schemas.microsoft.com/office/drawing/2014/main" id="{805BACEE-4371-4F84-A874-ABB5C492D654}"/>
                  </a:ext>
                </a:extLst>
              </p:cNvPr>
              <p:cNvSpPr/>
              <p:nvPr/>
            </p:nvSpPr>
            <p:spPr>
              <a:xfrm>
                <a:off x="80648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sp>
            <p:nvSpPr>
              <p:cNvPr id="54" name="矩形: 圆角 53">
                <a:extLst>
                  <a:ext uri="{FF2B5EF4-FFF2-40B4-BE49-F238E27FC236}">
                    <a16:creationId xmlns:a16="http://schemas.microsoft.com/office/drawing/2014/main" id="{3BBCE1F0-84B1-4831-9944-5B771FFF5C0E}"/>
                  </a:ext>
                </a:extLst>
              </p:cNvPr>
              <p:cNvSpPr/>
              <p:nvPr/>
            </p:nvSpPr>
            <p:spPr>
              <a:xfrm>
                <a:off x="82553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55" name="直接连接符 54">
                <a:extLst>
                  <a:ext uri="{FF2B5EF4-FFF2-40B4-BE49-F238E27FC236}">
                    <a16:creationId xmlns:a16="http://schemas.microsoft.com/office/drawing/2014/main" id="{1EDC5EEE-3288-45C7-8E24-A2818582AFB9}"/>
                  </a:ext>
                </a:extLst>
              </p:cNvPr>
              <p:cNvCxnSpPr>
                <a:cxnSpLocks/>
              </p:cNvCxnSpPr>
              <p:nvPr/>
            </p:nvCxnSpPr>
            <p:spPr>
              <a:xfrm flipH="1">
                <a:off x="8128066" y="2164522"/>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F2FE6BC7-EEAC-40EC-B008-82BB9ABF36C4}"/>
                  </a:ext>
                </a:extLst>
              </p:cNvPr>
              <p:cNvCxnSpPr>
                <a:cxnSpLocks/>
              </p:cNvCxnSpPr>
              <p:nvPr/>
            </p:nvCxnSpPr>
            <p:spPr>
              <a:xfrm>
                <a:off x="8263304" y="2162464"/>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4655FDC4-039D-41B6-B672-6DFE014BEC79}"/>
                </a:ext>
              </a:extLst>
            </p:cNvPr>
            <p:cNvGrpSpPr/>
            <p:nvPr/>
          </p:nvGrpSpPr>
          <p:grpSpPr>
            <a:xfrm>
              <a:off x="8112950" y="2170473"/>
              <a:ext cx="309442" cy="412254"/>
              <a:chOff x="8064852" y="2162464"/>
              <a:chExt cx="309442" cy="440288"/>
            </a:xfrm>
          </p:grpSpPr>
          <p:sp>
            <p:nvSpPr>
              <p:cNvPr id="36" name="矩形: 圆角 35">
                <a:extLst>
                  <a:ext uri="{FF2B5EF4-FFF2-40B4-BE49-F238E27FC236}">
                    <a16:creationId xmlns:a16="http://schemas.microsoft.com/office/drawing/2014/main" id="{9515C65D-63F9-4B78-8C3E-D9D885203CF9}"/>
                  </a:ext>
                </a:extLst>
              </p:cNvPr>
              <p:cNvSpPr/>
              <p:nvPr/>
            </p:nvSpPr>
            <p:spPr>
              <a:xfrm>
                <a:off x="80648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sp>
            <p:nvSpPr>
              <p:cNvPr id="37" name="矩形: 圆角 36">
                <a:extLst>
                  <a:ext uri="{FF2B5EF4-FFF2-40B4-BE49-F238E27FC236}">
                    <a16:creationId xmlns:a16="http://schemas.microsoft.com/office/drawing/2014/main" id="{60C6A4C2-CA0D-4A78-808F-B66AEB98C606}"/>
                  </a:ext>
                </a:extLst>
              </p:cNvPr>
              <p:cNvSpPr/>
              <p:nvPr/>
            </p:nvSpPr>
            <p:spPr>
              <a:xfrm>
                <a:off x="82553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47" name="直接连接符 46">
                <a:extLst>
                  <a:ext uri="{FF2B5EF4-FFF2-40B4-BE49-F238E27FC236}">
                    <a16:creationId xmlns:a16="http://schemas.microsoft.com/office/drawing/2014/main" id="{B80944B0-4CDE-4683-8512-8056A1B76788}"/>
                  </a:ext>
                </a:extLst>
              </p:cNvPr>
              <p:cNvCxnSpPr>
                <a:cxnSpLocks/>
              </p:cNvCxnSpPr>
              <p:nvPr/>
            </p:nvCxnSpPr>
            <p:spPr>
              <a:xfrm flipH="1">
                <a:off x="8128066" y="2164522"/>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E4F6A87-3CEE-4765-AB48-A257A1882D02}"/>
                  </a:ext>
                </a:extLst>
              </p:cNvPr>
              <p:cNvCxnSpPr>
                <a:cxnSpLocks/>
              </p:cNvCxnSpPr>
              <p:nvPr/>
            </p:nvCxnSpPr>
            <p:spPr>
              <a:xfrm>
                <a:off x="8263304" y="2162464"/>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50" name="直接连接符 49">
              <a:extLst>
                <a:ext uri="{FF2B5EF4-FFF2-40B4-BE49-F238E27FC236}">
                  <a16:creationId xmlns:a16="http://schemas.microsoft.com/office/drawing/2014/main" id="{B8256EE0-262D-4233-A2DB-F502E075D223}"/>
                </a:ext>
              </a:extLst>
            </p:cNvPr>
            <p:cNvCxnSpPr>
              <a:cxnSpLocks/>
            </p:cNvCxnSpPr>
            <p:nvPr/>
          </p:nvCxnSpPr>
          <p:spPr>
            <a:xfrm flipH="1">
              <a:off x="8592293" y="1982628"/>
              <a:ext cx="259881" cy="61526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6613BFA9-CBE9-4546-946B-F920FA086C62}"/>
                </a:ext>
              </a:extLst>
            </p:cNvPr>
            <p:cNvCxnSpPr>
              <a:cxnSpLocks/>
            </p:cNvCxnSpPr>
            <p:nvPr/>
          </p:nvCxnSpPr>
          <p:spPr>
            <a:xfrm>
              <a:off x="9461149" y="1449719"/>
              <a:ext cx="274546" cy="5482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1E3DDD14-D7B8-4425-9C86-9C103161E25D}"/>
                </a:ext>
              </a:extLst>
            </p:cNvPr>
            <p:cNvCxnSpPr>
              <a:cxnSpLocks/>
            </p:cNvCxnSpPr>
            <p:nvPr/>
          </p:nvCxnSpPr>
          <p:spPr>
            <a:xfrm flipH="1">
              <a:off x="9043302" y="500991"/>
              <a:ext cx="1066504" cy="40288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5AB6C15E-B45C-49B2-9F8C-283555470F4E}"/>
                </a:ext>
              </a:extLst>
            </p:cNvPr>
            <p:cNvCxnSpPr>
              <a:cxnSpLocks/>
            </p:cNvCxnSpPr>
            <p:nvPr/>
          </p:nvCxnSpPr>
          <p:spPr>
            <a:xfrm>
              <a:off x="10041226" y="491094"/>
              <a:ext cx="1097722" cy="41754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6E75A7E9-AEFB-437F-92BC-E320972A6A94}"/>
                </a:ext>
              </a:extLst>
            </p:cNvPr>
            <p:cNvCxnSpPr>
              <a:cxnSpLocks/>
            </p:cNvCxnSpPr>
            <p:nvPr/>
          </p:nvCxnSpPr>
          <p:spPr>
            <a:xfrm flipH="1">
              <a:off x="10750006" y="900959"/>
              <a:ext cx="411441" cy="5102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6D3693C-AECB-4059-82FA-EC1DA6F6E520}"/>
                </a:ext>
              </a:extLst>
            </p:cNvPr>
            <p:cNvCxnSpPr>
              <a:cxnSpLocks/>
            </p:cNvCxnSpPr>
            <p:nvPr/>
          </p:nvCxnSpPr>
          <p:spPr>
            <a:xfrm>
              <a:off x="11161447" y="908643"/>
              <a:ext cx="396000" cy="53303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椭圆 8">
              <a:extLst>
                <a:ext uri="{FF2B5EF4-FFF2-40B4-BE49-F238E27FC236}">
                  <a16:creationId xmlns:a16="http://schemas.microsoft.com/office/drawing/2014/main" id="{F97B4A51-3BB1-4E13-B791-02508D9F17B3}"/>
                </a:ext>
              </a:extLst>
            </p:cNvPr>
            <p:cNvSpPr/>
            <p:nvPr/>
          </p:nvSpPr>
          <p:spPr>
            <a:xfrm>
              <a:off x="10963447" y="710643"/>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椭圆 11">
              <a:extLst>
                <a:ext uri="{FF2B5EF4-FFF2-40B4-BE49-F238E27FC236}">
                  <a16:creationId xmlns:a16="http://schemas.microsoft.com/office/drawing/2014/main" id="{306609AD-FC32-42F6-B9C9-930DA0FD90B1}"/>
                </a:ext>
              </a:extLst>
            </p:cNvPr>
            <p:cNvSpPr/>
            <p:nvPr/>
          </p:nvSpPr>
          <p:spPr>
            <a:xfrm>
              <a:off x="11359447" y="1243675"/>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22" name="直接连接符 21">
              <a:extLst>
                <a:ext uri="{FF2B5EF4-FFF2-40B4-BE49-F238E27FC236}">
                  <a16:creationId xmlns:a16="http://schemas.microsoft.com/office/drawing/2014/main" id="{BAE9290C-D30B-4B76-8C9C-94504446687A}"/>
                </a:ext>
              </a:extLst>
            </p:cNvPr>
            <p:cNvCxnSpPr>
              <a:cxnSpLocks/>
            </p:cNvCxnSpPr>
            <p:nvPr/>
          </p:nvCxnSpPr>
          <p:spPr>
            <a:xfrm flipH="1">
              <a:off x="10468026" y="1433991"/>
              <a:ext cx="304840" cy="5407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6565321-159B-4620-AFB4-27B25E5E6398}"/>
                </a:ext>
              </a:extLst>
            </p:cNvPr>
            <p:cNvCxnSpPr>
              <a:cxnSpLocks/>
            </p:cNvCxnSpPr>
            <p:nvPr/>
          </p:nvCxnSpPr>
          <p:spPr>
            <a:xfrm>
              <a:off x="10750006" y="1441675"/>
              <a:ext cx="312020" cy="54863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F6FBD5F3-BE9B-4D15-B341-B7FC37EB6DF7}"/>
                </a:ext>
              </a:extLst>
            </p:cNvPr>
            <p:cNvSpPr/>
            <p:nvPr/>
          </p:nvSpPr>
          <p:spPr>
            <a:xfrm>
              <a:off x="10574866" y="1243675"/>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7" name="椭圆 26">
              <a:extLst>
                <a:ext uri="{FF2B5EF4-FFF2-40B4-BE49-F238E27FC236}">
                  <a16:creationId xmlns:a16="http://schemas.microsoft.com/office/drawing/2014/main" id="{961C2CA9-AD9E-4BD7-9BEE-6FC9ABE6731D}"/>
                </a:ext>
              </a:extLst>
            </p:cNvPr>
            <p:cNvSpPr/>
            <p:nvPr/>
          </p:nvSpPr>
          <p:spPr>
            <a:xfrm>
              <a:off x="10864026" y="1799996"/>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0" name="椭圆 29">
              <a:extLst>
                <a:ext uri="{FF2B5EF4-FFF2-40B4-BE49-F238E27FC236}">
                  <a16:creationId xmlns:a16="http://schemas.microsoft.com/office/drawing/2014/main" id="{F27DE804-8C78-4607-A652-AA465823D087}"/>
                </a:ext>
              </a:extLst>
            </p:cNvPr>
            <p:cNvSpPr/>
            <p:nvPr/>
          </p:nvSpPr>
          <p:spPr>
            <a:xfrm>
              <a:off x="10298125" y="1792312"/>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3" name="椭圆 32">
              <a:extLst>
                <a:ext uri="{FF2B5EF4-FFF2-40B4-BE49-F238E27FC236}">
                  <a16:creationId xmlns:a16="http://schemas.microsoft.com/office/drawing/2014/main" id="{D49A1712-5522-4A19-9B73-B0CA53BE96CC}"/>
                </a:ext>
              </a:extLst>
            </p:cNvPr>
            <p:cNvSpPr/>
            <p:nvPr/>
          </p:nvSpPr>
          <p:spPr>
            <a:xfrm>
              <a:off x="9911806" y="275970"/>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8" name="直接连接符 37">
              <a:extLst>
                <a:ext uri="{FF2B5EF4-FFF2-40B4-BE49-F238E27FC236}">
                  <a16:creationId xmlns:a16="http://schemas.microsoft.com/office/drawing/2014/main" id="{7C3EEBD4-27F4-4CEB-B97D-2176A132DAF1}"/>
                </a:ext>
              </a:extLst>
            </p:cNvPr>
            <p:cNvCxnSpPr>
              <a:cxnSpLocks/>
            </p:cNvCxnSpPr>
            <p:nvPr/>
          </p:nvCxnSpPr>
          <p:spPr>
            <a:xfrm flipH="1">
              <a:off x="8513671" y="893275"/>
              <a:ext cx="521184" cy="5330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F2B1368-02BA-45F2-9EB8-73FDDD10F860}"/>
                </a:ext>
              </a:extLst>
            </p:cNvPr>
            <p:cNvCxnSpPr>
              <a:cxnSpLocks/>
            </p:cNvCxnSpPr>
            <p:nvPr/>
          </p:nvCxnSpPr>
          <p:spPr>
            <a:xfrm>
              <a:off x="8981795" y="868734"/>
              <a:ext cx="510220" cy="58098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0" name="椭圆 39">
              <a:extLst>
                <a:ext uri="{FF2B5EF4-FFF2-40B4-BE49-F238E27FC236}">
                  <a16:creationId xmlns:a16="http://schemas.microsoft.com/office/drawing/2014/main" id="{A5C2A967-CD26-4601-85C4-B74104A14D58}"/>
                </a:ext>
              </a:extLst>
            </p:cNvPr>
            <p:cNvSpPr/>
            <p:nvPr/>
          </p:nvSpPr>
          <p:spPr>
            <a:xfrm>
              <a:off x="8813995" y="702959"/>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1" name="椭圆 40">
              <a:extLst>
                <a:ext uri="{FF2B5EF4-FFF2-40B4-BE49-F238E27FC236}">
                  <a16:creationId xmlns:a16="http://schemas.microsoft.com/office/drawing/2014/main" id="{630458F0-E536-4660-A63D-E87F3D1BC91B}"/>
                </a:ext>
              </a:extLst>
            </p:cNvPr>
            <p:cNvSpPr/>
            <p:nvPr/>
          </p:nvSpPr>
          <p:spPr>
            <a:xfrm>
              <a:off x="9270955" y="1235991"/>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42" name="直接连接符 41">
              <a:extLst>
                <a:ext uri="{FF2B5EF4-FFF2-40B4-BE49-F238E27FC236}">
                  <a16:creationId xmlns:a16="http://schemas.microsoft.com/office/drawing/2014/main" id="{755286FC-1570-4B21-96F7-0FDF93A390D6}"/>
                </a:ext>
              </a:extLst>
            </p:cNvPr>
            <p:cNvCxnSpPr>
              <a:cxnSpLocks/>
            </p:cNvCxnSpPr>
            <p:nvPr/>
          </p:nvCxnSpPr>
          <p:spPr>
            <a:xfrm flipH="1">
              <a:off x="8234754" y="1426307"/>
              <a:ext cx="304840" cy="5407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FF9A1076-832C-4F4C-A7BB-3B12C59D346F}"/>
                </a:ext>
              </a:extLst>
            </p:cNvPr>
            <p:cNvCxnSpPr>
              <a:cxnSpLocks/>
            </p:cNvCxnSpPr>
            <p:nvPr/>
          </p:nvCxnSpPr>
          <p:spPr>
            <a:xfrm>
              <a:off x="8516734" y="1433991"/>
              <a:ext cx="312020" cy="54863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FDCB2CDA-4801-4ADD-B2EE-F4D509C12050}"/>
                </a:ext>
              </a:extLst>
            </p:cNvPr>
            <p:cNvSpPr/>
            <p:nvPr/>
          </p:nvSpPr>
          <p:spPr>
            <a:xfrm>
              <a:off x="8349214" y="1235991"/>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5" name="椭圆 44">
              <a:extLst>
                <a:ext uri="{FF2B5EF4-FFF2-40B4-BE49-F238E27FC236}">
                  <a16:creationId xmlns:a16="http://schemas.microsoft.com/office/drawing/2014/main" id="{CB53D213-F46E-4E41-9907-B8EA242EC304}"/>
                </a:ext>
              </a:extLst>
            </p:cNvPr>
            <p:cNvSpPr/>
            <p:nvPr/>
          </p:nvSpPr>
          <p:spPr>
            <a:xfrm>
              <a:off x="8630754" y="1792312"/>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6" name="椭圆 45">
              <a:extLst>
                <a:ext uri="{FF2B5EF4-FFF2-40B4-BE49-F238E27FC236}">
                  <a16:creationId xmlns:a16="http://schemas.microsoft.com/office/drawing/2014/main" id="{272F0FAC-3782-4006-8592-7B5FA65D9037}"/>
                </a:ext>
              </a:extLst>
            </p:cNvPr>
            <p:cNvSpPr/>
            <p:nvPr/>
          </p:nvSpPr>
          <p:spPr>
            <a:xfrm>
              <a:off x="8064852" y="1784628"/>
              <a:ext cx="425483"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1" name="椭圆 50">
              <a:extLst>
                <a:ext uri="{FF2B5EF4-FFF2-40B4-BE49-F238E27FC236}">
                  <a16:creationId xmlns:a16="http://schemas.microsoft.com/office/drawing/2014/main" id="{1997650B-2477-424D-8582-8DF1125203C9}"/>
                </a:ext>
              </a:extLst>
            </p:cNvPr>
            <p:cNvSpPr/>
            <p:nvPr/>
          </p:nvSpPr>
          <p:spPr>
            <a:xfrm>
              <a:off x="9498557" y="1803964"/>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2" name="椭圆 51">
              <a:extLst>
                <a:ext uri="{FF2B5EF4-FFF2-40B4-BE49-F238E27FC236}">
                  <a16:creationId xmlns:a16="http://schemas.microsoft.com/office/drawing/2014/main" id="{3B012868-CE00-434E-BDFD-6CD9B87103B8}"/>
                </a:ext>
              </a:extLst>
            </p:cNvPr>
            <p:cNvSpPr/>
            <p:nvPr/>
          </p:nvSpPr>
          <p:spPr>
            <a:xfrm>
              <a:off x="8464665" y="2376600"/>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19</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83" name="组合 82">
              <a:extLst>
                <a:ext uri="{FF2B5EF4-FFF2-40B4-BE49-F238E27FC236}">
                  <a16:creationId xmlns:a16="http://schemas.microsoft.com/office/drawing/2014/main" id="{9E4C9CB4-E52B-4F33-9ABD-CEF1E001FA42}"/>
                </a:ext>
              </a:extLst>
            </p:cNvPr>
            <p:cNvGrpSpPr/>
            <p:nvPr/>
          </p:nvGrpSpPr>
          <p:grpSpPr>
            <a:xfrm>
              <a:off x="8898195" y="2177387"/>
              <a:ext cx="124844" cy="412254"/>
              <a:chOff x="8263304" y="2162464"/>
              <a:chExt cx="124844" cy="440288"/>
            </a:xfrm>
          </p:grpSpPr>
          <p:sp>
            <p:nvSpPr>
              <p:cNvPr id="85" name="矩形: 圆角 84">
                <a:extLst>
                  <a:ext uri="{FF2B5EF4-FFF2-40B4-BE49-F238E27FC236}">
                    <a16:creationId xmlns:a16="http://schemas.microsoft.com/office/drawing/2014/main" id="{1B4780DA-DE0C-477D-A5E0-BCDC8B253A19}"/>
                  </a:ext>
                </a:extLst>
              </p:cNvPr>
              <p:cNvSpPr/>
              <p:nvPr/>
            </p:nvSpPr>
            <p:spPr>
              <a:xfrm>
                <a:off x="8269206"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87" name="直接连接符 86">
                <a:extLst>
                  <a:ext uri="{FF2B5EF4-FFF2-40B4-BE49-F238E27FC236}">
                    <a16:creationId xmlns:a16="http://schemas.microsoft.com/office/drawing/2014/main" id="{DA08F435-2A25-40C9-BEE0-7A7A2757E9AB}"/>
                  </a:ext>
                </a:extLst>
              </p:cNvPr>
              <p:cNvCxnSpPr>
                <a:cxnSpLocks/>
              </p:cNvCxnSpPr>
              <p:nvPr/>
            </p:nvCxnSpPr>
            <p:spPr>
              <a:xfrm>
                <a:off x="8263304" y="2162464"/>
                <a:ext cx="55728" cy="226203"/>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88" name="组合 87">
              <a:extLst>
                <a:ext uri="{FF2B5EF4-FFF2-40B4-BE49-F238E27FC236}">
                  <a16:creationId xmlns:a16="http://schemas.microsoft.com/office/drawing/2014/main" id="{29F8F63D-F496-4FEF-8036-305BB9F19156}"/>
                </a:ext>
              </a:extLst>
            </p:cNvPr>
            <p:cNvGrpSpPr/>
            <p:nvPr/>
          </p:nvGrpSpPr>
          <p:grpSpPr>
            <a:xfrm>
              <a:off x="9249153" y="1620085"/>
              <a:ext cx="135883" cy="394753"/>
              <a:chOff x="8064852" y="2181155"/>
              <a:chExt cx="135883" cy="421597"/>
            </a:xfrm>
          </p:grpSpPr>
          <p:sp>
            <p:nvSpPr>
              <p:cNvPr id="89" name="矩形: 圆角 88">
                <a:extLst>
                  <a:ext uri="{FF2B5EF4-FFF2-40B4-BE49-F238E27FC236}">
                    <a16:creationId xmlns:a16="http://schemas.microsoft.com/office/drawing/2014/main" id="{A4D39C61-AAD0-4D58-B924-E3177F16390D}"/>
                  </a:ext>
                </a:extLst>
              </p:cNvPr>
              <p:cNvSpPr/>
              <p:nvPr/>
            </p:nvSpPr>
            <p:spPr>
              <a:xfrm>
                <a:off x="8064852" y="2390725"/>
                <a:ext cx="118942" cy="21202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zh-CN" altLang="en-US" sz="800" b="1" dirty="0">
                  <a:solidFill>
                    <a:schemeClr val="bg1"/>
                  </a:solidFill>
                  <a:latin typeface="Times New Roman" panose="02020603050405020304" pitchFamily="18" charset="0"/>
                  <a:cs typeface="Times New Roman" panose="02020603050405020304" pitchFamily="18" charset="0"/>
                </a:endParaRPr>
              </a:p>
            </p:txBody>
          </p:sp>
          <p:cxnSp>
            <p:nvCxnSpPr>
              <p:cNvPr id="91" name="直接连接符 90">
                <a:extLst>
                  <a:ext uri="{FF2B5EF4-FFF2-40B4-BE49-F238E27FC236}">
                    <a16:creationId xmlns:a16="http://schemas.microsoft.com/office/drawing/2014/main" id="{92AF8117-3B62-484C-B30E-71656AAD6DDE}"/>
                  </a:ext>
                </a:extLst>
              </p:cNvPr>
              <p:cNvCxnSpPr>
                <a:cxnSpLocks/>
              </p:cNvCxnSpPr>
              <p:nvPr/>
            </p:nvCxnSpPr>
            <p:spPr>
              <a:xfrm flipH="1">
                <a:off x="8128066" y="2181155"/>
                <a:ext cx="72669" cy="209570"/>
              </a:xfrm>
              <a:prstGeom prst="line">
                <a:avLst/>
              </a:prstGeom>
              <a:ln w="19050"/>
            </p:spPr>
            <p:style>
              <a:lnRef idx="1">
                <a:schemeClr val="accent1"/>
              </a:lnRef>
              <a:fillRef idx="0">
                <a:schemeClr val="accent1"/>
              </a:fillRef>
              <a:effectRef idx="0">
                <a:schemeClr val="accent1"/>
              </a:effectRef>
              <a:fontRef idx="minor">
                <a:schemeClr val="tx1"/>
              </a:fontRef>
            </p:style>
          </p:cxnSp>
        </p:grpSp>
      </p:grpSp>
      <p:sp>
        <p:nvSpPr>
          <p:cNvPr id="18" name="任意多边形: 形状 17">
            <a:extLst>
              <a:ext uri="{FF2B5EF4-FFF2-40B4-BE49-F238E27FC236}">
                <a16:creationId xmlns:a16="http://schemas.microsoft.com/office/drawing/2014/main" id="{F7A0055B-2CED-4B12-AC2F-0B7A78D450C1}"/>
              </a:ext>
            </a:extLst>
          </p:cNvPr>
          <p:cNvSpPr/>
          <p:nvPr/>
        </p:nvSpPr>
        <p:spPr>
          <a:xfrm>
            <a:off x="7986713" y="1677142"/>
            <a:ext cx="3914775" cy="673379"/>
          </a:xfrm>
          <a:custGeom>
            <a:avLst/>
            <a:gdLst>
              <a:gd name="connsiteX0" fmla="*/ 0 w 3914775"/>
              <a:gd name="connsiteY0" fmla="*/ 623146 h 673379"/>
              <a:gd name="connsiteX1" fmla="*/ 707231 w 3914775"/>
              <a:gd name="connsiteY1" fmla="*/ 616002 h 673379"/>
              <a:gd name="connsiteX2" fmla="*/ 1257300 w 3914775"/>
              <a:gd name="connsiteY2" fmla="*/ 44502 h 673379"/>
              <a:gd name="connsiteX3" fmla="*/ 3914775 w 3914775"/>
              <a:gd name="connsiteY3" fmla="*/ 80221 h 673379"/>
            </a:gdLst>
            <a:ahLst/>
            <a:cxnLst>
              <a:cxn ang="0">
                <a:pos x="connsiteX0" y="connsiteY0"/>
              </a:cxn>
              <a:cxn ang="0">
                <a:pos x="connsiteX1" y="connsiteY1"/>
              </a:cxn>
              <a:cxn ang="0">
                <a:pos x="connsiteX2" y="connsiteY2"/>
              </a:cxn>
              <a:cxn ang="0">
                <a:pos x="connsiteX3" y="connsiteY3"/>
              </a:cxn>
            </a:cxnLst>
            <a:rect l="l" t="t" r="r" b="b"/>
            <a:pathLst>
              <a:path w="3914775" h="673379">
                <a:moveTo>
                  <a:pt x="0" y="623146"/>
                </a:moveTo>
                <a:cubicBezTo>
                  <a:pt x="248840" y="667794"/>
                  <a:pt x="497681" y="712443"/>
                  <a:pt x="707231" y="616002"/>
                </a:cubicBezTo>
                <a:cubicBezTo>
                  <a:pt x="916781" y="519561"/>
                  <a:pt x="722709" y="133799"/>
                  <a:pt x="1257300" y="44502"/>
                </a:cubicBezTo>
                <a:cubicBezTo>
                  <a:pt x="1791891" y="-44795"/>
                  <a:pt x="2853333" y="17713"/>
                  <a:pt x="3914775" y="80221"/>
                </a:cubicBezTo>
              </a:path>
            </a:pathLst>
          </a:cu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9158CF31-AE05-47CC-8379-DA2A8A380F06}"/>
              </a:ext>
            </a:extLst>
          </p:cNvPr>
          <p:cNvSpPr/>
          <p:nvPr/>
        </p:nvSpPr>
        <p:spPr>
          <a:xfrm>
            <a:off x="8072438" y="1133090"/>
            <a:ext cx="3714750" cy="575239"/>
          </a:xfrm>
          <a:custGeom>
            <a:avLst/>
            <a:gdLst>
              <a:gd name="connsiteX0" fmla="*/ 0 w 3714750"/>
              <a:gd name="connsiteY0" fmla="*/ 538548 h 575239"/>
              <a:gd name="connsiteX1" fmla="*/ 364331 w 3714750"/>
              <a:gd name="connsiteY1" fmla="*/ 524260 h 575239"/>
              <a:gd name="connsiteX2" fmla="*/ 735806 w 3714750"/>
              <a:gd name="connsiteY2" fmla="*/ 45629 h 575239"/>
              <a:gd name="connsiteX3" fmla="*/ 2014537 w 3714750"/>
              <a:gd name="connsiteY3" fmla="*/ 217079 h 575239"/>
              <a:gd name="connsiteX4" fmla="*/ 3100387 w 3714750"/>
              <a:gd name="connsiteY4" fmla="*/ 17054 h 575239"/>
              <a:gd name="connsiteX5" fmla="*/ 3714750 w 3714750"/>
              <a:gd name="connsiteY5" fmla="*/ 24198 h 57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4750" h="575239">
                <a:moveTo>
                  <a:pt x="0" y="538548"/>
                </a:moveTo>
                <a:cubicBezTo>
                  <a:pt x="120848" y="572480"/>
                  <a:pt x="241697" y="606413"/>
                  <a:pt x="364331" y="524260"/>
                </a:cubicBezTo>
                <a:cubicBezTo>
                  <a:pt x="486965" y="442107"/>
                  <a:pt x="460772" y="96826"/>
                  <a:pt x="735806" y="45629"/>
                </a:cubicBezTo>
                <a:cubicBezTo>
                  <a:pt x="1010840" y="-5568"/>
                  <a:pt x="1620440" y="221841"/>
                  <a:pt x="2014537" y="217079"/>
                </a:cubicBezTo>
                <a:cubicBezTo>
                  <a:pt x="2408634" y="212317"/>
                  <a:pt x="2817018" y="49201"/>
                  <a:pt x="3100387" y="17054"/>
                </a:cubicBezTo>
                <a:cubicBezTo>
                  <a:pt x="3383756" y="-15093"/>
                  <a:pt x="3549253" y="4552"/>
                  <a:pt x="3714750" y="24198"/>
                </a:cubicBezTo>
              </a:path>
            </a:pathLst>
          </a:custGeom>
          <a:noFill/>
          <a:ln w="19050">
            <a:solidFill>
              <a:schemeClr val="accent2">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3">
            <a:extLst>
              <a:ext uri="{FF2B5EF4-FFF2-40B4-BE49-F238E27FC236}">
                <a16:creationId xmlns:a16="http://schemas.microsoft.com/office/drawing/2014/main" id="{7E8AD24D-D5F4-FF41-11F4-9090C9E40715}"/>
              </a:ext>
            </a:extLst>
          </p:cNvPr>
          <p:cNvSpPr txBox="1"/>
          <p:nvPr/>
        </p:nvSpPr>
        <p:spPr>
          <a:xfrm>
            <a:off x="1035567" y="242316"/>
            <a:ext cx="316717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0510">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9.2.3</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红</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黑</a:t>
            </a:r>
            <a:r>
              <a:rPr lang="zh-CN" altLang="zh-CN" sz="2400" b="1" kern="100" dirty="0">
                <a:solidFill>
                  <a:srgbClr val="00B05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树</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（续）</a:t>
            </a:r>
            <a:endParaRPr lang="zh-CN" altLang="zh-CN" sz="2400" b="1"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0177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6">
                                            <p:txEl>
                                              <p:pRg st="5" end="5"/>
                                            </p:txEl>
                                          </p:spTgt>
                                        </p:tgtEl>
                                        <p:attrNameLst>
                                          <p:attrName>style.visibility</p:attrName>
                                        </p:attrNameLst>
                                      </p:cBhvr>
                                      <p:to>
                                        <p:strVal val="visible"/>
                                      </p:to>
                                    </p:set>
                                    <p:animEffect transition="in" filter="fade">
                                      <p:cBhvr>
                                        <p:cTn id="47" dur="1000"/>
                                        <p:tgtEl>
                                          <p:spTgt spid="6">
                                            <p:txEl>
                                              <p:pRg st="5" end="5"/>
                                            </p:txEl>
                                          </p:spTgt>
                                        </p:tgtEl>
                                      </p:cBhvr>
                                    </p:animEffect>
                                    <p:anim calcmode="lin" valueType="num">
                                      <p:cBhvr>
                                        <p:cTn id="4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66"/>
                                        </p:tgtEl>
                                        <p:attrNameLst>
                                          <p:attrName>style.visibility</p:attrName>
                                        </p:attrNameLst>
                                      </p:cBhvr>
                                      <p:to>
                                        <p:strVal val="visible"/>
                                      </p:to>
                                    </p:set>
                                    <p:animEffect transition="in" filter="fade">
                                      <p:cBhvr>
                                        <p:cTn id="54" dur="1000"/>
                                        <p:tgtEl>
                                          <p:spTgt spid="66"/>
                                        </p:tgtEl>
                                      </p:cBhvr>
                                    </p:animEffect>
                                    <p:anim calcmode="lin" valueType="num">
                                      <p:cBhvr>
                                        <p:cTn id="55" dur="1000" fill="hold"/>
                                        <p:tgtEl>
                                          <p:spTgt spid="66"/>
                                        </p:tgtEl>
                                        <p:attrNameLst>
                                          <p:attrName>ppt_x</p:attrName>
                                        </p:attrNameLst>
                                      </p:cBhvr>
                                      <p:tavLst>
                                        <p:tav tm="0">
                                          <p:val>
                                            <p:strVal val="#ppt_x"/>
                                          </p:val>
                                        </p:tav>
                                        <p:tav tm="100000">
                                          <p:val>
                                            <p:strVal val="#ppt_x"/>
                                          </p:val>
                                        </p:tav>
                                      </p:tavLst>
                                    </p:anim>
                                    <p:anim calcmode="lin" valueType="num">
                                      <p:cBhvr>
                                        <p:cTn id="56"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up)">
                                      <p:cBhvr>
                                        <p:cTn id="61" dur="1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64">
                                            <p:bg/>
                                          </p:spTgt>
                                        </p:tgtEl>
                                        <p:attrNameLst>
                                          <p:attrName>style.visibility</p:attrName>
                                        </p:attrNameLst>
                                      </p:cBhvr>
                                      <p:to>
                                        <p:strVal val="visible"/>
                                      </p:to>
                                    </p:set>
                                    <p:animEffect transition="in" filter="fade">
                                      <p:cBhvr>
                                        <p:cTn id="66" dur="1000"/>
                                        <p:tgtEl>
                                          <p:spTgt spid="64">
                                            <p:bg/>
                                          </p:spTgt>
                                        </p:tgtEl>
                                      </p:cBhvr>
                                    </p:animEffect>
                                    <p:anim calcmode="lin" valueType="num">
                                      <p:cBhvr>
                                        <p:cTn id="67" dur="1000" fill="hold"/>
                                        <p:tgtEl>
                                          <p:spTgt spid="64">
                                            <p:bg/>
                                          </p:spTgt>
                                        </p:tgtEl>
                                        <p:attrNameLst>
                                          <p:attrName>ppt_x</p:attrName>
                                        </p:attrNameLst>
                                      </p:cBhvr>
                                      <p:tavLst>
                                        <p:tav tm="0">
                                          <p:val>
                                            <p:strVal val="#ppt_x"/>
                                          </p:val>
                                        </p:tav>
                                        <p:tav tm="100000">
                                          <p:val>
                                            <p:strVal val="#ppt_x"/>
                                          </p:val>
                                        </p:tav>
                                      </p:tavLst>
                                    </p:anim>
                                    <p:anim calcmode="lin" valueType="num">
                                      <p:cBhvr>
                                        <p:cTn id="68" dur="1000" fill="hold"/>
                                        <p:tgtEl>
                                          <p:spTgt spid="64">
                                            <p:bg/>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64">
                                            <p:txEl>
                                              <p:pRg st="0" end="0"/>
                                            </p:txEl>
                                          </p:spTgt>
                                        </p:tgtEl>
                                        <p:attrNameLst>
                                          <p:attrName>style.visibility</p:attrName>
                                        </p:attrNameLst>
                                      </p:cBhvr>
                                      <p:to>
                                        <p:strVal val="visible"/>
                                      </p:to>
                                    </p:set>
                                    <p:animEffect transition="in" filter="fade">
                                      <p:cBhvr>
                                        <p:cTn id="71" dur="1000"/>
                                        <p:tgtEl>
                                          <p:spTgt spid="64">
                                            <p:txEl>
                                              <p:pRg st="0" end="0"/>
                                            </p:txEl>
                                          </p:spTgt>
                                        </p:tgtEl>
                                      </p:cBhvr>
                                    </p:animEffect>
                                    <p:anim calcmode="lin" valueType="num">
                                      <p:cBhvr>
                                        <p:cTn id="72" dur="1000" fill="hold"/>
                                        <p:tgtEl>
                                          <p:spTgt spid="64">
                                            <p:txEl>
                                              <p:pRg st="0" end="0"/>
                                            </p:txEl>
                                          </p:spTgt>
                                        </p:tgtEl>
                                        <p:attrNameLst>
                                          <p:attrName>ppt_x</p:attrName>
                                        </p:attrNameLst>
                                      </p:cBhvr>
                                      <p:tavLst>
                                        <p:tav tm="0">
                                          <p:val>
                                            <p:strVal val="#ppt_x"/>
                                          </p:val>
                                        </p:tav>
                                        <p:tav tm="100000">
                                          <p:val>
                                            <p:strVal val="#ppt_x"/>
                                          </p:val>
                                        </p:tav>
                                      </p:tavLst>
                                    </p:anim>
                                    <p:anim calcmode="lin" valueType="num">
                                      <p:cBhvr>
                                        <p:cTn id="73" dur="1000" fill="hold"/>
                                        <p:tgtEl>
                                          <p:spTgt spid="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64">
                                            <p:txEl>
                                              <p:pRg st="1" end="1"/>
                                            </p:txEl>
                                          </p:spTgt>
                                        </p:tgtEl>
                                        <p:attrNameLst>
                                          <p:attrName>style.visibility</p:attrName>
                                        </p:attrNameLst>
                                      </p:cBhvr>
                                      <p:to>
                                        <p:strVal val="visible"/>
                                      </p:to>
                                    </p:set>
                                    <p:animEffect transition="in" filter="fade">
                                      <p:cBhvr>
                                        <p:cTn id="78" dur="1000"/>
                                        <p:tgtEl>
                                          <p:spTgt spid="64">
                                            <p:txEl>
                                              <p:pRg st="1" end="1"/>
                                            </p:txEl>
                                          </p:spTgt>
                                        </p:tgtEl>
                                      </p:cBhvr>
                                    </p:animEffect>
                                    <p:anim calcmode="lin" valueType="num">
                                      <p:cBhvr>
                                        <p:cTn id="79" dur="1000" fill="hold"/>
                                        <p:tgtEl>
                                          <p:spTgt spid="64">
                                            <p:txEl>
                                              <p:pRg st="1" end="1"/>
                                            </p:txEl>
                                          </p:spTgt>
                                        </p:tgtEl>
                                        <p:attrNameLst>
                                          <p:attrName>ppt_x</p:attrName>
                                        </p:attrNameLst>
                                      </p:cBhvr>
                                      <p:tavLst>
                                        <p:tav tm="0">
                                          <p:val>
                                            <p:strVal val="#ppt_x"/>
                                          </p:val>
                                        </p:tav>
                                        <p:tav tm="100000">
                                          <p:val>
                                            <p:strVal val="#ppt_x"/>
                                          </p:val>
                                        </p:tav>
                                      </p:tavLst>
                                    </p:anim>
                                    <p:anim calcmode="lin" valueType="num">
                                      <p:cBhvr>
                                        <p:cTn id="80" dur="1000" fill="hold"/>
                                        <p:tgtEl>
                                          <p:spTgt spid="6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64">
                                            <p:txEl>
                                              <p:pRg st="2" end="2"/>
                                            </p:txEl>
                                          </p:spTgt>
                                        </p:tgtEl>
                                        <p:attrNameLst>
                                          <p:attrName>style.visibility</p:attrName>
                                        </p:attrNameLst>
                                      </p:cBhvr>
                                      <p:to>
                                        <p:strVal val="visible"/>
                                      </p:to>
                                    </p:set>
                                    <p:animEffect transition="in" filter="fade">
                                      <p:cBhvr>
                                        <p:cTn id="85" dur="1000"/>
                                        <p:tgtEl>
                                          <p:spTgt spid="64">
                                            <p:txEl>
                                              <p:pRg st="2" end="2"/>
                                            </p:txEl>
                                          </p:spTgt>
                                        </p:tgtEl>
                                      </p:cBhvr>
                                    </p:animEffect>
                                    <p:anim calcmode="lin" valueType="num">
                                      <p:cBhvr>
                                        <p:cTn id="86" dur="1000" fill="hold"/>
                                        <p:tgtEl>
                                          <p:spTgt spid="64">
                                            <p:txEl>
                                              <p:pRg st="2" end="2"/>
                                            </p:txEl>
                                          </p:spTgt>
                                        </p:tgtEl>
                                        <p:attrNameLst>
                                          <p:attrName>ppt_x</p:attrName>
                                        </p:attrNameLst>
                                      </p:cBhvr>
                                      <p:tavLst>
                                        <p:tav tm="0">
                                          <p:val>
                                            <p:strVal val="#ppt_x"/>
                                          </p:val>
                                        </p:tav>
                                        <p:tav tm="100000">
                                          <p:val>
                                            <p:strVal val="#ppt_x"/>
                                          </p:val>
                                        </p:tav>
                                      </p:tavLst>
                                    </p:anim>
                                    <p:anim calcmode="lin" valueType="num">
                                      <p:cBhvr>
                                        <p:cTn id="87" dur="1000" fill="hold"/>
                                        <p:tgtEl>
                                          <p:spTgt spid="6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65">
                                            <p:bg/>
                                          </p:spTgt>
                                        </p:tgtEl>
                                        <p:attrNameLst>
                                          <p:attrName>style.visibility</p:attrName>
                                        </p:attrNameLst>
                                      </p:cBhvr>
                                      <p:to>
                                        <p:strVal val="visible"/>
                                      </p:to>
                                    </p:set>
                                    <p:animEffect transition="in" filter="wipe(up)">
                                      <p:cBhvr>
                                        <p:cTn id="92" dur="1000"/>
                                        <p:tgtEl>
                                          <p:spTgt spid="65">
                                            <p:bg/>
                                          </p:spTgt>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65">
                                            <p:txEl>
                                              <p:pRg st="0" end="0"/>
                                            </p:txEl>
                                          </p:spTgt>
                                        </p:tgtEl>
                                        <p:attrNameLst>
                                          <p:attrName>style.visibility</p:attrName>
                                        </p:attrNameLst>
                                      </p:cBhvr>
                                      <p:to>
                                        <p:strVal val="visible"/>
                                      </p:to>
                                    </p:set>
                                    <p:animEffect transition="in" filter="wipe(up)">
                                      <p:cBhvr>
                                        <p:cTn id="95" dur="1000"/>
                                        <p:tgtEl>
                                          <p:spTgt spid="65">
                                            <p:txEl>
                                              <p:pRg st="0" end="0"/>
                                            </p:txEl>
                                          </p:spTgt>
                                        </p:tgtEl>
                                      </p:cBhvr>
                                    </p:animEffect>
                                  </p:childTnLst>
                                </p:cTn>
                              </p:par>
                            </p:childTnLst>
                          </p:cTn>
                        </p:par>
                        <p:par>
                          <p:cTn id="96" fill="hold">
                            <p:stCondLst>
                              <p:cond delay="1000"/>
                            </p:stCondLst>
                            <p:childTnLst>
                              <p:par>
                                <p:cTn id="97" presetID="22" presetClass="entr" presetSubtype="8" fill="hold" grpId="0" nodeType="afterEffect">
                                  <p:stCondLst>
                                    <p:cond delay="0"/>
                                  </p:stCondLst>
                                  <p:childTnLst>
                                    <p:set>
                                      <p:cBhvr>
                                        <p:cTn id="98" dur="1" fill="hold">
                                          <p:stCondLst>
                                            <p:cond delay="0"/>
                                          </p:stCondLst>
                                        </p:cTn>
                                        <p:tgtEl>
                                          <p:spTgt spid="18"/>
                                        </p:tgtEl>
                                        <p:attrNameLst>
                                          <p:attrName>style.visibility</p:attrName>
                                        </p:attrNameLst>
                                      </p:cBhvr>
                                      <p:to>
                                        <p:strVal val="visible"/>
                                      </p:to>
                                    </p:set>
                                    <p:animEffect transition="in" filter="wipe(left)">
                                      <p:cBhvr>
                                        <p:cTn id="99" dur="2000"/>
                                        <p:tgtEl>
                                          <p:spTgt spid="1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grpId="0" nodeType="clickEffect">
                                  <p:stCondLst>
                                    <p:cond delay="0"/>
                                  </p:stCondLst>
                                  <p:childTnLst>
                                    <p:set>
                                      <p:cBhvr>
                                        <p:cTn id="103" dur="1" fill="hold">
                                          <p:stCondLst>
                                            <p:cond delay="0"/>
                                          </p:stCondLst>
                                        </p:cTn>
                                        <p:tgtEl>
                                          <p:spTgt spid="65">
                                            <p:txEl>
                                              <p:pRg st="1" end="1"/>
                                            </p:txEl>
                                          </p:spTgt>
                                        </p:tgtEl>
                                        <p:attrNameLst>
                                          <p:attrName>style.visibility</p:attrName>
                                        </p:attrNameLst>
                                      </p:cBhvr>
                                      <p:to>
                                        <p:strVal val="visible"/>
                                      </p:to>
                                    </p:set>
                                    <p:animEffect transition="in" filter="wipe(up)">
                                      <p:cBhvr>
                                        <p:cTn id="104" dur="1000"/>
                                        <p:tgtEl>
                                          <p:spTgt spid="65">
                                            <p:txEl>
                                              <p:pRg st="1" end="1"/>
                                            </p:txEl>
                                          </p:spTgt>
                                        </p:tgtEl>
                                      </p:cBhvr>
                                    </p:animEffect>
                                  </p:childTnLst>
                                </p:cTn>
                              </p:par>
                            </p:childTnLst>
                          </p:cTn>
                        </p:par>
                        <p:par>
                          <p:cTn id="105" fill="hold">
                            <p:stCondLst>
                              <p:cond delay="1000"/>
                            </p:stCondLst>
                            <p:childTnLst>
                              <p:par>
                                <p:cTn id="106" presetID="22" presetClass="entr" presetSubtype="8" fill="hold" grpId="0" nodeType="after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wipe(left)">
                                      <p:cBhvr>
                                        <p:cTn id="108" dur="2000"/>
                                        <p:tgtEl>
                                          <p:spTgt spid="1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65">
                                            <p:txEl>
                                              <p:pRg st="2" end="2"/>
                                            </p:txEl>
                                          </p:spTgt>
                                        </p:tgtEl>
                                        <p:attrNameLst>
                                          <p:attrName>style.visibility</p:attrName>
                                        </p:attrNameLst>
                                      </p:cBhvr>
                                      <p:to>
                                        <p:strVal val="visible"/>
                                      </p:to>
                                    </p:set>
                                    <p:animEffect transition="in" filter="wipe(up)">
                                      <p:cBhvr>
                                        <p:cTn id="113" dur="1000"/>
                                        <p:tgtEl>
                                          <p:spTgt spid="65">
                                            <p:txEl>
                                              <p:pRg st="2" end="2"/>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65">
                                            <p:txEl>
                                              <p:pRg st="3" end="3"/>
                                            </p:txEl>
                                          </p:spTgt>
                                        </p:tgtEl>
                                        <p:attrNameLst>
                                          <p:attrName>style.visibility</p:attrName>
                                        </p:attrNameLst>
                                      </p:cBhvr>
                                      <p:to>
                                        <p:strVal val="visible"/>
                                      </p:to>
                                    </p:set>
                                    <p:animEffect transition="in" filter="wipe(up)">
                                      <p:cBhvr>
                                        <p:cTn id="118" dur="1000"/>
                                        <p:tgtEl>
                                          <p:spTgt spid="6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64" grpId="0" uiExpand="1" build="p" animBg="1"/>
      <p:bldP spid="66" grpId="0"/>
      <p:bldP spid="65" grpId="0" uiExpand="1" build="p" animBg="1"/>
      <p:bldP spid="18"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696CF0FD-69B3-4937-B0E6-AF2CBF9CB20F}"/>
              </a:ext>
            </a:extLst>
          </p:cNvPr>
          <p:cNvSpPr/>
          <p:nvPr/>
        </p:nvSpPr>
        <p:spPr>
          <a:xfrm>
            <a:off x="8664361" y="3447072"/>
            <a:ext cx="3107531" cy="98882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grpSp>
        <p:nvGrpSpPr>
          <p:cNvPr id="6" name="组合 5">
            <a:extLst>
              <a:ext uri="{FF2B5EF4-FFF2-40B4-BE49-F238E27FC236}">
                <a16:creationId xmlns:a16="http://schemas.microsoft.com/office/drawing/2014/main" id="{B25C25CD-EAD8-4D14-BB1F-058C75DD0DEE}"/>
              </a:ext>
            </a:extLst>
          </p:cNvPr>
          <p:cNvGrpSpPr/>
          <p:nvPr/>
        </p:nvGrpSpPr>
        <p:grpSpPr>
          <a:xfrm>
            <a:off x="9308598" y="3507078"/>
            <a:ext cx="949832" cy="760171"/>
            <a:chOff x="346231" y="1288118"/>
            <a:chExt cx="949832" cy="760171"/>
          </a:xfrm>
        </p:grpSpPr>
        <p:sp>
          <p:nvSpPr>
            <p:cNvPr id="8" name="矩形 7">
              <a:extLst>
                <a:ext uri="{FF2B5EF4-FFF2-40B4-BE49-F238E27FC236}">
                  <a16:creationId xmlns:a16="http://schemas.microsoft.com/office/drawing/2014/main" id="{A1204DC8-4249-4C25-9322-1E46A433B92F}"/>
                </a:ext>
              </a:extLst>
            </p:cNvPr>
            <p:cNvSpPr/>
            <p:nvPr/>
          </p:nvSpPr>
          <p:spPr>
            <a:xfrm>
              <a:off x="930303" y="1574358"/>
              <a:ext cx="365760" cy="2082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2F45C6C-75F9-436C-A106-75B5EADAC992}"/>
                </a:ext>
              </a:extLst>
            </p:cNvPr>
            <p:cNvSpPr/>
            <p:nvPr/>
          </p:nvSpPr>
          <p:spPr>
            <a:xfrm>
              <a:off x="930303" y="1784291"/>
              <a:ext cx="365760" cy="2082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2A6287F5-7AE6-4402-B286-9BB5220D0D4D}"/>
                </a:ext>
              </a:extLst>
            </p:cNvPr>
            <p:cNvSpPr txBox="1"/>
            <p:nvPr/>
          </p:nvSpPr>
          <p:spPr>
            <a:xfrm>
              <a:off x="1025715" y="1288118"/>
              <a:ext cx="169918" cy="338554"/>
            </a:xfrm>
            <a:prstGeom prst="rect">
              <a:avLst/>
            </a:prstGeom>
            <a:noFill/>
          </p:spPr>
          <p:txBody>
            <a:bodyPr wrap="none" lIns="0" tIns="0" rIns="0" bIns="0" rtlCol="0">
              <a:spAutoFit/>
            </a:bodyPr>
            <a:lstStyle/>
            <a:p>
              <a:r>
                <a:rPr lang="en-US" altLang="zh-CN" sz="2200" b="1" dirty="0">
                  <a:solidFill>
                    <a:srgbClr val="C00000"/>
                  </a:solidFill>
                  <a:latin typeface="Courier New" panose="02070309020205020404" pitchFamily="49" charset="0"/>
                  <a:cs typeface="Courier New" panose="02070309020205020404" pitchFamily="49" charset="0"/>
                </a:rPr>
                <a:t>T</a:t>
              </a:r>
              <a:endParaRPr lang="zh-CN" altLang="en-US" sz="2200" b="1" dirty="0">
                <a:solidFill>
                  <a:srgbClr val="C00000"/>
                </a:solidFill>
                <a:latin typeface="Courier New" panose="02070309020205020404" pitchFamily="49" charset="0"/>
                <a:cs typeface="Courier New" panose="02070309020205020404" pitchFamily="49" charset="0"/>
              </a:endParaRPr>
            </a:p>
          </p:txBody>
        </p:sp>
        <p:sp>
          <p:nvSpPr>
            <p:cNvPr id="11" name="文本框 10">
              <a:extLst>
                <a:ext uri="{FF2B5EF4-FFF2-40B4-BE49-F238E27FC236}">
                  <a16:creationId xmlns:a16="http://schemas.microsoft.com/office/drawing/2014/main" id="{2B21DBB6-46CD-4FEA-B196-5F162497DD74}"/>
                </a:ext>
              </a:extLst>
            </p:cNvPr>
            <p:cNvSpPr txBox="1"/>
            <p:nvPr/>
          </p:nvSpPr>
          <p:spPr>
            <a:xfrm>
              <a:off x="346231" y="1575083"/>
              <a:ext cx="551433" cy="473206"/>
            </a:xfrm>
            <a:prstGeom prst="rect">
              <a:avLst/>
            </a:prstGeom>
            <a:noFill/>
          </p:spPr>
          <p:txBody>
            <a:bodyPr wrap="none" lIns="0" tIns="0" rIns="0" bIns="0" rtlCol="0">
              <a:spAutoFit/>
            </a:bodyPr>
            <a:lstStyle/>
            <a:p>
              <a:pPr algn="r">
                <a:lnSpc>
                  <a:spcPts val="1800"/>
                </a:lnSpc>
              </a:pPr>
              <a:r>
                <a:rPr lang="en-US" altLang="zh-CN" b="1" dirty="0">
                  <a:solidFill>
                    <a:srgbClr val="C00000"/>
                  </a:solidFill>
                  <a:latin typeface="Courier New" panose="02070309020205020404" pitchFamily="49" charset="0"/>
                  <a:cs typeface="Courier New" panose="02070309020205020404" pitchFamily="49" charset="0"/>
                </a:rPr>
                <a:t>nil</a:t>
              </a:r>
            </a:p>
            <a:p>
              <a:pPr algn="r">
                <a:lnSpc>
                  <a:spcPts val="1800"/>
                </a:lnSpc>
              </a:pPr>
              <a:r>
                <a:rPr lang="en-US" altLang="zh-CN" b="1" dirty="0">
                  <a:solidFill>
                    <a:srgbClr val="C00000"/>
                  </a:solidFill>
                  <a:latin typeface="Courier New" panose="02070309020205020404" pitchFamily="49" charset="0"/>
                  <a:cs typeface="Courier New" panose="02070309020205020404" pitchFamily="49" charset="0"/>
                </a:rPr>
                <a:t>root</a:t>
              </a:r>
              <a:endParaRPr lang="zh-CN" altLang="en-US" b="1" dirty="0">
                <a:solidFill>
                  <a:srgbClr val="C00000"/>
                </a:solidFill>
                <a:latin typeface="Courier New" panose="02070309020205020404" pitchFamily="49" charset="0"/>
                <a:cs typeface="Courier New" panose="02070309020205020404" pitchFamily="49" charset="0"/>
              </a:endParaRPr>
            </a:p>
          </p:txBody>
        </p:sp>
      </p:grpSp>
      <p:sp>
        <p:nvSpPr>
          <p:cNvPr id="12" name="矩形: 圆角 11">
            <a:extLst>
              <a:ext uri="{FF2B5EF4-FFF2-40B4-BE49-F238E27FC236}">
                <a16:creationId xmlns:a16="http://schemas.microsoft.com/office/drawing/2014/main" id="{178205C6-47D0-495C-81E3-6942D409AAF6}"/>
              </a:ext>
            </a:extLst>
          </p:cNvPr>
          <p:cNvSpPr/>
          <p:nvPr/>
        </p:nvSpPr>
        <p:spPr>
          <a:xfrm>
            <a:off x="10641617" y="3764290"/>
            <a:ext cx="396001" cy="26161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bg1"/>
                </a:solidFill>
                <a:latin typeface="Courier New" panose="02070309020205020404" pitchFamily="49" charset="0"/>
                <a:cs typeface="Courier New" panose="02070309020205020404" pitchFamily="49" charset="0"/>
              </a:rPr>
              <a:t>NIL</a:t>
            </a:r>
            <a:endParaRPr lang="zh-CN" altLang="en-US" sz="1600" b="1" dirty="0">
              <a:solidFill>
                <a:schemeClr val="bg1"/>
              </a:solidFill>
              <a:latin typeface="Courier New" panose="02070309020205020404" pitchFamily="49" charset="0"/>
              <a:cs typeface="Courier New" panose="02070309020205020404" pitchFamily="49" charset="0"/>
            </a:endParaRPr>
          </a:p>
        </p:txBody>
      </p:sp>
      <p:cxnSp>
        <p:nvCxnSpPr>
          <p:cNvPr id="14" name="直接箭头连接符 13">
            <a:extLst>
              <a:ext uri="{FF2B5EF4-FFF2-40B4-BE49-F238E27FC236}">
                <a16:creationId xmlns:a16="http://schemas.microsoft.com/office/drawing/2014/main" id="{C76C0672-50BF-4550-8E72-D67120BB1AD7}"/>
              </a:ext>
            </a:extLst>
          </p:cNvPr>
          <p:cNvCxnSpPr>
            <a:cxnSpLocks/>
          </p:cNvCxnSpPr>
          <p:nvPr/>
        </p:nvCxnSpPr>
        <p:spPr>
          <a:xfrm flipV="1">
            <a:off x="10079968" y="4003251"/>
            <a:ext cx="568576" cy="108090"/>
          </a:xfrm>
          <a:prstGeom prst="straightConnector1">
            <a:avLst/>
          </a:prstGeom>
          <a:ln w="12700">
            <a:solidFill>
              <a:srgbClr val="00B0F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BA5A590-5206-43CA-9132-E46FE33330C8}"/>
              </a:ext>
            </a:extLst>
          </p:cNvPr>
          <p:cNvCxnSpPr>
            <a:cxnSpLocks/>
          </p:cNvCxnSpPr>
          <p:nvPr/>
        </p:nvCxnSpPr>
        <p:spPr>
          <a:xfrm flipV="1">
            <a:off x="10079968" y="3897453"/>
            <a:ext cx="568576" cy="6408"/>
          </a:xfrm>
          <a:prstGeom prst="straightConnector1">
            <a:avLst/>
          </a:prstGeom>
          <a:ln w="12700">
            <a:solidFill>
              <a:srgbClr val="00B0F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0586BA12-561D-40BB-A9B0-7AAD37DEFD2C}"/>
              </a:ext>
            </a:extLst>
          </p:cNvPr>
          <p:cNvSpPr txBox="1"/>
          <p:nvPr/>
        </p:nvSpPr>
        <p:spPr>
          <a:xfrm>
            <a:off x="4117363" y="4576350"/>
            <a:ext cx="7654530" cy="2031325"/>
          </a:xfrm>
          <a:prstGeom prst="rect">
            <a:avLst/>
          </a:prstGeom>
          <a:solidFill>
            <a:schemeClr val="accent5">
              <a:lumMod val="20000"/>
              <a:lumOff val="80000"/>
            </a:schemeClr>
          </a:solidFill>
          <a:ln w="12700">
            <a:solidFill>
              <a:schemeClr val="tx1"/>
            </a:solidFill>
          </a:ln>
        </p:spPr>
        <p:txBody>
          <a:bodyPr wrap="square">
            <a:spAutoFit/>
          </a:bodyPr>
          <a:lstStyle/>
          <a:p>
            <a:r>
              <a:rPr lang="en-US" altLang="zh-CN" b="1" dirty="0">
                <a:latin typeface="Courier New" panose="02070309020205020404" pitchFamily="49" charset="0"/>
                <a:cs typeface="Courier New" panose="02070309020205020404" pitchFamily="49" charset="0"/>
              </a:rPr>
              <a:t>Status</a:t>
            </a:r>
            <a:r>
              <a:rPr lang="zh-CN" altLang="en-US" b="1" dirty="0">
                <a:latin typeface="Courier New" panose="02070309020205020404" pitchFamily="49" charset="0"/>
                <a:cs typeface="Courier New" panose="02070309020205020404" pitchFamily="49" charset="0"/>
              </a:rPr>
              <a:t> MakeEmptyRBT(RBTree &amp;T)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构建空红黑树</a:t>
            </a:r>
            <a:r>
              <a:rPr lang="en-US" altLang="zh-CN" b="1" dirty="0">
                <a:solidFill>
                  <a:srgbClr val="0070C0"/>
                </a:solidFill>
                <a:latin typeface="Courier New" panose="02070309020205020404" pitchFamily="49" charset="0"/>
                <a:cs typeface="Courier New" panose="02070309020205020404" pitchFamily="49" charset="0"/>
              </a:rPr>
              <a:t>T</a:t>
            </a:r>
            <a:endParaRPr lang="zh-CN" altLang="en-US" b="1" dirty="0">
              <a:solidFill>
                <a:srgbClr val="0070C0"/>
              </a:solidFill>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T.nil = New_RBNode(-1, -99)</a:t>
            </a:r>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b="1" dirty="0">
                <a:latin typeface="Courier New" panose="02070309020205020404" pitchFamily="49" charset="0"/>
                <a:cs typeface="Courier New" panose="02070309020205020404" pitchFamily="49" charset="0"/>
              </a:rPr>
              <a:t> OVERFLOW</a:t>
            </a:r>
            <a:r>
              <a:rPr lang="zh-CN" altLang="en-US" b="1" dirty="0">
                <a:latin typeface="Courier New" panose="02070309020205020404" pitchFamily="49" charset="0"/>
                <a:cs typeface="Courier New" panose="02070309020205020404" pitchFamily="49" charset="0"/>
              </a:rPr>
              <a:t>;  </a:t>
            </a:r>
          </a:p>
          <a:p>
            <a:r>
              <a:rPr lang="zh-CN" altLang="en-US" b="1" dirty="0">
                <a:latin typeface="Courier New" panose="02070309020205020404" pitchFamily="49" charset="0"/>
                <a:cs typeface="Courier New" panose="02070309020205020404" pitchFamily="49" charset="0"/>
              </a:rPr>
              <a:t>  T.nil-&gt;color = BLACK;   </a:t>
            </a:r>
            <a:r>
              <a:rPr lang="zh-CN" altLang="en-US" b="1" dirty="0">
                <a:solidFill>
                  <a:srgbClr val="0070C0"/>
                </a:solidFill>
                <a:latin typeface="Courier New" panose="02070309020205020404" pitchFamily="49" charset="0"/>
                <a:cs typeface="Courier New" panose="02070309020205020404" pitchFamily="49" charset="0"/>
              </a:rPr>
              <a:t>// 生成</a:t>
            </a:r>
            <a:r>
              <a:rPr lang="en-US" altLang="zh-CN" b="1" dirty="0">
                <a:solidFill>
                  <a:srgbClr val="0070C0"/>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结点</a:t>
            </a:r>
          </a:p>
          <a:p>
            <a:r>
              <a:rPr lang="zh-CN" altLang="en-US" b="1" dirty="0">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T.nil-&gt;parent = T.nil-&gt;lchild = T.nil-&gt;rchild = NULL;</a:t>
            </a:r>
          </a:p>
          <a:p>
            <a:r>
              <a:rPr lang="zh-CN" altLang="en-US" b="1" dirty="0">
                <a:latin typeface="Courier New" panose="02070309020205020404" pitchFamily="49" charset="0"/>
                <a:cs typeface="Courier New" panose="02070309020205020404" pitchFamily="49" charset="0"/>
              </a:rPr>
              <a:t>  T.root = T.nil;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空树的根指针指向</a:t>
            </a:r>
            <a:r>
              <a:rPr lang="en-US" altLang="zh-CN" b="1" dirty="0">
                <a:solidFill>
                  <a:srgbClr val="0070C0"/>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结点</a:t>
            </a:r>
            <a:endParaRPr lang="en-US" altLang="zh-CN"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b="1" dirty="0">
                <a:latin typeface="Courier New" panose="02070309020205020404" pitchFamily="49" charset="0"/>
                <a:cs typeface="Courier New" panose="02070309020205020404" pitchFamily="49" charset="0"/>
              </a:rPr>
              <a:t> OK;</a:t>
            </a:r>
            <a:endParaRPr lang="zh-CN" altLang="en-US" b="1" dirty="0">
              <a:latin typeface="Courier New" panose="02070309020205020404" pitchFamily="49" charset="0"/>
              <a:cs typeface="Courier New" panose="02070309020205020404" pitchFamily="49" charset="0"/>
            </a:endParaRP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20" name="椭圆 19">
            <a:extLst>
              <a:ext uri="{FF2B5EF4-FFF2-40B4-BE49-F238E27FC236}">
                <a16:creationId xmlns:a16="http://schemas.microsoft.com/office/drawing/2014/main" id="{4CDE18C6-D520-4281-946F-0A389BA24023}"/>
              </a:ext>
            </a:extLst>
          </p:cNvPr>
          <p:cNvSpPr/>
          <p:nvPr/>
        </p:nvSpPr>
        <p:spPr>
          <a:xfrm>
            <a:off x="7865392" y="4576350"/>
            <a:ext cx="393896" cy="337084"/>
          </a:xfrm>
          <a:prstGeom prst="ellipse">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5B891FC5-6D92-4DAD-9552-D023165AC7D3}"/>
              </a:ext>
            </a:extLst>
          </p:cNvPr>
          <p:cNvSpPr txBox="1"/>
          <p:nvPr/>
        </p:nvSpPr>
        <p:spPr>
          <a:xfrm>
            <a:off x="260603" y="2855840"/>
            <a:ext cx="3879438" cy="2730106"/>
          </a:xfrm>
          <a:prstGeom prst="rect">
            <a:avLst/>
          </a:prstGeom>
          <a:noFill/>
        </p:spPr>
        <p:txBody>
          <a:bodyPr wrap="square" rtlCol="0">
            <a:spAutoFit/>
          </a:bodyPr>
          <a:lstStyle/>
          <a:p>
            <a:pPr>
              <a:lnSpc>
                <a:spcPct val="120000"/>
              </a:lnSpc>
            </a:pPr>
            <a:r>
              <a:rPr lang="zh-CN" altLang="en-US" b="1" dirty="0">
                <a:latin typeface="Courier New" panose="02070309020205020404" pitchFamily="49" charset="0"/>
                <a:cs typeface="Courier New" panose="02070309020205020404" pitchFamily="49" charset="0"/>
              </a:rPr>
              <a:t>为了便于处理红黑树算法操作的边界条件，采用一个共享哨兵来代表</a:t>
            </a:r>
            <a:r>
              <a:rPr lang="en-US" altLang="zh-CN" b="1" dirty="0">
                <a:latin typeface="Courier New" panose="02070309020205020404" pitchFamily="49" charset="0"/>
                <a:cs typeface="Courier New" panose="02070309020205020404" pitchFamily="49" charset="0"/>
              </a:rPr>
              <a:t>NIL</a:t>
            </a:r>
            <a:r>
              <a:rPr lang="zh-CN" altLang="en-US"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a:lnSpc>
                <a:spcPct val="120000"/>
              </a:lnSpc>
            </a:pPr>
            <a:r>
              <a:rPr lang="zh-CN" altLang="en-US" b="1" dirty="0">
                <a:latin typeface="Courier New" panose="02070309020205020404" pitchFamily="49" charset="0"/>
                <a:cs typeface="Courier New" panose="02070309020205020404" pitchFamily="49" charset="0"/>
              </a:rPr>
              <a:t>哨兵</a:t>
            </a:r>
            <a:r>
              <a:rPr lang="en-US" altLang="zh-CN" b="1" dirty="0" err="1">
                <a:latin typeface="Courier New" panose="02070309020205020404" pitchFamily="49" charset="0"/>
                <a:cs typeface="Courier New" panose="02070309020205020404" pitchFamily="49" charset="0"/>
              </a:rPr>
              <a:t>T.nil</a:t>
            </a:r>
            <a:r>
              <a:rPr lang="zh-CN" altLang="en-US" b="1" dirty="0">
                <a:latin typeface="Courier New" panose="02070309020205020404" pitchFamily="49" charset="0"/>
                <a:cs typeface="Courier New" panose="02070309020205020404" pitchFamily="49" charset="0"/>
              </a:rPr>
              <a:t>结点的</a:t>
            </a:r>
            <a:r>
              <a:rPr lang="en-US" altLang="zh-CN" b="1" dirty="0">
                <a:latin typeface="Courier New" panose="02070309020205020404" pitchFamily="49" charset="0"/>
                <a:cs typeface="Courier New" panose="02070309020205020404" pitchFamily="49" charset="0"/>
              </a:rPr>
              <a:t>color</a:t>
            </a:r>
            <a:r>
              <a:rPr lang="zh-CN" altLang="en-US" b="1" dirty="0">
                <a:latin typeface="Courier New" panose="02070309020205020404" pitchFamily="49" charset="0"/>
                <a:cs typeface="Courier New" panose="02070309020205020404" pitchFamily="49" charset="0"/>
              </a:rPr>
              <a:t>域为</a:t>
            </a:r>
            <a:r>
              <a:rPr lang="en-US" altLang="zh-CN" b="1" dirty="0">
                <a:latin typeface="Courier New" panose="02070309020205020404" pitchFamily="49" charset="0"/>
                <a:cs typeface="Courier New" panose="02070309020205020404" pitchFamily="49" charset="0"/>
              </a:rPr>
              <a:t>BLACK</a:t>
            </a:r>
            <a:r>
              <a:rPr lang="zh-CN" altLang="en-US" b="1" dirty="0">
                <a:latin typeface="Courier New" panose="02070309020205020404" pitchFamily="49" charset="0"/>
                <a:cs typeface="Courier New" panose="02070309020205020404" pitchFamily="49" charset="0"/>
              </a:rPr>
              <a:t>，其他域可取任意值。</a:t>
            </a:r>
            <a:endParaRPr lang="en-US" altLang="zh-CN" b="1" dirty="0">
              <a:latin typeface="Courier New" panose="02070309020205020404" pitchFamily="49" charset="0"/>
              <a:cs typeface="Courier New" panose="02070309020205020404" pitchFamily="49" charset="0"/>
            </a:endParaRPr>
          </a:p>
          <a:p>
            <a:pPr>
              <a:lnSpc>
                <a:spcPct val="120000"/>
              </a:lnSpc>
            </a:pPr>
            <a:r>
              <a:rPr lang="zh-CN" altLang="en-US" b="1" dirty="0">
                <a:latin typeface="Courier New" panose="02070309020205020404" pitchFamily="49" charset="0"/>
                <a:cs typeface="Courier New" panose="02070309020205020404" pitchFamily="49" charset="0"/>
              </a:rPr>
              <a:t>树中所有指向</a:t>
            </a:r>
            <a:r>
              <a:rPr lang="en-US" altLang="zh-CN" b="1" dirty="0">
                <a:latin typeface="Courier New" panose="02070309020205020404" pitchFamily="49" charset="0"/>
                <a:cs typeface="Courier New" panose="02070309020205020404" pitchFamily="49" charset="0"/>
              </a:rPr>
              <a:t>NIL</a:t>
            </a:r>
            <a:r>
              <a:rPr lang="zh-CN" altLang="en-US" b="1" dirty="0">
                <a:latin typeface="Courier New" panose="02070309020205020404" pitchFamily="49" charset="0"/>
                <a:cs typeface="Courier New" panose="02070309020205020404" pitchFamily="49" charset="0"/>
              </a:rPr>
              <a:t>的指针都被替换为指向哨兵</a:t>
            </a:r>
            <a:r>
              <a:rPr lang="en-US" altLang="zh-CN" b="1" dirty="0" err="1">
                <a:latin typeface="Courier New" panose="02070309020205020404" pitchFamily="49" charset="0"/>
                <a:cs typeface="Courier New" panose="02070309020205020404" pitchFamily="49" charset="0"/>
              </a:rPr>
              <a:t>T.nil</a:t>
            </a:r>
            <a:r>
              <a:rPr lang="zh-CN" altLang="en-US" b="1" dirty="0">
                <a:latin typeface="Courier New" panose="02070309020205020404" pitchFamily="49" charset="0"/>
                <a:cs typeface="Courier New" panose="02070309020205020404" pitchFamily="49" charset="0"/>
              </a:rPr>
              <a:t>结点的指针。</a:t>
            </a:r>
            <a:endParaRPr lang="en-US" altLang="zh-CN" b="1" dirty="0">
              <a:latin typeface="Courier New" panose="02070309020205020404" pitchFamily="49" charset="0"/>
              <a:cs typeface="Courier New" panose="02070309020205020404" pitchFamily="49" charset="0"/>
            </a:endParaRPr>
          </a:p>
          <a:p>
            <a:pPr>
              <a:lnSpc>
                <a:spcPct val="120000"/>
              </a:lnSpc>
            </a:pPr>
            <a:r>
              <a:rPr lang="zh-CN" altLang="en-US" b="1" dirty="0">
                <a:latin typeface="Courier New" panose="02070309020205020404" pitchFamily="49" charset="0"/>
                <a:cs typeface="Courier New" panose="02070309020205020404" pitchFamily="49" charset="0"/>
              </a:rPr>
              <a:t>使用哨兵后，可将结点</a:t>
            </a:r>
            <a:r>
              <a:rPr lang="en-US" altLang="zh-CN" b="1" dirty="0">
                <a:latin typeface="Courier New" panose="02070309020205020404" pitchFamily="49" charset="0"/>
                <a:cs typeface="Courier New" panose="02070309020205020404" pitchFamily="49" charset="0"/>
              </a:rPr>
              <a:t>x</a:t>
            </a:r>
            <a:r>
              <a:rPr lang="zh-CN" altLang="en-US" b="1" dirty="0">
                <a:latin typeface="Courier New" panose="02070309020205020404" pitchFamily="49" charset="0"/>
                <a:cs typeface="Courier New" panose="02070309020205020404" pitchFamily="49" charset="0"/>
              </a:rPr>
              <a:t>的</a:t>
            </a:r>
            <a:r>
              <a:rPr lang="en-US" altLang="zh-CN" b="1" dirty="0">
                <a:latin typeface="Courier New" panose="02070309020205020404" pitchFamily="49" charset="0"/>
                <a:cs typeface="Courier New" panose="02070309020205020404" pitchFamily="49" charset="0"/>
              </a:rPr>
              <a:t>NIL</a:t>
            </a:r>
            <a:r>
              <a:rPr lang="zh-CN" altLang="en-US" b="1" dirty="0">
                <a:latin typeface="Courier New" panose="02070309020205020404" pitchFamily="49" charset="0"/>
                <a:cs typeface="Courier New" panose="02070309020205020404" pitchFamily="49" charset="0"/>
              </a:rPr>
              <a:t>孩子视为一个其父结点为</a:t>
            </a:r>
            <a:r>
              <a:rPr lang="en-US" altLang="zh-CN" b="1" dirty="0">
                <a:latin typeface="Courier New" panose="02070309020205020404" pitchFamily="49" charset="0"/>
                <a:cs typeface="Courier New" panose="02070309020205020404" pitchFamily="49" charset="0"/>
              </a:rPr>
              <a:t>x</a:t>
            </a:r>
            <a:r>
              <a:rPr lang="zh-CN" altLang="en-US" b="1" dirty="0">
                <a:latin typeface="Courier New" panose="02070309020205020404" pitchFamily="49" charset="0"/>
                <a:cs typeface="Courier New" panose="02070309020205020404" pitchFamily="49" charset="0"/>
              </a:rPr>
              <a:t>的普通结点。</a:t>
            </a:r>
          </a:p>
        </p:txBody>
      </p:sp>
      <p:sp>
        <p:nvSpPr>
          <p:cNvPr id="15" name="文本框 14">
            <a:extLst>
              <a:ext uri="{FF2B5EF4-FFF2-40B4-BE49-F238E27FC236}">
                <a16:creationId xmlns:a16="http://schemas.microsoft.com/office/drawing/2014/main" id="{2BFE22B3-3C99-4FC4-8983-334573115281}"/>
              </a:ext>
            </a:extLst>
          </p:cNvPr>
          <p:cNvSpPr txBox="1"/>
          <p:nvPr/>
        </p:nvSpPr>
        <p:spPr>
          <a:xfrm>
            <a:off x="4810499" y="597935"/>
            <a:ext cx="6897578" cy="2708434"/>
          </a:xfrm>
          <a:prstGeom prst="rect">
            <a:avLst/>
          </a:prstGeom>
          <a:solidFill>
            <a:srgbClr val="EAF4E4"/>
          </a:solidFill>
          <a:ln w="12700">
            <a:solidFill>
              <a:srgbClr val="002060"/>
            </a:solidFill>
          </a:ln>
        </p:spPr>
        <p:txBody>
          <a:bodyPr wrap="square">
            <a:spAutoFit/>
          </a:bodyPr>
          <a:lstStyle>
            <a:defPPr>
              <a:defRPr lang="zh-CN"/>
            </a:defPPr>
            <a:lvl1pPr>
              <a:lnSpc>
                <a:spcPct val="120000"/>
              </a:lnSpc>
              <a:defRPr sz="1700" b="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pPr>
              <a:lnSpc>
                <a:spcPct val="100000"/>
              </a:lnSpc>
            </a:pPr>
            <a:r>
              <a:rPr lang="zh-CN" altLang="en-US" dirty="0"/>
              <a:t>typedef struct </a:t>
            </a:r>
            <a:r>
              <a:rPr lang="zh-CN" altLang="en-US" dirty="0">
                <a:effectLst/>
              </a:rPr>
              <a:t>RBNode</a:t>
            </a:r>
            <a:r>
              <a:rPr lang="zh-CN" altLang="en-US" dirty="0"/>
              <a:t> {</a:t>
            </a:r>
          </a:p>
          <a:p>
            <a:pPr>
              <a:lnSpc>
                <a:spcPct val="100000"/>
              </a:lnSpc>
            </a:pPr>
            <a:r>
              <a:rPr lang="zh-CN" altLang="en-US" dirty="0"/>
              <a:t>  </a:t>
            </a:r>
            <a:r>
              <a:rPr lang="zh-CN" altLang="en-US" dirty="0">
                <a:effectLst/>
              </a:rPr>
              <a:t>KeyType   key;   </a:t>
            </a:r>
            <a:r>
              <a:rPr lang="zh-CN" altLang="en-US" dirty="0">
                <a:solidFill>
                  <a:srgbClr val="0070C0"/>
                </a:solidFill>
                <a:effectLst/>
                <a:ea typeface="仿宋" panose="02010609060101010101" pitchFamily="49" charset="-122"/>
              </a:rPr>
              <a:t>// 关键字</a:t>
            </a:r>
          </a:p>
          <a:p>
            <a:pPr>
              <a:lnSpc>
                <a:spcPct val="100000"/>
              </a:lnSpc>
            </a:pPr>
            <a:r>
              <a:rPr lang="zh-CN" altLang="en-US" dirty="0">
                <a:effectLst/>
              </a:rPr>
              <a:t>  </a:t>
            </a:r>
            <a:r>
              <a:rPr lang="en-US" altLang="zh-CN" dirty="0">
                <a:effectLst/>
              </a:rPr>
              <a:t>......</a:t>
            </a:r>
            <a:r>
              <a:rPr lang="zh-CN" altLang="en-US" dirty="0">
                <a:effectLst/>
              </a:rPr>
              <a:t>           </a:t>
            </a:r>
            <a:r>
              <a:rPr lang="zh-CN" altLang="en-US" dirty="0">
                <a:solidFill>
                  <a:srgbClr val="0070C0"/>
                </a:solidFill>
                <a:effectLst/>
                <a:ea typeface="仿宋" panose="02010609060101010101" pitchFamily="49" charset="-122"/>
              </a:rPr>
              <a:t>// 应用相关域</a:t>
            </a:r>
          </a:p>
          <a:p>
            <a:pPr>
              <a:lnSpc>
                <a:spcPct val="100000"/>
              </a:lnSpc>
            </a:pPr>
            <a:r>
              <a:rPr lang="zh-CN" altLang="en-US" dirty="0">
                <a:effectLst/>
              </a:rPr>
              <a:t>  ColorType color; </a:t>
            </a:r>
            <a:r>
              <a:rPr lang="zh-CN" altLang="en-US" dirty="0">
                <a:solidFill>
                  <a:srgbClr val="0070C0"/>
                </a:solidFill>
                <a:effectLst/>
                <a:ea typeface="仿宋" panose="02010609060101010101" pitchFamily="49" charset="-122"/>
              </a:rPr>
              <a:t>// 颜色</a:t>
            </a:r>
          </a:p>
          <a:p>
            <a:pPr>
              <a:lnSpc>
                <a:spcPct val="100000"/>
              </a:lnSpc>
            </a:pPr>
            <a:r>
              <a:rPr lang="zh-CN" altLang="en-US" dirty="0"/>
              <a:t>  struct </a:t>
            </a:r>
            <a:r>
              <a:rPr lang="zh-CN" altLang="en-US" dirty="0">
                <a:effectLst/>
              </a:rPr>
              <a:t>RBNode *lchild,*rchild,*parent; </a:t>
            </a:r>
            <a:r>
              <a:rPr lang="zh-CN" altLang="en-US" dirty="0">
                <a:solidFill>
                  <a:srgbClr val="0070C0"/>
                </a:solidFill>
                <a:effectLst/>
                <a:ea typeface="仿宋" panose="02010609060101010101" pitchFamily="49" charset="-122"/>
              </a:rPr>
              <a:t>//三叉指针</a:t>
            </a:r>
          </a:p>
          <a:p>
            <a:pPr>
              <a:lnSpc>
                <a:spcPct val="100000"/>
              </a:lnSpc>
            </a:pPr>
            <a:r>
              <a:rPr lang="zh-CN" altLang="en-US" dirty="0"/>
              <a:t>}</a:t>
            </a:r>
            <a:r>
              <a:rPr lang="zh-CN" altLang="en-US" dirty="0">
                <a:effectLst/>
              </a:rPr>
              <a:t>RBNode, *RB</a:t>
            </a:r>
            <a:r>
              <a:rPr lang="en-US" altLang="zh-CN" dirty="0" err="1">
                <a:effectLst/>
              </a:rPr>
              <a:t>NodePtr</a:t>
            </a:r>
            <a:r>
              <a:rPr lang="zh-CN" altLang="en-US" dirty="0">
                <a:effectLst/>
              </a:rPr>
              <a:t>;  </a:t>
            </a:r>
            <a:r>
              <a:rPr lang="zh-CN" altLang="en-US" dirty="0">
                <a:solidFill>
                  <a:srgbClr val="0070C0"/>
                </a:solidFill>
                <a:effectLst/>
                <a:ea typeface="仿宋" panose="02010609060101010101" pitchFamily="49" charset="-122"/>
              </a:rPr>
              <a:t>// 红黑结点， 红黑结点指针</a:t>
            </a:r>
            <a:endParaRPr lang="en-US" altLang="zh-CN" dirty="0">
              <a:solidFill>
                <a:srgbClr val="0070C0"/>
              </a:solidFill>
              <a:effectLst/>
              <a:ea typeface="仿宋" panose="02010609060101010101" pitchFamily="49" charset="-122"/>
            </a:endParaRPr>
          </a:p>
          <a:p>
            <a:pPr>
              <a:lnSpc>
                <a:spcPct val="100000"/>
              </a:lnSpc>
            </a:pPr>
            <a:r>
              <a:rPr lang="en-US" altLang="zh-CN" dirty="0"/>
              <a:t>typedef struct {</a:t>
            </a:r>
          </a:p>
          <a:p>
            <a:pPr>
              <a:lnSpc>
                <a:spcPct val="100000"/>
              </a:lnSpc>
            </a:pPr>
            <a:r>
              <a:rPr lang="en-US" altLang="zh-CN" dirty="0">
                <a:solidFill>
                  <a:srgbClr val="0070C0"/>
                </a:solidFill>
                <a:effectLst/>
                <a:ea typeface="仿宋" panose="02010609060101010101" pitchFamily="49" charset="-122"/>
              </a:rPr>
              <a:t>  </a:t>
            </a:r>
            <a:r>
              <a:rPr lang="zh-CN" altLang="en-US" dirty="0">
                <a:effectLst/>
              </a:rPr>
              <a:t>RBNode </a:t>
            </a:r>
            <a:r>
              <a:rPr lang="en-US" altLang="zh-CN" dirty="0">
                <a:effectLst/>
              </a:rPr>
              <a:t>*</a:t>
            </a:r>
            <a:r>
              <a:rPr lang="en-US" altLang="zh-CN" dirty="0">
                <a:effectLst/>
                <a:ea typeface="仿宋" panose="02010609060101010101" pitchFamily="49" charset="-122"/>
              </a:rPr>
              <a:t>root;</a:t>
            </a:r>
            <a:r>
              <a:rPr lang="en-US" altLang="zh-CN" dirty="0">
                <a:solidFill>
                  <a:srgbClr val="0070C0"/>
                </a:solidFill>
                <a:effectLst/>
                <a:ea typeface="仿宋" panose="02010609060101010101" pitchFamily="49" charset="-122"/>
              </a:rPr>
              <a:t>  // </a:t>
            </a:r>
            <a:r>
              <a:rPr lang="zh-CN" altLang="en-US" dirty="0">
                <a:solidFill>
                  <a:srgbClr val="0070C0"/>
                </a:solidFill>
                <a:effectLst/>
                <a:ea typeface="仿宋" panose="02010609060101010101" pitchFamily="49" charset="-122"/>
              </a:rPr>
              <a:t>根指针</a:t>
            </a:r>
            <a:endParaRPr lang="en-US" altLang="zh-CN" dirty="0">
              <a:solidFill>
                <a:srgbClr val="0070C0"/>
              </a:solidFill>
              <a:effectLst/>
              <a:ea typeface="仿宋" panose="02010609060101010101" pitchFamily="49" charset="-122"/>
            </a:endParaRPr>
          </a:p>
          <a:p>
            <a:pPr>
              <a:lnSpc>
                <a:spcPct val="100000"/>
              </a:lnSpc>
            </a:pPr>
            <a:r>
              <a:rPr lang="zh-CN" altLang="en-US" dirty="0">
                <a:effectLst/>
              </a:rPr>
              <a:t>  RBNode </a:t>
            </a:r>
            <a:r>
              <a:rPr lang="en-US" altLang="zh-CN" dirty="0">
                <a:effectLst/>
              </a:rPr>
              <a:t>*nil;   </a:t>
            </a:r>
            <a:r>
              <a:rPr lang="en-US" altLang="zh-CN" dirty="0">
                <a:solidFill>
                  <a:srgbClr val="0070C0"/>
                </a:solidFill>
                <a:effectLst/>
                <a:ea typeface="仿宋" panose="02010609060101010101" pitchFamily="49" charset="-122"/>
              </a:rPr>
              <a:t>// </a:t>
            </a:r>
            <a:r>
              <a:rPr lang="zh-CN" altLang="en-US" dirty="0">
                <a:solidFill>
                  <a:srgbClr val="0070C0"/>
                </a:solidFill>
                <a:effectLst/>
                <a:ea typeface="仿宋" panose="02010609060101010101" pitchFamily="49" charset="-122"/>
              </a:rPr>
              <a:t>共享的叶结点，初始构建空树时生成</a:t>
            </a:r>
            <a:endParaRPr lang="en-US" altLang="zh-CN" dirty="0">
              <a:solidFill>
                <a:srgbClr val="0070C0"/>
              </a:solidFill>
              <a:effectLst/>
              <a:ea typeface="仿宋" panose="02010609060101010101" pitchFamily="49" charset="-122"/>
            </a:endParaRPr>
          </a:p>
          <a:p>
            <a:pPr>
              <a:lnSpc>
                <a:spcPct val="100000"/>
              </a:lnSpc>
            </a:pPr>
            <a:r>
              <a:rPr lang="en-US" altLang="zh-CN" dirty="0">
                <a:effectLst/>
                <a:ea typeface="仿宋" panose="02010609060101010101" pitchFamily="49" charset="-122"/>
              </a:rPr>
              <a:t>}</a:t>
            </a:r>
            <a:r>
              <a:rPr lang="en-US" altLang="zh-CN" dirty="0" err="1">
                <a:effectLst/>
                <a:ea typeface="仿宋" panose="02010609060101010101" pitchFamily="49" charset="-122"/>
              </a:rPr>
              <a:t>RBTree</a:t>
            </a:r>
            <a:r>
              <a:rPr lang="en-US" altLang="zh-CN" dirty="0">
                <a:effectLst/>
                <a:ea typeface="仿宋" panose="02010609060101010101" pitchFamily="49" charset="-122"/>
              </a:rPr>
              <a:t>;  </a:t>
            </a:r>
            <a:r>
              <a:rPr lang="en-US" altLang="zh-CN" dirty="0">
                <a:solidFill>
                  <a:srgbClr val="0070C0"/>
                </a:solidFill>
                <a:effectLst/>
                <a:ea typeface="仿宋" panose="02010609060101010101" pitchFamily="49" charset="-122"/>
              </a:rPr>
              <a:t>// </a:t>
            </a:r>
            <a:r>
              <a:rPr lang="zh-CN" altLang="en-US" dirty="0">
                <a:solidFill>
                  <a:srgbClr val="0070C0"/>
                </a:solidFill>
                <a:effectLst/>
                <a:ea typeface="仿宋" panose="02010609060101010101" pitchFamily="49" charset="-122"/>
              </a:rPr>
              <a:t>红黑树</a:t>
            </a:r>
            <a:endParaRPr lang="en-US" altLang="zh-CN" dirty="0">
              <a:solidFill>
                <a:srgbClr val="0070C0"/>
              </a:solidFill>
              <a:effectLst/>
              <a:ea typeface="仿宋" panose="02010609060101010101" pitchFamily="49" charset="-122"/>
            </a:endParaRPr>
          </a:p>
        </p:txBody>
      </p:sp>
      <p:sp>
        <p:nvSpPr>
          <p:cNvPr id="17" name="文本框 16">
            <a:extLst>
              <a:ext uri="{FF2B5EF4-FFF2-40B4-BE49-F238E27FC236}">
                <a16:creationId xmlns:a16="http://schemas.microsoft.com/office/drawing/2014/main" id="{55C2EB03-1149-4134-8A37-018E684A5DD4}"/>
              </a:ext>
            </a:extLst>
          </p:cNvPr>
          <p:cNvSpPr txBox="1"/>
          <p:nvPr/>
        </p:nvSpPr>
        <p:spPr>
          <a:xfrm>
            <a:off x="334313" y="981930"/>
            <a:ext cx="4318355" cy="1740476"/>
          </a:xfrm>
          <a:prstGeom prst="rect">
            <a:avLst/>
          </a:prstGeom>
          <a:noFill/>
        </p:spPr>
        <p:txBody>
          <a:bodyPr wrap="square" rtlCol="0">
            <a:spAutoFit/>
          </a:bodyPr>
          <a:lstStyle/>
          <a:p>
            <a:pPr>
              <a:lnSpc>
                <a:spcPct val="120000"/>
              </a:lnSpc>
            </a:pPr>
            <a:r>
              <a:rPr lang="zh-CN" altLang="en-US" b="1" dirty="0">
                <a:latin typeface="Courier New" panose="02070309020205020404" pitchFamily="49" charset="0"/>
                <a:cs typeface="Courier New" panose="02070309020205020404" pitchFamily="49" charset="0"/>
              </a:rPr>
              <a:t>常用</a:t>
            </a:r>
            <a:r>
              <a:rPr lang="zh-CN" altLang="en-US" b="1" u="sng"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三叉链表</a:t>
            </a:r>
            <a:r>
              <a:rPr lang="zh-CN" altLang="en-US" b="1" dirty="0">
                <a:latin typeface="Courier New" panose="02070309020205020404" pitchFamily="49" charset="0"/>
                <a:cs typeface="Courier New" panose="02070309020205020404" pitchFamily="49" charset="0"/>
              </a:rPr>
              <a:t>作为红黑树的存储结构，</a:t>
            </a:r>
            <a:endParaRPr lang="en-US" altLang="zh-CN" b="1" dirty="0">
              <a:latin typeface="Courier New" panose="02070309020205020404" pitchFamily="49" charset="0"/>
              <a:cs typeface="Courier New" panose="02070309020205020404" pitchFamily="49" charset="0"/>
            </a:endParaRPr>
          </a:p>
          <a:p>
            <a:pPr>
              <a:lnSpc>
                <a:spcPct val="120000"/>
              </a:lnSpc>
            </a:pPr>
            <a:r>
              <a:rPr lang="zh-CN" altLang="en-US" b="1" dirty="0">
                <a:latin typeface="Courier New" panose="02070309020205020404" pitchFamily="49" charset="0"/>
                <a:cs typeface="Courier New" panose="02070309020205020404" pitchFamily="49" charset="0"/>
              </a:rPr>
              <a:t>便于插入和删除结点时，沿</a:t>
            </a:r>
            <a:r>
              <a:rPr lang="en-US" altLang="zh-CN" b="1" dirty="0">
                <a:latin typeface="Courier New" panose="02070309020205020404" pitchFamily="49" charset="0"/>
                <a:cs typeface="Courier New" panose="02070309020205020404" pitchFamily="49" charset="0"/>
              </a:rPr>
              <a:t>parent</a:t>
            </a:r>
            <a:r>
              <a:rPr lang="zh-CN" altLang="en-US" b="1" dirty="0">
                <a:latin typeface="Courier New" panose="02070309020205020404" pitchFamily="49" charset="0"/>
                <a:cs typeface="Courier New" panose="02070309020205020404" pitchFamily="49" charset="0"/>
              </a:rPr>
              <a:t>链向上进行</a:t>
            </a:r>
            <a:r>
              <a:rPr lang="zh-CN" altLang="en-US" b="1" u="sng"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红黑性质维护</a:t>
            </a:r>
            <a:r>
              <a:rPr lang="zh-CN" altLang="en-US"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a:lnSpc>
                <a:spcPct val="120000"/>
              </a:lnSpc>
            </a:pPr>
            <a:r>
              <a:rPr lang="zh-CN" altLang="en-US" b="1" dirty="0">
                <a:latin typeface="Courier New" panose="02070309020205020404" pitchFamily="49" charset="0"/>
                <a:cs typeface="Courier New" panose="02070309020205020404" pitchFamily="49" charset="0"/>
              </a:rPr>
              <a:t>红黑树的根指针</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root</a:t>
            </a:r>
            <a:r>
              <a:rPr lang="zh-CN" altLang="en-US" b="1" dirty="0">
                <a:latin typeface="Courier New" panose="02070309020205020404" pitchFamily="49" charset="0"/>
                <a:cs typeface="Courier New" panose="02070309020205020404" pitchFamily="49" charset="0"/>
              </a:rPr>
              <a:t>和共享的</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nil</a:t>
            </a:r>
            <a:r>
              <a:rPr lang="zh-CN" altLang="en-US" b="1" dirty="0">
                <a:latin typeface="Courier New" panose="02070309020205020404" pitchFamily="49" charset="0"/>
                <a:cs typeface="Courier New" panose="02070309020205020404" pitchFamily="49" charset="0"/>
              </a:rPr>
              <a:t>叶结点被封装为一个结构体。</a:t>
            </a:r>
            <a:endParaRPr lang="en-US" altLang="zh-CN" b="1" dirty="0">
              <a:latin typeface="Courier New" panose="02070309020205020404" pitchFamily="49" charset="0"/>
              <a:cs typeface="Courier New" panose="02070309020205020404" pitchFamily="49" charset="0"/>
            </a:endParaRPr>
          </a:p>
        </p:txBody>
      </p:sp>
      <p:sp>
        <p:nvSpPr>
          <p:cNvPr id="18" name="文本框 17">
            <a:extLst>
              <a:ext uri="{FF2B5EF4-FFF2-40B4-BE49-F238E27FC236}">
                <a16:creationId xmlns:a16="http://schemas.microsoft.com/office/drawing/2014/main" id="{08123CB2-10E0-40D0-9375-A33527CDA468}"/>
              </a:ext>
            </a:extLst>
          </p:cNvPr>
          <p:cNvSpPr txBox="1"/>
          <p:nvPr/>
        </p:nvSpPr>
        <p:spPr>
          <a:xfrm>
            <a:off x="319991" y="5741408"/>
            <a:ext cx="3780418" cy="743280"/>
          </a:xfrm>
          <a:prstGeom prst="rect">
            <a:avLst/>
          </a:prstGeom>
          <a:noFill/>
        </p:spPr>
        <p:txBody>
          <a:bodyPr wrap="square" rtlCol="0">
            <a:spAutoFit/>
          </a:bodyPr>
          <a:lstStyle/>
          <a:p>
            <a:pPr>
              <a:lnSpc>
                <a:spcPct val="120000"/>
              </a:lnSpc>
            </a:pPr>
            <a:r>
              <a:rPr lang="zh-CN" altLang="en-US" b="1" dirty="0">
                <a:latin typeface="Courier New" panose="02070309020205020404" pitchFamily="49" charset="0"/>
                <a:cs typeface="Courier New" panose="02070309020205020404" pitchFamily="49" charset="0"/>
              </a:rPr>
              <a:t>引入</a:t>
            </a:r>
            <a:r>
              <a:rPr lang="en-US" altLang="zh-CN" b="1" dirty="0">
                <a:latin typeface="Courier New" panose="02070309020205020404" pitchFamily="49" charset="0"/>
                <a:cs typeface="Courier New" panose="02070309020205020404" pitchFamily="49" charset="0"/>
              </a:rPr>
              <a:t>nil</a:t>
            </a:r>
            <a:r>
              <a:rPr lang="zh-CN" altLang="en-US" b="1" dirty="0">
                <a:latin typeface="Courier New" panose="02070309020205020404" pitchFamily="49" charset="0"/>
                <a:cs typeface="Courier New" panose="02070309020205020404" pitchFamily="49" charset="0"/>
              </a:rPr>
              <a:t>结点，简化了算法的操作。</a:t>
            </a:r>
            <a:endParaRPr lang="en-US" altLang="zh-CN" b="1" dirty="0">
              <a:latin typeface="Courier New" panose="02070309020205020404" pitchFamily="49" charset="0"/>
              <a:cs typeface="Courier New" panose="02070309020205020404" pitchFamily="49" charset="0"/>
            </a:endParaRPr>
          </a:p>
          <a:p>
            <a:pPr>
              <a:lnSpc>
                <a:spcPct val="120000"/>
              </a:lnSpc>
            </a:pPr>
            <a:r>
              <a:rPr lang="zh-CN" altLang="en-US" b="1" dirty="0">
                <a:latin typeface="Courier New" panose="02070309020205020404" pitchFamily="49" charset="0"/>
                <a:cs typeface="Courier New" panose="02070309020205020404" pitchFamily="49" charset="0"/>
              </a:rPr>
              <a:t>共享</a:t>
            </a:r>
            <a:r>
              <a:rPr lang="en-US" altLang="zh-CN" b="1" dirty="0">
                <a:latin typeface="Courier New" panose="02070309020205020404" pitchFamily="49" charset="0"/>
                <a:cs typeface="Courier New" panose="02070309020205020404" pitchFamily="49" charset="0"/>
              </a:rPr>
              <a:t>nil</a:t>
            </a:r>
            <a:r>
              <a:rPr lang="zh-CN" altLang="en-US" b="1" dirty="0">
                <a:latin typeface="Courier New" panose="02070309020205020404" pitchFamily="49" charset="0"/>
                <a:cs typeface="Courier New" panose="02070309020205020404" pitchFamily="49" charset="0"/>
              </a:rPr>
              <a:t>结点，又节省了存储空间。</a:t>
            </a:r>
          </a:p>
        </p:txBody>
      </p:sp>
      <p:sp>
        <p:nvSpPr>
          <p:cNvPr id="22" name="文本框 21">
            <a:extLst>
              <a:ext uri="{FF2B5EF4-FFF2-40B4-BE49-F238E27FC236}">
                <a16:creationId xmlns:a16="http://schemas.microsoft.com/office/drawing/2014/main" id="{4CC571ED-FB0F-4B22-B8AB-886192C92C1A}"/>
              </a:ext>
            </a:extLst>
          </p:cNvPr>
          <p:cNvSpPr txBox="1"/>
          <p:nvPr/>
        </p:nvSpPr>
        <p:spPr>
          <a:xfrm>
            <a:off x="4781334" y="3447072"/>
            <a:ext cx="3241734" cy="743280"/>
          </a:xfrm>
          <a:prstGeom prst="rect">
            <a:avLst/>
          </a:prstGeom>
          <a:noFill/>
        </p:spPr>
        <p:txBody>
          <a:bodyPr wrap="square" rtlCol="0">
            <a:spAutoFit/>
          </a:bodyPr>
          <a:lstStyle/>
          <a:p>
            <a:pPr>
              <a:lnSpc>
                <a:spcPct val="120000"/>
              </a:lnSpc>
            </a:pPr>
            <a:r>
              <a:rPr lang="zh-CN" altLang="en-US" b="1" dirty="0">
                <a:latin typeface="Courier New" panose="02070309020205020404" pitchFamily="49" charset="0"/>
                <a:cs typeface="Courier New" panose="02070309020205020404" pitchFamily="49" charset="0"/>
              </a:rPr>
              <a:t>红黑树的初始化是构造共享的</a:t>
            </a:r>
            <a:r>
              <a:rPr lang="en-US" altLang="zh-CN" b="1" dirty="0">
                <a:latin typeface="Courier New" panose="02070309020205020404" pitchFamily="49" charset="0"/>
                <a:cs typeface="Courier New" panose="02070309020205020404" pitchFamily="49" charset="0"/>
              </a:rPr>
              <a:t>nil</a:t>
            </a:r>
            <a:r>
              <a:rPr lang="zh-CN" altLang="en-US" b="1" dirty="0">
                <a:latin typeface="Courier New" panose="02070309020205020404" pitchFamily="49" charset="0"/>
                <a:cs typeface="Courier New" panose="02070309020205020404" pitchFamily="49" charset="0"/>
              </a:rPr>
              <a:t>结点和空树。</a:t>
            </a:r>
          </a:p>
        </p:txBody>
      </p:sp>
      <p:sp>
        <p:nvSpPr>
          <p:cNvPr id="3" name="文本框 3">
            <a:extLst>
              <a:ext uri="{FF2B5EF4-FFF2-40B4-BE49-F238E27FC236}">
                <a16:creationId xmlns:a16="http://schemas.microsoft.com/office/drawing/2014/main" id="{AFBE88CB-1034-7537-93B5-06BC69678C1D}"/>
              </a:ext>
            </a:extLst>
          </p:cNvPr>
          <p:cNvSpPr txBox="1"/>
          <p:nvPr/>
        </p:nvSpPr>
        <p:spPr>
          <a:xfrm>
            <a:off x="1035567" y="242316"/>
            <a:ext cx="316717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0510">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9.2.3</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红</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黑</a:t>
            </a:r>
            <a:r>
              <a:rPr lang="zh-CN" altLang="zh-CN" sz="2400" b="1" kern="100" dirty="0">
                <a:solidFill>
                  <a:srgbClr val="00B05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树</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（续）</a:t>
            </a:r>
            <a:endParaRPr lang="zh-CN" altLang="zh-CN" sz="2400" b="1"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67915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bg/>
                                          </p:spTgt>
                                        </p:tgtEl>
                                        <p:attrNameLst>
                                          <p:attrName>style.visibility</p:attrName>
                                        </p:attrNameLst>
                                      </p:cBhvr>
                                      <p:to>
                                        <p:strVal val="visible"/>
                                      </p:to>
                                    </p:set>
                                    <p:animEffect transition="in" filter="fade">
                                      <p:cBhvr>
                                        <p:cTn id="21" dur="1000"/>
                                        <p:tgtEl>
                                          <p:spTgt spid="15">
                                            <p:bg/>
                                          </p:spTgt>
                                        </p:tgtEl>
                                      </p:cBhvr>
                                    </p:animEffect>
                                    <p:anim calcmode="lin" valueType="num">
                                      <p:cBhvr>
                                        <p:cTn id="22" dur="1000" fill="hold"/>
                                        <p:tgtEl>
                                          <p:spTgt spid="15">
                                            <p:bg/>
                                          </p:spTgt>
                                        </p:tgtEl>
                                        <p:attrNameLst>
                                          <p:attrName>ppt_x</p:attrName>
                                        </p:attrNameLst>
                                      </p:cBhvr>
                                      <p:tavLst>
                                        <p:tav tm="0">
                                          <p:val>
                                            <p:strVal val="#ppt_x"/>
                                          </p:val>
                                        </p:tav>
                                        <p:tav tm="100000">
                                          <p:val>
                                            <p:strVal val="#ppt_x"/>
                                          </p:val>
                                        </p:tav>
                                      </p:tavLst>
                                    </p:anim>
                                    <p:anim calcmode="lin" valueType="num">
                                      <p:cBhvr>
                                        <p:cTn id="23" dur="1000" fill="hold"/>
                                        <p:tgtEl>
                                          <p:spTgt spid="15">
                                            <p:bg/>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animEffect transition="in" filter="fade">
                                      <p:cBhvr>
                                        <p:cTn id="26" dur="1000"/>
                                        <p:tgtEl>
                                          <p:spTgt spid="15">
                                            <p:txEl>
                                              <p:pRg st="0" end="0"/>
                                            </p:txEl>
                                          </p:spTgt>
                                        </p:tgtEl>
                                      </p:cBhvr>
                                    </p:animEffect>
                                    <p:anim calcmode="lin" valueType="num">
                                      <p:cBhvr>
                                        <p:cTn id="27"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42" presetClass="entr" presetSubtype="0" fill="hold" grpId="0" nodeType="afterEffect">
                                  <p:stCondLst>
                                    <p:cond delay="0"/>
                                  </p:stCondLst>
                                  <p:childTnLst>
                                    <p:set>
                                      <p:cBhvr>
                                        <p:cTn id="31" dur="1" fill="hold">
                                          <p:stCondLst>
                                            <p:cond delay="0"/>
                                          </p:stCondLst>
                                        </p:cTn>
                                        <p:tgtEl>
                                          <p:spTgt spid="15">
                                            <p:txEl>
                                              <p:pRg st="1" end="1"/>
                                            </p:txEl>
                                          </p:spTgt>
                                        </p:tgtEl>
                                        <p:attrNameLst>
                                          <p:attrName>style.visibility</p:attrName>
                                        </p:attrNameLst>
                                      </p:cBhvr>
                                      <p:to>
                                        <p:strVal val="visible"/>
                                      </p:to>
                                    </p:set>
                                    <p:animEffect transition="in" filter="fade">
                                      <p:cBhvr>
                                        <p:cTn id="32" dur="1000"/>
                                        <p:tgtEl>
                                          <p:spTgt spid="15">
                                            <p:txEl>
                                              <p:pRg st="1" end="1"/>
                                            </p:txEl>
                                          </p:spTgt>
                                        </p:tgtEl>
                                      </p:cBhvr>
                                    </p:animEffect>
                                    <p:anim calcmode="lin" valueType="num">
                                      <p:cBhvr>
                                        <p:cTn id="33"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par>
                          <p:cTn id="35" fill="hold">
                            <p:stCondLst>
                              <p:cond delay="2000"/>
                            </p:stCondLst>
                            <p:childTnLst>
                              <p:par>
                                <p:cTn id="36" presetID="42" presetClass="entr" presetSubtype="0" fill="hold" grpId="0" nodeType="afterEffect">
                                  <p:stCondLst>
                                    <p:cond delay="0"/>
                                  </p:stCondLst>
                                  <p:childTnLst>
                                    <p:set>
                                      <p:cBhvr>
                                        <p:cTn id="37" dur="1" fill="hold">
                                          <p:stCondLst>
                                            <p:cond delay="0"/>
                                          </p:stCondLst>
                                        </p:cTn>
                                        <p:tgtEl>
                                          <p:spTgt spid="15">
                                            <p:txEl>
                                              <p:pRg st="2" end="2"/>
                                            </p:txEl>
                                          </p:spTgt>
                                        </p:tgtEl>
                                        <p:attrNameLst>
                                          <p:attrName>style.visibility</p:attrName>
                                        </p:attrNameLst>
                                      </p:cBhvr>
                                      <p:to>
                                        <p:strVal val="visible"/>
                                      </p:to>
                                    </p:set>
                                    <p:animEffect transition="in" filter="fade">
                                      <p:cBhvr>
                                        <p:cTn id="38" dur="1000"/>
                                        <p:tgtEl>
                                          <p:spTgt spid="15">
                                            <p:txEl>
                                              <p:pRg st="2" end="2"/>
                                            </p:txEl>
                                          </p:spTgt>
                                        </p:tgtEl>
                                      </p:cBhvr>
                                    </p:animEffect>
                                    <p:anim calcmode="lin" valueType="num">
                                      <p:cBhvr>
                                        <p:cTn id="39"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5">
                                            <p:txEl>
                                              <p:pRg st="3" end="3"/>
                                            </p:txEl>
                                          </p:spTgt>
                                        </p:tgtEl>
                                        <p:attrNameLst>
                                          <p:attrName>style.visibility</p:attrName>
                                        </p:attrNameLst>
                                      </p:cBhvr>
                                      <p:to>
                                        <p:strVal val="visible"/>
                                      </p:to>
                                    </p:set>
                                    <p:animEffect transition="in" filter="fade">
                                      <p:cBhvr>
                                        <p:cTn id="45" dur="1000"/>
                                        <p:tgtEl>
                                          <p:spTgt spid="15">
                                            <p:txEl>
                                              <p:pRg st="3" end="3"/>
                                            </p:txEl>
                                          </p:spTgt>
                                        </p:tgtEl>
                                      </p:cBhvr>
                                    </p:animEffect>
                                    <p:anim calcmode="lin" valueType="num">
                                      <p:cBhvr>
                                        <p:cTn id="46"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5">
                                            <p:txEl>
                                              <p:pRg st="4" end="4"/>
                                            </p:txEl>
                                          </p:spTgt>
                                        </p:tgtEl>
                                        <p:attrNameLst>
                                          <p:attrName>style.visibility</p:attrName>
                                        </p:attrNameLst>
                                      </p:cBhvr>
                                      <p:to>
                                        <p:strVal val="visible"/>
                                      </p:to>
                                    </p:set>
                                    <p:animEffect transition="in" filter="fade">
                                      <p:cBhvr>
                                        <p:cTn id="52" dur="1000"/>
                                        <p:tgtEl>
                                          <p:spTgt spid="15">
                                            <p:txEl>
                                              <p:pRg st="4" end="4"/>
                                            </p:txEl>
                                          </p:spTgt>
                                        </p:tgtEl>
                                      </p:cBhvr>
                                    </p:animEffect>
                                    <p:anim calcmode="lin" valueType="num">
                                      <p:cBhvr>
                                        <p:cTn id="53"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54"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5">
                                            <p:txEl>
                                              <p:pRg st="5" end="5"/>
                                            </p:txEl>
                                          </p:spTgt>
                                        </p:tgtEl>
                                        <p:attrNameLst>
                                          <p:attrName>style.visibility</p:attrName>
                                        </p:attrNameLst>
                                      </p:cBhvr>
                                      <p:to>
                                        <p:strVal val="visible"/>
                                      </p:to>
                                    </p:set>
                                    <p:animEffect transition="in" filter="fade">
                                      <p:cBhvr>
                                        <p:cTn id="59" dur="1000"/>
                                        <p:tgtEl>
                                          <p:spTgt spid="15">
                                            <p:txEl>
                                              <p:pRg st="5" end="5"/>
                                            </p:txEl>
                                          </p:spTgt>
                                        </p:tgtEl>
                                      </p:cBhvr>
                                    </p:animEffect>
                                    <p:anim calcmode="lin" valueType="num">
                                      <p:cBhvr>
                                        <p:cTn id="60"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61" dur="1000" fill="hold"/>
                                        <p:tgtEl>
                                          <p:spTgt spid="1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7">
                                            <p:txEl>
                                              <p:pRg st="2" end="2"/>
                                            </p:txEl>
                                          </p:spTgt>
                                        </p:tgtEl>
                                        <p:attrNameLst>
                                          <p:attrName>style.visibility</p:attrName>
                                        </p:attrNameLst>
                                      </p:cBhvr>
                                      <p:to>
                                        <p:strVal val="visible"/>
                                      </p:to>
                                    </p:set>
                                    <p:animEffect transition="in" filter="fade">
                                      <p:cBhvr>
                                        <p:cTn id="66" dur="1000"/>
                                        <p:tgtEl>
                                          <p:spTgt spid="17">
                                            <p:txEl>
                                              <p:pRg st="2" end="2"/>
                                            </p:txEl>
                                          </p:spTgt>
                                        </p:tgtEl>
                                      </p:cBhvr>
                                    </p:animEffect>
                                    <p:anim calcmode="lin" valueType="num">
                                      <p:cBhvr>
                                        <p:cTn id="67"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68"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15">
                                            <p:txEl>
                                              <p:pRg st="6" end="6"/>
                                            </p:txEl>
                                          </p:spTgt>
                                        </p:tgtEl>
                                        <p:attrNameLst>
                                          <p:attrName>style.visibility</p:attrName>
                                        </p:attrNameLst>
                                      </p:cBhvr>
                                      <p:to>
                                        <p:strVal val="visible"/>
                                      </p:to>
                                    </p:set>
                                    <p:animEffect transition="in" filter="fade">
                                      <p:cBhvr>
                                        <p:cTn id="73" dur="1000"/>
                                        <p:tgtEl>
                                          <p:spTgt spid="15">
                                            <p:txEl>
                                              <p:pRg st="6" end="6"/>
                                            </p:txEl>
                                          </p:spTgt>
                                        </p:tgtEl>
                                      </p:cBhvr>
                                    </p:animEffect>
                                    <p:anim calcmode="lin" valueType="num">
                                      <p:cBhvr>
                                        <p:cTn id="74"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75" dur="1000" fill="hold"/>
                                        <p:tgtEl>
                                          <p:spTgt spid="15">
                                            <p:txEl>
                                              <p:pRg st="6" end="6"/>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5">
                                            <p:txEl>
                                              <p:pRg st="7" end="7"/>
                                            </p:txEl>
                                          </p:spTgt>
                                        </p:tgtEl>
                                        <p:attrNameLst>
                                          <p:attrName>style.visibility</p:attrName>
                                        </p:attrNameLst>
                                      </p:cBhvr>
                                      <p:to>
                                        <p:strVal val="visible"/>
                                      </p:to>
                                    </p:set>
                                    <p:animEffect transition="in" filter="fade">
                                      <p:cBhvr>
                                        <p:cTn id="78" dur="1000"/>
                                        <p:tgtEl>
                                          <p:spTgt spid="15">
                                            <p:txEl>
                                              <p:pRg st="7" end="7"/>
                                            </p:txEl>
                                          </p:spTgt>
                                        </p:tgtEl>
                                      </p:cBhvr>
                                    </p:animEffect>
                                    <p:anim calcmode="lin" valueType="num">
                                      <p:cBhvr>
                                        <p:cTn id="79" dur="1000" fill="hold"/>
                                        <p:tgtEl>
                                          <p:spTgt spid="15">
                                            <p:txEl>
                                              <p:pRg st="7" end="7"/>
                                            </p:txEl>
                                          </p:spTgt>
                                        </p:tgtEl>
                                        <p:attrNameLst>
                                          <p:attrName>ppt_x</p:attrName>
                                        </p:attrNameLst>
                                      </p:cBhvr>
                                      <p:tavLst>
                                        <p:tav tm="0">
                                          <p:val>
                                            <p:strVal val="#ppt_x"/>
                                          </p:val>
                                        </p:tav>
                                        <p:tav tm="100000">
                                          <p:val>
                                            <p:strVal val="#ppt_x"/>
                                          </p:val>
                                        </p:tav>
                                      </p:tavLst>
                                    </p:anim>
                                    <p:anim calcmode="lin" valueType="num">
                                      <p:cBhvr>
                                        <p:cTn id="80" dur="1000" fill="hold"/>
                                        <p:tgtEl>
                                          <p:spTgt spid="15">
                                            <p:txEl>
                                              <p:pRg st="7" end="7"/>
                                            </p:txEl>
                                          </p:spTgt>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5">
                                            <p:txEl>
                                              <p:pRg st="8" end="8"/>
                                            </p:txEl>
                                          </p:spTgt>
                                        </p:tgtEl>
                                        <p:attrNameLst>
                                          <p:attrName>style.visibility</p:attrName>
                                        </p:attrNameLst>
                                      </p:cBhvr>
                                      <p:to>
                                        <p:strVal val="visible"/>
                                      </p:to>
                                    </p:set>
                                    <p:animEffect transition="in" filter="fade">
                                      <p:cBhvr>
                                        <p:cTn id="83" dur="1000"/>
                                        <p:tgtEl>
                                          <p:spTgt spid="15">
                                            <p:txEl>
                                              <p:pRg st="8" end="8"/>
                                            </p:txEl>
                                          </p:spTgt>
                                        </p:tgtEl>
                                      </p:cBhvr>
                                    </p:animEffect>
                                    <p:anim calcmode="lin" valueType="num">
                                      <p:cBhvr>
                                        <p:cTn id="84" dur="1000" fill="hold"/>
                                        <p:tgtEl>
                                          <p:spTgt spid="15">
                                            <p:txEl>
                                              <p:pRg st="8" end="8"/>
                                            </p:txEl>
                                          </p:spTgt>
                                        </p:tgtEl>
                                        <p:attrNameLst>
                                          <p:attrName>ppt_x</p:attrName>
                                        </p:attrNameLst>
                                      </p:cBhvr>
                                      <p:tavLst>
                                        <p:tav tm="0">
                                          <p:val>
                                            <p:strVal val="#ppt_x"/>
                                          </p:val>
                                        </p:tav>
                                        <p:tav tm="100000">
                                          <p:val>
                                            <p:strVal val="#ppt_x"/>
                                          </p:val>
                                        </p:tav>
                                      </p:tavLst>
                                    </p:anim>
                                    <p:anim calcmode="lin" valueType="num">
                                      <p:cBhvr>
                                        <p:cTn id="85" dur="1000" fill="hold"/>
                                        <p:tgtEl>
                                          <p:spTgt spid="15">
                                            <p:txEl>
                                              <p:pRg st="8" end="8"/>
                                            </p:txEl>
                                          </p:spTgt>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5">
                                            <p:txEl>
                                              <p:pRg st="9" end="9"/>
                                            </p:txEl>
                                          </p:spTgt>
                                        </p:tgtEl>
                                        <p:attrNameLst>
                                          <p:attrName>style.visibility</p:attrName>
                                        </p:attrNameLst>
                                      </p:cBhvr>
                                      <p:to>
                                        <p:strVal val="visible"/>
                                      </p:to>
                                    </p:set>
                                    <p:animEffect transition="in" filter="fade">
                                      <p:cBhvr>
                                        <p:cTn id="88" dur="1000"/>
                                        <p:tgtEl>
                                          <p:spTgt spid="15">
                                            <p:txEl>
                                              <p:pRg st="9" end="9"/>
                                            </p:txEl>
                                          </p:spTgt>
                                        </p:tgtEl>
                                      </p:cBhvr>
                                    </p:animEffect>
                                    <p:anim calcmode="lin" valueType="num">
                                      <p:cBhvr>
                                        <p:cTn id="89" dur="1000" fill="hold"/>
                                        <p:tgtEl>
                                          <p:spTgt spid="15">
                                            <p:txEl>
                                              <p:pRg st="9" end="9"/>
                                            </p:txEl>
                                          </p:spTgt>
                                        </p:tgtEl>
                                        <p:attrNameLst>
                                          <p:attrName>ppt_x</p:attrName>
                                        </p:attrNameLst>
                                      </p:cBhvr>
                                      <p:tavLst>
                                        <p:tav tm="0">
                                          <p:val>
                                            <p:strVal val="#ppt_x"/>
                                          </p:val>
                                        </p:tav>
                                        <p:tav tm="100000">
                                          <p:val>
                                            <p:strVal val="#ppt_x"/>
                                          </p:val>
                                        </p:tav>
                                      </p:tavLst>
                                    </p:anim>
                                    <p:anim calcmode="lin" valueType="num">
                                      <p:cBhvr>
                                        <p:cTn id="90" dur="1000" fill="hold"/>
                                        <p:tgtEl>
                                          <p:spTgt spid="1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21">
                                            <p:txEl>
                                              <p:pRg st="0" end="0"/>
                                            </p:txEl>
                                          </p:spTgt>
                                        </p:tgtEl>
                                        <p:attrNameLst>
                                          <p:attrName>style.visibility</p:attrName>
                                        </p:attrNameLst>
                                      </p:cBhvr>
                                      <p:to>
                                        <p:strVal val="visible"/>
                                      </p:to>
                                    </p:set>
                                    <p:animEffect transition="in" filter="fade">
                                      <p:cBhvr>
                                        <p:cTn id="95" dur="1000"/>
                                        <p:tgtEl>
                                          <p:spTgt spid="21">
                                            <p:txEl>
                                              <p:pRg st="0" end="0"/>
                                            </p:txEl>
                                          </p:spTgt>
                                        </p:tgtEl>
                                      </p:cBhvr>
                                    </p:animEffect>
                                    <p:anim calcmode="lin" valueType="num">
                                      <p:cBhvr>
                                        <p:cTn id="96"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97"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21">
                                            <p:txEl>
                                              <p:pRg st="1" end="1"/>
                                            </p:txEl>
                                          </p:spTgt>
                                        </p:tgtEl>
                                        <p:attrNameLst>
                                          <p:attrName>style.visibility</p:attrName>
                                        </p:attrNameLst>
                                      </p:cBhvr>
                                      <p:to>
                                        <p:strVal val="visible"/>
                                      </p:to>
                                    </p:set>
                                    <p:animEffect transition="in" filter="fade">
                                      <p:cBhvr>
                                        <p:cTn id="102" dur="1000"/>
                                        <p:tgtEl>
                                          <p:spTgt spid="21">
                                            <p:txEl>
                                              <p:pRg st="1" end="1"/>
                                            </p:txEl>
                                          </p:spTgt>
                                        </p:tgtEl>
                                      </p:cBhvr>
                                    </p:animEffect>
                                    <p:anim calcmode="lin" valueType="num">
                                      <p:cBhvr>
                                        <p:cTn id="103" dur="10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104" dur="1000" fill="hold"/>
                                        <p:tgtEl>
                                          <p:spTgt spid="2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21">
                                            <p:txEl>
                                              <p:pRg st="2" end="2"/>
                                            </p:txEl>
                                          </p:spTgt>
                                        </p:tgtEl>
                                        <p:attrNameLst>
                                          <p:attrName>style.visibility</p:attrName>
                                        </p:attrNameLst>
                                      </p:cBhvr>
                                      <p:to>
                                        <p:strVal val="visible"/>
                                      </p:to>
                                    </p:set>
                                    <p:animEffect transition="in" filter="fade">
                                      <p:cBhvr>
                                        <p:cTn id="109" dur="1000"/>
                                        <p:tgtEl>
                                          <p:spTgt spid="21">
                                            <p:txEl>
                                              <p:pRg st="2" end="2"/>
                                            </p:txEl>
                                          </p:spTgt>
                                        </p:tgtEl>
                                      </p:cBhvr>
                                    </p:animEffect>
                                    <p:anim calcmode="lin" valueType="num">
                                      <p:cBhvr>
                                        <p:cTn id="110" dur="1000" fill="hold"/>
                                        <p:tgtEl>
                                          <p:spTgt spid="21">
                                            <p:txEl>
                                              <p:pRg st="2" end="2"/>
                                            </p:txEl>
                                          </p:spTgt>
                                        </p:tgtEl>
                                        <p:attrNameLst>
                                          <p:attrName>ppt_x</p:attrName>
                                        </p:attrNameLst>
                                      </p:cBhvr>
                                      <p:tavLst>
                                        <p:tav tm="0">
                                          <p:val>
                                            <p:strVal val="#ppt_x"/>
                                          </p:val>
                                        </p:tav>
                                        <p:tav tm="100000">
                                          <p:val>
                                            <p:strVal val="#ppt_x"/>
                                          </p:val>
                                        </p:tav>
                                      </p:tavLst>
                                    </p:anim>
                                    <p:anim calcmode="lin" valueType="num">
                                      <p:cBhvr>
                                        <p:cTn id="111" dur="1000" fill="hold"/>
                                        <p:tgtEl>
                                          <p:spTgt spid="2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21">
                                            <p:txEl>
                                              <p:pRg st="3" end="3"/>
                                            </p:txEl>
                                          </p:spTgt>
                                        </p:tgtEl>
                                        <p:attrNameLst>
                                          <p:attrName>style.visibility</p:attrName>
                                        </p:attrNameLst>
                                      </p:cBhvr>
                                      <p:to>
                                        <p:strVal val="visible"/>
                                      </p:to>
                                    </p:set>
                                    <p:animEffect transition="in" filter="fade">
                                      <p:cBhvr>
                                        <p:cTn id="116" dur="1000"/>
                                        <p:tgtEl>
                                          <p:spTgt spid="21">
                                            <p:txEl>
                                              <p:pRg st="3" end="3"/>
                                            </p:txEl>
                                          </p:spTgt>
                                        </p:tgtEl>
                                      </p:cBhvr>
                                    </p:animEffect>
                                    <p:anim calcmode="lin" valueType="num">
                                      <p:cBhvr>
                                        <p:cTn id="117" dur="1000" fill="hold"/>
                                        <p:tgtEl>
                                          <p:spTgt spid="21">
                                            <p:txEl>
                                              <p:pRg st="3" end="3"/>
                                            </p:txEl>
                                          </p:spTgt>
                                        </p:tgtEl>
                                        <p:attrNameLst>
                                          <p:attrName>ppt_x</p:attrName>
                                        </p:attrNameLst>
                                      </p:cBhvr>
                                      <p:tavLst>
                                        <p:tav tm="0">
                                          <p:val>
                                            <p:strVal val="#ppt_x"/>
                                          </p:val>
                                        </p:tav>
                                        <p:tav tm="100000">
                                          <p:val>
                                            <p:strVal val="#ppt_x"/>
                                          </p:val>
                                        </p:tav>
                                      </p:tavLst>
                                    </p:anim>
                                    <p:anim calcmode="lin" valueType="num">
                                      <p:cBhvr>
                                        <p:cTn id="118" dur="1000" fill="hold"/>
                                        <p:tgtEl>
                                          <p:spTgt spid="2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18">
                                            <p:txEl>
                                              <p:pRg st="0" end="0"/>
                                            </p:txEl>
                                          </p:spTgt>
                                        </p:tgtEl>
                                        <p:attrNameLst>
                                          <p:attrName>style.visibility</p:attrName>
                                        </p:attrNameLst>
                                      </p:cBhvr>
                                      <p:to>
                                        <p:strVal val="visible"/>
                                      </p:to>
                                    </p:set>
                                    <p:animEffect transition="in" filter="fade">
                                      <p:cBhvr>
                                        <p:cTn id="123" dur="1000"/>
                                        <p:tgtEl>
                                          <p:spTgt spid="18">
                                            <p:txEl>
                                              <p:pRg st="0" end="0"/>
                                            </p:txEl>
                                          </p:spTgt>
                                        </p:tgtEl>
                                      </p:cBhvr>
                                    </p:animEffect>
                                    <p:anim calcmode="lin" valueType="num">
                                      <p:cBhvr>
                                        <p:cTn id="124"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25"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grpId="0" nodeType="clickEffect">
                                  <p:stCondLst>
                                    <p:cond delay="0"/>
                                  </p:stCondLst>
                                  <p:childTnLst>
                                    <p:set>
                                      <p:cBhvr>
                                        <p:cTn id="129" dur="1" fill="hold">
                                          <p:stCondLst>
                                            <p:cond delay="0"/>
                                          </p:stCondLst>
                                        </p:cTn>
                                        <p:tgtEl>
                                          <p:spTgt spid="18">
                                            <p:txEl>
                                              <p:pRg st="1" end="1"/>
                                            </p:txEl>
                                          </p:spTgt>
                                        </p:tgtEl>
                                        <p:attrNameLst>
                                          <p:attrName>style.visibility</p:attrName>
                                        </p:attrNameLst>
                                      </p:cBhvr>
                                      <p:to>
                                        <p:strVal val="visible"/>
                                      </p:to>
                                    </p:set>
                                    <p:animEffect transition="in" filter="fade">
                                      <p:cBhvr>
                                        <p:cTn id="130" dur="1000"/>
                                        <p:tgtEl>
                                          <p:spTgt spid="18">
                                            <p:txEl>
                                              <p:pRg st="1" end="1"/>
                                            </p:txEl>
                                          </p:spTgt>
                                        </p:tgtEl>
                                      </p:cBhvr>
                                    </p:animEffect>
                                    <p:anim calcmode="lin" valueType="num">
                                      <p:cBhvr>
                                        <p:cTn id="131"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132"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grpId="0" nodeType="clickEffect">
                                  <p:stCondLst>
                                    <p:cond delay="0"/>
                                  </p:stCondLst>
                                  <p:childTnLst>
                                    <p:set>
                                      <p:cBhvr>
                                        <p:cTn id="136" dur="1" fill="hold">
                                          <p:stCondLst>
                                            <p:cond delay="0"/>
                                          </p:stCondLst>
                                        </p:cTn>
                                        <p:tgtEl>
                                          <p:spTgt spid="22">
                                            <p:txEl>
                                              <p:pRg st="0" end="0"/>
                                            </p:txEl>
                                          </p:spTgt>
                                        </p:tgtEl>
                                        <p:attrNameLst>
                                          <p:attrName>style.visibility</p:attrName>
                                        </p:attrNameLst>
                                      </p:cBhvr>
                                      <p:to>
                                        <p:strVal val="visible"/>
                                      </p:to>
                                    </p:set>
                                    <p:animEffect transition="in" filter="fade">
                                      <p:cBhvr>
                                        <p:cTn id="137" dur="1000"/>
                                        <p:tgtEl>
                                          <p:spTgt spid="22">
                                            <p:txEl>
                                              <p:pRg st="0" end="0"/>
                                            </p:txEl>
                                          </p:spTgt>
                                        </p:tgtEl>
                                      </p:cBhvr>
                                    </p:animEffect>
                                    <p:anim calcmode="lin" valueType="num">
                                      <p:cBhvr>
                                        <p:cTn id="138"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139"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19">
                                            <p:bg/>
                                          </p:spTgt>
                                        </p:tgtEl>
                                        <p:attrNameLst>
                                          <p:attrName>style.visibility</p:attrName>
                                        </p:attrNameLst>
                                      </p:cBhvr>
                                      <p:to>
                                        <p:strVal val="visible"/>
                                      </p:to>
                                    </p:set>
                                    <p:animEffect transition="in" filter="fade">
                                      <p:cBhvr>
                                        <p:cTn id="144" dur="1000"/>
                                        <p:tgtEl>
                                          <p:spTgt spid="19">
                                            <p:bg/>
                                          </p:spTgt>
                                        </p:tgtEl>
                                      </p:cBhvr>
                                    </p:animEffect>
                                    <p:anim calcmode="lin" valueType="num">
                                      <p:cBhvr>
                                        <p:cTn id="145" dur="1000" fill="hold"/>
                                        <p:tgtEl>
                                          <p:spTgt spid="19">
                                            <p:bg/>
                                          </p:spTgt>
                                        </p:tgtEl>
                                        <p:attrNameLst>
                                          <p:attrName>ppt_x</p:attrName>
                                        </p:attrNameLst>
                                      </p:cBhvr>
                                      <p:tavLst>
                                        <p:tav tm="0">
                                          <p:val>
                                            <p:strVal val="#ppt_x"/>
                                          </p:val>
                                        </p:tav>
                                        <p:tav tm="100000">
                                          <p:val>
                                            <p:strVal val="#ppt_x"/>
                                          </p:val>
                                        </p:tav>
                                      </p:tavLst>
                                    </p:anim>
                                    <p:anim calcmode="lin" valueType="num">
                                      <p:cBhvr>
                                        <p:cTn id="146" dur="1000" fill="hold"/>
                                        <p:tgtEl>
                                          <p:spTgt spid="19">
                                            <p:bg/>
                                          </p:spTgt>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19">
                                            <p:txEl>
                                              <p:pRg st="0" end="0"/>
                                            </p:txEl>
                                          </p:spTgt>
                                        </p:tgtEl>
                                        <p:attrNameLst>
                                          <p:attrName>style.visibility</p:attrName>
                                        </p:attrNameLst>
                                      </p:cBhvr>
                                      <p:to>
                                        <p:strVal val="visible"/>
                                      </p:to>
                                    </p:set>
                                    <p:animEffect transition="in" filter="fade">
                                      <p:cBhvr>
                                        <p:cTn id="149" dur="1000"/>
                                        <p:tgtEl>
                                          <p:spTgt spid="19">
                                            <p:txEl>
                                              <p:pRg st="0" end="0"/>
                                            </p:txEl>
                                          </p:spTgt>
                                        </p:tgtEl>
                                      </p:cBhvr>
                                    </p:animEffect>
                                    <p:anim calcmode="lin" valueType="num">
                                      <p:cBhvr>
                                        <p:cTn id="150"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151"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152" fill="hold">
                            <p:stCondLst>
                              <p:cond delay="1000"/>
                            </p:stCondLst>
                            <p:childTnLst>
                              <p:par>
                                <p:cTn id="153" presetID="21" presetClass="entr" presetSubtype="1" fill="hold" grpId="0" nodeType="afterEffect">
                                  <p:stCondLst>
                                    <p:cond delay="0"/>
                                  </p:stCondLst>
                                  <p:childTnLst>
                                    <p:set>
                                      <p:cBhvr>
                                        <p:cTn id="154" dur="1" fill="hold">
                                          <p:stCondLst>
                                            <p:cond delay="0"/>
                                          </p:stCondLst>
                                        </p:cTn>
                                        <p:tgtEl>
                                          <p:spTgt spid="20"/>
                                        </p:tgtEl>
                                        <p:attrNameLst>
                                          <p:attrName>style.visibility</p:attrName>
                                        </p:attrNameLst>
                                      </p:cBhvr>
                                      <p:to>
                                        <p:strVal val="visible"/>
                                      </p:to>
                                    </p:set>
                                    <p:animEffect transition="in" filter="wheel(1)">
                                      <p:cBhvr>
                                        <p:cTn id="155" dur="200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nodeType="clickEffect">
                                  <p:stCondLst>
                                    <p:cond delay="0"/>
                                  </p:stCondLst>
                                  <p:childTnLst>
                                    <p:set>
                                      <p:cBhvr>
                                        <p:cTn id="159" dur="1" fill="hold">
                                          <p:stCondLst>
                                            <p:cond delay="0"/>
                                          </p:stCondLst>
                                        </p:cTn>
                                        <p:tgtEl>
                                          <p:spTgt spid="6"/>
                                        </p:tgtEl>
                                        <p:attrNameLst>
                                          <p:attrName>style.visibility</p:attrName>
                                        </p:attrNameLst>
                                      </p:cBhvr>
                                      <p:to>
                                        <p:strVal val="visible"/>
                                      </p:to>
                                    </p:set>
                                    <p:animEffect transition="in" filter="fade">
                                      <p:cBhvr>
                                        <p:cTn id="160" dur="1000"/>
                                        <p:tgtEl>
                                          <p:spTgt spid="6"/>
                                        </p:tgtEl>
                                      </p:cBhvr>
                                    </p:animEffect>
                                    <p:anim calcmode="lin" valueType="num">
                                      <p:cBhvr>
                                        <p:cTn id="161" dur="1000" fill="hold"/>
                                        <p:tgtEl>
                                          <p:spTgt spid="6"/>
                                        </p:tgtEl>
                                        <p:attrNameLst>
                                          <p:attrName>ppt_x</p:attrName>
                                        </p:attrNameLst>
                                      </p:cBhvr>
                                      <p:tavLst>
                                        <p:tav tm="0">
                                          <p:val>
                                            <p:strVal val="#ppt_x"/>
                                          </p:val>
                                        </p:tav>
                                        <p:tav tm="100000">
                                          <p:val>
                                            <p:strVal val="#ppt_x"/>
                                          </p:val>
                                        </p:tav>
                                      </p:tavLst>
                                    </p:anim>
                                    <p:anim calcmode="lin" valueType="num">
                                      <p:cBhvr>
                                        <p:cTn id="162" dur="1000" fill="hold"/>
                                        <p:tgtEl>
                                          <p:spTgt spid="6"/>
                                        </p:tgtEl>
                                        <p:attrNameLst>
                                          <p:attrName>ppt_y</p:attrName>
                                        </p:attrNameLst>
                                      </p:cBhvr>
                                      <p:tavLst>
                                        <p:tav tm="0">
                                          <p:val>
                                            <p:strVal val="#ppt_y+.1"/>
                                          </p:val>
                                        </p:tav>
                                        <p:tav tm="100000">
                                          <p:val>
                                            <p:strVal val="#ppt_y"/>
                                          </p:val>
                                        </p:tav>
                                      </p:tavLst>
                                    </p:anim>
                                  </p:childTnLst>
                                </p:cTn>
                              </p:par>
                              <p:par>
                                <p:cTn id="163" presetID="10" presetClass="entr" presetSubtype="0" fill="hold" grpId="0" nodeType="withEffect">
                                  <p:stCondLst>
                                    <p:cond delay="0"/>
                                  </p:stCondLst>
                                  <p:childTnLst>
                                    <p:set>
                                      <p:cBhvr>
                                        <p:cTn id="164" dur="1" fill="hold">
                                          <p:stCondLst>
                                            <p:cond delay="0"/>
                                          </p:stCondLst>
                                        </p:cTn>
                                        <p:tgtEl>
                                          <p:spTgt spid="13"/>
                                        </p:tgtEl>
                                        <p:attrNameLst>
                                          <p:attrName>style.visibility</p:attrName>
                                        </p:attrNameLst>
                                      </p:cBhvr>
                                      <p:to>
                                        <p:strVal val="visible"/>
                                      </p:to>
                                    </p:set>
                                    <p:animEffect transition="in" filter="fade">
                                      <p:cBhvr>
                                        <p:cTn id="165" dur="500"/>
                                        <p:tgtEl>
                                          <p:spTgt spid="13"/>
                                        </p:tgtEl>
                                      </p:cBhvr>
                                    </p:animEffect>
                                  </p:childTnLst>
                                </p:cTn>
                              </p:par>
                            </p:childTnLst>
                          </p:cTn>
                        </p:par>
                      </p:childTnLst>
                    </p:cTn>
                  </p:par>
                  <p:par>
                    <p:cTn id="166" fill="hold">
                      <p:stCondLst>
                        <p:cond delay="indefinite"/>
                      </p:stCondLst>
                      <p:childTnLst>
                        <p:par>
                          <p:cTn id="167" fill="hold">
                            <p:stCondLst>
                              <p:cond delay="0"/>
                            </p:stCondLst>
                            <p:childTnLst>
                              <p:par>
                                <p:cTn id="168" presetID="42" presetClass="entr" presetSubtype="0" fill="hold" grpId="0" nodeType="clickEffect">
                                  <p:stCondLst>
                                    <p:cond delay="0"/>
                                  </p:stCondLst>
                                  <p:childTnLst>
                                    <p:set>
                                      <p:cBhvr>
                                        <p:cTn id="169" dur="1" fill="hold">
                                          <p:stCondLst>
                                            <p:cond delay="0"/>
                                          </p:stCondLst>
                                        </p:cTn>
                                        <p:tgtEl>
                                          <p:spTgt spid="19">
                                            <p:txEl>
                                              <p:pRg st="1" end="1"/>
                                            </p:txEl>
                                          </p:spTgt>
                                        </p:tgtEl>
                                        <p:attrNameLst>
                                          <p:attrName>style.visibility</p:attrName>
                                        </p:attrNameLst>
                                      </p:cBhvr>
                                      <p:to>
                                        <p:strVal val="visible"/>
                                      </p:to>
                                    </p:set>
                                    <p:animEffect transition="in" filter="fade">
                                      <p:cBhvr>
                                        <p:cTn id="170" dur="1000"/>
                                        <p:tgtEl>
                                          <p:spTgt spid="19">
                                            <p:txEl>
                                              <p:pRg st="1" end="1"/>
                                            </p:txEl>
                                          </p:spTgt>
                                        </p:tgtEl>
                                      </p:cBhvr>
                                    </p:animEffect>
                                    <p:anim calcmode="lin" valueType="num">
                                      <p:cBhvr>
                                        <p:cTn id="171" dur="10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172" dur="10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173" fill="hold">
                            <p:stCondLst>
                              <p:cond delay="1000"/>
                            </p:stCondLst>
                            <p:childTnLst>
                              <p:par>
                                <p:cTn id="174" presetID="42" presetClass="entr" presetSubtype="0" fill="hold" grpId="0" nodeType="afterEffect">
                                  <p:stCondLst>
                                    <p:cond delay="0"/>
                                  </p:stCondLst>
                                  <p:childTnLst>
                                    <p:set>
                                      <p:cBhvr>
                                        <p:cTn id="175" dur="1" fill="hold">
                                          <p:stCondLst>
                                            <p:cond delay="0"/>
                                          </p:stCondLst>
                                        </p:cTn>
                                        <p:tgtEl>
                                          <p:spTgt spid="12"/>
                                        </p:tgtEl>
                                        <p:attrNameLst>
                                          <p:attrName>style.visibility</p:attrName>
                                        </p:attrNameLst>
                                      </p:cBhvr>
                                      <p:to>
                                        <p:strVal val="visible"/>
                                      </p:to>
                                    </p:set>
                                    <p:animEffect transition="in" filter="fade">
                                      <p:cBhvr>
                                        <p:cTn id="176" dur="1000"/>
                                        <p:tgtEl>
                                          <p:spTgt spid="12"/>
                                        </p:tgtEl>
                                      </p:cBhvr>
                                    </p:animEffect>
                                    <p:anim calcmode="lin" valueType="num">
                                      <p:cBhvr>
                                        <p:cTn id="177" dur="1000" fill="hold"/>
                                        <p:tgtEl>
                                          <p:spTgt spid="12"/>
                                        </p:tgtEl>
                                        <p:attrNameLst>
                                          <p:attrName>ppt_x</p:attrName>
                                        </p:attrNameLst>
                                      </p:cBhvr>
                                      <p:tavLst>
                                        <p:tav tm="0">
                                          <p:val>
                                            <p:strVal val="#ppt_x"/>
                                          </p:val>
                                        </p:tav>
                                        <p:tav tm="100000">
                                          <p:val>
                                            <p:strVal val="#ppt_x"/>
                                          </p:val>
                                        </p:tav>
                                      </p:tavLst>
                                    </p:anim>
                                    <p:anim calcmode="lin" valueType="num">
                                      <p:cBhvr>
                                        <p:cTn id="178" dur="1000" fill="hold"/>
                                        <p:tgtEl>
                                          <p:spTgt spid="12"/>
                                        </p:tgtEl>
                                        <p:attrNameLst>
                                          <p:attrName>ppt_y</p:attrName>
                                        </p:attrNameLst>
                                      </p:cBhvr>
                                      <p:tavLst>
                                        <p:tav tm="0">
                                          <p:val>
                                            <p:strVal val="#ppt_y+.1"/>
                                          </p:val>
                                        </p:tav>
                                        <p:tav tm="100000">
                                          <p:val>
                                            <p:strVal val="#ppt_y"/>
                                          </p:val>
                                        </p:tav>
                                      </p:tavLst>
                                    </p:anim>
                                  </p:childTnLst>
                                </p:cTn>
                              </p:par>
                              <p:par>
                                <p:cTn id="179" presetID="22" presetClass="entr" presetSubtype="8" fill="hold" nodeType="withEffect">
                                  <p:stCondLst>
                                    <p:cond delay="0"/>
                                  </p:stCondLst>
                                  <p:childTnLst>
                                    <p:set>
                                      <p:cBhvr>
                                        <p:cTn id="180" dur="1" fill="hold">
                                          <p:stCondLst>
                                            <p:cond delay="0"/>
                                          </p:stCondLst>
                                        </p:cTn>
                                        <p:tgtEl>
                                          <p:spTgt spid="16"/>
                                        </p:tgtEl>
                                        <p:attrNameLst>
                                          <p:attrName>style.visibility</p:attrName>
                                        </p:attrNameLst>
                                      </p:cBhvr>
                                      <p:to>
                                        <p:strVal val="visible"/>
                                      </p:to>
                                    </p:set>
                                    <p:animEffect transition="in" filter="wipe(left)">
                                      <p:cBhvr>
                                        <p:cTn id="181" dur="1000"/>
                                        <p:tgtEl>
                                          <p:spTgt spid="16"/>
                                        </p:tgtEl>
                                      </p:cBhvr>
                                    </p:animEffect>
                                  </p:childTnLst>
                                </p:cTn>
                              </p:par>
                            </p:childTnLst>
                          </p:cTn>
                        </p:par>
                      </p:childTnLst>
                    </p:cTn>
                  </p:par>
                  <p:par>
                    <p:cTn id="182" fill="hold">
                      <p:stCondLst>
                        <p:cond delay="indefinite"/>
                      </p:stCondLst>
                      <p:childTnLst>
                        <p:par>
                          <p:cTn id="183" fill="hold">
                            <p:stCondLst>
                              <p:cond delay="0"/>
                            </p:stCondLst>
                            <p:childTnLst>
                              <p:par>
                                <p:cTn id="184" presetID="42" presetClass="entr" presetSubtype="0" fill="hold" grpId="0" nodeType="clickEffect">
                                  <p:stCondLst>
                                    <p:cond delay="0"/>
                                  </p:stCondLst>
                                  <p:childTnLst>
                                    <p:set>
                                      <p:cBhvr>
                                        <p:cTn id="185" dur="1" fill="hold">
                                          <p:stCondLst>
                                            <p:cond delay="0"/>
                                          </p:stCondLst>
                                        </p:cTn>
                                        <p:tgtEl>
                                          <p:spTgt spid="19">
                                            <p:txEl>
                                              <p:pRg st="2" end="2"/>
                                            </p:txEl>
                                          </p:spTgt>
                                        </p:tgtEl>
                                        <p:attrNameLst>
                                          <p:attrName>style.visibility</p:attrName>
                                        </p:attrNameLst>
                                      </p:cBhvr>
                                      <p:to>
                                        <p:strVal val="visible"/>
                                      </p:to>
                                    </p:set>
                                    <p:animEffect transition="in" filter="fade">
                                      <p:cBhvr>
                                        <p:cTn id="186" dur="1000"/>
                                        <p:tgtEl>
                                          <p:spTgt spid="19">
                                            <p:txEl>
                                              <p:pRg st="2" end="2"/>
                                            </p:txEl>
                                          </p:spTgt>
                                        </p:tgtEl>
                                      </p:cBhvr>
                                    </p:animEffect>
                                    <p:anim calcmode="lin" valueType="num">
                                      <p:cBhvr>
                                        <p:cTn id="187"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188"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189" fill="hold">
                            <p:stCondLst>
                              <p:cond delay="1000"/>
                            </p:stCondLst>
                            <p:childTnLst>
                              <p:par>
                                <p:cTn id="190" presetID="1" presetClass="emph" presetSubtype="2" fill="hold" nodeType="afterEffect">
                                  <p:stCondLst>
                                    <p:cond delay="0"/>
                                  </p:stCondLst>
                                  <p:childTnLst>
                                    <p:animClr clrSpc="rgb" dir="cw">
                                      <p:cBhvr>
                                        <p:cTn id="191" dur="2000" fill="hold"/>
                                        <p:tgtEl>
                                          <p:spTgt spid="12"/>
                                        </p:tgtEl>
                                        <p:attrNameLst>
                                          <p:attrName>fillcolor</p:attrName>
                                        </p:attrNameLst>
                                      </p:cBhvr>
                                      <p:to>
                                        <a:srgbClr val="000000"/>
                                      </p:to>
                                    </p:animClr>
                                    <p:set>
                                      <p:cBhvr>
                                        <p:cTn id="192" dur="2000" fill="hold"/>
                                        <p:tgtEl>
                                          <p:spTgt spid="12"/>
                                        </p:tgtEl>
                                        <p:attrNameLst>
                                          <p:attrName>fill.type</p:attrName>
                                        </p:attrNameLst>
                                      </p:cBhvr>
                                      <p:to>
                                        <p:strVal val="solid"/>
                                      </p:to>
                                    </p:set>
                                    <p:set>
                                      <p:cBhvr>
                                        <p:cTn id="193" dur="2000" fill="hold"/>
                                        <p:tgtEl>
                                          <p:spTgt spid="12"/>
                                        </p:tgtEl>
                                        <p:attrNameLst>
                                          <p:attrName>fill.on</p:attrName>
                                        </p:attrNameLst>
                                      </p:cBhvr>
                                      <p:to>
                                        <p:strVal val="true"/>
                                      </p:to>
                                    </p:set>
                                  </p:childTnLst>
                                </p:cTn>
                              </p:par>
                            </p:childTnLst>
                          </p:cTn>
                        </p:par>
                      </p:childTnLst>
                    </p:cTn>
                  </p:par>
                  <p:par>
                    <p:cTn id="194" fill="hold">
                      <p:stCondLst>
                        <p:cond delay="indefinite"/>
                      </p:stCondLst>
                      <p:childTnLst>
                        <p:par>
                          <p:cTn id="195" fill="hold">
                            <p:stCondLst>
                              <p:cond delay="0"/>
                            </p:stCondLst>
                            <p:childTnLst>
                              <p:par>
                                <p:cTn id="196" presetID="42" presetClass="entr" presetSubtype="0" fill="hold" grpId="0" nodeType="clickEffect">
                                  <p:stCondLst>
                                    <p:cond delay="0"/>
                                  </p:stCondLst>
                                  <p:childTnLst>
                                    <p:set>
                                      <p:cBhvr>
                                        <p:cTn id="197" dur="1" fill="hold">
                                          <p:stCondLst>
                                            <p:cond delay="0"/>
                                          </p:stCondLst>
                                        </p:cTn>
                                        <p:tgtEl>
                                          <p:spTgt spid="19">
                                            <p:txEl>
                                              <p:pRg st="3" end="3"/>
                                            </p:txEl>
                                          </p:spTgt>
                                        </p:tgtEl>
                                        <p:attrNameLst>
                                          <p:attrName>style.visibility</p:attrName>
                                        </p:attrNameLst>
                                      </p:cBhvr>
                                      <p:to>
                                        <p:strVal val="visible"/>
                                      </p:to>
                                    </p:set>
                                    <p:animEffect transition="in" filter="fade">
                                      <p:cBhvr>
                                        <p:cTn id="198" dur="1000"/>
                                        <p:tgtEl>
                                          <p:spTgt spid="19">
                                            <p:txEl>
                                              <p:pRg st="3" end="3"/>
                                            </p:txEl>
                                          </p:spTgt>
                                        </p:tgtEl>
                                      </p:cBhvr>
                                    </p:animEffect>
                                    <p:anim calcmode="lin" valueType="num">
                                      <p:cBhvr>
                                        <p:cTn id="199" dur="10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200" dur="10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42" presetClass="entr" presetSubtype="0" fill="hold" grpId="0" nodeType="clickEffect">
                                  <p:stCondLst>
                                    <p:cond delay="0"/>
                                  </p:stCondLst>
                                  <p:childTnLst>
                                    <p:set>
                                      <p:cBhvr>
                                        <p:cTn id="204" dur="1" fill="hold">
                                          <p:stCondLst>
                                            <p:cond delay="0"/>
                                          </p:stCondLst>
                                        </p:cTn>
                                        <p:tgtEl>
                                          <p:spTgt spid="19">
                                            <p:txEl>
                                              <p:pRg st="4" end="4"/>
                                            </p:txEl>
                                          </p:spTgt>
                                        </p:tgtEl>
                                        <p:attrNameLst>
                                          <p:attrName>style.visibility</p:attrName>
                                        </p:attrNameLst>
                                      </p:cBhvr>
                                      <p:to>
                                        <p:strVal val="visible"/>
                                      </p:to>
                                    </p:set>
                                    <p:animEffect transition="in" filter="fade">
                                      <p:cBhvr>
                                        <p:cTn id="205" dur="1000"/>
                                        <p:tgtEl>
                                          <p:spTgt spid="19">
                                            <p:txEl>
                                              <p:pRg st="4" end="4"/>
                                            </p:txEl>
                                          </p:spTgt>
                                        </p:tgtEl>
                                      </p:cBhvr>
                                    </p:animEffect>
                                    <p:anim calcmode="lin" valueType="num">
                                      <p:cBhvr>
                                        <p:cTn id="206" dur="10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207" dur="10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par>
                          <p:cTn id="208" fill="hold">
                            <p:stCondLst>
                              <p:cond delay="1000"/>
                            </p:stCondLst>
                            <p:childTnLst>
                              <p:par>
                                <p:cTn id="209" presetID="22" presetClass="entr" presetSubtype="8" fill="hold" nodeType="afterEffect">
                                  <p:stCondLst>
                                    <p:cond delay="0"/>
                                  </p:stCondLst>
                                  <p:childTnLst>
                                    <p:set>
                                      <p:cBhvr>
                                        <p:cTn id="210" dur="1" fill="hold">
                                          <p:stCondLst>
                                            <p:cond delay="0"/>
                                          </p:stCondLst>
                                        </p:cTn>
                                        <p:tgtEl>
                                          <p:spTgt spid="14"/>
                                        </p:tgtEl>
                                        <p:attrNameLst>
                                          <p:attrName>style.visibility</p:attrName>
                                        </p:attrNameLst>
                                      </p:cBhvr>
                                      <p:to>
                                        <p:strVal val="visible"/>
                                      </p:to>
                                    </p:set>
                                    <p:animEffect transition="in" filter="wipe(left)">
                                      <p:cBhvr>
                                        <p:cTn id="211" dur="1000"/>
                                        <p:tgtEl>
                                          <p:spTgt spid="14"/>
                                        </p:tgtEl>
                                      </p:cBhvr>
                                    </p:animEffect>
                                  </p:childTnLst>
                                </p:cTn>
                              </p:par>
                            </p:childTnLst>
                          </p:cTn>
                        </p:par>
                      </p:childTnLst>
                    </p:cTn>
                  </p:par>
                  <p:par>
                    <p:cTn id="212" fill="hold">
                      <p:stCondLst>
                        <p:cond delay="indefinite"/>
                      </p:stCondLst>
                      <p:childTnLst>
                        <p:par>
                          <p:cTn id="213" fill="hold">
                            <p:stCondLst>
                              <p:cond delay="0"/>
                            </p:stCondLst>
                            <p:childTnLst>
                              <p:par>
                                <p:cTn id="214" presetID="42" presetClass="entr" presetSubtype="0" fill="hold" grpId="0" nodeType="clickEffect">
                                  <p:stCondLst>
                                    <p:cond delay="0"/>
                                  </p:stCondLst>
                                  <p:childTnLst>
                                    <p:set>
                                      <p:cBhvr>
                                        <p:cTn id="215" dur="1" fill="hold">
                                          <p:stCondLst>
                                            <p:cond delay="0"/>
                                          </p:stCondLst>
                                        </p:cTn>
                                        <p:tgtEl>
                                          <p:spTgt spid="19">
                                            <p:txEl>
                                              <p:pRg st="5" end="5"/>
                                            </p:txEl>
                                          </p:spTgt>
                                        </p:tgtEl>
                                        <p:attrNameLst>
                                          <p:attrName>style.visibility</p:attrName>
                                        </p:attrNameLst>
                                      </p:cBhvr>
                                      <p:to>
                                        <p:strVal val="visible"/>
                                      </p:to>
                                    </p:set>
                                    <p:animEffect transition="in" filter="fade">
                                      <p:cBhvr>
                                        <p:cTn id="216" dur="1000"/>
                                        <p:tgtEl>
                                          <p:spTgt spid="19">
                                            <p:txEl>
                                              <p:pRg st="5" end="5"/>
                                            </p:txEl>
                                          </p:spTgt>
                                        </p:tgtEl>
                                      </p:cBhvr>
                                    </p:animEffect>
                                    <p:anim calcmode="lin" valueType="num">
                                      <p:cBhvr>
                                        <p:cTn id="217" dur="1000" fill="hold"/>
                                        <p:tgtEl>
                                          <p:spTgt spid="19">
                                            <p:txEl>
                                              <p:pRg st="5" end="5"/>
                                            </p:txEl>
                                          </p:spTgt>
                                        </p:tgtEl>
                                        <p:attrNameLst>
                                          <p:attrName>ppt_x</p:attrName>
                                        </p:attrNameLst>
                                      </p:cBhvr>
                                      <p:tavLst>
                                        <p:tav tm="0">
                                          <p:val>
                                            <p:strVal val="#ppt_x"/>
                                          </p:val>
                                        </p:tav>
                                        <p:tav tm="100000">
                                          <p:val>
                                            <p:strVal val="#ppt_x"/>
                                          </p:val>
                                        </p:tav>
                                      </p:tavLst>
                                    </p:anim>
                                    <p:anim calcmode="lin" valueType="num">
                                      <p:cBhvr>
                                        <p:cTn id="218" dur="1000" fill="hold"/>
                                        <p:tgtEl>
                                          <p:spTgt spid="19">
                                            <p:txEl>
                                              <p:pRg st="5" end="5"/>
                                            </p:txEl>
                                          </p:spTgt>
                                        </p:tgtEl>
                                        <p:attrNameLst>
                                          <p:attrName>ppt_y</p:attrName>
                                        </p:attrNameLst>
                                      </p:cBhvr>
                                      <p:tavLst>
                                        <p:tav tm="0">
                                          <p:val>
                                            <p:strVal val="#ppt_y+.1"/>
                                          </p:val>
                                        </p:tav>
                                        <p:tav tm="100000">
                                          <p:val>
                                            <p:strVal val="#ppt_y"/>
                                          </p:val>
                                        </p:tav>
                                      </p:tavLst>
                                    </p:anim>
                                  </p:childTnLst>
                                </p:cTn>
                              </p:par>
                              <p:par>
                                <p:cTn id="219" presetID="42" presetClass="entr" presetSubtype="0" fill="hold" grpId="0" nodeType="withEffect">
                                  <p:stCondLst>
                                    <p:cond delay="0"/>
                                  </p:stCondLst>
                                  <p:childTnLst>
                                    <p:set>
                                      <p:cBhvr>
                                        <p:cTn id="220" dur="1" fill="hold">
                                          <p:stCondLst>
                                            <p:cond delay="0"/>
                                          </p:stCondLst>
                                        </p:cTn>
                                        <p:tgtEl>
                                          <p:spTgt spid="19">
                                            <p:txEl>
                                              <p:pRg st="6" end="6"/>
                                            </p:txEl>
                                          </p:spTgt>
                                        </p:tgtEl>
                                        <p:attrNameLst>
                                          <p:attrName>style.visibility</p:attrName>
                                        </p:attrNameLst>
                                      </p:cBhvr>
                                      <p:to>
                                        <p:strVal val="visible"/>
                                      </p:to>
                                    </p:set>
                                    <p:animEffect transition="in" filter="fade">
                                      <p:cBhvr>
                                        <p:cTn id="221" dur="1000"/>
                                        <p:tgtEl>
                                          <p:spTgt spid="19">
                                            <p:txEl>
                                              <p:pRg st="6" end="6"/>
                                            </p:txEl>
                                          </p:spTgt>
                                        </p:tgtEl>
                                      </p:cBhvr>
                                    </p:animEffect>
                                    <p:anim calcmode="lin" valueType="num">
                                      <p:cBhvr>
                                        <p:cTn id="222" dur="1000" fill="hold"/>
                                        <p:tgtEl>
                                          <p:spTgt spid="19">
                                            <p:txEl>
                                              <p:pRg st="6" end="6"/>
                                            </p:txEl>
                                          </p:spTgt>
                                        </p:tgtEl>
                                        <p:attrNameLst>
                                          <p:attrName>ppt_x</p:attrName>
                                        </p:attrNameLst>
                                      </p:cBhvr>
                                      <p:tavLst>
                                        <p:tav tm="0">
                                          <p:val>
                                            <p:strVal val="#ppt_x"/>
                                          </p:val>
                                        </p:tav>
                                        <p:tav tm="100000">
                                          <p:val>
                                            <p:strVal val="#ppt_x"/>
                                          </p:val>
                                        </p:tav>
                                      </p:tavLst>
                                    </p:anim>
                                    <p:anim calcmode="lin" valueType="num">
                                      <p:cBhvr>
                                        <p:cTn id="223" dur="1000" fill="hold"/>
                                        <p:tgtEl>
                                          <p:spTgt spid="1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9" grpId="0" uiExpand="1" build="p" animBg="1"/>
      <p:bldP spid="20" grpId="0" animBg="1"/>
      <p:bldP spid="21" grpId="0" build="p"/>
      <p:bldP spid="15" grpId="0" uiExpand="1" build="p" animBg="1"/>
      <p:bldP spid="17" grpId="0" uiExpand="1" build="p"/>
      <p:bldP spid="18" grpId="0" build="p"/>
      <p:bldP spid="2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EDB2A4C-ACD9-5C64-A3A6-A6CFFADFA3C8}"/>
              </a:ext>
            </a:extLst>
          </p:cNvPr>
          <p:cNvSpPr>
            <a:spLocks noGrp="1"/>
          </p:cNvSpPr>
          <p:nvPr>
            <p:ph type="sldNum" sz="quarter" idx="12"/>
          </p:nvPr>
        </p:nvSpPr>
        <p:spPr/>
        <p:txBody>
          <a:bodyPr/>
          <a:lstStyle/>
          <a:p>
            <a:fld id="{D7C0FE0B-717B-41AE-9FA2-CA4BF851D1C3}" type="slidenum">
              <a:rPr lang="zh-CN" altLang="en-US" smtClean="0"/>
              <a:t>29</a:t>
            </a:fld>
            <a:endParaRPr lang="zh-CN" altLang="en-US"/>
          </a:p>
        </p:txBody>
      </p:sp>
      <p:sp>
        <p:nvSpPr>
          <p:cNvPr id="4" name="文本框 3">
            <a:extLst>
              <a:ext uri="{FF2B5EF4-FFF2-40B4-BE49-F238E27FC236}">
                <a16:creationId xmlns:a16="http://schemas.microsoft.com/office/drawing/2014/main" id="{7EDC789A-2740-0DF5-5E61-4F88DB50B2F9}"/>
              </a:ext>
            </a:extLst>
          </p:cNvPr>
          <p:cNvSpPr txBox="1"/>
          <p:nvPr/>
        </p:nvSpPr>
        <p:spPr>
          <a:xfrm>
            <a:off x="485109" y="833268"/>
            <a:ext cx="5620950" cy="2951064"/>
          </a:xfrm>
          <a:prstGeom prst="rect">
            <a:avLst/>
          </a:prstGeom>
          <a:noFill/>
        </p:spPr>
        <p:txBody>
          <a:bodyPr wrap="square">
            <a:spAutoFit/>
          </a:bodyPr>
          <a:lstStyle/>
          <a:p>
            <a:pPr marL="269240">
              <a:lnSpc>
                <a:spcPct val="150000"/>
              </a:lnSpc>
              <a:spcBef>
                <a:spcPts val="1400"/>
              </a:spcBef>
              <a:spcAft>
                <a:spcPts val="1450"/>
              </a:spcAft>
              <a:buNone/>
            </a:pPr>
            <a:r>
              <a:rPr lang="en-US" altLang="zh-CN" sz="2000" b="1" kern="100" dirty="0">
                <a:solidFill>
                  <a:srgbClr val="0070C0"/>
                </a:solidFill>
                <a:effectLst>
                  <a:outerShdw blurRad="38100" dist="38100" dir="2700000" algn="tl">
                    <a:srgbClr val="000000">
                      <a:alpha val="43137"/>
                    </a:srgbClr>
                  </a:outerShdw>
                </a:effectLst>
                <a:latin typeface="等线 Light" panose="02010600030101010101" pitchFamily="2" charset="-122"/>
                <a:ea typeface="楷体" panose="02010609060101010101" pitchFamily="49" charset="-122"/>
                <a:cs typeface="Times New Roman" panose="02020603050405020304" pitchFamily="18" charset="0"/>
              </a:rPr>
              <a:t>3.  </a:t>
            </a:r>
            <a:r>
              <a:rPr lang="zh-CN" altLang="zh-CN" sz="2000" b="1" kern="100" dirty="0">
                <a:solidFill>
                  <a:srgbClr val="0070C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红黑树的节点插入</a:t>
            </a:r>
            <a:endParaRPr lang="zh-CN" altLang="zh-CN" sz="2000" b="1" kern="100" dirty="0">
              <a:solidFill>
                <a:srgbClr val="0070C0"/>
              </a:solidFill>
              <a:effectLst>
                <a:outerShdw blurRad="38100" dist="38100" dir="2700000" algn="tl">
                  <a:srgbClr val="000000">
                    <a:alpha val="43137"/>
                  </a:srgbClr>
                </a:outerShdw>
              </a:effectLst>
              <a:latin typeface="等线 Light" panose="02010600030101010101" pitchFamily="2" charset="-122"/>
              <a:ea typeface="等线 Light"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插入节点的过程是：</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）从根节点向下搜索插入位置；</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）用新节点替代某个已经存在的空节点，并令其拥有两个作为子节点的空节点；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新节点置为红色，并确定其父节点的颜色，必要时沿</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parent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链作自底向上的调整，维护红黑性质。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3" name="矩形: 圆角 2">
            <a:extLst>
              <a:ext uri="{FF2B5EF4-FFF2-40B4-BE49-F238E27FC236}">
                <a16:creationId xmlns:a16="http://schemas.microsoft.com/office/drawing/2014/main" id="{96C3C0E7-C269-8EBF-2A33-4A32EE2A68AE}"/>
              </a:ext>
            </a:extLst>
          </p:cNvPr>
          <p:cNvSpPr/>
          <p:nvPr/>
        </p:nvSpPr>
        <p:spPr>
          <a:xfrm>
            <a:off x="6521557" y="1911135"/>
            <a:ext cx="5027979" cy="393361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6" name="直接连接符 5">
            <a:extLst>
              <a:ext uri="{FF2B5EF4-FFF2-40B4-BE49-F238E27FC236}">
                <a16:creationId xmlns:a16="http://schemas.microsoft.com/office/drawing/2014/main" id="{6E534A4F-BC4B-10D0-FE6F-DA61D55DFD8E}"/>
              </a:ext>
            </a:extLst>
          </p:cNvPr>
          <p:cNvCxnSpPr>
            <a:cxnSpLocks/>
            <a:stCxn id="32" idx="3"/>
          </p:cNvCxnSpPr>
          <p:nvPr/>
        </p:nvCxnSpPr>
        <p:spPr>
          <a:xfrm flipH="1">
            <a:off x="7317597" y="3831519"/>
            <a:ext cx="390212" cy="3663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6F504D3-EE25-D3EC-565C-C63A708903A8}"/>
              </a:ext>
            </a:extLst>
          </p:cNvPr>
          <p:cNvCxnSpPr>
            <a:cxnSpLocks/>
          </p:cNvCxnSpPr>
          <p:nvPr/>
        </p:nvCxnSpPr>
        <p:spPr>
          <a:xfrm>
            <a:off x="8916294" y="3789117"/>
            <a:ext cx="274546" cy="5482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0F0D7288-364A-D457-A6A2-AE9FBF3B6759}"/>
              </a:ext>
            </a:extLst>
          </p:cNvPr>
          <p:cNvCxnSpPr>
            <a:cxnSpLocks/>
          </p:cNvCxnSpPr>
          <p:nvPr/>
        </p:nvCxnSpPr>
        <p:spPr>
          <a:xfrm flipH="1">
            <a:off x="7878944" y="3232905"/>
            <a:ext cx="468446" cy="3786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633533A-1477-BB35-E019-6408F54DC733}"/>
              </a:ext>
            </a:extLst>
          </p:cNvPr>
          <p:cNvCxnSpPr>
            <a:cxnSpLocks/>
            <a:endCxn id="39" idx="1"/>
          </p:cNvCxnSpPr>
          <p:nvPr/>
        </p:nvCxnSpPr>
        <p:spPr>
          <a:xfrm>
            <a:off x="9158810" y="2751842"/>
            <a:ext cx="520601" cy="26798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164059-106B-F079-C19A-E85D250FDAEF}"/>
              </a:ext>
            </a:extLst>
          </p:cNvPr>
          <p:cNvCxnSpPr>
            <a:cxnSpLocks/>
            <a:endCxn id="37" idx="1"/>
          </p:cNvCxnSpPr>
          <p:nvPr/>
        </p:nvCxnSpPr>
        <p:spPr>
          <a:xfrm>
            <a:off x="9814076" y="3258518"/>
            <a:ext cx="468445" cy="29298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094FBC1-9C39-9E9C-73AF-6B614374AD9A}"/>
              </a:ext>
            </a:extLst>
          </p:cNvPr>
          <p:cNvCxnSpPr>
            <a:cxnSpLocks/>
          </p:cNvCxnSpPr>
          <p:nvPr/>
        </p:nvCxnSpPr>
        <p:spPr>
          <a:xfrm flipH="1">
            <a:off x="8627983" y="3789117"/>
            <a:ext cx="167098" cy="4087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CBA89EC-7AB4-099B-D04C-D788BE9E8DE1}"/>
              </a:ext>
            </a:extLst>
          </p:cNvPr>
          <p:cNvCxnSpPr>
            <a:cxnSpLocks/>
            <a:endCxn id="38" idx="1"/>
          </p:cNvCxnSpPr>
          <p:nvPr/>
        </p:nvCxnSpPr>
        <p:spPr>
          <a:xfrm>
            <a:off x="9821601" y="3254413"/>
            <a:ext cx="460920" cy="297092"/>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B3467FA6-FDF3-C9E4-DFF7-C0645B7CFCD1}"/>
              </a:ext>
            </a:extLst>
          </p:cNvPr>
          <p:cNvGrpSpPr/>
          <p:nvPr/>
        </p:nvGrpSpPr>
        <p:grpSpPr>
          <a:xfrm>
            <a:off x="8620201" y="2044882"/>
            <a:ext cx="1077219" cy="398521"/>
            <a:chOff x="2482978" y="502890"/>
            <a:chExt cx="1077219" cy="398521"/>
          </a:xfrm>
        </p:grpSpPr>
        <p:sp>
          <p:nvSpPr>
            <p:cNvPr id="14" name="文本框 13">
              <a:extLst>
                <a:ext uri="{FF2B5EF4-FFF2-40B4-BE49-F238E27FC236}">
                  <a16:creationId xmlns:a16="http://schemas.microsoft.com/office/drawing/2014/main" id="{C8CA0F71-EEA8-C67E-8743-D04F3DBFB1AD}"/>
                </a:ext>
              </a:extLst>
            </p:cNvPr>
            <p:cNvSpPr txBox="1"/>
            <p:nvPr/>
          </p:nvSpPr>
          <p:spPr>
            <a:xfrm>
              <a:off x="2482978" y="502890"/>
              <a:ext cx="1077219" cy="261610"/>
            </a:xfrm>
            <a:prstGeom prst="rect">
              <a:avLst/>
            </a:prstGeom>
            <a:noFill/>
          </p:spPr>
          <p:txBody>
            <a:bodyPr wrap="none" lIns="0" tIns="0" rIns="0" bIns="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T-&gt;root</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15" name="直接箭头连接符 14">
              <a:extLst>
                <a:ext uri="{FF2B5EF4-FFF2-40B4-BE49-F238E27FC236}">
                  <a16:creationId xmlns:a16="http://schemas.microsoft.com/office/drawing/2014/main" id="{8BC51920-C3C0-2B26-37D0-5D362D32EAF6}"/>
                </a:ext>
              </a:extLst>
            </p:cNvPr>
            <p:cNvCxnSpPr>
              <a:cxnSpLocks/>
            </p:cNvCxnSpPr>
            <p:nvPr/>
          </p:nvCxnSpPr>
          <p:spPr>
            <a:xfrm>
              <a:off x="2985902" y="693685"/>
              <a:ext cx="6540" cy="207726"/>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16" name="椭圆 15">
            <a:extLst>
              <a:ext uri="{FF2B5EF4-FFF2-40B4-BE49-F238E27FC236}">
                <a16:creationId xmlns:a16="http://schemas.microsoft.com/office/drawing/2014/main" id="{573F65E5-82ED-3FEB-AF61-94B5836851FC}"/>
              </a:ext>
            </a:extLst>
          </p:cNvPr>
          <p:cNvSpPr/>
          <p:nvPr/>
        </p:nvSpPr>
        <p:spPr>
          <a:xfrm>
            <a:off x="7052592" y="4084985"/>
            <a:ext cx="425483"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3AA2AEFF-AD42-A473-FE36-B2C3FDE65E99}"/>
              </a:ext>
            </a:extLst>
          </p:cNvPr>
          <p:cNvSpPr txBox="1"/>
          <p:nvPr/>
        </p:nvSpPr>
        <p:spPr>
          <a:xfrm>
            <a:off x="6521557" y="928644"/>
            <a:ext cx="5057795" cy="400110"/>
          </a:xfrm>
          <a:prstGeom prst="rect">
            <a:avLst/>
          </a:prstGeom>
          <a:noFill/>
        </p:spPr>
        <p:txBody>
          <a:bodyPr wrap="none" rtlCol="0">
            <a:spAutoFit/>
          </a:bodyPr>
          <a:lstStyle/>
          <a:p>
            <a:r>
              <a:rPr lang="zh-CN" altLang="en-US" sz="2000" b="1" dirty="0"/>
              <a:t>从空树开始，依次插入以下关键字的过程：</a:t>
            </a:r>
          </a:p>
        </p:txBody>
      </p:sp>
      <p:sp>
        <p:nvSpPr>
          <p:cNvPr id="18" name="文本框 17">
            <a:extLst>
              <a:ext uri="{FF2B5EF4-FFF2-40B4-BE49-F238E27FC236}">
                <a16:creationId xmlns:a16="http://schemas.microsoft.com/office/drawing/2014/main" id="{AA3107E0-703C-E1FB-62F5-E152FD4D6B9E}"/>
              </a:ext>
            </a:extLst>
          </p:cNvPr>
          <p:cNvSpPr txBox="1"/>
          <p:nvPr/>
        </p:nvSpPr>
        <p:spPr>
          <a:xfrm>
            <a:off x="6927772"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46</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89C87CC0-67F1-10FD-58BA-4209A9ECC10D}"/>
              </a:ext>
            </a:extLst>
          </p:cNvPr>
          <p:cNvSpPr txBox="1"/>
          <p:nvPr/>
        </p:nvSpPr>
        <p:spPr>
          <a:xfrm>
            <a:off x="7356094"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65</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40CFA23C-3101-C95F-0C17-64B2407B0DD6}"/>
              </a:ext>
            </a:extLst>
          </p:cNvPr>
          <p:cNvSpPr txBox="1"/>
          <p:nvPr/>
        </p:nvSpPr>
        <p:spPr>
          <a:xfrm>
            <a:off x="7754264"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70</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CA38CEFF-C356-FB67-8AE8-956D5FA83D24}"/>
              </a:ext>
            </a:extLst>
          </p:cNvPr>
          <p:cNvSpPr txBox="1"/>
          <p:nvPr/>
        </p:nvSpPr>
        <p:spPr>
          <a:xfrm>
            <a:off x="8182586"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81</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D0DBE91E-E086-A3CD-80E5-7DD375C984BD}"/>
              </a:ext>
            </a:extLst>
          </p:cNvPr>
          <p:cNvSpPr txBox="1"/>
          <p:nvPr/>
        </p:nvSpPr>
        <p:spPr>
          <a:xfrm>
            <a:off x="8580756"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34</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DE483AFE-A7C6-D0DF-AA83-819E6621B67B}"/>
              </a:ext>
            </a:extLst>
          </p:cNvPr>
          <p:cNvSpPr txBox="1"/>
          <p:nvPr/>
        </p:nvSpPr>
        <p:spPr>
          <a:xfrm>
            <a:off x="9009078"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22</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7FEF9D76-C6AE-DD8E-00C9-15028867F6F7}"/>
              </a:ext>
            </a:extLst>
          </p:cNvPr>
          <p:cNvSpPr txBox="1"/>
          <p:nvPr/>
        </p:nvSpPr>
        <p:spPr>
          <a:xfrm>
            <a:off x="9437400"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53</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B6F6D263-C610-1DE0-B70E-9FB073FD5D44}"/>
              </a:ext>
            </a:extLst>
          </p:cNvPr>
          <p:cNvSpPr txBox="1"/>
          <p:nvPr/>
        </p:nvSpPr>
        <p:spPr>
          <a:xfrm>
            <a:off x="9865722"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39</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2F1EE833-3BAC-9EC8-87CF-1D05D6C61E50}"/>
              </a:ext>
            </a:extLst>
          </p:cNvPr>
          <p:cNvSpPr txBox="1"/>
          <p:nvPr/>
        </p:nvSpPr>
        <p:spPr>
          <a:xfrm>
            <a:off x="10294044" y="1410298"/>
            <a:ext cx="441146" cy="400110"/>
          </a:xfrm>
          <a:prstGeom prst="rect">
            <a:avLst/>
          </a:prstGeom>
          <a:noFill/>
        </p:spPr>
        <p:txBody>
          <a:bodyPr wrap="none" rtlCol="0">
            <a:spAutoFit/>
          </a:bodyPr>
          <a:lstStyle/>
          <a:p>
            <a:r>
              <a:rPr lang="en-US" altLang="zh-CN" sz="2000" b="1" dirty="0">
                <a:solidFill>
                  <a:srgbClr val="0070C0"/>
                </a:solidFill>
                <a:latin typeface="Times New Roman" panose="02020603050405020304" pitchFamily="18" charset="0"/>
                <a:cs typeface="Times New Roman" panose="02020603050405020304" pitchFamily="18" charset="0"/>
              </a:rPr>
              <a:t>38</a:t>
            </a:r>
            <a:endParaRPr lang="zh-CN" altLang="en-US" sz="2000" b="1" dirty="0">
              <a:solidFill>
                <a:srgbClr val="0070C0"/>
              </a:solidFill>
              <a:latin typeface="Times New Roman" panose="02020603050405020304" pitchFamily="18" charset="0"/>
              <a:cs typeface="Times New Roman" panose="02020603050405020304" pitchFamily="18" charset="0"/>
            </a:endParaRPr>
          </a:p>
        </p:txBody>
      </p:sp>
      <p:cxnSp>
        <p:nvCxnSpPr>
          <p:cNvPr id="27" name="直接连接符 26">
            <a:extLst>
              <a:ext uri="{FF2B5EF4-FFF2-40B4-BE49-F238E27FC236}">
                <a16:creationId xmlns:a16="http://schemas.microsoft.com/office/drawing/2014/main" id="{3066ACA0-8127-C79F-84C6-F97DFDD7C8F1}"/>
              </a:ext>
            </a:extLst>
          </p:cNvPr>
          <p:cNvCxnSpPr>
            <a:cxnSpLocks/>
          </p:cNvCxnSpPr>
          <p:nvPr/>
        </p:nvCxnSpPr>
        <p:spPr>
          <a:xfrm flipV="1">
            <a:off x="8550671" y="2788146"/>
            <a:ext cx="462175" cy="26140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6191C321-BAE0-FDB2-4CAB-CB39B6CC8442}"/>
              </a:ext>
            </a:extLst>
          </p:cNvPr>
          <p:cNvCxnSpPr>
            <a:cxnSpLocks/>
          </p:cNvCxnSpPr>
          <p:nvPr/>
        </p:nvCxnSpPr>
        <p:spPr>
          <a:xfrm>
            <a:off x="8425971" y="3232905"/>
            <a:ext cx="324346" cy="3262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C4917FA-013B-5B29-149C-41091CFC7C29}"/>
              </a:ext>
            </a:extLst>
          </p:cNvPr>
          <p:cNvCxnSpPr>
            <a:cxnSpLocks/>
          </p:cNvCxnSpPr>
          <p:nvPr/>
        </p:nvCxnSpPr>
        <p:spPr>
          <a:xfrm flipH="1">
            <a:off x="8421046" y="4376333"/>
            <a:ext cx="167098" cy="40870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47B64725-18F6-0C39-17F7-CC3301B91073}"/>
              </a:ext>
            </a:extLst>
          </p:cNvPr>
          <p:cNvSpPr/>
          <p:nvPr/>
        </p:nvSpPr>
        <p:spPr>
          <a:xfrm>
            <a:off x="8200582" y="4697809"/>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1" name="直接连接符 30">
            <a:extLst>
              <a:ext uri="{FF2B5EF4-FFF2-40B4-BE49-F238E27FC236}">
                <a16:creationId xmlns:a16="http://schemas.microsoft.com/office/drawing/2014/main" id="{A36BDCCD-C7A1-B027-7F91-32154C8024F7}"/>
              </a:ext>
            </a:extLst>
          </p:cNvPr>
          <p:cNvCxnSpPr>
            <a:cxnSpLocks/>
          </p:cNvCxnSpPr>
          <p:nvPr/>
        </p:nvCxnSpPr>
        <p:spPr>
          <a:xfrm>
            <a:off x="7908756" y="3769527"/>
            <a:ext cx="641915" cy="51345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25660840-8D4B-7BA8-36CC-F4234476E3D0}"/>
              </a:ext>
            </a:extLst>
          </p:cNvPr>
          <p:cNvSpPr/>
          <p:nvPr/>
        </p:nvSpPr>
        <p:spPr>
          <a:xfrm>
            <a:off x="7649816" y="3493512"/>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3" name="椭圆 32">
            <a:extLst>
              <a:ext uri="{FF2B5EF4-FFF2-40B4-BE49-F238E27FC236}">
                <a16:creationId xmlns:a16="http://schemas.microsoft.com/office/drawing/2014/main" id="{AF4F45AD-AD83-C4D6-96E1-57707ED0A7A6}"/>
              </a:ext>
            </a:extLst>
          </p:cNvPr>
          <p:cNvSpPr/>
          <p:nvPr/>
        </p:nvSpPr>
        <p:spPr>
          <a:xfrm>
            <a:off x="8413036" y="4089076"/>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39</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4" name="椭圆 33">
            <a:extLst>
              <a:ext uri="{FF2B5EF4-FFF2-40B4-BE49-F238E27FC236}">
                <a16:creationId xmlns:a16="http://schemas.microsoft.com/office/drawing/2014/main" id="{06AE103D-8505-FB01-9FB4-E1ED77B89E81}"/>
              </a:ext>
            </a:extLst>
          </p:cNvPr>
          <p:cNvSpPr/>
          <p:nvPr/>
        </p:nvSpPr>
        <p:spPr>
          <a:xfrm>
            <a:off x="8933081" y="2441561"/>
            <a:ext cx="418500" cy="397842"/>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5" name="直接连接符 34">
            <a:extLst>
              <a:ext uri="{FF2B5EF4-FFF2-40B4-BE49-F238E27FC236}">
                <a16:creationId xmlns:a16="http://schemas.microsoft.com/office/drawing/2014/main" id="{E8594C9C-43A4-A69C-34F5-CBE861251DD1}"/>
              </a:ext>
            </a:extLst>
          </p:cNvPr>
          <p:cNvCxnSpPr>
            <a:cxnSpLocks/>
          </p:cNvCxnSpPr>
          <p:nvPr/>
        </p:nvCxnSpPr>
        <p:spPr>
          <a:xfrm flipH="1">
            <a:off x="9483594" y="3325147"/>
            <a:ext cx="241947" cy="2263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737C28E-E0F6-1943-7A61-10AF7AFC4F01}"/>
              </a:ext>
            </a:extLst>
          </p:cNvPr>
          <p:cNvCxnSpPr>
            <a:cxnSpLocks/>
          </p:cNvCxnSpPr>
          <p:nvPr/>
        </p:nvCxnSpPr>
        <p:spPr>
          <a:xfrm>
            <a:off x="10464573" y="3769527"/>
            <a:ext cx="260159" cy="396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8871E386-E1FE-FE82-5F47-BA51DB54A066}"/>
              </a:ext>
            </a:extLst>
          </p:cNvPr>
          <p:cNvSpPr/>
          <p:nvPr/>
        </p:nvSpPr>
        <p:spPr>
          <a:xfrm>
            <a:off x="10224528" y="3493512"/>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latin typeface="Times New Roman" panose="02020603050405020304" pitchFamily="18" charset="0"/>
                <a:cs typeface="Times New Roman" panose="02020603050405020304" pitchFamily="18" charset="0"/>
              </a:rPr>
              <a:t>70</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38" name="椭圆 37">
            <a:extLst>
              <a:ext uri="{FF2B5EF4-FFF2-40B4-BE49-F238E27FC236}">
                <a16:creationId xmlns:a16="http://schemas.microsoft.com/office/drawing/2014/main" id="{82089DD6-2E61-2565-560C-BDE2CF250034}"/>
              </a:ext>
            </a:extLst>
          </p:cNvPr>
          <p:cNvSpPr/>
          <p:nvPr/>
        </p:nvSpPr>
        <p:spPr>
          <a:xfrm>
            <a:off x="10224528" y="3493512"/>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9" name="椭圆 38">
            <a:extLst>
              <a:ext uri="{FF2B5EF4-FFF2-40B4-BE49-F238E27FC236}">
                <a16:creationId xmlns:a16="http://schemas.microsoft.com/office/drawing/2014/main" id="{B34B09E3-2C7F-3F64-9021-7F42336B88A6}"/>
              </a:ext>
            </a:extLst>
          </p:cNvPr>
          <p:cNvSpPr/>
          <p:nvPr/>
        </p:nvSpPr>
        <p:spPr>
          <a:xfrm>
            <a:off x="9617390" y="2962065"/>
            <a:ext cx="423507" cy="394431"/>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0" name="椭圆 39">
            <a:extLst>
              <a:ext uri="{FF2B5EF4-FFF2-40B4-BE49-F238E27FC236}">
                <a16:creationId xmlns:a16="http://schemas.microsoft.com/office/drawing/2014/main" id="{F4688613-993F-E3C1-F878-8200BDE258E9}"/>
              </a:ext>
            </a:extLst>
          </p:cNvPr>
          <p:cNvSpPr/>
          <p:nvPr/>
        </p:nvSpPr>
        <p:spPr>
          <a:xfrm>
            <a:off x="8968114" y="4084985"/>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1" name="文本框 3">
            <a:extLst>
              <a:ext uri="{FF2B5EF4-FFF2-40B4-BE49-F238E27FC236}">
                <a16:creationId xmlns:a16="http://schemas.microsoft.com/office/drawing/2014/main" id="{9CD9BEDA-27B1-5395-D44F-91359F6C459D}"/>
              </a:ext>
            </a:extLst>
          </p:cNvPr>
          <p:cNvSpPr txBox="1"/>
          <p:nvPr/>
        </p:nvSpPr>
        <p:spPr>
          <a:xfrm>
            <a:off x="1035567" y="242316"/>
            <a:ext cx="316717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0510">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9.2.3</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红</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黑</a:t>
            </a:r>
            <a:r>
              <a:rPr lang="zh-CN" altLang="zh-CN" sz="2400" b="1" kern="100" dirty="0">
                <a:solidFill>
                  <a:srgbClr val="00B05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树</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（续）</a:t>
            </a:r>
            <a:endParaRPr lang="zh-CN" altLang="zh-CN" sz="2400" b="1"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19001117-3A01-825C-5536-EB8FAEEC43D5}"/>
              </a:ext>
            </a:extLst>
          </p:cNvPr>
          <p:cNvSpPr txBox="1"/>
          <p:nvPr/>
        </p:nvSpPr>
        <p:spPr>
          <a:xfrm>
            <a:off x="428864" y="5260960"/>
            <a:ext cx="5884944" cy="830997"/>
          </a:xfrm>
          <a:prstGeom prst="rect">
            <a:avLst/>
          </a:prstGeom>
          <a:noFill/>
        </p:spPr>
        <p:txBody>
          <a:bodyPr wrap="none" rtlCol="0">
            <a:spAutoFit/>
          </a:bodyPr>
          <a:lstStyle/>
          <a:p>
            <a:pPr algn="ctr"/>
            <a:r>
              <a:rPr lang="zh-CN" altLang="en-US" sz="2400" b="1" dirty="0">
                <a:solidFill>
                  <a:schemeClr val="accent5">
                    <a:lumMod val="75000"/>
                  </a:schemeClr>
                </a:solidFill>
              </a:rPr>
              <a:t>课外在</a:t>
            </a:r>
            <a:r>
              <a:rPr lang="en-US" altLang="zh-CN" sz="2400" b="1" dirty="0" err="1">
                <a:solidFill>
                  <a:schemeClr val="accent5">
                    <a:lumMod val="75000"/>
                  </a:schemeClr>
                </a:solidFill>
              </a:rPr>
              <a:t>AnyviewC</a:t>
            </a:r>
            <a:r>
              <a:rPr lang="zh-CN" altLang="en-US" sz="2400" b="1" dirty="0">
                <a:solidFill>
                  <a:schemeClr val="accent5">
                    <a:lumMod val="75000"/>
                  </a:schemeClr>
                </a:solidFill>
              </a:rPr>
              <a:t>可视跟踪观察算法过程中</a:t>
            </a:r>
            <a:endParaRPr lang="en-US" altLang="zh-CN" sz="2400" b="1" dirty="0">
              <a:solidFill>
                <a:schemeClr val="accent5">
                  <a:lumMod val="75000"/>
                </a:schemeClr>
              </a:solidFill>
            </a:endParaRPr>
          </a:p>
          <a:p>
            <a:pPr algn="ctr"/>
            <a:r>
              <a:rPr lang="zh-CN" altLang="en-US" sz="2400" b="1" dirty="0">
                <a:solidFill>
                  <a:schemeClr val="accent5">
                    <a:lumMod val="75000"/>
                  </a:schemeClr>
                </a:solidFill>
              </a:rPr>
              <a:t>红黑树的形态变化</a:t>
            </a:r>
          </a:p>
        </p:txBody>
      </p:sp>
    </p:spTree>
    <p:extLst>
      <p:ext uri="{BB962C8B-B14F-4D97-AF65-F5344CB8AC3E}">
        <p14:creationId xmlns:p14="http://schemas.microsoft.com/office/powerpoint/2010/main" val="208993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fltVal val="0"/>
                                          </p:val>
                                        </p:tav>
                                        <p:tav tm="100000">
                                          <p:val>
                                            <p:strVal val="#ppt_w"/>
                                          </p:val>
                                        </p:tav>
                                      </p:tavLst>
                                    </p:anim>
                                    <p:anim calcmode="lin" valueType="num">
                                      <p:cBhvr>
                                        <p:cTn id="8" dur="1000" fill="hold"/>
                                        <p:tgtEl>
                                          <p:spTgt spid="18"/>
                                        </p:tgtEl>
                                        <p:attrNameLst>
                                          <p:attrName>ppt_h</p:attrName>
                                        </p:attrNameLst>
                                      </p:cBhvr>
                                      <p:tavLst>
                                        <p:tav tm="0">
                                          <p:val>
                                            <p:fltVal val="0"/>
                                          </p:val>
                                        </p:tav>
                                        <p:tav tm="100000">
                                          <p:val>
                                            <p:strVal val="#ppt_h"/>
                                          </p:val>
                                        </p:tav>
                                      </p:tavLst>
                                    </p:anim>
                                    <p:anim calcmode="lin" valueType="num">
                                      <p:cBhvr>
                                        <p:cTn id="9" dur="1000" fill="hold"/>
                                        <p:tgtEl>
                                          <p:spTgt spid="18"/>
                                        </p:tgtEl>
                                        <p:attrNameLst>
                                          <p:attrName>style.rotation</p:attrName>
                                        </p:attrNameLst>
                                      </p:cBhvr>
                                      <p:tavLst>
                                        <p:tav tm="0">
                                          <p:val>
                                            <p:fltVal val="90"/>
                                          </p:val>
                                        </p:tav>
                                        <p:tav tm="100000">
                                          <p:val>
                                            <p:fltVal val="0"/>
                                          </p:val>
                                        </p:tav>
                                      </p:tavLst>
                                    </p:anim>
                                    <p:animEffect transition="in" filter="fade">
                                      <p:cBhvr>
                                        <p:cTn id="10" dur="1000"/>
                                        <p:tgtEl>
                                          <p:spTgt spid="18"/>
                                        </p:tgtEl>
                                      </p:cBhvr>
                                    </p:animEffect>
                                  </p:childTnLst>
                                </p:cTn>
                              </p:par>
                            </p:childTnLst>
                          </p:cTn>
                        </p:par>
                        <p:par>
                          <p:cTn id="11" fill="hold">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1000"/>
                                        <p:tgtEl>
                                          <p:spTgt spid="34"/>
                                        </p:tgtEl>
                                      </p:cBhvr>
                                    </p:animEffect>
                                    <p:anim calcmode="lin" valueType="num">
                                      <p:cBhvr>
                                        <p:cTn id="15" dur="1000" fill="hold"/>
                                        <p:tgtEl>
                                          <p:spTgt spid="34"/>
                                        </p:tgtEl>
                                        <p:attrNameLst>
                                          <p:attrName>ppt_x</p:attrName>
                                        </p:attrNameLst>
                                      </p:cBhvr>
                                      <p:tavLst>
                                        <p:tav tm="0">
                                          <p:val>
                                            <p:strVal val="#ppt_x"/>
                                          </p:val>
                                        </p:tav>
                                        <p:tav tm="100000">
                                          <p:val>
                                            <p:strVal val="#ppt_x"/>
                                          </p:val>
                                        </p:tav>
                                      </p:tavLst>
                                    </p:anim>
                                    <p:anim calcmode="lin" valueType="num">
                                      <p:cBhvr>
                                        <p:cTn id="16" dur="1000" fill="hold"/>
                                        <p:tgtEl>
                                          <p:spTgt spid="34"/>
                                        </p:tgtEl>
                                        <p:attrNameLst>
                                          <p:attrName>ppt_y</p:attrName>
                                        </p:attrNameLst>
                                      </p:cBhvr>
                                      <p:tavLst>
                                        <p:tav tm="0">
                                          <p:val>
                                            <p:strVal val="#ppt_y+.1"/>
                                          </p:val>
                                        </p:tav>
                                        <p:tav tm="100000">
                                          <p:val>
                                            <p:strVal val="#ppt_y"/>
                                          </p:val>
                                        </p:tav>
                                      </p:tavLst>
                                    </p:anim>
                                  </p:childTnLst>
                                </p:cTn>
                              </p:par>
                            </p:childTnLst>
                          </p:cTn>
                        </p:par>
                        <p:par>
                          <p:cTn id="17" fill="hold">
                            <p:stCondLst>
                              <p:cond delay="2000"/>
                            </p:stCondLst>
                            <p:childTnLst>
                              <p:par>
                                <p:cTn id="18" presetID="1" presetClass="emph" presetSubtype="2" fill="hold" nodeType="afterEffect">
                                  <p:stCondLst>
                                    <p:cond delay="1000"/>
                                  </p:stCondLst>
                                  <p:childTnLst>
                                    <p:animClr clrSpc="rgb" dir="cw">
                                      <p:cBhvr>
                                        <p:cTn id="19" dur="1000" fill="hold"/>
                                        <p:tgtEl>
                                          <p:spTgt spid="34"/>
                                        </p:tgtEl>
                                        <p:attrNameLst>
                                          <p:attrName>fillcolor</p:attrName>
                                        </p:attrNameLst>
                                      </p:cBhvr>
                                      <p:to>
                                        <a:srgbClr val="000000"/>
                                      </p:to>
                                    </p:animClr>
                                    <p:set>
                                      <p:cBhvr>
                                        <p:cTn id="20" dur="1000" fill="hold"/>
                                        <p:tgtEl>
                                          <p:spTgt spid="34"/>
                                        </p:tgtEl>
                                        <p:attrNameLst>
                                          <p:attrName>fill.type</p:attrName>
                                        </p:attrNameLst>
                                      </p:cBhvr>
                                      <p:to>
                                        <p:strVal val="solid"/>
                                      </p:to>
                                    </p:set>
                                    <p:set>
                                      <p:cBhvr>
                                        <p:cTn id="21" dur="1000" fill="hold"/>
                                        <p:tgtEl>
                                          <p:spTgt spid="34"/>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p:cTn id="26" dur="1000" fill="hold"/>
                                        <p:tgtEl>
                                          <p:spTgt spid="19"/>
                                        </p:tgtEl>
                                        <p:attrNameLst>
                                          <p:attrName>ppt_w</p:attrName>
                                        </p:attrNameLst>
                                      </p:cBhvr>
                                      <p:tavLst>
                                        <p:tav tm="0">
                                          <p:val>
                                            <p:fltVal val="0"/>
                                          </p:val>
                                        </p:tav>
                                        <p:tav tm="100000">
                                          <p:val>
                                            <p:strVal val="#ppt_w"/>
                                          </p:val>
                                        </p:tav>
                                      </p:tavLst>
                                    </p:anim>
                                    <p:anim calcmode="lin" valueType="num">
                                      <p:cBhvr>
                                        <p:cTn id="27" dur="1000" fill="hold"/>
                                        <p:tgtEl>
                                          <p:spTgt spid="19"/>
                                        </p:tgtEl>
                                        <p:attrNameLst>
                                          <p:attrName>ppt_h</p:attrName>
                                        </p:attrNameLst>
                                      </p:cBhvr>
                                      <p:tavLst>
                                        <p:tav tm="0">
                                          <p:val>
                                            <p:fltVal val="0"/>
                                          </p:val>
                                        </p:tav>
                                        <p:tav tm="100000">
                                          <p:val>
                                            <p:strVal val="#ppt_h"/>
                                          </p:val>
                                        </p:tav>
                                      </p:tavLst>
                                    </p:anim>
                                    <p:anim calcmode="lin" valueType="num">
                                      <p:cBhvr>
                                        <p:cTn id="28" dur="1000" fill="hold"/>
                                        <p:tgtEl>
                                          <p:spTgt spid="19"/>
                                        </p:tgtEl>
                                        <p:attrNameLst>
                                          <p:attrName>style.rotation</p:attrName>
                                        </p:attrNameLst>
                                      </p:cBhvr>
                                      <p:tavLst>
                                        <p:tav tm="0">
                                          <p:val>
                                            <p:fltVal val="90"/>
                                          </p:val>
                                        </p:tav>
                                        <p:tav tm="100000">
                                          <p:val>
                                            <p:fltVal val="0"/>
                                          </p:val>
                                        </p:tav>
                                      </p:tavLst>
                                    </p:anim>
                                    <p:animEffect transition="in" filter="fade">
                                      <p:cBhvr>
                                        <p:cTn id="29" dur="1000"/>
                                        <p:tgtEl>
                                          <p:spTgt spid="19"/>
                                        </p:tgtEl>
                                      </p:cBhvr>
                                    </p:animEffect>
                                  </p:childTnLst>
                                </p:cTn>
                              </p:par>
                            </p:childTnLst>
                          </p:cTn>
                        </p:par>
                        <p:par>
                          <p:cTn id="30" fill="hold">
                            <p:stCondLst>
                              <p:cond delay="1000"/>
                            </p:stCondLst>
                            <p:childTnLst>
                              <p:par>
                                <p:cTn id="31" presetID="42" presetClass="entr" presetSubtype="0" fill="hold" grpId="0" nodeType="after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1000"/>
                                        <p:tgtEl>
                                          <p:spTgt spid="39"/>
                                        </p:tgtEl>
                                      </p:cBhvr>
                                    </p:animEffect>
                                    <p:anim calcmode="lin" valueType="num">
                                      <p:cBhvr>
                                        <p:cTn id="34" dur="1000" fill="hold"/>
                                        <p:tgtEl>
                                          <p:spTgt spid="39"/>
                                        </p:tgtEl>
                                        <p:attrNameLst>
                                          <p:attrName>ppt_x</p:attrName>
                                        </p:attrNameLst>
                                      </p:cBhvr>
                                      <p:tavLst>
                                        <p:tav tm="0">
                                          <p:val>
                                            <p:strVal val="#ppt_x"/>
                                          </p:val>
                                        </p:tav>
                                        <p:tav tm="100000">
                                          <p:val>
                                            <p:strVal val="#ppt_x"/>
                                          </p:val>
                                        </p:tav>
                                      </p:tavLst>
                                    </p:anim>
                                    <p:anim calcmode="lin" valueType="num">
                                      <p:cBhvr>
                                        <p:cTn id="35" dur="1000" fill="hold"/>
                                        <p:tgtEl>
                                          <p:spTgt spid="39"/>
                                        </p:tgtEl>
                                        <p:attrNameLst>
                                          <p:attrName>ppt_y</p:attrName>
                                        </p:attrNameLst>
                                      </p:cBhvr>
                                      <p:tavLst>
                                        <p:tav tm="0">
                                          <p:val>
                                            <p:strVal val="#ppt_y+.1"/>
                                          </p:val>
                                        </p:tav>
                                        <p:tav tm="100000">
                                          <p:val>
                                            <p:strVal val="#ppt_y"/>
                                          </p:val>
                                        </p:tav>
                                      </p:tavLst>
                                    </p:anim>
                                  </p:childTnLst>
                                </p:cTn>
                              </p:par>
                              <p:par>
                                <p:cTn id="36" presetID="22" presetClass="entr" presetSubtype="8"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1000" fill="hold"/>
                                        <p:tgtEl>
                                          <p:spTgt spid="20"/>
                                        </p:tgtEl>
                                        <p:attrNameLst>
                                          <p:attrName>ppt_w</p:attrName>
                                        </p:attrNameLst>
                                      </p:cBhvr>
                                      <p:tavLst>
                                        <p:tav tm="0">
                                          <p:val>
                                            <p:fltVal val="0"/>
                                          </p:val>
                                        </p:tav>
                                        <p:tav tm="100000">
                                          <p:val>
                                            <p:strVal val="#ppt_w"/>
                                          </p:val>
                                        </p:tav>
                                      </p:tavLst>
                                    </p:anim>
                                    <p:anim calcmode="lin" valueType="num">
                                      <p:cBhvr>
                                        <p:cTn id="44" dur="1000" fill="hold"/>
                                        <p:tgtEl>
                                          <p:spTgt spid="20"/>
                                        </p:tgtEl>
                                        <p:attrNameLst>
                                          <p:attrName>ppt_h</p:attrName>
                                        </p:attrNameLst>
                                      </p:cBhvr>
                                      <p:tavLst>
                                        <p:tav tm="0">
                                          <p:val>
                                            <p:fltVal val="0"/>
                                          </p:val>
                                        </p:tav>
                                        <p:tav tm="100000">
                                          <p:val>
                                            <p:strVal val="#ppt_h"/>
                                          </p:val>
                                        </p:tav>
                                      </p:tavLst>
                                    </p:anim>
                                    <p:anim calcmode="lin" valueType="num">
                                      <p:cBhvr>
                                        <p:cTn id="45" dur="1000" fill="hold"/>
                                        <p:tgtEl>
                                          <p:spTgt spid="20"/>
                                        </p:tgtEl>
                                        <p:attrNameLst>
                                          <p:attrName>style.rotation</p:attrName>
                                        </p:attrNameLst>
                                      </p:cBhvr>
                                      <p:tavLst>
                                        <p:tav tm="0">
                                          <p:val>
                                            <p:fltVal val="90"/>
                                          </p:val>
                                        </p:tav>
                                        <p:tav tm="100000">
                                          <p:val>
                                            <p:fltVal val="0"/>
                                          </p:val>
                                        </p:tav>
                                      </p:tavLst>
                                    </p:anim>
                                    <p:animEffect transition="in" filter="fade">
                                      <p:cBhvr>
                                        <p:cTn id="46" dur="1000"/>
                                        <p:tgtEl>
                                          <p:spTgt spid="20"/>
                                        </p:tgtEl>
                                      </p:cBhvr>
                                    </p:animEffect>
                                  </p:childTnLst>
                                </p:cTn>
                              </p:par>
                            </p:childTnLst>
                          </p:cTn>
                        </p:par>
                        <p:par>
                          <p:cTn id="47" fill="hold">
                            <p:stCondLst>
                              <p:cond delay="1000"/>
                            </p:stCondLst>
                            <p:childTnLst>
                              <p:par>
                                <p:cTn id="48" presetID="42" presetClass="entr" presetSubtype="0" fill="hold" grpId="0" nodeType="after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1000"/>
                                        <p:tgtEl>
                                          <p:spTgt spid="37"/>
                                        </p:tgtEl>
                                      </p:cBhvr>
                                    </p:animEffect>
                                    <p:anim calcmode="lin" valueType="num">
                                      <p:cBhvr>
                                        <p:cTn id="51" dur="1000" fill="hold"/>
                                        <p:tgtEl>
                                          <p:spTgt spid="37"/>
                                        </p:tgtEl>
                                        <p:attrNameLst>
                                          <p:attrName>ppt_x</p:attrName>
                                        </p:attrNameLst>
                                      </p:cBhvr>
                                      <p:tavLst>
                                        <p:tav tm="0">
                                          <p:val>
                                            <p:strVal val="#ppt_x"/>
                                          </p:val>
                                        </p:tav>
                                        <p:tav tm="100000">
                                          <p:val>
                                            <p:strVal val="#ppt_x"/>
                                          </p:val>
                                        </p:tav>
                                      </p:tavLst>
                                    </p:anim>
                                    <p:anim calcmode="lin" valueType="num">
                                      <p:cBhvr>
                                        <p:cTn id="52" dur="1000" fill="hold"/>
                                        <p:tgtEl>
                                          <p:spTgt spid="37"/>
                                        </p:tgtEl>
                                        <p:attrNameLst>
                                          <p:attrName>ppt_y</p:attrName>
                                        </p:attrNameLst>
                                      </p:cBhvr>
                                      <p:tavLst>
                                        <p:tav tm="0">
                                          <p:val>
                                            <p:strVal val="#ppt_y+.1"/>
                                          </p:val>
                                        </p:tav>
                                        <p:tav tm="100000">
                                          <p:val>
                                            <p:strVal val="#ppt_y"/>
                                          </p:val>
                                        </p:tav>
                                      </p:tavLst>
                                    </p:anim>
                                  </p:childTnLst>
                                </p:cTn>
                              </p:par>
                              <p:par>
                                <p:cTn id="53" presetID="22" presetClass="entr" presetSubtype="8"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1000"/>
                                        <p:tgtEl>
                                          <p:spTgt spid="10"/>
                                        </p:tgtEl>
                                      </p:cBhvr>
                                    </p:animEffect>
                                  </p:childTnLst>
                                </p:cTn>
                              </p:par>
                            </p:childTnLst>
                          </p:cTn>
                        </p:par>
                        <p:par>
                          <p:cTn id="56" fill="hold">
                            <p:stCondLst>
                              <p:cond delay="2000"/>
                            </p:stCondLst>
                            <p:childTnLst>
                              <p:par>
                                <p:cTn id="57" presetID="1" presetClass="emph" presetSubtype="2" fill="hold" nodeType="afterEffect">
                                  <p:stCondLst>
                                    <p:cond delay="500"/>
                                  </p:stCondLst>
                                  <p:childTnLst>
                                    <p:animClr clrSpc="rgb" dir="cw">
                                      <p:cBhvr>
                                        <p:cTn id="58" dur="2000" fill="hold"/>
                                        <p:tgtEl>
                                          <p:spTgt spid="39"/>
                                        </p:tgtEl>
                                        <p:attrNameLst>
                                          <p:attrName>fillcolor</p:attrName>
                                        </p:attrNameLst>
                                      </p:cBhvr>
                                      <p:to>
                                        <a:srgbClr val="000000"/>
                                      </p:to>
                                    </p:animClr>
                                    <p:set>
                                      <p:cBhvr>
                                        <p:cTn id="59" dur="2000" fill="hold"/>
                                        <p:tgtEl>
                                          <p:spTgt spid="39"/>
                                        </p:tgtEl>
                                        <p:attrNameLst>
                                          <p:attrName>fill.type</p:attrName>
                                        </p:attrNameLst>
                                      </p:cBhvr>
                                      <p:to>
                                        <p:strVal val="solid"/>
                                      </p:to>
                                    </p:set>
                                    <p:set>
                                      <p:cBhvr>
                                        <p:cTn id="60" dur="2000" fill="hold"/>
                                        <p:tgtEl>
                                          <p:spTgt spid="39"/>
                                        </p:tgtEl>
                                        <p:attrNameLst>
                                          <p:attrName>fill.on</p:attrName>
                                        </p:attrNameLst>
                                      </p:cBhvr>
                                      <p:to>
                                        <p:strVal val="true"/>
                                      </p:to>
                                    </p:set>
                                  </p:childTnLst>
                                </p:cTn>
                              </p:par>
                            </p:childTnLst>
                          </p:cTn>
                        </p:par>
                        <p:par>
                          <p:cTn id="61" fill="hold">
                            <p:stCondLst>
                              <p:cond delay="4500"/>
                            </p:stCondLst>
                            <p:childTnLst>
                              <p:par>
                                <p:cTn id="62" presetID="1" presetClass="emph" presetSubtype="2" fill="hold" nodeType="afterEffect">
                                  <p:stCondLst>
                                    <p:cond delay="0"/>
                                  </p:stCondLst>
                                  <p:childTnLst>
                                    <p:animClr clrSpc="rgb" dir="cw">
                                      <p:cBhvr>
                                        <p:cTn id="63" dur="2000" fill="hold"/>
                                        <p:tgtEl>
                                          <p:spTgt spid="34"/>
                                        </p:tgtEl>
                                        <p:attrNameLst>
                                          <p:attrName>fillcolor</p:attrName>
                                        </p:attrNameLst>
                                      </p:cBhvr>
                                      <p:to>
                                        <a:srgbClr val="FF0000"/>
                                      </p:to>
                                    </p:animClr>
                                    <p:set>
                                      <p:cBhvr>
                                        <p:cTn id="64" dur="2000" fill="hold"/>
                                        <p:tgtEl>
                                          <p:spTgt spid="34"/>
                                        </p:tgtEl>
                                        <p:attrNameLst>
                                          <p:attrName>fill.type</p:attrName>
                                        </p:attrNameLst>
                                      </p:cBhvr>
                                      <p:to>
                                        <p:strVal val="solid"/>
                                      </p:to>
                                    </p:set>
                                    <p:set>
                                      <p:cBhvr>
                                        <p:cTn id="65" dur="2000" fill="hold"/>
                                        <p:tgtEl>
                                          <p:spTgt spid="34"/>
                                        </p:tgtEl>
                                        <p:attrNameLst>
                                          <p:attrName>fill.on</p:attrName>
                                        </p:attrNameLst>
                                      </p:cBhvr>
                                      <p:to>
                                        <p:strVal val="true"/>
                                      </p:to>
                                    </p:set>
                                  </p:childTnLst>
                                </p:cTn>
                              </p:par>
                            </p:childTnLst>
                          </p:cTn>
                        </p:par>
                      </p:childTnLst>
                    </p:cTn>
                  </p:par>
                  <p:par>
                    <p:cTn id="66" fill="hold">
                      <p:stCondLst>
                        <p:cond delay="indefinite"/>
                      </p:stCondLst>
                      <p:childTnLst>
                        <p:par>
                          <p:cTn id="67" fill="hold">
                            <p:stCondLst>
                              <p:cond delay="0"/>
                            </p:stCondLst>
                            <p:childTnLst>
                              <p:par>
                                <p:cTn id="68" presetID="42" presetClass="path" presetSubtype="0" accel="50000" decel="50000" fill="hold" grpId="1" nodeType="clickEffect">
                                  <p:stCondLst>
                                    <p:cond delay="0"/>
                                  </p:stCondLst>
                                  <p:childTnLst>
                                    <p:animMotion origin="layout" path="M 2.08333E-7 -3.7037E-6 L -0.06003 0.07408 " pathEditMode="relative" rAng="0" ptsTypes="AA">
                                      <p:cBhvr>
                                        <p:cTn id="69" dur="2000" fill="hold"/>
                                        <p:tgtEl>
                                          <p:spTgt spid="34"/>
                                        </p:tgtEl>
                                        <p:attrNameLst>
                                          <p:attrName>ppt_x</p:attrName>
                                          <p:attrName>ppt_y</p:attrName>
                                        </p:attrNameLst>
                                      </p:cBhvr>
                                      <p:rCtr x="-3008" y="3704"/>
                                    </p:animMotion>
                                  </p:childTnLst>
                                </p:cTn>
                              </p:par>
                              <p:par>
                                <p:cTn id="70" presetID="10" presetClass="exit" presetSubtype="0" fill="hold" nodeType="withEffect">
                                  <p:stCondLst>
                                    <p:cond delay="0"/>
                                  </p:stCondLst>
                                  <p:childTnLst>
                                    <p:animEffect transition="out" filter="fade">
                                      <p:cBhvr>
                                        <p:cTn id="71" dur="500"/>
                                        <p:tgtEl>
                                          <p:spTgt spid="9"/>
                                        </p:tgtEl>
                                      </p:cBhvr>
                                    </p:animEffect>
                                    <p:set>
                                      <p:cBhvr>
                                        <p:cTn id="72" dur="1" fill="hold">
                                          <p:stCondLst>
                                            <p:cond delay="499"/>
                                          </p:stCondLst>
                                        </p:cTn>
                                        <p:tgtEl>
                                          <p:spTgt spid="9"/>
                                        </p:tgtEl>
                                        <p:attrNameLst>
                                          <p:attrName>style.visibility</p:attrName>
                                        </p:attrNameLst>
                                      </p:cBhvr>
                                      <p:to>
                                        <p:strVal val="hidden"/>
                                      </p:to>
                                    </p:set>
                                  </p:childTnLst>
                                </p:cTn>
                              </p:par>
                              <p:par>
                                <p:cTn id="73" presetID="64" presetClass="path" presetSubtype="0" accel="50000" decel="50000" fill="hold" grpId="1" nodeType="withEffect">
                                  <p:stCondLst>
                                    <p:cond delay="0"/>
                                  </p:stCondLst>
                                  <p:childTnLst>
                                    <p:animMotion origin="layout" path="M 2.08333E-7 1.85185E-6 L -0.05612 -0.07523 " pathEditMode="relative" rAng="0" ptsTypes="AA">
                                      <p:cBhvr>
                                        <p:cTn id="74" dur="2000" fill="hold"/>
                                        <p:tgtEl>
                                          <p:spTgt spid="39"/>
                                        </p:tgtEl>
                                        <p:attrNameLst>
                                          <p:attrName>ppt_x</p:attrName>
                                          <p:attrName>ppt_y</p:attrName>
                                        </p:attrNameLst>
                                      </p:cBhvr>
                                      <p:rCtr x="-2812" y="-3773"/>
                                    </p:animMotion>
                                  </p:childTnLst>
                                </p:cTn>
                              </p:par>
                              <p:par>
                                <p:cTn id="75" presetID="64" presetClass="path" presetSubtype="0" accel="50000" decel="50000" fill="hold" grpId="1" nodeType="withEffect">
                                  <p:stCondLst>
                                    <p:cond delay="0"/>
                                  </p:stCondLst>
                                  <p:childTnLst>
                                    <p:animMotion origin="layout" path="M 2.29167E-6 -4.44444E-6 L -0.05651 -0.06921 " pathEditMode="relative" rAng="0" ptsTypes="AA">
                                      <p:cBhvr>
                                        <p:cTn id="76" dur="2000" fill="hold"/>
                                        <p:tgtEl>
                                          <p:spTgt spid="37"/>
                                        </p:tgtEl>
                                        <p:attrNameLst>
                                          <p:attrName>ppt_x</p:attrName>
                                          <p:attrName>ppt_y</p:attrName>
                                        </p:attrNameLst>
                                      </p:cBhvr>
                                      <p:rCtr x="-2826" y="-3472"/>
                                    </p:animMotion>
                                  </p:childTnLst>
                                </p:cTn>
                              </p:par>
                              <p:par>
                                <p:cTn id="77" presetID="64" presetClass="path" presetSubtype="0" accel="50000" decel="50000" fill="hold" nodeType="withEffect">
                                  <p:stCondLst>
                                    <p:cond delay="0"/>
                                  </p:stCondLst>
                                  <p:childTnLst>
                                    <p:animMotion origin="layout" path="M 1.45833E-6 2.22222E-6 L -0.04961 -0.07408 " pathEditMode="relative" rAng="0" ptsTypes="AA">
                                      <p:cBhvr>
                                        <p:cTn id="78" dur="2000" fill="hold"/>
                                        <p:tgtEl>
                                          <p:spTgt spid="10"/>
                                        </p:tgtEl>
                                        <p:attrNameLst>
                                          <p:attrName>ppt_x</p:attrName>
                                          <p:attrName>ppt_y</p:attrName>
                                        </p:attrNameLst>
                                      </p:cBhvr>
                                      <p:rCtr x="-2487" y="-3704"/>
                                    </p:animMotion>
                                  </p:childTnLst>
                                </p:cTn>
                              </p:par>
                              <p:par>
                                <p:cTn id="79" presetID="22" presetClass="entr" presetSubtype="2" fill="hold" nodeType="withEffect">
                                  <p:stCondLst>
                                    <p:cond delay="1000"/>
                                  </p:stCondLst>
                                  <p:childTnLst>
                                    <p:set>
                                      <p:cBhvr>
                                        <p:cTn id="80" dur="1" fill="hold">
                                          <p:stCondLst>
                                            <p:cond delay="0"/>
                                          </p:stCondLst>
                                        </p:cTn>
                                        <p:tgtEl>
                                          <p:spTgt spid="27"/>
                                        </p:tgtEl>
                                        <p:attrNameLst>
                                          <p:attrName>style.visibility</p:attrName>
                                        </p:attrNameLst>
                                      </p:cBhvr>
                                      <p:to>
                                        <p:strVal val="visible"/>
                                      </p:to>
                                    </p:set>
                                    <p:animEffect transition="in" filter="wipe(right)">
                                      <p:cBhvr>
                                        <p:cTn id="81" dur="1000"/>
                                        <p:tgtEl>
                                          <p:spTgt spid="27"/>
                                        </p:tgtEl>
                                      </p:cBhvr>
                                    </p:animEffect>
                                  </p:childTnLst>
                                </p:cTn>
                              </p:par>
                            </p:childTnLst>
                          </p:cTn>
                        </p:par>
                      </p:childTnLst>
                    </p:cTn>
                  </p:par>
                  <p:par>
                    <p:cTn id="82" fill="hold">
                      <p:stCondLst>
                        <p:cond delay="indefinite"/>
                      </p:stCondLst>
                      <p:childTnLst>
                        <p:par>
                          <p:cTn id="83" fill="hold">
                            <p:stCondLst>
                              <p:cond delay="0"/>
                            </p:stCondLst>
                            <p:childTnLst>
                              <p:par>
                                <p:cTn id="84" presetID="31" presetClass="entr" presetSubtype="0" fill="hold" grpId="0" nodeType="clickEffect">
                                  <p:stCondLst>
                                    <p:cond delay="0"/>
                                  </p:stCondLst>
                                  <p:childTnLst>
                                    <p:set>
                                      <p:cBhvr>
                                        <p:cTn id="85" dur="1" fill="hold">
                                          <p:stCondLst>
                                            <p:cond delay="0"/>
                                          </p:stCondLst>
                                        </p:cTn>
                                        <p:tgtEl>
                                          <p:spTgt spid="21"/>
                                        </p:tgtEl>
                                        <p:attrNameLst>
                                          <p:attrName>style.visibility</p:attrName>
                                        </p:attrNameLst>
                                      </p:cBhvr>
                                      <p:to>
                                        <p:strVal val="visible"/>
                                      </p:to>
                                    </p:set>
                                    <p:anim calcmode="lin" valueType="num">
                                      <p:cBhvr>
                                        <p:cTn id="86" dur="1000" fill="hold"/>
                                        <p:tgtEl>
                                          <p:spTgt spid="21"/>
                                        </p:tgtEl>
                                        <p:attrNameLst>
                                          <p:attrName>ppt_w</p:attrName>
                                        </p:attrNameLst>
                                      </p:cBhvr>
                                      <p:tavLst>
                                        <p:tav tm="0">
                                          <p:val>
                                            <p:fltVal val="0"/>
                                          </p:val>
                                        </p:tav>
                                        <p:tav tm="100000">
                                          <p:val>
                                            <p:strVal val="#ppt_w"/>
                                          </p:val>
                                        </p:tav>
                                      </p:tavLst>
                                    </p:anim>
                                    <p:anim calcmode="lin" valueType="num">
                                      <p:cBhvr>
                                        <p:cTn id="87" dur="1000" fill="hold"/>
                                        <p:tgtEl>
                                          <p:spTgt spid="21"/>
                                        </p:tgtEl>
                                        <p:attrNameLst>
                                          <p:attrName>ppt_h</p:attrName>
                                        </p:attrNameLst>
                                      </p:cBhvr>
                                      <p:tavLst>
                                        <p:tav tm="0">
                                          <p:val>
                                            <p:fltVal val="0"/>
                                          </p:val>
                                        </p:tav>
                                        <p:tav tm="100000">
                                          <p:val>
                                            <p:strVal val="#ppt_h"/>
                                          </p:val>
                                        </p:tav>
                                      </p:tavLst>
                                    </p:anim>
                                    <p:anim calcmode="lin" valueType="num">
                                      <p:cBhvr>
                                        <p:cTn id="88" dur="1000" fill="hold"/>
                                        <p:tgtEl>
                                          <p:spTgt spid="21"/>
                                        </p:tgtEl>
                                        <p:attrNameLst>
                                          <p:attrName>style.rotation</p:attrName>
                                        </p:attrNameLst>
                                      </p:cBhvr>
                                      <p:tavLst>
                                        <p:tav tm="0">
                                          <p:val>
                                            <p:fltVal val="90"/>
                                          </p:val>
                                        </p:tav>
                                        <p:tav tm="100000">
                                          <p:val>
                                            <p:fltVal val="0"/>
                                          </p:val>
                                        </p:tav>
                                      </p:tavLst>
                                    </p:anim>
                                    <p:animEffect transition="in" filter="fade">
                                      <p:cBhvr>
                                        <p:cTn id="89" dur="1000"/>
                                        <p:tgtEl>
                                          <p:spTgt spid="21"/>
                                        </p:tgtEl>
                                      </p:cBhvr>
                                    </p:animEffect>
                                  </p:childTnLst>
                                </p:cTn>
                              </p:par>
                            </p:childTnLst>
                          </p:cTn>
                        </p:par>
                        <p:par>
                          <p:cTn id="90" fill="hold">
                            <p:stCondLst>
                              <p:cond delay="1000"/>
                            </p:stCondLst>
                            <p:childTnLst>
                              <p:par>
                                <p:cTn id="91" presetID="42" presetClass="entr" presetSubtype="0" fill="hold" grpId="0" nodeType="after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1000"/>
                                        <p:tgtEl>
                                          <p:spTgt spid="38"/>
                                        </p:tgtEl>
                                      </p:cBhvr>
                                    </p:animEffect>
                                    <p:anim calcmode="lin" valueType="num">
                                      <p:cBhvr>
                                        <p:cTn id="94" dur="1000" fill="hold"/>
                                        <p:tgtEl>
                                          <p:spTgt spid="38"/>
                                        </p:tgtEl>
                                        <p:attrNameLst>
                                          <p:attrName>ppt_x</p:attrName>
                                        </p:attrNameLst>
                                      </p:cBhvr>
                                      <p:tavLst>
                                        <p:tav tm="0">
                                          <p:val>
                                            <p:strVal val="#ppt_x"/>
                                          </p:val>
                                        </p:tav>
                                        <p:tav tm="100000">
                                          <p:val>
                                            <p:strVal val="#ppt_x"/>
                                          </p:val>
                                        </p:tav>
                                      </p:tavLst>
                                    </p:anim>
                                    <p:anim calcmode="lin" valueType="num">
                                      <p:cBhvr>
                                        <p:cTn id="95" dur="1000" fill="hold"/>
                                        <p:tgtEl>
                                          <p:spTgt spid="38"/>
                                        </p:tgtEl>
                                        <p:attrNameLst>
                                          <p:attrName>ppt_y</p:attrName>
                                        </p:attrNameLst>
                                      </p:cBhvr>
                                      <p:tavLst>
                                        <p:tav tm="0">
                                          <p:val>
                                            <p:strVal val="#ppt_y+.1"/>
                                          </p:val>
                                        </p:tav>
                                        <p:tav tm="100000">
                                          <p:val>
                                            <p:strVal val="#ppt_y"/>
                                          </p:val>
                                        </p:tav>
                                      </p:tavLst>
                                    </p:anim>
                                  </p:childTnLst>
                                </p:cTn>
                              </p:par>
                              <p:par>
                                <p:cTn id="96" presetID="22" presetClass="entr" presetSubtype="1" fill="hold" nodeType="withEffect">
                                  <p:stCondLst>
                                    <p:cond delay="0"/>
                                  </p:stCondLst>
                                  <p:childTnLst>
                                    <p:set>
                                      <p:cBhvr>
                                        <p:cTn id="97" dur="1" fill="hold">
                                          <p:stCondLst>
                                            <p:cond delay="0"/>
                                          </p:stCondLst>
                                        </p:cTn>
                                        <p:tgtEl>
                                          <p:spTgt spid="12"/>
                                        </p:tgtEl>
                                        <p:attrNameLst>
                                          <p:attrName>style.visibility</p:attrName>
                                        </p:attrNameLst>
                                      </p:cBhvr>
                                      <p:to>
                                        <p:strVal val="visible"/>
                                      </p:to>
                                    </p:set>
                                    <p:animEffect transition="in" filter="wipe(up)">
                                      <p:cBhvr>
                                        <p:cTn id="98" dur="1000"/>
                                        <p:tgtEl>
                                          <p:spTgt spid="12"/>
                                        </p:tgtEl>
                                      </p:cBhvr>
                                    </p:animEffect>
                                  </p:childTnLst>
                                </p:cTn>
                              </p:par>
                            </p:childTnLst>
                          </p:cTn>
                        </p:par>
                        <p:par>
                          <p:cTn id="99" fill="hold">
                            <p:stCondLst>
                              <p:cond delay="2000"/>
                            </p:stCondLst>
                            <p:childTnLst>
                              <p:par>
                                <p:cTn id="100" presetID="1" presetClass="emph" presetSubtype="2" fill="hold" nodeType="afterEffect">
                                  <p:stCondLst>
                                    <p:cond delay="500"/>
                                  </p:stCondLst>
                                  <p:childTnLst>
                                    <p:animClr clrSpc="rgb" dir="cw">
                                      <p:cBhvr>
                                        <p:cTn id="101" dur="2000" fill="hold"/>
                                        <p:tgtEl>
                                          <p:spTgt spid="37"/>
                                        </p:tgtEl>
                                        <p:attrNameLst>
                                          <p:attrName>fillcolor</p:attrName>
                                        </p:attrNameLst>
                                      </p:cBhvr>
                                      <p:to>
                                        <a:srgbClr val="000000"/>
                                      </p:to>
                                    </p:animClr>
                                    <p:set>
                                      <p:cBhvr>
                                        <p:cTn id="102" dur="2000" fill="hold"/>
                                        <p:tgtEl>
                                          <p:spTgt spid="37"/>
                                        </p:tgtEl>
                                        <p:attrNameLst>
                                          <p:attrName>fill.type</p:attrName>
                                        </p:attrNameLst>
                                      </p:cBhvr>
                                      <p:to>
                                        <p:strVal val="solid"/>
                                      </p:to>
                                    </p:set>
                                    <p:set>
                                      <p:cBhvr>
                                        <p:cTn id="103" dur="2000" fill="hold"/>
                                        <p:tgtEl>
                                          <p:spTgt spid="37"/>
                                        </p:tgtEl>
                                        <p:attrNameLst>
                                          <p:attrName>fill.on</p:attrName>
                                        </p:attrNameLst>
                                      </p:cBhvr>
                                      <p:to>
                                        <p:strVal val="true"/>
                                      </p:to>
                                    </p:set>
                                  </p:childTnLst>
                                </p:cTn>
                              </p:par>
                            </p:childTnLst>
                          </p:cTn>
                        </p:par>
                        <p:par>
                          <p:cTn id="104" fill="hold">
                            <p:stCondLst>
                              <p:cond delay="4500"/>
                            </p:stCondLst>
                            <p:childTnLst>
                              <p:par>
                                <p:cTn id="105" presetID="1" presetClass="emph" presetSubtype="2" fill="hold" nodeType="afterEffect">
                                  <p:stCondLst>
                                    <p:cond delay="0"/>
                                  </p:stCondLst>
                                  <p:childTnLst>
                                    <p:animClr clrSpc="rgb" dir="cw">
                                      <p:cBhvr>
                                        <p:cTn id="106" dur="2000" fill="hold"/>
                                        <p:tgtEl>
                                          <p:spTgt spid="34"/>
                                        </p:tgtEl>
                                        <p:attrNameLst>
                                          <p:attrName>fillcolor</p:attrName>
                                        </p:attrNameLst>
                                      </p:cBhvr>
                                      <p:to>
                                        <a:srgbClr val="000000"/>
                                      </p:to>
                                    </p:animClr>
                                    <p:set>
                                      <p:cBhvr>
                                        <p:cTn id="107" dur="2000" fill="hold"/>
                                        <p:tgtEl>
                                          <p:spTgt spid="34"/>
                                        </p:tgtEl>
                                        <p:attrNameLst>
                                          <p:attrName>fill.type</p:attrName>
                                        </p:attrNameLst>
                                      </p:cBhvr>
                                      <p:to>
                                        <p:strVal val="solid"/>
                                      </p:to>
                                    </p:set>
                                    <p:set>
                                      <p:cBhvr>
                                        <p:cTn id="108" dur="2000" fill="hold"/>
                                        <p:tgtEl>
                                          <p:spTgt spid="34"/>
                                        </p:tgtEl>
                                        <p:attrNameLst>
                                          <p:attrName>fill.on</p:attrName>
                                        </p:attrNameLst>
                                      </p:cBhvr>
                                      <p:to>
                                        <p:strVal val="true"/>
                                      </p:to>
                                    </p:set>
                                  </p:childTnLst>
                                </p:cTn>
                              </p:par>
                            </p:childTnLst>
                          </p:cTn>
                        </p:par>
                      </p:childTnLst>
                    </p:cTn>
                  </p:par>
                  <p:par>
                    <p:cTn id="109" fill="hold">
                      <p:stCondLst>
                        <p:cond delay="indefinite"/>
                      </p:stCondLst>
                      <p:childTnLst>
                        <p:par>
                          <p:cTn id="110" fill="hold">
                            <p:stCondLst>
                              <p:cond delay="0"/>
                            </p:stCondLst>
                            <p:childTnLst>
                              <p:par>
                                <p:cTn id="111" presetID="31" presetClass="entr" presetSubtype="0" fill="hold" grpId="0" nodeType="clickEffect">
                                  <p:stCondLst>
                                    <p:cond delay="0"/>
                                  </p:stCondLst>
                                  <p:childTnLst>
                                    <p:set>
                                      <p:cBhvr>
                                        <p:cTn id="112" dur="1" fill="hold">
                                          <p:stCondLst>
                                            <p:cond delay="0"/>
                                          </p:stCondLst>
                                        </p:cTn>
                                        <p:tgtEl>
                                          <p:spTgt spid="22"/>
                                        </p:tgtEl>
                                        <p:attrNameLst>
                                          <p:attrName>style.visibility</p:attrName>
                                        </p:attrNameLst>
                                      </p:cBhvr>
                                      <p:to>
                                        <p:strVal val="visible"/>
                                      </p:to>
                                    </p:set>
                                    <p:anim calcmode="lin" valueType="num">
                                      <p:cBhvr>
                                        <p:cTn id="113" dur="1000" fill="hold"/>
                                        <p:tgtEl>
                                          <p:spTgt spid="22"/>
                                        </p:tgtEl>
                                        <p:attrNameLst>
                                          <p:attrName>ppt_w</p:attrName>
                                        </p:attrNameLst>
                                      </p:cBhvr>
                                      <p:tavLst>
                                        <p:tav tm="0">
                                          <p:val>
                                            <p:fltVal val="0"/>
                                          </p:val>
                                        </p:tav>
                                        <p:tav tm="100000">
                                          <p:val>
                                            <p:strVal val="#ppt_w"/>
                                          </p:val>
                                        </p:tav>
                                      </p:tavLst>
                                    </p:anim>
                                    <p:anim calcmode="lin" valueType="num">
                                      <p:cBhvr>
                                        <p:cTn id="114" dur="1000" fill="hold"/>
                                        <p:tgtEl>
                                          <p:spTgt spid="22"/>
                                        </p:tgtEl>
                                        <p:attrNameLst>
                                          <p:attrName>ppt_h</p:attrName>
                                        </p:attrNameLst>
                                      </p:cBhvr>
                                      <p:tavLst>
                                        <p:tav tm="0">
                                          <p:val>
                                            <p:fltVal val="0"/>
                                          </p:val>
                                        </p:tav>
                                        <p:tav tm="100000">
                                          <p:val>
                                            <p:strVal val="#ppt_h"/>
                                          </p:val>
                                        </p:tav>
                                      </p:tavLst>
                                    </p:anim>
                                    <p:anim calcmode="lin" valueType="num">
                                      <p:cBhvr>
                                        <p:cTn id="115" dur="1000" fill="hold"/>
                                        <p:tgtEl>
                                          <p:spTgt spid="22"/>
                                        </p:tgtEl>
                                        <p:attrNameLst>
                                          <p:attrName>style.rotation</p:attrName>
                                        </p:attrNameLst>
                                      </p:cBhvr>
                                      <p:tavLst>
                                        <p:tav tm="0">
                                          <p:val>
                                            <p:fltVal val="90"/>
                                          </p:val>
                                        </p:tav>
                                        <p:tav tm="100000">
                                          <p:val>
                                            <p:fltVal val="0"/>
                                          </p:val>
                                        </p:tav>
                                      </p:tavLst>
                                    </p:anim>
                                    <p:animEffect transition="in" filter="fade">
                                      <p:cBhvr>
                                        <p:cTn id="116" dur="1000"/>
                                        <p:tgtEl>
                                          <p:spTgt spid="22"/>
                                        </p:tgtEl>
                                      </p:cBhvr>
                                    </p:animEffect>
                                  </p:childTnLst>
                                </p:cTn>
                              </p:par>
                            </p:childTnLst>
                          </p:cTn>
                        </p:par>
                        <p:par>
                          <p:cTn id="117" fill="hold">
                            <p:stCondLst>
                              <p:cond delay="1000"/>
                            </p:stCondLst>
                            <p:childTnLst>
                              <p:par>
                                <p:cTn id="118" presetID="42" presetClass="entr" presetSubtype="0" fill="hold" grpId="0" nodeType="afterEffect">
                                  <p:stCondLst>
                                    <p:cond delay="0"/>
                                  </p:stCondLst>
                                  <p:childTnLst>
                                    <p:set>
                                      <p:cBhvr>
                                        <p:cTn id="119" dur="1" fill="hold">
                                          <p:stCondLst>
                                            <p:cond delay="0"/>
                                          </p:stCondLst>
                                        </p:cTn>
                                        <p:tgtEl>
                                          <p:spTgt spid="32"/>
                                        </p:tgtEl>
                                        <p:attrNameLst>
                                          <p:attrName>style.visibility</p:attrName>
                                        </p:attrNameLst>
                                      </p:cBhvr>
                                      <p:to>
                                        <p:strVal val="visible"/>
                                      </p:to>
                                    </p:set>
                                    <p:animEffect transition="in" filter="fade">
                                      <p:cBhvr>
                                        <p:cTn id="120" dur="1000"/>
                                        <p:tgtEl>
                                          <p:spTgt spid="32"/>
                                        </p:tgtEl>
                                      </p:cBhvr>
                                    </p:animEffect>
                                    <p:anim calcmode="lin" valueType="num">
                                      <p:cBhvr>
                                        <p:cTn id="121" dur="1000" fill="hold"/>
                                        <p:tgtEl>
                                          <p:spTgt spid="32"/>
                                        </p:tgtEl>
                                        <p:attrNameLst>
                                          <p:attrName>ppt_x</p:attrName>
                                        </p:attrNameLst>
                                      </p:cBhvr>
                                      <p:tavLst>
                                        <p:tav tm="0">
                                          <p:val>
                                            <p:strVal val="#ppt_x"/>
                                          </p:val>
                                        </p:tav>
                                        <p:tav tm="100000">
                                          <p:val>
                                            <p:strVal val="#ppt_x"/>
                                          </p:val>
                                        </p:tav>
                                      </p:tavLst>
                                    </p:anim>
                                    <p:anim calcmode="lin" valueType="num">
                                      <p:cBhvr>
                                        <p:cTn id="122" dur="1000" fill="hold"/>
                                        <p:tgtEl>
                                          <p:spTgt spid="32"/>
                                        </p:tgtEl>
                                        <p:attrNameLst>
                                          <p:attrName>ppt_y</p:attrName>
                                        </p:attrNameLst>
                                      </p:cBhvr>
                                      <p:tavLst>
                                        <p:tav tm="0">
                                          <p:val>
                                            <p:strVal val="#ppt_y+.1"/>
                                          </p:val>
                                        </p:tav>
                                        <p:tav tm="100000">
                                          <p:val>
                                            <p:strVal val="#ppt_y"/>
                                          </p:val>
                                        </p:tav>
                                      </p:tavLst>
                                    </p:anim>
                                  </p:childTnLst>
                                </p:cTn>
                              </p:par>
                              <p:par>
                                <p:cTn id="123" presetID="22" presetClass="entr" presetSubtype="1" fill="hold" nodeType="withEffect">
                                  <p:stCondLst>
                                    <p:cond delay="0"/>
                                  </p:stCondLst>
                                  <p:childTnLst>
                                    <p:set>
                                      <p:cBhvr>
                                        <p:cTn id="124" dur="1" fill="hold">
                                          <p:stCondLst>
                                            <p:cond delay="0"/>
                                          </p:stCondLst>
                                        </p:cTn>
                                        <p:tgtEl>
                                          <p:spTgt spid="8"/>
                                        </p:tgtEl>
                                        <p:attrNameLst>
                                          <p:attrName>style.visibility</p:attrName>
                                        </p:attrNameLst>
                                      </p:cBhvr>
                                      <p:to>
                                        <p:strVal val="visible"/>
                                      </p:to>
                                    </p:set>
                                    <p:animEffect transition="in" filter="wipe(up)">
                                      <p:cBhvr>
                                        <p:cTn id="125" dur="1000"/>
                                        <p:tgtEl>
                                          <p:spTgt spid="8"/>
                                        </p:tgtEl>
                                      </p:cBhvr>
                                    </p:animEffect>
                                  </p:childTnLst>
                                </p:cTn>
                              </p:par>
                            </p:childTnLst>
                          </p:cTn>
                        </p:par>
                      </p:childTnLst>
                    </p:cTn>
                  </p:par>
                  <p:par>
                    <p:cTn id="126" fill="hold">
                      <p:stCondLst>
                        <p:cond delay="indefinite"/>
                      </p:stCondLst>
                      <p:childTnLst>
                        <p:par>
                          <p:cTn id="127" fill="hold">
                            <p:stCondLst>
                              <p:cond delay="0"/>
                            </p:stCondLst>
                            <p:childTnLst>
                              <p:par>
                                <p:cTn id="128" presetID="31" presetClass="entr" presetSubtype="0" fill="hold" grpId="0" nodeType="clickEffect">
                                  <p:stCondLst>
                                    <p:cond delay="0"/>
                                  </p:stCondLst>
                                  <p:childTnLst>
                                    <p:set>
                                      <p:cBhvr>
                                        <p:cTn id="129" dur="1" fill="hold">
                                          <p:stCondLst>
                                            <p:cond delay="0"/>
                                          </p:stCondLst>
                                        </p:cTn>
                                        <p:tgtEl>
                                          <p:spTgt spid="23"/>
                                        </p:tgtEl>
                                        <p:attrNameLst>
                                          <p:attrName>style.visibility</p:attrName>
                                        </p:attrNameLst>
                                      </p:cBhvr>
                                      <p:to>
                                        <p:strVal val="visible"/>
                                      </p:to>
                                    </p:set>
                                    <p:anim calcmode="lin" valueType="num">
                                      <p:cBhvr>
                                        <p:cTn id="130" dur="1000" fill="hold"/>
                                        <p:tgtEl>
                                          <p:spTgt spid="23"/>
                                        </p:tgtEl>
                                        <p:attrNameLst>
                                          <p:attrName>ppt_w</p:attrName>
                                        </p:attrNameLst>
                                      </p:cBhvr>
                                      <p:tavLst>
                                        <p:tav tm="0">
                                          <p:val>
                                            <p:fltVal val="0"/>
                                          </p:val>
                                        </p:tav>
                                        <p:tav tm="100000">
                                          <p:val>
                                            <p:strVal val="#ppt_w"/>
                                          </p:val>
                                        </p:tav>
                                      </p:tavLst>
                                    </p:anim>
                                    <p:anim calcmode="lin" valueType="num">
                                      <p:cBhvr>
                                        <p:cTn id="131" dur="1000" fill="hold"/>
                                        <p:tgtEl>
                                          <p:spTgt spid="23"/>
                                        </p:tgtEl>
                                        <p:attrNameLst>
                                          <p:attrName>ppt_h</p:attrName>
                                        </p:attrNameLst>
                                      </p:cBhvr>
                                      <p:tavLst>
                                        <p:tav tm="0">
                                          <p:val>
                                            <p:fltVal val="0"/>
                                          </p:val>
                                        </p:tav>
                                        <p:tav tm="100000">
                                          <p:val>
                                            <p:strVal val="#ppt_h"/>
                                          </p:val>
                                        </p:tav>
                                      </p:tavLst>
                                    </p:anim>
                                    <p:anim calcmode="lin" valueType="num">
                                      <p:cBhvr>
                                        <p:cTn id="132" dur="1000" fill="hold"/>
                                        <p:tgtEl>
                                          <p:spTgt spid="23"/>
                                        </p:tgtEl>
                                        <p:attrNameLst>
                                          <p:attrName>style.rotation</p:attrName>
                                        </p:attrNameLst>
                                      </p:cBhvr>
                                      <p:tavLst>
                                        <p:tav tm="0">
                                          <p:val>
                                            <p:fltVal val="90"/>
                                          </p:val>
                                        </p:tav>
                                        <p:tav tm="100000">
                                          <p:val>
                                            <p:fltVal val="0"/>
                                          </p:val>
                                        </p:tav>
                                      </p:tavLst>
                                    </p:anim>
                                    <p:animEffect transition="in" filter="fade">
                                      <p:cBhvr>
                                        <p:cTn id="133" dur="1000"/>
                                        <p:tgtEl>
                                          <p:spTgt spid="23"/>
                                        </p:tgtEl>
                                      </p:cBhvr>
                                    </p:animEffect>
                                  </p:childTnLst>
                                </p:cTn>
                              </p:par>
                            </p:childTnLst>
                          </p:cTn>
                        </p:par>
                        <p:par>
                          <p:cTn id="134" fill="hold">
                            <p:stCondLst>
                              <p:cond delay="1000"/>
                            </p:stCondLst>
                            <p:childTnLst>
                              <p:par>
                                <p:cTn id="135" presetID="42" presetClass="entr" presetSubtype="0" fill="hold" grpId="0" nodeType="afterEffect">
                                  <p:stCondLst>
                                    <p:cond delay="0"/>
                                  </p:stCondLst>
                                  <p:childTnLst>
                                    <p:set>
                                      <p:cBhvr>
                                        <p:cTn id="136" dur="1" fill="hold">
                                          <p:stCondLst>
                                            <p:cond delay="0"/>
                                          </p:stCondLst>
                                        </p:cTn>
                                        <p:tgtEl>
                                          <p:spTgt spid="16"/>
                                        </p:tgtEl>
                                        <p:attrNameLst>
                                          <p:attrName>style.visibility</p:attrName>
                                        </p:attrNameLst>
                                      </p:cBhvr>
                                      <p:to>
                                        <p:strVal val="visible"/>
                                      </p:to>
                                    </p:set>
                                    <p:animEffect transition="in" filter="fade">
                                      <p:cBhvr>
                                        <p:cTn id="137" dur="1000"/>
                                        <p:tgtEl>
                                          <p:spTgt spid="16"/>
                                        </p:tgtEl>
                                      </p:cBhvr>
                                    </p:animEffect>
                                    <p:anim calcmode="lin" valueType="num">
                                      <p:cBhvr>
                                        <p:cTn id="138" dur="1000" fill="hold"/>
                                        <p:tgtEl>
                                          <p:spTgt spid="16"/>
                                        </p:tgtEl>
                                        <p:attrNameLst>
                                          <p:attrName>ppt_x</p:attrName>
                                        </p:attrNameLst>
                                      </p:cBhvr>
                                      <p:tavLst>
                                        <p:tav tm="0">
                                          <p:val>
                                            <p:strVal val="#ppt_x"/>
                                          </p:val>
                                        </p:tav>
                                        <p:tav tm="100000">
                                          <p:val>
                                            <p:strVal val="#ppt_x"/>
                                          </p:val>
                                        </p:tav>
                                      </p:tavLst>
                                    </p:anim>
                                    <p:anim calcmode="lin" valueType="num">
                                      <p:cBhvr>
                                        <p:cTn id="139" dur="1000" fill="hold"/>
                                        <p:tgtEl>
                                          <p:spTgt spid="16"/>
                                        </p:tgtEl>
                                        <p:attrNameLst>
                                          <p:attrName>ppt_y</p:attrName>
                                        </p:attrNameLst>
                                      </p:cBhvr>
                                      <p:tavLst>
                                        <p:tav tm="0">
                                          <p:val>
                                            <p:strVal val="#ppt_y+.1"/>
                                          </p:val>
                                        </p:tav>
                                        <p:tav tm="100000">
                                          <p:val>
                                            <p:strVal val="#ppt_y"/>
                                          </p:val>
                                        </p:tav>
                                      </p:tavLst>
                                    </p:anim>
                                  </p:childTnLst>
                                </p:cTn>
                              </p:par>
                              <p:par>
                                <p:cTn id="140" presetID="22" presetClass="entr" presetSubtype="1" fill="hold" nodeType="withEffect">
                                  <p:stCondLst>
                                    <p:cond delay="0"/>
                                  </p:stCondLst>
                                  <p:childTnLst>
                                    <p:set>
                                      <p:cBhvr>
                                        <p:cTn id="141" dur="1" fill="hold">
                                          <p:stCondLst>
                                            <p:cond delay="0"/>
                                          </p:stCondLst>
                                        </p:cTn>
                                        <p:tgtEl>
                                          <p:spTgt spid="6"/>
                                        </p:tgtEl>
                                        <p:attrNameLst>
                                          <p:attrName>style.visibility</p:attrName>
                                        </p:attrNameLst>
                                      </p:cBhvr>
                                      <p:to>
                                        <p:strVal val="visible"/>
                                      </p:to>
                                    </p:set>
                                    <p:animEffect transition="in" filter="wipe(up)">
                                      <p:cBhvr>
                                        <p:cTn id="142" dur="1000"/>
                                        <p:tgtEl>
                                          <p:spTgt spid="6"/>
                                        </p:tgtEl>
                                      </p:cBhvr>
                                    </p:animEffect>
                                  </p:childTnLst>
                                </p:cTn>
                              </p:par>
                            </p:childTnLst>
                          </p:cTn>
                        </p:par>
                        <p:par>
                          <p:cTn id="143" fill="hold">
                            <p:stCondLst>
                              <p:cond delay="2000"/>
                            </p:stCondLst>
                            <p:childTnLst>
                              <p:par>
                                <p:cTn id="144" presetID="1" presetClass="emph" presetSubtype="2" fill="hold" nodeType="afterEffect">
                                  <p:stCondLst>
                                    <p:cond delay="500"/>
                                  </p:stCondLst>
                                  <p:childTnLst>
                                    <p:animClr clrSpc="rgb" dir="cw">
                                      <p:cBhvr>
                                        <p:cTn id="145" dur="2000" fill="hold"/>
                                        <p:tgtEl>
                                          <p:spTgt spid="32"/>
                                        </p:tgtEl>
                                        <p:attrNameLst>
                                          <p:attrName>fillcolor</p:attrName>
                                        </p:attrNameLst>
                                      </p:cBhvr>
                                      <p:to>
                                        <a:srgbClr val="000000"/>
                                      </p:to>
                                    </p:animClr>
                                    <p:set>
                                      <p:cBhvr>
                                        <p:cTn id="146" dur="2000" fill="hold"/>
                                        <p:tgtEl>
                                          <p:spTgt spid="32"/>
                                        </p:tgtEl>
                                        <p:attrNameLst>
                                          <p:attrName>fill.type</p:attrName>
                                        </p:attrNameLst>
                                      </p:cBhvr>
                                      <p:to>
                                        <p:strVal val="solid"/>
                                      </p:to>
                                    </p:set>
                                    <p:set>
                                      <p:cBhvr>
                                        <p:cTn id="147" dur="2000" fill="hold"/>
                                        <p:tgtEl>
                                          <p:spTgt spid="32"/>
                                        </p:tgtEl>
                                        <p:attrNameLst>
                                          <p:attrName>fill.on</p:attrName>
                                        </p:attrNameLst>
                                      </p:cBhvr>
                                      <p:to>
                                        <p:strVal val="true"/>
                                      </p:to>
                                    </p:set>
                                  </p:childTnLst>
                                </p:cTn>
                              </p:par>
                            </p:childTnLst>
                          </p:cTn>
                        </p:par>
                        <p:par>
                          <p:cTn id="148" fill="hold">
                            <p:stCondLst>
                              <p:cond delay="4500"/>
                            </p:stCondLst>
                            <p:childTnLst>
                              <p:par>
                                <p:cTn id="149" presetID="1" presetClass="emph" presetSubtype="2" fill="hold" nodeType="afterEffect">
                                  <p:stCondLst>
                                    <p:cond delay="0"/>
                                  </p:stCondLst>
                                  <p:childTnLst>
                                    <p:animClr clrSpc="rgb" dir="cw">
                                      <p:cBhvr>
                                        <p:cTn id="150" dur="2000" fill="hold"/>
                                        <p:tgtEl>
                                          <p:spTgt spid="34"/>
                                        </p:tgtEl>
                                        <p:attrNameLst>
                                          <p:attrName>fillcolor</p:attrName>
                                        </p:attrNameLst>
                                      </p:cBhvr>
                                      <p:to>
                                        <a:srgbClr val="FF0000"/>
                                      </p:to>
                                    </p:animClr>
                                    <p:set>
                                      <p:cBhvr>
                                        <p:cTn id="151" dur="2000" fill="hold"/>
                                        <p:tgtEl>
                                          <p:spTgt spid="34"/>
                                        </p:tgtEl>
                                        <p:attrNameLst>
                                          <p:attrName>fill.type</p:attrName>
                                        </p:attrNameLst>
                                      </p:cBhvr>
                                      <p:to>
                                        <p:strVal val="solid"/>
                                      </p:to>
                                    </p:set>
                                    <p:set>
                                      <p:cBhvr>
                                        <p:cTn id="152" dur="2000" fill="hold"/>
                                        <p:tgtEl>
                                          <p:spTgt spid="34"/>
                                        </p:tgtEl>
                                        <p:attrNameLst>
                                          <p:attrName>fill.on</p:attrName>
                                        </p:attrNameLst>
                                      </p:cBhvr>
                                      <p:to>
                                        <p:strVal val="true"/>
                                      </p:to>
                                    </p:set>
                                  </p:childTnLst>
                                </p:cTn>
                              </p:par>
                            </p:childTnLst>
                          </p:cTn>
                        </p:par>
                      </p:childTnLst>
                    </p:cTn>
                  </p:par>
                  <p:par>
                    <p:cTn id="153" fill="hold">
                      <p:stCondLst>
                        <p:cond delay="indefinite"/>
                      </p:stCondLst>
                      <p:childTnLst>
                        <p:par>
                          <p:cTn id="154" fill="hold">
                            <p:stCondLst>
                              <p:cond delay="0"/>
                            </p:stCondLst>
                            <p:childTnLst>
                              <p:par>
                                <p:cTn id="155" presetID="42" presetClass="path" presetSubtype="0" accel="50000" decel="50000" fill="hold" grpId="2" nodeType="clickEffect">
                                  <p:stCondLst>
                                    <p:cond delay="0"/>
                                  </p:stCondLst>
                                  <p:childTnLst>
                                    <p:animMotion origin="layout" path="M -0.06003 0.07408 L -0.02266 0.15556 " pathEditMode="relative" rAng="0" ptsTypes="AA">
                                      <p:cBhvr>
                                        <p:cTn id="156" dur="2000" fill="hold"/>
                                        <p:tgtEl>
                                          <p:spTgt spid="34"/>
                                        </p:tgtEl>
                                        <p:attrNameLst>
                                          <p:attrName>ppt_x</p:attrName>
                                          <p:attrName>ppt_y</p:attrName>
                                        </p:attrNameLst>
                                      </p:cBhvr>
                                      <p:rCtr x="1862" y="4074"/>
                                    </p:animMotion>
                                  </p:childTnLst>
                                </p:cTn>
                              </p:par>
                              <p:par>
                                <p:cTn id="157" presetID="10" presetClass="exit" presetSubtype="0" fill="hold" nodeType="withEffect">
                                  <p:stCondLst>
                                    <p:cond delay="0"/>
                                  </p:stCondLst>
                                  <p:childTnLst>
                                    <p:animEffect transition="out" filter="fade">
                                      <p:cBhvr>
                                        <p:cTn id="158" dur="500"/>
                                        <p:tgtEl>
                                          <p:spTgt spid="27"/>
                                        </p:tgtEl>
                                      </p:cBhvr>
                                    </p:animEffect>
                                    <p:set>
                                      <p:cBhvr>
                                        <p:cTn id="159" dur="1" fill="hold">
                                          <p:stCondLst>
                                            <p:cond delay="499"/>
                                          </p:stCondLst>
                                        </p:cTn>
                                        <p:tgtEl>
                                          <p:spTgt spid="27"/>
                                        </p:tgtEl>
                                        <p:attrNameLst>
                                          <p:attrName>style.visibility</p:attrName>
                                        </p:attrNameLst>
                                      </p:cBhvr>
                                      <p:to>
                                        <p:strVal val="hidden"/>
                                      </p:to>
                                    </p:set>
                                  </p:childTnLst>
                                </p:cTn>
                              </p:par>
                              <p:par>
                                <p:cTn id="160" presetID="56" presetClass="path" presetSubtype="0" accel="50000" decel="50000" fill="hold" grpId="1" nodeType="withEffect">
                                  <p:stCondLst>
                                    <p:cond delay="0"/>
                                  </p:stCondLst>
                                  <p:childTnLst>
                                    <p:animMotion origin="layout" path="M 2.08333E-7 -4.44444E-6 L 0.04518 -0.07893 " pathEditMode="relative" rAng="0" ptsTypes="AA">
                                      <p:cBhvr>
                                        <p:cTn id="161" dur="2000" fill="hold"/>
                                        <p:tgtEl>
                                          <p:spTgt spid="32"/>
                                        </p:tgtEl>
                                        <p:attrNameLst>
                                          <p:attrName>ppt_x</p:attrName>
                                          <p:attrName>ppt_y</p:attrName>
                                        </p:attrNameLst>
                                      </p:cBhvr>
                                      <p:rCtr x="2253" y="-3958"/>
                                    </p:animMotion>
                                  </p:childTnLst>
                                </p:cTn>
                              </p:par>
                              <p:par>
                                <p:cTn id="162" presetID="56" presetClass="path" presetSubtype="0" accel="50000" decel="50000" fill="hold" nodeType="withEffect">
                                  <p:stCondLst>
                                    <p:cond delay="0"/>
                                  </p:stCondLst>
                                  <p:childTnLst>
                                    <p:animMotion origin="layout" path="M -4.58333E-6 -2.59259E-6 L 0.05144 -0.06713 " pathEditMode="relative" rAng="0" ptsTypes="AA">
                                      <p:cBhvr>
                                        <p:cTn id="163" dur="2000" fill="hold"/>
                                        <p:tgtEl>
                                          <p:spTgt spid="8"/>
                                        </p:tgtEl>
                                        <p:attrNameLst>
                                          <p:attrName>ppt_x</p:attrName>
                                          <p:attrName>ppt_y</p:attrName>
                                        </p:attrNameLst>
                                      </p:cBhvr>
                                      <p:rCtr x="2565" y="-3356"/>
                                    </p:animMotion>
                                  </p:childTnLst>
                                </p:cTn>
                              </p:par>
                              <p:par>
                                <p:cTn id="164" presetID="56" presetClass="path" presetSubtype="0" accel="50000" decel="50000" fill="hold" grpId="1" nodeType="withEffect">
                                  <p:stCondLst>
                                    <p:cond delay="0"/>
                                  </p:stCondLst>
                                  <p:childTnLst>
                                    <p:animMotion origin="layout" path="M -3.54167E-6 2.96296E-6 L 0.04779 -0.08635 " pathEditMode="relative" rAng="0" ptsTypes="AA">
                                      <p:cBhvr>
                                        <p:cTn id="165" dur="2000" fill="hold"/>
                                        <p:tgtEl>
                                          <p:spTgt spid="16"/>
                                        </p:tgtEl>
                                        <p:attrNameLst>
                                          <p:attrName>ppt_x</p:attrName>
                                          <p:attrName>ppt_y</p:attrName>
                                        </p:attrNameLst>
                                      </p:cBhvr>
                                      <p:rCtr x="2383" y="-4329"/>
                                    </p:animMotion>
                                  </p:childTnLst>
                                </p:cTn>
                              </p:par>
                              <p:par>
                                <p:cTn id="166" presetID="56" presetClass="path" presetSubtype="0" accel="50000" decel="50000" fill="hold" nodeType="withEffect">
                                  <p:stCondLst>
                                    <p:cond delay="0"/>
                                  </p:stCondLst>
                                  <p:childTnLst>
                                    <p:animMotion origin="layout" path="M 4.16667E-6 3.33333E-6 L 0.04921 -0.08658 " pathEditMode="relative" rAng="0" ptsTypes="AA">
                                      <p:cBhvr>
                                        <p:cTn id="167" dur="2000" fill="hold"/>
                                        <p:tgtEl>
                                          <p:spTgt spid="6"/>
                                        </p:tgtEl>
                                        <p:attrNameLst>
                                          <p:attrName>ppt_x</p:attrName>
                                          <p:attrName>ppt_y</p:attrName>
                                        </p:attrNameLst>
                                      </p:cBhvr>
                                      <p:rCtr x="2461" y="-4329"/>
                                    </p:animMotion>
                                  </p:childTnLst>
                                </p:cTn>
                              </p:par>
                              <p:par>
                                <p:cTn id="168" presetID="22" presetClass="entr" presetSubtype="1" fill="hold" nodeType="withEffect">
                                  <p:stCondLst>
                                    <p:cond delay="1000"/>
                                  </p:stCondLst>
                                  <p:childTnLst>
                                    <p:set>
                                      <p:cBhvr>
                                        <p:cTn id="169" dur="1" fill="hold">
                                          <p:stCondLst>
                                            <p:cond delay="0"/>
                                          </p:stCondLst>
                                        </p:cTn>
                                        <p:tgtEl>
                                          <p:spTgt spid="28"/>
                                        </p:tgtEl>
                                        <p:attrNameLst>
                                          <p:attrName>style.visibility</p:attrName>
                                        </p:attrNameLst>
                                      </p:cBhvr>
                                      <p:to>
                                        <p:strVal val="visible"/>
                                      </p:to>
                                    </p:set>
                                    <p:animEffect transition="in" filter="wipe(up)">
                                      <p:cBhvr>
                                        <p:cTn id="170" dur="1000"/>
                                        <p:tgtEl>
                                          <p:spTgt spid="28"/>
                                        </p:tgtEl>
                                      </p:cBhvr>
                                    </p:animEffect>
                                  </p:childTnLst>
                                </p:cTn>
                              </p:par>
                            </p:childTnLst>
                          </p:cTn>
                        </p:par>
                      </p:childTnLst>
                    </p:cTn>
                  </p:par>
                  <p:par>
                    <p:cTn id="171" fill="hold">
                      <p:stCondLst>
                        <p:cond delay="indefinite"/>
                      </p:stCondLst>
                      <p:childTnLst>
                        <p:par>
                          <p:cTn id="172" fill="hold">
                            <p:stCondLst>
                              <p:cond delay="0"/>
                            </p:stCondLst>
                            <p:childTnLst>
                              <p:par>
                                <p:cTn id="173" presetID="31" presetClass="entr" presetSubtype="0" fill="hold" grpId="0" nodeType="clickEffect">
                                  <p:stCondLst>
                                    <p:cond delay="0"/>
                                  </p:stCondLst>
                                  <p:childTnLst>
                                    <p:set>
                                      <p:cBhvr>
                                        <p:cTn id="174" dur="1" fill="hold">
                                          <p:stCondLst>
                                            <p:cond delay="0"/>
                                          </p:stCondLst>
                                        </p:cTn>
                                        <p:tgtEl>
                                          <p:spTgt spid="24"/>
                                        </p:tgtEl>
                                        <p:attrNameLst>
                                          <p:attrName>style.visibility</p:attrName>
                                        </p:attrNameLst>
                                      </p:cBhvr>
                                      <p:to>
                                        <p:strVal val="visible"/>
                                      </p:to>
                                    </p:set>
                                    <p:anim calcmode="lin" valueType="num">
                                      <p:cBhvr>
                                        <p:cTn id="175" dur="1000" fill="hold"/>
                                        <p:tgtEl>
                                          <p:spTgt spid="24"/>
                                        </p:tgtEl>
                                        <p:attrNameLst>
                                          <p:attrName>ppt_w</p:attrName>
                                        </p:attrNameLst>
                                      </p:cBhvr>
                                      <p:tavLst>
                                        <p:tav tm="0">
                                          <p:val>
                                            <p:fltVal val="0"/>
                                          </p:val>
                                        </p:tav>
                                        <p:tav tm="100000">
                                          <p:val>
                                            <p:strVal val="#ppt_w"/>
                                          </p:val>
                                        </p:tav>
                                      </p:tavLst>
                                    </p:anim>
                                    <p:anim calcmode="lin" valueType="num">
                                      <p:cBhvr>
                                        <p:cTn id="176" dur="1000" fill="hold"/>
                                        <p:tgtEl>
                                          <p:spTgt spid="24"/>
                                        </p:tgtEl>
                                        <p:attrNameLst>
                                          <p:attrName>ppt_h</p:attrName>
                                        </p:attrNameLst>
                                      </p:cBhvr>
                                      <p:tavLst>
                                        <p:tav tm="0">
                                          <p:val>
                                            <p:fltVal val="0"/>
                                          </p:val>
                                        </p:tav>
                                        <p:tav tm="100000">
                                          <p:val>
                                            <p:strVal val="#ppt_h"/>
                                          </p:val>
                                        </p:tav>
                                      </p:tavLst>
                                    </p:anim>
                                    <p:anim calcmode="lin" valueType="num">
                                      <p:cBhvr>
                                        <p:cTn id="177" dur="1000" fill="hold"/>
                                        <p:tgtEl>
                                          <p:spTgt spid="24"/>
                                        </p:tgtEl>
                                        <p:attrNameLst>
                                          <p:attrName>style.rotation</p:attrName>
                                        </p:attrNameLst>
                                      </p:cBhvr>
                                      <p:tavLst>
                                        <p:tav tm="0">
                                          <p:val>
                                            <p:fltVal val="90"/>
                                          </p:val>
                                        </p:tav>
                                        <p:tav tm="100000">
                                          <p:val>
                                            <p:fltVal val="0"/>
                                          </p:val>
                                        </p:tav>
                                      </p:tavLst>
                                    </p:anim>
                                    <p:animEffect transition="in" filter="fade">
                                      <p:cBhvr>
                                        <p:cTn id="178" dur="1000"/>
                                        <p:tgtEl>
                                          <p:spTgt spid="24"/>
                                        </p:tgtEl>
                                      </p:cBhvr>
                                    </p:animEffect>
                                  </p:childTnLst>
                                </p:cTn>
                              </p:par>
                            </p:childTnLst>
                          </p:cTn>
                        </p:par>
                        <p:par>
                          <p:cTn id="179" fill="hold">
                            <p:stCondLst>
                              <p:cond delay="1000"/>
                            </p:stCondLst>
                            <p:childTnLst>
                              <p:par>
                                <p:cTn id="180" presetID="42" presetClass="entr" presetSubtype="0" fill="hold" grpId="0" nodeType="afterEffect">
                                  <p:stCondLst>
                                    <p:cond delay="0"/>
                                  </p:stCondLst>
                                  <p:childTnLst>
                                    <p:set>
                                      <p:cBhvr>
                                        <p:cTn id="181" dur="1" fill="hold">
                                          <p:stCondLst>
                                            <p:cond delay="0"/>
                                          </p:stCondLst>
                                        </p:cTn>
                                        <p:tgtEl>
                                          <p:spTgt spid="40"/>
                                        </p:tgtEl>
                                        <p:attrNameLst>
                                          <p:attrName>style.visibility</p:attrName>
                                        </p:attrNameLst>
                                      </p:cBhvr>
                                      <p:to>
                                        <p:strVal val="visible"/>
                                      </p:to>
                                    </p:set>
                                    <p:animEffect transition="in" filter="fade">
                                      <p:cBhvr>
                                        <p:cTn id="182" dur="1000"/>
                                        <p:tgtEl>
                                          <p:spTgt spid="40"/>
                                        </p:tgtEl>
                                      </p:cBhvr>
                                    </p:animEffect>
                                    <p:anim calcmode="lin" valueType="num">
                                      <p:cBhvr>
                                        <p:cTn id="183" dur="1000" fill="hold"/>
                                        <p:tgtEl>
                                          <p:spTgt spid="40"/>
                                        </p:tgtEl>
                                        <p:attrNameLst>
                                          <p:attrName>ppt_x</p:attrName>
                                        </p:attrNameLst>
                                      </p:cBhvr>
                                      <p:tavLst>
                                        <p:tav tm="0">
                                          <p:val>
                                            <p:strVal val="#ppt_x"/>
                                          </p:val>
                                        </p:tav>
                                        <p:tav tm="100000">
                                          <p:val>
                                            <p:strVal val="#ppt_x"/>
                                          </p:val>
                                        </p:tav>
                                      </p:tavLst>
                                    </p:anim>
                                    <p:anim calcmode="lin" valueType="num">
                                      <p:cBhvr>
                                        <p:cTn id="184" dur="1000" fill="hold"/>
                                        <p:tgtEl>
                                          <p:spTgt spid="40"/>
                                        </p:tgtEl>
                                        <p:attrNameLst>
                                          <p:attrName>ppt_y</p:attrName>
                                        </p:attrNameLst>
                                      </p:cBhvr>
                                      <p:tavLst>
                                        <p:tav tm="0">
                                          <p:val>
                                            <p:strVal val="#ppt_y+.1"/>
                                          </p:val>
                                        </p:tav>
                                        <p:tav tm="100000">
                                          <p:val>
                                            <p:strVal val="#ppt_y"/>
                                          </p:val>
                                        </p:tav>
                                      </p:tavLst>
                                    </p:anim>
                                  </p:childTnLst>
                                </p:cTn>
                              </p:par>
                              <p:par>
                                <p:cTn id="185" presetID="22" presetClass="entr" presetSubtype="1" fill="hold" nodeType="withEffect">
                                  <p:stCondLst>
                                    <p:cond delay="0"/>
                                  </p:stCondLst>
                                  <p:childTnLst>
                                    <p:set>
                                      <p:cBhvr>
                                        <p:cTn id="186" dur="1" fill="hold">
                                          <p:stCondLst>
                                            <p:cond delay="0"/>
                                          </p:stCondLst>
                                        </p:cTn>
                                        <p:tgtEl>
                                          <p:spTgt spid="7"/>
                                        </p:tgtEl>
                                        <p:attrNameLst>
                                          <p:attrName>style.visibility</p:attrName>
                                        </p:attrNameLst>
                                      </p:cBhvr>
                                      <p:to>
                                        <p:strVal val="visible"/>
                                      </p:to>
                                    </p:set>
                                    <p:animEffect transition="in" filter="wipe(up)">
                                      <p:cBhvr>
                                        <p:cTn id="187" dur="1000"/>
                                        <p:tgtEl>
                                          <p:spTgt spid="7"/>
                                        </p:tgtEl>
                                      </p:cBhvr>
                                    </p:animEffect>
                                  </p:childTnLst>
                                </p:cTn>
                              </p:par>
                            </p:childTnLst>
                          </p:cTn>
                        </p:par>
                        <p:par>
                          <p:cTn id="188" fill="hold">
                            <p:stCondLst>
                              <p:cond delay="2000"/>
                            </p:stCondLst>
                            <p:childTnLst>
                              <p:par>
                                <p:cTn id="189" presetID="1" presetClass="emph" presetSubtype="2" fill="hold" nodeType="afterEffect">
                                  <p:stCondLst>
                                    <p:cond delay="500"/>
                                  </p:stCondLst>
                                  <p:childTnLst>
                                    <p:animClr clrSpc="rgb" dir="cw">
                                      <p:cBhvr>
                                        <p:cTn id="190" dur="2000" fill="hold"/>
                                        <p:tgtEl>
                                          <p:spTgt spid="34"/>
                                        </p:tgtEl>
                                        <p:attrNameLst>
                                          <p:attrName>fillcolor</p:attrName>
                                        </p:attrNameLst>
                                      </p:cBhvr>
                                      <p:to>
                                        <a:srgbClr val="000000"/>
                                      </p:to>
                                    </p:animClr>
                                    <p:set>
                                      <p:cBhvr>
                                        <p:cTn id="191" dur="2000" fill="hold"/>
                                        <p:tgtEl>
                                          <p:spTgt spid="34"/>
                                        </p:tgtEl>
                                        <p:attrNameLst>
                                          <p:attrName>fill.type</p:attrName>
                                        </p:attrNameLst>
                                      </p:cBhvr>
                                      <p:to>
                                        <p:strVal val="solid"/>
                                      </p:to>
                                    </p:set>
                                    <p:set>
                                      <p:cBhvr>
                                        <p:cTn id="192" dur="2000" fill="hold"/>
                                        <p:tgtEl>
                                          <p:spTgt spid="34"/>
                                        </p:tgtEl>
                                        <p:attrNameLst>
                                          <p:attrName>fill.on</p:attrName>
                                        </p:attrNameLst>
                                      </p:cBhvr>
                                      <p:to>
                                        <p:strVal val="true"/>
                                      </p:to>
                                    </p:set>
                                  </p:childTnLst>
                                </p:cTn>
                              </p:par>
                            </p:childTnLst>
                          </p:cTn>
                        </p:par>
                        <p:par>
                          <p:cTn id="193" fill="hold">
                            <p:stCondLst>
                              <p:cond delay="4500"/>
                            </p:stCondLst>
                            <p:childTnLst>
                              <p:par>
                                <p:cTn id="194" presetID="1" presetClass="emph" presetSubtype="2" fill="hold" nodeType="afterEffect">
                                  <p:stCondLst>
                                    <p:cond delay="0"/>
                                  </p:stCondLst>
                                  <p:childTnLst>
                                    <p:animClr clrSpc="rgb" dir="cw">
                                      <p:cBhvr>
                                        <p:cTn id="195" dur="2000" fill="hold"/>
                                        <p:tgtEl>
                                          <p:spTgt spid="16"/>
                                        </p:tgtEl>
                                        <p:attrNameLst>
                                          <p:attrName>fillcolor</p:attrName>
                                        </p:attrNameLst>
                                      </p:cBhvr>
                                      <p:to>
                                        <a:srgbClr val="000000"/>
                                      </p:to>
                                    </p:animClr>
                                    <p:set>
                                      <p:cBhvr>
                                        <p:cTn id="196" dur="2000" fill="hold"/>
                                        <p:tgtEl>
                                          <p:spTgt spid="16"/>
                                        </p:tgtEl>
                                        <p:attrNameLst>
                                          <p:attrName>fill.type</p:attrName>
                                        </p:attrNameLst>
                                      </p:cBhvr>
                                      <p:to>
                                        <p:strVal val="solid"/>
                                      </p:to>
                                    </p:set>
                                    <p:set>
                                      <p:cBhvr>
                                        <p:cTn id="197" dur="2000" fill="hold"/>
                                        <p:tgtEl>
                                          <p:spTgt spid="16"/>
                                        </p:tgtEl>
                                        <p:attrNameLst>
                                          <p:attrName>fill.on</p:attrName>
                                        </p:attrNameLst>
                                      </p:cBhvr>
                                      <p:to>
                                        <p:strVal val="true"/>
                                      </p:to>
                                    </p:set>
                                  </p:childTnLst>
                                </p:cTn>
                              </p:par>
                            </p:childTnLst>
                          </p:cTn>
                        </p:par>
                        <p:par>
                          <p:cTn id="198" fill="hold">
                            <p:stCondLst>
                              <p:cond delay="6500"/>
                            </p:stCondLst>
                            <p:childTnLst>
                              <p:par>
                                <p:cTn id="199" presetID="1" presetClass="emph" presetSubtype="2" fill="hold" nodeType="afterEffect">
                                  <p:stCondLst>
                                    <p:cond delay="0"/>
                                  </p:stCondLst>
                                  <p:childTnLst>
                                    <p:animClr clrSpc="rgb" dir="cw">
                                      <p:cBhvr>
                                        <p:cTn id="200" dur="2000" fill="hold"/>
                                        <p:tgtEl>
                                          <p:spTgt spid="32"/>
                                        </p:tgtEl>
                                        <p:attrNameLst>
                                          <p:attrName>fillcolor</p:attrName>
                                        </p:attrNameLst>
                                      </p:cBhvr>
                                      <p:to>
                                        <a:srgbClr val="FF0000"/>
                                      </p:to>
                                    </p:animClr>
                                    <p:set>
                                      <p:cBhvr>
                                        <p:cTn id="201" dur="2000" fill="hold"/>
                                        <p:tgtEl>
                                          <p:spTgt spid="32"/>
                                        </p:tgtEl>
                                        <p:attrNameLst>
                                          <p:attrName>fill.type</p:attrName>
                                        </p:attrNameLst>
                                      </p:cBhvr>
                                      <p:to>
                                        <p:strVal val="solid"/>
                                      </p:to>
                                    </p:set>
                                    <p:set>
                                      <p:cBhvr>
                                        <p:cTn id="202" dur="2000" fill="hold"/>
                                        <p:tgtEl>
                                          <p:spTgt spid="32"/>
                                        </p:tgtEl>
                                        <p:attrNameLst>
                                          <p:attrName>fill.on</p:attrName>
                                        </p:attrNameLst>
                                      </p:cBhvr>
                                      <p:to>
                                        <p:strVal val="true"/>
                                      </p:to>
                                    </p:set>
                                  </p:childTnLst>
                                </p:cTn>
                              </p:par>
                            </p:childTnLst>
                          </p:cTn>
                        </p:par>
                      </p:childTnLst>
                    </p:cTn>
                  </p:par>
                  <p:par>
                    <p:cTn id="203" fill="hold">
                      <p:stCondLst>
                        <p:cond delay="indefinite"/>
                      </p:stCondLst>
                      <p:childTnLst>
                        <p:par>
                          <p:cTn id="204" fill="hold">
                            <p:stCondLst>
                              <p:cond delay="0"/>
                            </p:stCondLst>
                            <p:childTnLst>
                              <p:par>
                                <p:cTn id="205" presetID="31" presetClass="entr" presetSubtype="0" fill="hold" grpId="0" nodeType="clickEffect">
                                  <p:stCondLst>
                                    <p:cond delay="0"/>
                                  </p:stCondLst>
                                  <p:childTnLst>
                                    <p:set>
                                      <p:cBhvr>
                                        <p:cTn id="206" dur="1" fill="hold">
                                          <p:stCondLst>
                                            <p:cond delay="0"/>
                                          </p:stCondLst>
                                        </p:cTn>
                                        <p:tgtEl>
                                          <p:spTgt spid="25"/>
                                        </p:tgtEl>
                                        <p:attrNameLst>
                                          <p:attrName>style.visibility</p:attrName>
                                        </p:attrNameLst>
                                      </p:cBhvr>
                                      <p:to>
                                        <p:strVal val="visible"/>
                                      </p:to>
                                    </p:set>
                                    <p:anim calcmode="lin" valueType="num">
                                      <p:cBhvr>
                                        <p:cTn id="207" dur="1000" fill="hold"/>
                                        <p:tgtEl>
                                          <p:spTgt spid="25"/>
                                        </p:tgtEl>
                                        <p:attrNameLst>
                                          <p:attrName>ppt_w</p:attrName>
                                        </p:attrNameLst>
                                      </p:cBhvr>
                                      <p:tavLst>
                                        <p:tav tm="0">
                                          <p:val>
                                            <p:fltVal val="0"/>
                                          </p:val>
                                        </p:tav>
                                        <p:tav tm="100000">
                                          <p:val>
                                            <p:strVal val="#ppt_w"/>
                                          </p:val>
                                        </p:tav>
                                      </p:tavLst>
                                    </p:anim>
                                    <p:anim calcmode="lin" valueType="num">
                                      <p:cBhvr>
                                        <p:cTn id="208" dur="1000" fill="hold"/>
                                        <p:tgtEl>
                                          <p:spTgt spid="25"/>
                                        </p:tgtEl>
                                        <p:attrNameLst>
                                          <p:attrName>ppt_h</p:attrName>
                                        </p:attrNameLst>
                                      </p:cBhvr>
                                      <p:tavLst>
                                        <p:tav tm="0">
                                          <p:val>
                                            <p:fltVal val="0"/>
                                          </p:val>
                                        </p:tav>
                                        <p:tav tm="100000">
                                          <p:val>
                                            <p:strVal val="#ppt_h"/>
                                          </p:val>
                                        </p:tav>
                                      </p:tavLst>
                                    </p:anim>
                                    <p:anim calcmode="lin" valueType="num">
                                      <p:cBhvr>
                                        <p:cTn id="209" dur="1000" fill="hold"/>
                                        <p:tgtEl>
                                          <p:spTgt spid="25"/>
                                        </p:tgtEl>
                                        <p:attrNameLst>
                                          <p:attrName>style.rotation</p:attrName>
                                        </p:attrNameLst>
                                      </p:cBhvr>
                                      <p:tavLst>
                                        <p:tav tm="0">
                                          <p:val>
                                            <p:fltVal val="90"/>
                                          </p:val>
                                        </p:tav>
                                        <p:tav tm="100000">
                                          <p:val>
                                            <p:fltVal val="0"/>
                                          </p:val>
                                        </p:tav>
                                      </p:tavLst>
                                    </p:anim>
                                    <p:animEffect transition="in" filter="fade">
                                      <p:cBhvr>
                                        <p:cTn id="210" dur="1000"/>
                                        <p:tgtEl>
                                          <p:spTgt spid="25"/>
                                        </p:tgtEl>
                                      </p:cBhvr>
                                    </p:animEffect>
                                  </p:childTnLst>
                                </p:cTn>
                              </p:par>
                            </p:childTnLst>
                          </p:cTn>
                        </p:par>
                        <p:par>
                          <p:cTn id="211" fill="hold">
                            <p:stCondLst>
                              <p:cond delay="1000"/>
                            </p:stCondLst>
                            <p:childTnLst>
                              <p:par>
                                <p:cTn id="212" presetID="42" presetClass="entr" presetSubtype="0" fill="hold" grpId="0" nodeType="afterEffect">
                                  <p:stCondLst>
                                    <p:cond delay="0"/>
                                  </p:stCondLst>
                                  <p:childTnLst>
                                    <p:set>
                                      <p:cBhvr>
                                        <p:cTn id="213" dur="1" fill="hold">
                                          <p:stCondLst>
                                            <p:cond delay="0"/>
                                          </p:stCondLst>
                                        </p:cTn>
                                        <p:tgtEl>
                                          <p:spTgt spid="33"/>
                                        </p:tgtEl>
                                        <p:attrNameLst>
                                          <p:attrName>style.visibility</p:attrName>
                                        </p:attrNameLst>
                                      </p:cBhvr>
                                      <p:to>
                                        <p:strVal val="visible"/>
                                      </p:to>
                                    </p:set>
                                    <p:animEffect transition="in" filter="fade">
                                      <p:cBhvr>
                                        <p:cTn id="214" dur="1000"/>
                                        <p:tgtEl>
                                          <p:spTgt spid="33"/>
                                        </p:tgtEl>
                                      </p:cBhvr>
                                    </p:animEffect>
                                    <p:anim calcmode="lin" valueType="num">
                                      <p:cBhvr>
                                        <p:cTn id="215" dur="1000" fill="hold"/>
                                        <p:tgtEl>
                                          <p:spTgt spid="33"/>
                                        </p:tgtEl>
                                        <p:attrNameLst>
                                          <p:attrName>ppt_x</p:attrName>
                                        </p:attrNameLst>
                                      </p:cBhvr>
                                      <p:tavLst>
                                        <p:tav tm="0">
                                          <p:val>
                                            <p:strVal val="#ppt_x"/>
                                          </p:val>
                                        </p:tav>
                                        <p:tav tm="100000">
                                          <p:val>
                                            <p:strVal val="#ppt_x"/>
                                          </p:val>
                                        </p:tav>
                                      </p:tavLst>
                                    </p:anim>
                                    <p:anim calcmode="lin" valueType="num">
                                      <p:cBhvr>
                                        <p:cTn id="216" dur="1000" fill="hold"/>
                                        <p:tgtEl>
                                          <p:spTgt spid="33"/>
                                        </p:tgtEl>
                                        <p:attrNameLst>
                                          <p:attrName>ppt_y</p:attrName>
                                        </p:attrNameLst>
                                      </p:cBhvr>
                                      <p:tavLst>
                                        <p:tav tm="0">
                                          <p:val>
                                            <p:strVal val="#ppt_y+.1"/>
                                          </p:val>
                                        </p:tav>
                                        <p:tav tm="100000">
                                          <p:val>
                                            <p:strVal val="#ppt_y"/>
                                          </p:val>
                                        </p:tav>
                                      </p:tavLst>
                                    </p:anim>
                                  </p:childTnLst>
                                </p:cTn>
                              </p:par>
                              <p:par>
                                <p:cTn id="217" presetID="22" presetClass="entr" presetSubtype="1" fill="hold" nodeType="withEffect">
                                  <p:stCondLst>
                                    <p:cond delay="0"/>
                                  </p:stCondLst>
                                  <p:childTnLst>
                                    <p:set>
                                      <p:cBhvr>
                                        <p:cTn id="218" dur="1" fill="hold">
                                          <p:stCondLst>
                                            <p:cond delay="0"/>
                                          </p:stCondLst>
                                        </p:cTn>
                                        <p:tgtEl>
                                          <p:spTgt spid="11"/>
                                        </p:tgtEl>
                                        <p:attrNameLst>
                                          <p:attrName>style.visibility</p:attrName>
                                        </p:attrNameLst>
                                      </p:cBhvr>
                                      <p:to>
                                        <p:strVal val="visible"/>
                                      </p:to>
                                    </p:set>
                                    <p:animEffect transition="in" filter="wipe(up)">
                                      <p:cBhvr>
                                        <p:cTn id="219" dur="1000"/>
                                        <p:tgtEl>
                                          <p:spTgt spid="11"/>
                                        </p:tgtEl>
                                      </p:cBhvr>
                                    </p:animEffect>
                                  </p:childTnLst>
                                </p:cTn>
                              </p:par>
                            </p:childTnLst>
                          </p:cTn>
                        </p:par>
                      </p:childTnLst>
                    </p:cTn>
                  </p:par>
                  <p:par>
                    <p:cTn id="220" fill="hold">
                      <p:stCondLst>
                        <p:cond delay="indefinite"/>
                      </p:stCondLst>
                      <p:childTnLst>
                        <p:par>
                          <p:cTn id="221" fill="hold">
                            <p:stCondLst>
                              <p:cond delay="0"/>
                            </p:stCondLst>
                            <p:childTnLst>
                              <p:par>
                                <p:cTn id="222" presetID="31" presetClass="entr" presetSubtype="0" fill="hold" grpId="0" nodeType="clickEffect">
                                  <p:stCondLst>
                                    <p:cond delay="0"/>
                                  </p:stCondLst>
                                  <p:childTnLst>
                                    <p:set>
                                      <p:cBhvr>
                                        <p:cTn id="223" dur="1" fill="hold">
                                          <p:stCondLst>
                                            <p:cond delay="0"/>
                                          </p:stCondLst>
                                        </p:cTn>
                                        <p:tgtEl>
                                          <p:spTgt spid="26"/>
                                        </p:tgtEl>
                                        <p:attrNameLst>
                                          <p:attrName>style.visibility</p:attrName>
                                        </p:attrNameLst>
                                      </p:cBhvr>
                                      <p:to>
                                        <p:strVal val="visible"/>
                                      </p:to>
                                    </p:set>
                                    <p:anim calcmode="lin" valueType="num">
                                      <p:cBhvr>
                                        <p:cTn id="224" dur="1000" fill="hold"/>
                                        <p:tgtEl>
                                          <p:spTgt spid="26"/>
                                        </p:tgtEl>
                                        <p:attrNameLst>
                                          <p:attrName>ppt_w</p:attrName>
                                        </p:attrNameLst>
                                      </p:cBhvr>
                                      <p:tavLst>
                                        <p:tav tm="0">
                                          <p:val>
                                            <p:fltVal val="0"/>
                                          </p:val>
                                        </p:tav>
                                        <p:tav tm="100000">
                                          <p:val>
                                            <p:strVal val="#ppt_w"/>
                                          </p:val>
                                        </p:tav>
                                      </p:tavLst>
                                    </p:anim>
                                    <p:anim calcmode="lin" valueType="num">
                                      <p:cBhvr>
                                        <p:cTn id="225" dur="1000" fill="hold"/>
                                        <p:tgtEl>
                                          <p:spTgt spid="26"/>
                                        </p:tgtEl>
                                        <p:attrNameLst>
                                          <p:attrName>ppt_h</p:attrName>
                                        </p:attrNameLst>
                                      </p:cBhvr>
                                      <p:tavLst>
                                        <p:tav tm="0">
                                          <p:val>
                                            <p:fltVal val="0"/>
                                          </p:val>
                                        </p:tav>
                                        <p:tav tm="100000">
                                          <p:val>
                                            <p:strVal val="#ppt_h"/>
                                          </p:val>
                                        </p:tav>
                                      </p:tavLst>
                                    </p:anim>
                                    <p:anim calcmode="lin" valueType="num">
                                      <p:cBhvr>
                                        <p:cTn id="226" dur="1000" fill="hold"/>
                                        <p:tgtEl>
                                          <p:spTgt spid="26"/>
                                        </p:tgtEl>
                                        <p:attrNameLst>
                                          <p:attrName>style.rotation</p:attrName>
                                        </p:attrNameLst>
                                      </p:cBhvr>
                                      <p:tavLst>
                                        <p:tav tm="0">
                                          <p:val>
                                            <p:fltVal val="90"/>
                                          </p:val>
                                        </p:tav>
                                        <p:tav tm="100000">
                                          <p:val>
                                            <p:fltVal val="0"/>
                                          </p:val>
                                        </p:tav>
                                      </p:tavLst>
                                    </p:anim>
                                    <p:animEffect transition="in" filter="fade">
                                      <p:cBhvr>
                                        <p:cTn id="227" dur="1000"/>
                                        <p:tgtEl>
                                          <p:spTgt spid="26"/>
                                        </p:tgtEl>
                                      </p:cBhvr>
                                    </p:animEffect>
                                  </p:childTnLst>
                                </p:cTn>
                              </p:par>
                            </p:childTnLst>
                          </p:cTn>
                        </p:par>
                        <p:par>
                          <p:cTn id="228" fill="hold">
                            <p:stCondLst>
                              <p:cond delay="1000"/>
                            </p:stCondLst>
                            <p:childTnLst>
                              <p:par>
                                <p:cTn id="229" presetID="42" presetClass="entr" presetSubtype="0" fill="hold" grpId="0" nodeType="afterEffect">
                                  <p:stCondLst>
                                    <p:cond delay="0"/>
                                  </p:stCondLst>
                                  <p:childTnLst>
                                    <p:set>
                                      <p:cBhvr>
                                        <p:cTn id="230" dur="1" fill="hold">
                                          <p:stCondLst>
                                            <p:cond delay="0"/>
                                          </p:stCondLst>
                                        </p:cTn>
                                        <p:tgtEl>
                                          <p:spTgt spid="30"/>
                                        </p:tgtEl>
                                        <p:attrNameLst>
                                          <p:attrName>style.visibility</p:attrName>
                                        </p:attrNameLst>
                                      </p:cBhvr>
                                      <p:to>
                                        <p:strVal val="visible"/>
                                      </p:to>
                                    </p:set>
                                    <p:animEffect transition="in" filter="fade">
                                      <p:cBhvr>
                                        <p:cTn id="231" dur="1000"/>
                                        <p:tgtEl>
                                          <p:spTgt spid="30"/>
                                        </p:tgtEl>
                                      </p:cBhvr>
                                    </p:animEffect>
                                    <p:anim calcmode="lin" valueType="num">
                                      <p:cBhvr>
                                        <p:cTn id="232" dur="1000" fill="hold"/>
                                        <p:tgtEl>
                                          <p:spTgt spid="30"/>
                                        </p:tgtEl>
                                        <p:attrNameLst>
                                          <p:attrName>ppt_x</p:attrName>
                                        </p:attrNameLst>
                                      </p:cBhvr>
                                      <p:tavLst>
                                        <p:tav tm="0">
                                          <p:val>
                                            <p:strVal val="#ppt_x"/>
                                          </p:val>
                                        </p:tav>
                                        <p:tav tm="100000">
                                          <p:val>
                                            <p:strVal val="#ppt_x"/>
                                          </p:val>
                                        </p:tav>
                                      </p:tavLst>
                                    </p:anim>
                                    <p:anim calcmode="lin" valueType="num">
                                      <p:cBhvr>
                                        <p:cTn id="233" dur="1000" fill="hold"/>
                                        <p:tgtEl>
                                          <p:spTgt spid="30"/>
                                        </p:tgtEl>
                                        <p:attrNameLst>
                                          <p:attrName>ppt_y</p:attrName>
                                        </p:attrNameLst>
                                      </p:cBhvr>
                                      <p:tavLst>
                                        <p:tav tm="0">
                                          <p:val>
                                            <p:strVal val="#ppt_y+.1"/>
                                          </p:val>
                                        </p:tav>
                                        <p:tav tm="100000">
                                          <p:val>
                                            <p:strVal val="#ppt_y"/>
                                          </p:val>
                                        </p:tav>
                                      </p:tavLst>
                                    </p:anim>
                                  </p:childTnLst>
                                </p:cTn>
                              </p:par>
                              <p:par>
                                <p:cTn id="234" presetID="22" presetClass="entr" presetSubtype="1" fill="hold" nodeType="withEffect">
                                  <p:stCondLst>
                                    <p:cond delay="0"/>
                                  </p:stCondLst>
                                  <p:childTnLst>
                                    <p:set>
                                      <p:cBhvr>
                                        <p:cTn id="235" dur="1" fill="hold">
                                          <p:stCondLst>
                                            <p:cond delay="0"/>
                                          </p:stCondLst>
                                        </p:cTn>
                                        <p:tgtEl>
                                          <p:spTgt spid="29"/>
                                        </p:tgtEl>
                                        <p:attrNameLst>
                                          <p:attrName>style.visibility</p:attrName>
                                        </p:attrNameLst>
                                      </p:cBhvr>
                                      <p:to>
                                        <p:strVal val="visible"/>
                                      </p:to>
                                    </p:set>
                                    <p:animEffect transition="in" filter="wipe(up)">
                                      <p:cBhvr>
                                        <p:cTn id="236" dur="1000"/>
                                        <p:tgtEl>
                                          <p:spTgt spid="29"/>
                                        </p:tgtEl>
                                      </p:cBhvr>
                                    </p:animEffect>
                                  </p:childTnLst>
                                </p:cTn>
                              </p:par>
                            </p:childTnLst>
                          </p:cTn>
                        </p:par>
                        <p:par>
                          <p:cTn id="237" fill="hold">
                            <p:stCondLst>
                              <p:cond delay="2000"/>
                            </p:stCondLst>
                            <p:childTnLst>
                              <p:par>
                                <p:cTn id="238" presetID="1" presetClass="emph" presetSubtype="2" fill="hold" nodeType="afterEffect">
                                  <p:stCondLst>
                                    <p:cond delay="500"/>
                                  </p:stCondLst>
                                  <p:childTnLst>
                                    <p:animClr clrSpc="rgb" dir="cw">
                                      <p:cBhvr>
                                        <p:cTn id="239" dur="2000" fill="hold"/>
                                        <p:tgtEl>
                                          <p:spTgt spid="33"/>
                                        </p:tgtEl>
                                        <p:attrNameLst>
                                          <p:attrName>fillcolor</p:attrName>
                                        </p:attrNameLst>
                                      </p:cBhvr>
                                      <p:to>
                                        <a:srgbClr val="000000"/>
                                      </p:to>
                                    </p:animClr>
                                    <p:set>
                                      <p:cBhvr>
                                        <p:cTn id="240" dur="2000" fill="hold"/>
                                        <p:tgtEl>
                                          <p:spTgt spid="33"/>
                                        </p:tgtEl>
                                        <p:attrNameLst>
                                          <p:attrName>fill.type</p:attrName>
                                        </p:attrNameLst>
                                      </p:cBhvr>
                                      <p:to>
                                        <p:strVal val="solid"/>
                                      </p:to>
                                    </p:set>
                                    <p:set>
                                      <p:cBhvr>
                                        <p:cTn id="241" dur="2000" fill="hold"/>
                                        <p:tgtEl>
                                          <p:spTgt spid="33"/>
                                        </p:tgtEl>
                                        <p:attrNameLst>
                                          <p:attrName>fill.on</p:attrName>
                                        </p:attrNameLst>
                                      </p:cBhvr>
                                      <p:to>
                                        <p:strVal val="true"/>
                                      </p:to>
                                    </p:set>
                                  </p:childTnLst>
                                </p:cTn>
                              </p:par>
                            </p:childTnLst>
                          </p:cTn>
                        </p:par>
                        <p:par>
                          <p:cTn id="242" fill="hold">
                            <p:stCondLst>
                              <p:cond delay="4500"/>
                            </p:stCondLst>
                            <p:childTnLst>
                              <p:par>
                                <p:cTn id="243" presetID="1" presetClass="emph" presetSubtype="2" fill="hold" nodeType="afterEffect">
                                  <p:stCondLst>
                                    <p:cond delay="0"/>
                                  </p:stCondLst>
                                  <p:childTnLst>
                                    <p:animClr clrSpc="rgb" dir="cw">
                                      <p:cBhvr>
                                        <p:cTn id="244" dur="2000" fill="hold"/>
                                        <p:tgtEl>
                                          <p:spTgt spid="40"/>
                                        </p:tgtEl>
                                        <p:attrNameLst>
                                          <p:attrName>fillcolor</p:attrName>
                                        </p:attrNameLst>
                                      </p:cBhvr>
                                      <p:to>
                                        <a:srgbClr val="000000"/>
                                      </p:to>
                                    </p:animClr>
                                    <p:set>
                                      <p:cBhvr>
                                        <p:cTn id="245" dur="2000" fill="hold"/>
                                        <p:tgtEl>
                                          <p:spTgt spid="40"/>
                                        </p:tgtEl>
                                        <p:attrNameLst>
                                          <p:attrName>fill.type</p:attrName>
                                        </p:attrNameLst>
                                      </p:cBhvr>
                                      <p:to>
                                        <p:strVal val="solid"/>
                                      </p:to>
                                    </p:set>
                                    <p:set>
                                      <p:cBhvr>
                                        <p:cTn id="246" dur="2000" fill="hold"/>
                                        <p:tgtEl>
                                          <p:spTgt spid="40"/>
                                        </p:tgtEl>
                                        <p:attrNameLst>
                                          <p:attrName>fill.on</p:attrName>
                                        </p:attrNameLst>
                                      </p:cBhvr>
                                      <p:to>
                                        <p:strVal val="true"/>
                                      </p:to>
                                    </p:set>
                                  </p:childTnLst>
                                </p:cTn>
                              </p:par>
                            </p:childTnLst>
                          </p:cTn>
                        </p:par>
                        <p:par>
                          <p:cTn id="247" fill="hold">
                            <p:stCondLst>
                              <p:cond delay="6500"/>
                            </p:stCondLst>
                            <p:childTnLst>
                              <p:par>
                                <p:cTn id="248" presetID="1" presetClass="emph" presetSubtype="2" fill="hold" nodeType="afterEffect">
                                  <p:stCondLst>
                                    <p:cond delay="0"/>
                                  </p:stCondLst>
                                  <p:childTnLst>
                                    <p:animClr clrSpc="rgb" dir="cw">
                                      <p:cBhvr>
                                        <p:cTn id="249" dur="2000" fill="hold"/>
                                        <p:tgtEl>
                                          <p:spTgt spid="34"/>
                                        </p:tgtEl>
                                        <p:attrNameLst>
                                          <p:attrName>fillcolor</p:attrName>
                                        </p:attrNameLst>
                                      </p:cBhvr>
                                      <p:to>
                                        <a:srgbClr val="FF0000"/>
                                      </p:to>
                                    </p:animClr>
                                    <p:set>
                                      <p:cBhvr>
                                        <p:cTn id="250" dur="2000" fill="hold"/>
                                        <p:tgtEl>
                                          <p:spTgt spid="34"/>
                                        </p:tgtEl>
                                        <p:attrNameLst>
                                          <p:attrName>fill.type</p:attrName>
                                        </p:attrNameLst>
                                      </p:cBhvr>
                                      <p:to>
                                        <p:strVal val="solid"/>
                                      </p:to>
                                    </p:set>
                                    <p:set>
                                      <p:cBhvr>
                                        <p:cTn id="251" dur="2000" fill="hold"/>
                                        <p:tgtEl>
                                          <p:spTgt spid="34"/>
                                        </p:tgtEl>
                                        <p:attrNameLst>
                                          <p:attrName>fill.on</p:attrName>
                                        </p:attrNameLst>
                                      </p:cBhvr>
                                      <p:to>
                                        <p:strVal val="true"/>
                                      </p:to>
                                    </p:set>
                                  </p:childTnLst>
                                </p:cTn>
                              </p:par>
                            </p:childTnLst>
                          </p:cTn>
                        </p:par>
                      </p:childTnLst>
                    </p:cTn>
                  </p:par>
                  <p:par>
                    <p:cTn id="252" fill="hold">
                      <p:stCondLst>
                        <p:cond delay="indefinite"/>
                      </p:stCondLst>
                      <p:childTnLst>
                        <p:par>
                          <p:cTn id="253" fill="hold">
                            <p:stCondLst>
                              <p:cond delay="0"/>
                            </p:stCondLst>
                            <p:childTnLst>
                              <p:par>
                                <p:cTn id="254" presetID="42" presetClass="path" presetSubtype="0" accel="50000" decel="50000" fill="hold" grpId="2" nodeType="clickEffect">
                                  <p:stCondLst>
                                    <p:cond delay="0"/>
                                  </p:stCondLst>
                                  <p:childTnLst>
                                    <p:animMotion origin="layout" path="M 0.04779 -0.08635 L -3.54167E-6 2.96296E-6 " pathEditMode="relative" rAng="0" ptsTypes="AA">
                                      <p:cBhvr>
                                        <p:cTn id="255" dur="2000" fill="hold"/>
                                        <p:tgtEl>
                                          <p:spTgt spid="16"/>
                                        </p:tgtEl>
                                        <p:attrNameLst>
                                          <p:attrName>ppt_x</p:attrName>
                                          <p:attrName>ppt_y</p:attrName>
                                        </p:attrNameLst>
                                      </p:cBhvr>
                                      <p:rCtr x="-2396" y="4306"/>
                                    </p:animMotion>
                                  </p:childTnLst>
                                </p:cTn>
                              </p:par>
                              <p:par>
                                <p:cTn id="256" presetID="42" presetClass="path" presetSubtype="0" accel="50000" decel="50000" fill="hold" nodeType="withEffect">
                                  <p:stCondLst>
                                    <p:cond delay="0"/>
                                  </p:stCondLst>
                                  <p:childTnLst>
                                    <p:animMotion origin="layout" path="M 0.04921 -0.08658 L 4.16667E-6 3.33333E-6 " pathEditMode="relative" rAng="0" ptsTypes="AA">
                                      <p:cBhvr>
                                        <p:cTn id="257" dur="2000" fill="hold"/>
                                        <p:tgtEl>
                                          <p:spTgt spid="6"/>
                                        </p:tgtEl>
                                        <p:attrNameLst>
                                          <p:attrName>ppt_x</p:attrName>
                                          <p:attrName>ppt_y</p:attrName>
                                        </p:attrNameLst>
                                      </p:cBhvr>
                                      <p:rCtr x="-2461" y="4329"/>
                                    </p:animMotion>
                                  </p:childTnLst>
                                </p:cTn>
                              </p:par>
                              <p:par>
                                <p:cTn id="258" presetID="42" presetClass="path" presetSubtype="0" accel="50000" decel="50000" fill="hold" grpId="2" nodeType="withEffect">
                                  <p:stCondLst>
                                    <p:cond delay="0"/>
                                  </p:stCondLst>
                                  <p:childTnLst>
                                    <p:animMotion origin="layout" path="M 0.04518 -0.07893 L 2.08333E-7 -4.44444E-6 " pathEditMode="relative" rAng="0" ptsTypes="AA">
                                      <p:cBhvr>
                                        <p:cTn id="259" dur="2000" fill="hold"/>
                                        <p:tgtEl>
                                          <p:spTgt spid="32"/>
                                        </p:tgtEl>
                                        <p:attrNameLst>
                                          <p:attrName>ppt_x</p:attrName>
                                          <p:attrName>ppt_y</p:attrName>
                                        </p:attrNameLst>
                                      </p:cBhvr>
                                      <p:rCtr x="-2266" y="3935"/>
                                    </p:animMotion>
                                  </p:childTnLst>
                                </p:cTn>
                              </p:par>
                              <p:par>
                                <p:cTn id="260" presetID="42" presetClass="path" presetSubtype="0" accel="50000" decel="50000" fill="hold" nodeType="withEffect">
                                  <p:stCondLst>
                                    <p:cond delay="0"/>
                                  </p:stCondLst>
                                  <p:childTnLst>
                                    <p:animMotion origin="layout" path="M 0.05144 -0.06713 L -4.58333E-6 -2.59259E-6 " pathEditMode="relative" rAng="0" ptsTypes="AA">
                                      <p:cBhvr>
                                        <p:cTn id="261" dur="2000" fill="hold"/>
                                        <p:tgtEl>
                                          <p:spTgt spid="8"/>
                                        </p:tgtEl>
                                        <p:attrNameLst>
                                          <p:attrName>ppt_x</p:attrName>
                                          <p:attrName>ppt_y</p:attrName>
                                        </p:attrNameLst>
                                      </p:cBhvr>
                                      <p:rCtr x="-2578" y="3356"/>
                                    </p:animMotion>
                                  </p:childTnLst>
                                </p:cTn>
                              </p:par>
                              <p:par>
                                <p:cTn id="262" presetID="64" presetClass="path" presetSubtype="0" accel="50000" decel="50000" fill="hold" grpId="3" nodeType="withEffect">
                                  <p:stCondLst>
                                    <p:cond delay="0"/>
                                  </p:stCondLst>
                                  <p:childTnLst>
                                    <p:animMotion origin="layout" path="M -0.02266 0.15556 L -0.06003 0.07408 " pathEditMode="relative" rAng="0" ptsTypes="AA">
                                      <p:cBhvr>
                                        <p:cTn id="263" dur="2000" fill="hold"/>
                                        <p:tgtEl>
                                          <p:spTgt spid="34"/>
                                        </p:tgtEl>
                                        <p:attrNameLst>
                                          <p:attrName>ppt_x</p:attrName>
                                          <p:attrName>ppt_y</p:attrName>
                                        </p:attrNameLst>
                                      </p:cBhvr>
                                      <p:rCtr x="-1875" y="-4074"/>
                                    </p:animMotion>
                                  </p:childTnLst>
                                </p:cTn>
                              </p:par>
                              <p:par>
                                <p:cTn id="264" presetID="64" presetClass="path" presetSubtype="0" accel="50000" decel="50000" fill="hold" grpId="1" nodeType="withEffect">
                                  <p:stCondLst>
                                    <p:cond delay="0"/>
                                  </p:stCondLst>
                                  <p:childTnLst>
                                    <p:animMotion origin="layout" path="M -2.91667E-6 2.96296E-6 L -0.02552 -0.0838 " pathEditMode="relative" rAng="0" ptsTypes="AA">
                                      <p:cBhvr>
                                        <p:cTn id="265" dur="2000" fill="hold"/>
                                        <p:tgtEl>
                                          <p:spTgt spid="40"/>
                                        </p:tgtEl>
                                        <p:attrNameLst>
                                          <p:attrName>ppt_x</p:attrName>
                                          <p:attrName>ppt_y</p:attrName>
                                        </p:attrNameLst>
                                      </p:cBhvr>
                                      <p:rCtr x="-1276" y="-4190"/>
                                    </p:animMotion>
                                  </p:childTnLst>
                                </p:cTn>
                              </p:par>
                              <p:par>
                                <p:cTn id="266" presetID="10" presetClass="exit" presetSubtype="0" fill="hold" nodeType="withEffect">
                                  <p:stCondLst>
                                    <p:cond delay="0"/>
                                  </p:stCondLst>
                                  <p:childTnLst>
                                    <p:animEffect transition="out" filter="fade">
                                      <p:cBhvr>
                                        <p:cTn id="267" dur="500"/>
                                        <p:tgtEl>
                                          <p:spTgt spid="7"/>
                                        </p:tgtEl>
                                      </p:cBhvr>
                                    </p:animEffect>
                                    <p:set>
                                      <p:cBhvr>
                                        <p:cTn id="268" dur="1" fill="hold">
                                          <p:stCondLst>
                                            <p:cond delay="499"/>
                                          </p:stCondLst>
                                        </p:cTn>
                                        <p:tgtEl>
                                          <p:spTgt spid="7"/>
                                        </p:tgtEl>
                                        <p:attrNameLst>
                                          <p:attrName>style.visibility</p:attrName>
                                        </p:attrNameLst>
                                      </p:cBhvr>
                                      <p:to>
                                        <p:strVal val="hidden"/>
                                      </p:to>
                                    </p:set>
                                  </p:childTnLst>
                                </p:cTn>
                              </p:par>
                              <p:par>
                                <p:cTn id="269" presetID="10" presetClass="exit" presetSubtype="0" fill="hold" nodeType="withEffect">
                                  <p:stCondLst>
                                    <p:cond delay="0"/>
                                  </p:stCondLst>
                                  <p:childTnLst>
                                    <p:animEffect transition="out" filter="fade">
                                      <p:cBhvr>
                                        <p:cTn id="270" dur="500"/>
                                        <p:tgtEl>
                                          <p:spTgt spid="11"/>
                                        </p:tgtEl>
                                      </p:cBhvr>
                                    </p:animEffect>
                                    <p:set>
                                      <p:cBhvr>
                                        <p:cTn id="271" dur="1" fill="hold">
                                          <p:stCondLst>
                                            <p:cond delay="499"/>
                                          </p:stCondLst>
                                        </p:cTn>
                                        <p:tgtEl>
                                          <p:spTgt spid="11"/>
                                        </p:tgtEl>
                                        <p:attrNameLst>
                                          <p:attrName>style.visibility</p:attrName>
                                        </p:attrNameLst>
                                      </p:cBhvr>
                                      <p:to>
                                        <p:strVal val="hidden"/>
                                      </p:to>
                                    </p:set>
                                  </p:childTnLst>
                                </p:cTn>
                              </p:par>
                              <p:par>
                                <p:cTn id="272" presetID="22" presetClass="entr" presetSubtype="1" fill="hold" nodeType="withEffect">
                                  <p:stCondLst>
                                    <p:cond delay="1000"/>
                                  </p:stCondLst>
                                  <p:childTnLst>
                                    <p:set>
                                      <p:cBhvr>
                                        <p:cTn id="273" dur="1" fill="hold">
                                          <p:stCondLst>
                                            <p:cond delay="0"/>
                                          </p:stCondLst>
                                        </p:cTn>
                                        <p:tgtEl>
                                          <p:spTgt spid="31"/>
                                        </p:tgtEl>
                                        <p:attrNameLst>
                                          <p:attrName>style.visibility</p:attrName>
                                        </p:attrNameLst>
                                      </p:cBhvr>
                                      <p:to>
                                        <p:strVal val="visible"/>
                                      </p:to>
                                    </p:set>
                                    <p:animEffect transition="in" filter="wipe(up)">
                                      <p:cBhvr>
                                        <p:cTn id="274" dur="1000"/>
                                        <p:tgtEl>
                                          <p:spTgt spid="31"/>
                                        </p:tgtEl>
                                      </p:cBhvr>
                                    </p:animEffect>
                                  </p:childTnLst>
                                </p:cTn>
                              </p:par>
                              <p:par>
                                <p:cTn id="275" presetID="22" presetClass="entr" presetSubtype="1" fill="hold" nodeType="withEffect">
                                  <p:stCondLst>
                                    <p:cond delay="1000"/>
                                  </p:stCondLst>
                                  <p:childTnLst>
                                    <p:set>
                                      <p:cBhvr>
                                        <p:cTn id="276" dur="1" fill="hold">
                                          <p:stCondLst>
                                            <p:cond delay="0"/>
                                          </p:stCondLst>
                                        </p:cTn>
                                        <p:tgtEl>
                                          <p:spTgt spid="27"/>
                                        </p:tgtEl>
                                        <p:attrNameLst>
                                          <p:attrName>style.visibility</p:attrName>
                                        </p:attrNameLst>
                                      </p:cBhvr>
                                      <p:to>
                                        <p:strVal val="visible"/>
                                      </p:to>
                                    </p:set>
                                    <p:animEffect transition="in" filter="wipe(up)">
                                      <p:cBhvr>
                                        <p:cTn id="277" dur="1000"/>
                                        <p:tgtEl>
                                          <p:spTgt spid="27"/>
                                        </p:tgtEl>
                                      </p:cBhvr>
                                    </p:animEffect>
                                  </p:childTnLst>
                                </p:cTn>
                              </p:par>
                            </p:childTnLst>
                          </p:cTn>
                        </p:par>
                      </p:childTnLst>
                    </p:cTn>
                  </p:par>
                  <p:par>
                    <p:cTn id="278" fill="hold">
                      <p:stCondLst>
                        <p:cond delay="indefinite"/>
                      </p:stCondLst>
                      <p:childTnLst>
                        <p:par>
                          <p:cTn id="279" fill="hold">
                            <p:stCondLst>
                              <p:cond delay="0"/>
                            </p:stCondLst>
                            <p:childTnLst>
                              <p:par>
                                <p:cTn id="280" presetID="1" presetClass="emph" presetSubtype="2" fill="hold" nodeType="clickEffect">
                                  <p:stCondLst>
                                    <p:cond delay="0"/>
                                  </p:stCondLst>
                                  <p:childTnLst>
                                    <p:animClr clrSpc="rgb" dir="cw">
                                      <p:cBhvr>
                                        <p:cTn id="281" dur="2000" fill="hold"/>
                                        <p:tgtEl>
                                          <p:spTgt spid="34"/>
                                        </p:tgtEl>
                                        <p:attrNameLst>
                                          <p:attrName>fillcolor</p:attrName>
                                        </p:attrNameLst>
                                      </p:cBhvr>
                                      <p:to>
                                        <a:srgbClr val="000000"/>
                                      </p:to>
                                    </p:animClr>
                                    <p:set>
                                      <p:cBhvr>
                                        <p:cTn id="282" dur="2000" fill="hold"/>
                                        <p:tgtEl>
                                          <p:spTgt spid="34"/>
                                        </p:tgtEl>
                                        <p:attrNameLst>
                                          <p:attrName>fill.type</p:attrName>
                                        </p:attrNameLst>
                                      </p:cBhvr>
                                      <p:to>
                                        <p:strVal val="solid"/>
                                      </p:to>
                                    </p:set>
                                    <p:set>
                                      <p:cBhvr>
                                        <p:cTn id="283" dur="2000" fill="hold"/>
                                        <p:tgtEl>
                                          <p:spTgt spid="34"/>
                                        </p:tgtEl>
                                        <p:attrNameLst>
                                          <p:attrName>fill.on</p:attrName>
                                        </p:attrNameLst>
                                      </p:cBhvr>
                                      <p:to>
                                        <p:strVal val="true"/>
                                      </p:to>
                                    </p:set>
                                  </p:childTnLst>
                                </p:cTn>
                              </p:par>
                            </p:childTnLst>
                          </p:cTn>
                        </p:par>
                        <p:par>
                          <p:cTn id="284" fill="hold">
                            <p:stCondLst>
                              <p:cond delay="2000"/>
                            </p:stCondLst>
                            <p:childTnLst>
                              <p:par>
                                <p:cTn id="285" presetID="1" presetClass="emph" presetSubtype="2" fill="hold" nodeType="afterEffect">
                                  <p:stCondLst>
                                    <p:cond delay="0"/>
                                  </p:stCondLst>
                                  <p:childTnLst>
                                    <p:animClr clrSpc="rgb" dir="cw">
                                      <p:cBhvr>
                                        <p:cTn id="286" dur="2000" fill="hold"/>
                                        <p:tgtEl>
                                          <p:spTgt spid="39"/>
                                        </p:tgtEl>
                                        <p:attrNameLst>
                                          <p:attrName>fillcolor</p:attrName>
                                        </p:attrNameLst>
                                      </p:cBhvr>
                                      <p:to>
                                        <a:srgbClr val="FF0000"/>
                                      </p:to>
                                    </p:animClr>
                                    <p:set>
                                      <p:cBhvr>
                                        <p:cTn id="287" dur="2000" fill="hold"/>
                                        <p:tgtEl>
                                          <p:spTgt spid="39"/>
                                        </p:tgtEl>
                                        <p:attrNameLst>
                                          <p:attrName>fill.type</p:attrName>
                                        </p:attrNameLst>
                                      </p:cBhvr>
                                      <p:to>
                                        <p:strVal val="solid"/>
                                      </p:to>
                                    </p:set>
                                    <p:set>
                                      <p:cBhvr>
                                        <p:cTn id="288" dur="2000" fill="hold"/>
                                        <p:tgtEl>
                                          <p:spTgt spid="39"/>
                                        </p:tgtEl>
                                        <p:attrNameLst>
                                          <p:attrName>fill.on</p:attrName>
                                        </p:attrNameLst>
                                      </p:cBhvr>
                                      <p:to>
                                        <p:strVal val="true"/>
                                      </p:to>
                                    </p:set>
                                  </p:childTnLst>
                                </p:cTn>
                              </p:par>
                            </p:childTnLst>
                          </p:cTn>
                        </p:par>
                      </p:childTnLst>
                    </p:cTn>
                  </p:par>
                  <p:par>
                    <p:cTn id="289" fill="hold">
                      <p:stCondLst>
                        <p:cond delay="indefinite"/>
                      </p:stCondLst>
                      <p:childTnLst>
                        <p:par>
                          <p:cTn id="290" fill="hold">
                            <p:stCondLst>
                              <p:cond delay="0"/>
                            </p:stCondLst>
                            <p:childTnLst>
                              <p:par>
                                <p:cTn id="291" presetID="42" presetClass="path" presetSubtype="0" accel="50000" decel="50000" fill="hold" grpId="2" nodeType="clickEffect">
                                  <p:stCondLst>
                                    <p:cond delay="0"/>
                                  </p:stCondLst>
                                  <p:childTnLst>
                                    <p:animMotion origin="layout" path="M -0.05612 -0.07523 L 2.08333E-7 1.85185E-6 " pathEditMode="relative" rAng="0" ptsTypes="AA">
                                      <p:cBhvr>
                                        <p:cTn id="292" dur="2000" fill="hold"/>
                                        <p:tgtEl>
                                          <p:spTgt spid="39"/>
                                        </p:tgtEl>
                                        <p:attrNameLst>
                                          <p:attrName>ppt_x</p:attrName>
                                          <p:attrName>ppt_y</p:attrName>
                                        </p:attrNameLst>
                                      </p:cBhvr>
                                      <p:rCtr x="2799" y="3750"/>
                                    </p:animMotion>
                                  </p:childTnLst>
                                </p:cTn>
                              </p:par>
                              <p:par>
                                <p:cTn id="293" presetID="42" presetClass="path" presetSubtype="0" accel="50000" decel="50000" fill="hold" grpId="2" nodeType="withEffect">
                                  <p:stCondLst>
                                    <p:cond delay="0"/>
                                  </p:stCondLst>
                                  <p:childTnLst>
                                    <p:animMotion origin="layout" path="M -0.05651 -0.06921 L 2.29167E-6 -4.44444E-6 " pathEditMode="relative" rAng="0" ptsTypes="AA">
                                      <p:cBhvr>
                                        <p:cTn id="294" dur="2000" fill="hold"/>
                                        <p:tgtEl>
                                          <p:spTgt spid="37"/>
                                        </p:tgtEl>
                                        <p:attrNameLst>
                                          <p:attrName>ppt_x</p:attrName>
                                          <p:attrName>ppt_y</p:attrName>
                                        </p:attrNameLst>
                                      </p:cBhvr>
                                      <p:rCtr x="2826" y="3449"/>
                                    </p:animMotion>
                                  </p:childTnLst>
                                </p:cTn>
                              </p:par>
                              <p:par>
                                <p:cTn id="295" presetID="42" presetClass="path" presetSubtype="0" accel="50000" decel="50000" fill="hold" grpId="1" nodeType="withEffect">
                                  <p:stCondLst>
                                    <p:cond delay="0"/>
                                  </p:stCondLst>
                                  <p:childTnLst>
                                    <p:animMotion origin="layout" path="M 2.29167E-6 -4.44444E-6 L 0.03242 0.09422 " pathEditMode="relative" rAng="0" ptsTypes="AA">
                                      <p:cBhvr>
                                        <p:cTn id="296" dur="2000" fill="hold"/>
                                        <p:tgtEl>
                                          <p:spTgt spid="38"/>
                                        </p:tgtEl>
                                        <p:attrNameLst>
                                          <p:attrName>ppt_x</p:attrName>
                                          <p:attrName>ppt_y</p:attrName>
                                        </p:attrNameLst>
                                      </p:cBhvr>
                                      <p:rCtr x="1615" y="4699"/>
                                    </p:animMotion>
                                  </p:childTnLst>
                                </p:cTn>
                              </p:par>
                              <p:par>
                                <p:cTn id="297" presetID="63" presetClass="path" presetSubtype="0" accel="50000" decel="50000" fill="hold" grpId="2" nodeType="withEffect">
                                  <p:stCondLst>
                                    <p:cond delay="0"/>
                                  </p:stCondLst>
                                  <p:childTnLst>
                                    <p:animMotion origin="layout" path="M -0.02461 -0.08403 L 0.0211 -0.0838 " pathEditMode="relative" rAng="0" ptsTypes="AA">
                                      <p:cBhvr>
                                        <p:cTn id="298" dur="2000" fill="hold"/>
                                        <p:tgtEl>
                                          <p:spTgt spid="40"/>
                                        </p:tgtEl>
                                        <p:attrNameLst>
                                          <p:attrName>ppt_x</p:attrName>
                                          <p:attrName>ppt_y</p:attrName>
                                        </p:attrNameLst>
                                      </p:cBhvr>
                                      <p:rCtr x="2279" y="0"/>
                                    </p:animMotion>
                                  </p:childTnLst>
                                </p:cTn>
                              </p:par>
                              <p:par>
                                <p:cTn id="299" presetID="22" presetClass="entr" presetSubtype="1" fill="hold" nodeType="withEffect">
                                  <p:stCondLst>
                                    <p:cond delay="1000"/>
                                  </p:stCondLst>
                                  <p:childTnLst>
                                    <p:set>
                                      <p:cBhvr>
                                        <p:cTn id="300" dur="1" fill="hold">
                                          <p:stCondLst>
                                            <p:cond delay="0"/>
                                          </p:stCondLst>
                                        </p:cTn>
                                        <p:tgtEl>
                                          <p:spTgt spid="35"/>
                                        </p:tgtEl>
                                        <p:attrNameLst>
                                          <p:attrName>style.visibility</p:attrName>
                                        </p:attrNameLst>
                                      </p:cBhvr>
                                      <p:to>
                                        <p:strVal val="visible"/>
                                      </p:to>
                                    </p:set>
                                    <p:animEffect transition="in" filter="wipe(up)">
                                      <p:cBhvr>
                                        <p:cTn id="301" dur="1000"/>
                                        <p:tgtEl>
                                          <p:spTgt spid="35"/>
                                        </p:tgtEl>
                                      </p:cBhvr>
                                    </p:animEffect>
                                  </p:childTnLst>
                                </p:cTn>
                              </p:par>
                              <p:par>
                                <p:cTn id="302" presetID="22" presetClass="entr" presetSubtype="1" fill="hold" nodeType="withEffect">
                                  <p:stCondLst>
                                    <p:cond delay="1000"/>
                                  </p:stCondLst>
                                  <p:childTnLst>
                                    <p:set>
                                      <p:cBhvr>
                                        <p:cTn id="303" dur="1" fill="hold">
                                          <p:stCondLst>
                                            <p:cond delay="0"/>
                                          </p:stCondLst>
                                        </p:cTn>
                                        <p:tgtEl>
                                          <p:spTgt spid="36"/>
                                        </p:tgtEl>
                                        <p:attrNameLst>
                                          <p:attrName>style.visibility</p:attrName>
                                        </p:attrNameLst>
                                      </p:cBhvr>
                                      <p:to>
                                        <p:strVal val="visible"/>
                                      </p:to>
                                    </p:set>
                                    <p:animEffect transition="in" filter="wipe(up)">
                                      <p:cBhvr>
                                        <p:cTn id="304" dur="1000"/>
                                        <p:tgtEl>
                                          <p:spTgt spid="36"/>
                                        </p:tgtEl>
                                      </p:cBhvr>
                                    </p:animEffect>
                                  </p:childTnLst>
                                </p:cTn>
                              </p:par>
                              <p:par>
                                <p:cTn id="305" presetID="64" presetClass="path" presetSubtype="0" accel="50000" decel="50000" fill="hold" grpId="4" nodeType="withEffect">
                                  <p:stCondLst>
                                    <p:cond delay="1000"/>
                                  </p:stCondLst>
                                  <p:childTnLst>
                                    <p:animMotion origin="layout" path="M -0.06003 0.07408 L 2.08333E-7 -3.7037E-6 " pathEditMode="relative" rAng="0" ptsTypes="AA">
                                      <p:cBhvr>
                                        <p:cTn id="306" dur="2000" fill="hold"/>
                                        <p:tgtEl>
                                          <p:spTgt spid="34"/>
                                        </p:tgtEl>
                                        <p:attrNameLst>
                                          <p:attrName>ppt_x</p:attrName>
                                          <p:attrName>ppt_y</p:attrName>
                                        </p:attrNameLst>
                                      </p:cBhvr>
                                      <p:rCtr x="2995" y="-3704"/>
                                    </p:animMotion>
                                  </p:childTnLst>
                                </p:cTn>
                              </p:par>
                              <p:par>
                                <p:cTn id="307" presetID="64" presetClass="path" presetSubtype="0" accel="50000" decel="50000" fill="hold" grpId="3" nodeType="withEffect">
                                  <p:stCondLst>
                                    <p:cond delay="1000"/>
                                  </p:stCondLst>
                                  <p:childTnLst>
                                    <p:animMotion origin="layout" path="M 2.08333E-7 -4.44444E-6 L 0.04609 -0.07916 " pathEditMode="relative" rAng="0" ptsTypes="AA">
                                      <p:cBhvr>
                                        <p:cTn id="308" dur="2000" fill="hold"/>
                                        <p:tgtEl>
                                          <p:spTgt spid="32"/>
                                        </p:tgtEl>
                                        <p:attrNameLst>
                                          <p:attrName>ppt_x</p:attrName>
                                          <p:attrName>ppt_y</p:attrName>
                                        </p:attrNameLst>
                                      </p:cBhvr>
                                      <p:rCtr x="2305" y="-3958"/>
                                    </p:animMotion>
                                  </p:childTnLst>
                                </p:cTn>
                              </p:par>
                              <p:par>
                                <p:cTn id="309" presetID="64" presetClass="path" presetSubtype="0" accel="50000" decel="50000" fill="hold" grpId="3" nodeType="withEffect">
                                  <p:stCondLst>
                                    <p:cond delay="1000"/>
                                  </p:stCondLst>
                                  <p:childTnLst>
                                    <p:animMotion origin="layout" path="M -3.54167E-6 2.96296E-6 L 0.04779 -0.08635 " pathEditMode="relative" rAng="0" ptsTypes="AA">
                                      <p:cBhvr>
                                        <p:cTn id="310" dur="2000" fill="hold"/>
                                        <p:tgtEl>
                                          <p:spTgt spid="16"/>
                                        </p:tgtEl>
                                        <p:attrNameLst>
                                          <p:attrName>ppt_x</p:attrName>
                                          <p:attrName>ppt_y</p:attrName>
                                        </p:attrNameLst>
                                      </p:cBhvr>
                                      <p:rCtr x="2383" y="-4329"/>
                                    </p:animMotion>
                                  </p:childTnLst>
                                </p:cTn>
                              </p:par>
                              <p:par>
                                <p:cTn id="311" presetID="64" presetClass="path" presetSubtype="0" accel="50000" decel="50000" fill="hold" grpId="1" nodeType="withEffect">
                                  <p:stCondLst>
                                    <p:cond delay="1000"/>
                                  </p:stCondLst>
                                  <p:childTnLst>
                                    <p:animMotion origin="layout" path="M 0 1.11022E-16 L 0.02096 -0.08449 " pathEditMode="relative" rAng="0" ptsTypes="AA">
                                      <p:cBhvr>
                                        <p:cTn id="312" dur="2000" fill="hold"/>
                                        <p:tgtEl>
                                          <p:spTgt spid="33"/>
                                        </p:tgtEl>
                                        <p:attrNameLst>
                                          <p:attrName>ppt_x</p:attrName>
                                          <p:attrName>ppt_y</p:attrName>
                                        </p:attrNameLst>
                                      </p:cBhvr>
                                      <p:rCtr x="1042" y="-4236"/>
                                    </p:animMotion>
                                  </p:childTnLst>
                                </p:cTn>
                              </p:par>
                              <p:par>
                                <p:cTn id="313" presetID="64" presetClass="path" presetSubtype="0" accel="50000" decel="50000" fill="hold" grpId="1" nodeType="withEffect">
                                  <p:stCondLst>
                                    <p:cond delay="1000"/>
                                  </p:stCondLst>
                                  <p:childTnLst>
                                    <p:animMotion origin="layout" path="M -2.08333E-6 1.11111E-6 L 0.01745 -0.08889 " pathEditMode="relative" rAng="0" ptsTypes="AA">
                                      <p:cBhvr>
                                        <p:cTn id="314" dur="2000" fill="hold"/>
                                        <p:tgtEl>
                                          <p:spTgt spid="30"/>
                                        </p:tgtEl>
                                        <p:attrNameLst>
                                          <p:attrName>ppt_x</p:attrName>
                                          <p:attrName>ppt_y</p:attrName>
                                        </p:attrNameLst>
                                      </p:cBhvr>
                                      <p:rCtr x="872" y="-4444"/>
                                    </p:animMotion>
                                  </p:childTnLst>
                                </p:cTn>
                              </p:par>
                              <p:par>
                                <p:cTn id="315" presetID="64" presetClass="path" presetSubtype="0" accel="50000" decel="50000" fill="hold" nodeType="withEffect">
                                  <p:stCondLst>
                                    <p:cond delay="1000"/>
                                  </p:stCondLst>
                                  <p:childTnLst>
                                    <p:animMotion origin="layout" path="M 3.95833E-6 -4.07407E-6 L 0.01966 -0.09537 " pathEditMode="relative" rAng="0" ptsTypes="AA">
                                      <p:cBhvr>
                                        <p:cTn id="316" dur="2000" fill="hold"/>
                                        <p:tgtEl>
                                          <p:spTgt spid="29"/>
                                        </p:tgtEl>
                                        <p:attrNameLst>
                                          <p:attrName>ppt_x</p:attrName>
                                          <p:attrName>ppt_y</p:attrName>
                                        </p:attrNameLst>
                                      </p:cBhvr>
                                      <p:rCtr x="977" y="-4769"/>
                                    </p:animMotion>
                                  </p:childTnLst>
                                </p:cTn>
                              </p:par>
                              <p:par>
                                <p:cTn id="317" presetID="10" presetClass="exit" presetSubtype="0" fill="hold" nodeType="withEffect">
                                  <p:stCondLst>
                                    <p:cond delay="1000"/>
                                  </p:stCondLst>
                                  <p:childTnLst>
                                    <p:animEffect transition="out" filter="fade">
                                      <p:cBhvr>
                                        <p:cTn id="318" dur="500"/>
                                        <p:tgtEl>
                                          <p:spTgt spid="6"/>
                                        </p:tgtEl>
                                      </p:cBhvr>
                                    </p:animEffect>
                                    <p:set>
                                      <p:cBhvr>
                                        <p:cTn id="319" dur="1" fill="hold">
                                          <p:stCondLst>
                                            <p:cond delay="499"/>
                                          </p:stCondLst>
                                        </p:cTn>
                                        <p:tgtEl>
                                          <p:spTgt spid="6"/>
                                        </p:tgtEl>
                                        <p:attrNameLst>
                                          <p:attrName>style.visibility</p:attrName>
                                        </p:attrNameLst>
                                      </p:cBhvr>
                                      <p:to>
                                        <p:strVal val="hidden"/>
                                      </p:to>
                                    </p:set>
                                  </p:childTnLst>
                                </p:cTn>
                              </p:par>
                              <p:par>
                                <p:cTn id="320" presetID="10" presetClass="exit" presetSubtype="0" fill="hold" nodeType="withEffect">
                                  <p:stCondLst>
                                    <p:cond delay="1000"/>
                                  </p:stCondLst>
                                  <p:childTnLst>
                                    <p:animEffect transition="out" filter="fade">
                                      <p:cBhvr>
                                        <p:cTn id="321" dur="500"/>
                                        <p:tgtEl>
                                          <p:spTgt spid="31"/>
                                        </p:tgtEl>
                                      </p:cBhvr>
                                    </p:animEffect>
                                    <p:set>
                                      <p:cBhvr>
                                        <p:cTn id="322" dur="1" fill="hold">
                                          <p:stCondLst>
                                            <p:cond delay="499"/>
                                          </p:stCondLst>
                                        </p:cTn>
                                        <p:tgtEl>
                                          <p:spTgt spid="31"/>
                                        </p:tgtEl>
                                        <p:attrNameLst>
                                          <p:attrName>style.visibility</p:attrName>
                                        </p:attrNameLst>
                                      </p:cBhvr>
                                      <p:to>
                                        <p:strVal val="hidden"/>
                                      </p:to>
                                    </p:set>
                                  </p:childTnLst>
                                </p:cTn>
                              </p:par>
                            </p:childTnLst>
                          </p:cTn>
                        </p:par>
                      </p:childTnLst>
                    </p:cTn>
                  </p:par>
                  <p:par>
                    <p:cTn id="323" fill="hold">
                      <p:stCondLst>
                        <p:cond delay="indefinite"/>
                      </p:stCondLst>
                      <p:childTnLst>
                        <p:par>
                          <p:cTn id="324" fill="hold">
                            <p:stCondLst>
                              <p:cond delay="0"/>
                            </p:stCondLst>
                            <p:childTnLst>
                              <p:par>
                                <p:cTn id="325" presetID="42" presetClass="entr" presetSubtype="0" fill="hold" grpId="0" nodeType="clickEffect">
                                  <p:stCondLst>
                                    <p:cond delay="0"/>
                                  </p:stCondLst>
                                  <p:childTnLst>
                                    <p:set>
                                      <p:cBhvr>
                                        <p:cTn id="326" dur="1" fill="hold">
                                          <p:stCondLst>
                                            <p:cond delay="0"/>
                                          </p:stCondLst>
                                        </p:cTn>
                                        <p:tgtEl>
                                          <p:spTgt spid="5"/>
                                        </p:tgtEl>
                                        <p:attrNameLst>
                                          <p:attrName>style.visibility</p:attrName>
                                        </p:attrNameLst>
                                      </p:cBhvr>
                                      <p:to>
                                        <p:strVal val="visible"/>
                                      </p:to>
                                    </p:set>
                                    <p:animEffect transition="in" filter="fade">
                                      <p:cBhvr>
                                        <p:cTn id="327" dur="1000"/>
                                        <p:tgtEl>
                                          <p:spTgt spid="5"/>
                                        </p:tgtEl>
                                      </p:cBhvr>
                                    </p:animEffect>
                                    <p:anim calcmode="lin" valueType="num">
                                      <p:cBhvr>
                                        <p:cTn id="328" dur="1000" fill="hold"/>
                                        <p:tgtEl>
                                          <p:spTgt spid="5"/>
                                        </p:tgtEl>
                                        <p:attrNameLst>
                                          <p:attrName>ppt_x</p:attrName>
                                        </p:attrNameLst>
                                      </p:cBhvr>
                                      <p:tavLst>
                                        <p:tav tm="0">
                                          <p:val>
                                            <p:strVal val="#ppt_x"/>
                                          </p:val>
                                        </p:tav>
                                        <p:tav tm="100000">
                                          <p:val>
                                            <p:strVal val="#ppt_x"/>
                                          </p:val>
                                        </p:tav>
                                      </p:tavLst>
                                    </p:anim>
                                    <p:anim calcmode="lin" valueType="num">
                                      <p:cBhvr>
                                        <p:cTn id="3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6" grpId="2" animBg="1"/>
      <p:bldP spid="16" grpId="3" animBg="1"/>
      <p:bldP spid="18" grpId="0"/>
      <p:bldP spid="19" grpId="0"/>
      <p:bldP spid="20" grpId="0"/>
      <p:bldP spid="21" grpId="0"/>
      <p:bldP spid="22" grpId="0"/>
      <p:bldP spid="23" grpId="0"/>
      <p:bldP spid="24" grpId="0"/>
      <p:bldP spid="25" grpId="0"/>
      <p:bldP spid="26" grpId="0"/>
      <p:bldP spid="30" grpId="0" animBg="1"/>
      <p:bldP spid="30" grpId="1" animBg="1"/>
      <p:bldP spid="32" grpId="0" animBg="1"/>
      <p:bldP spid="32" grpId="1" animBg="1"/>
      <p:bldP spid="32" grpId="2" animBg="1"/>
      <p:bldP spid="32" grpId="3" animBg="1"/>
      <p:bldP spid="33" grpId="0" animBg="1"/>
      <p:bldP spid="33" grpId="1" animBg="1"/>
      <p:bldP spid="34" grpId="0" animBg="1"/>
      <p:bldP spid="34" grpId="1" animBg="1"/>
      <p:bldP spid="34" grpId="2" animBg="1"/>
      <p:bldP spid="34" grpId="3" animBg="1"/>
      <p:bldP spid="34" grpId="4" animBg="1"/>
      <p:bldP spid="37" grpId="0" animBg="1"/>
      <p:bldP spid="37" grpId="1" animBg="1"/>
      <p:bldP spid="37" grpId="2" animBg="1"/>
      <p:bldP spid="38" grpId="0" animBg="1"/>
      <p:bldP spid="38" grpId="1" animBg="1"/>
      <p:bldP spid="39" grpId="0" animBg="1"/>
      <p:bldP spid="39" grpId="1" animBg="1"/>
      <p:bldP spid="39" grpId="2" animBg="1"/>
      <p:bldP spid="40" grpId="0" animBg="1"/>
      <p:bldP spid="40" grpId="1" animBg="1"/>
      <p:bldP spid="40" grpId="2" animBg="1"/>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文本框 62">
            <a:extLst>
              <a:ext uri="{FF2B5EF4-FFF2-40B4-BE49-F238E27FC236}">
                <a16:creationId xmlns:a16="http://schemas.microsoft.com/office/drawing/2014/main" id="{8C3E8562-10B8-4425-AE4E-8950C75825C6}"/>
              </a:ext>
            </a:extLst>
          </p:cNvPr>
          <p:cNvSpPr txBox="1"/>
          <p:nvPr/>
        </p:nvSpPr>
        <p:spPr>
          <a:xfrm>
            <a:off x="220347" y="251216"/>
            <a:ext cx="9700369" cy="3693319"/>
          </a:xfrm>
          <a:prstGeom prst="rect">
            <a:avLst/>
          </a:prstGeom>
          <a:solidFill>
            <a:schemeClr val="bg2"/>
          </a:solidFill>
          <a:ln w="12700">
            <a:solidFill>
              <a:srgbClr val="002060"/>
            </a:solidFill>
          </a:ln>
        </p:spPr>
        <p:txBody>
          <a:bodyPr wrap="square">
            <a:spAutoFit/>
          </a:bodyPr>
          <a:lstStyle/>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zh-CN" altLang="en-US" b="1" dirty="0">
                <a:latin typeface="Courier New" panose="02070309020205020404" pitchFamily="49" charset="0"/>
                <a:cs typeface="Courier New" panose="02070309020205020404" pitchFamily="49" charset="0"/>
              </a:rPr>
              <a:t> InsertRBT(RBTree T, KeyType key, DataType data)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C00000"/>
                </a:solidFill>
                <a:latin typeface="Courier New" panose="02070309020205020404" pitchFamily="49" charset="0"/>
                <a:cs typeface="Courier New" panose="02070309020205020404" pitchFamily="49" charset="0"/>
              </a:rPr>
              <a:t>算法</a:t>
            </a:r>
            <a:r>
              <a:rPr lang="en-US" altLang="zh-CN" b="1" dirty="0">
                <a:solidFill>
                  <a:srgbClr val="C00000"/>
                </a:solidFill>
                <a:latin typeface="Courier New" panose="02070309020205020404" pitchFamily="49" charset="0"/>
                <a:cs typeface="Courier New" panose="02070309020205020404" pitchFamily="49" charset="0"/>
              </a:rPr>
              <a:t>9.14</a:t>
            </a:r>
            <a:endParaRPr lang="zh-CN" altLang="en-US" b="1" dirty="0">
              <a:solidFill>
                <a:srgbClr val="C00000"/>
              </a:solidFill>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 *n, *p = </a:t>
            </a:r>
            <a:r>
              <a:rPr lang="zh-CN" altLang="en-US" b="1" dirty="0">
                <a:latin typeface="Courier New" panose="02070309020205020404" pitchFamily="49" charset="0"/>
                <a:cs typeface="Courier New" panose="02070309020205020404" pitchFamily="49" charset="0"/>
              </a:rPr>
              <a:t>SearchRBT_Aux(T, key)</a:t>
            </a:r>
            <a:r>
              <a:rPr lang="en-US" altLang="zh-CN"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插入算法</a:t>
            </a:r>
            <a:endParaRPr lang="en-US" altLang="zh-CN" b="1" dirty="0">
              <a:latin typeface="Courier New" panose="02070309020205020404" pitchFamily="49" charset="0"/>
              <a:cs typeface="Courier New" panose="02070309020205020404" pitchFamily="49" charset="0"/>
            </a:endParaRP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p!=T-&gt;nil &amp;&amp; p-&gt;key==key</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若已存在，则不插入</a:t>
            </a:r>
          </a:p>
          <a:p>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b="1" dirty="0">
                <a:latin typeface="Courier New" panose="02070309020205020404" pitchFamily="49" charset="0"/>
                <a:cs typeface="Courier New" panose="02070309020205020404" pitchFamily="49" charset="0"/>
              </a:rPr>
              <a:t> (!(n</a:t>
            </a:r>
            <a:r>
              <a:rPr lang="zh-CN" altLang="en-US" b="1" dirty="0">
                <a:latin typeface="Courier New" panose="02070309020205020404" pitchFamily="49" charset="0"/>
                <a:cs typeface="Courier New" panose="02070309020205020404" pitchFamily="49" charset="0"/>
              </a:rPr>
              <a:t> = </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b="1" dirty="0">
                <a:latin typeface="Courier New" panose="02070309020205020404" pitchFamily="49" charset="0"/>
                <a:cs typeface="Courier New" panose="02070309020205020404" pitchFamily="49" charset="0"/>
              </a:rPr>
              <a:t>(</a:t>
            </a:r>
            <a:r>
              <a:rPr lang="en-US" altLang="zh-CN"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b="1" dirty="0">
                <a:latin typeface="Courier New" panose="02070309020205020404" pitchFamily="49" charset="0"/>
                <a:cs typeface="Courier New" panose="02070309020205020404" pitchFamily="49" charset="0"/>
              </a:rPr>
              <a:t>(OVERFLOW)</a:t>
            </a:r>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分配</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n-&gt;key = key;  n</a:t>
            </a:r>
            <a:r>
              <a:rPr lang="zh-CN" altLang="en-US" b="1" dirty="0">
                <a:latin typeface="Courier New" panose="02070309020205020404" pitchFamily="49" charset="0"/>
                <a:cs typeface="Courier New" panose="02070309020205020404" pitchFamily="49" charset="0"/>
              </a:rPr>
              <a:t>-&gt;parent = p; </a:t>
            </a:r>
            <a:r>
              <a:rPr lang="zh-CN" altLang="en-US" b="1" dirty="0">
                <a:solidFill>
                  <a:srgbClr val="0070C0"/>
                </a:solidFill>
                <a:latin typeface="Courier New" panose="02070309020205020404" pitchFamily="49" charset="0"/>
                <a:cs typeface="Courier New" panose="02070309020205020404" pitchFamily="49" charset="0"/>
              </a:rPr>
              <a:t>// 在末梢插入</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-&gt;lchild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-&gt;rchild = </a:t>
            </a:r>
            <a:r>
              <a:rPr lang="en-US" altLang="zh-CN" b="1" dirty="0">
                <a:latin typeface="Courier New" panose="02070309020205020404" pitchFamily="49" charset="0"/>
                <a:cs typeface="Courier New" panose="02070309020205020404" pitchFamily="49" charset="0"/>
              </a:rPr>
              <a:t>T-&gt;nil</a:t>
            </a:r>
            <a:r>
              <a:rPr lang="zh-CN" altLang="en-US" b="1" dirty="0">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-&gt;color = RED;                </a:t>
            </a:r>
            <a:r>
              <a:rPr lang="zh-CN" altLang="en-US" b="1" dirty="0">
                <a:solidFill>
                  <a:srgbClr val="0070C0"/>
                </a:solidFill>
                <a:latin typeface="Courier New" panose="02070309020205020404" pitchFamily="49" charset="0"/>
                <a:cs typeface="Courier New" panose="02070309020205020404" pitchFamily="49" charset="0"/>
              </a:rPr>
              <a:t>// 标记红色</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 </a:t>
            </a:r>
            <a:r>
              <a:rPr lang="en-US" altLang="zh-CN" b="1" dirty="0">
                <a:latin typeface="Courier New" panose="02070309020205020404" pitchFamily="49" charset="0"/>
                <a:cs typeface="Courier New" panose="02070309020205020404" pitchFamily="49" charset="0"/>
              </a:rPr>
              <a:t>== T-&gt;nil</a:t>
            </a:r>
            <a:r>
              <a:rPr lang="zh-CN" altLang="en-US" b="1" dirty="0">
                <a:latin typeface="Courier New" panose="02070309020205020404" pitchFamily="49" charset="0"/>
                <a:cs typeface="Courier New" panose="02070309020205020404" pitchFamily="49" charset="0"/>
              </a:rPr>
              <a:t>) T</a:t>
            </a:r>
            <a:r>
              <a:rPr lang="en-US" altLang="zh-CN" b="1" dirty="0">
                <a:latin typeface="Courier New" panose="02070309020205020404" pitchFamily="49" charset="0"/>
                <a:cs typeface="Courier New" panose="02070309020205020404" pitchFamily="49" charset="0"/>
              </a:rPr>
              <a:t>-&gt;root</a:t>
            </a:r>
            <a:r>
              <a:rPr lang="zh-CN" altLang="en-US" b="1" dirty="0">
                <a:latin typeface="Courier New" panose="02070309020205020404" pitchFamily="49" charset="0"/>
                <a:cs typeface="Courier New" panose="02070309020205020404" pitchFamily="49" charset="0"/>
              </a:rPr>
              <a:t>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为根结点</a:t>
            </a:r>
            <a:endParaRPr lang="zh-CN" altLang="en-US"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key &lt; </a:t>
            </a:r>
            <a:r>
              <a:rPr lang="zh-CN" altLang="en-US" b="1" dirty="0">
                <a:latin typeface="Courier New" panose="02070309020205020404" pitchFamily="49" charset="0"/>
                <a:cs typeface="Courier New" panose="02070309020205020404" pitchFamily="49" charset="0"/>
              </a:rPr>
              <a:t>p-&gt;key) p-&gt;lchild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为左孩子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p-&gt;rchild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为右孩子</a:t>
            </a:r>
          </a:p>
          <a:p>
            <a:r>
              <a:rPr lang="zh-CN" altLang="en-US" b="1" dirty="0">
                <a:latin typeface="Courier New" panose="02070309020205020404" pitchFamily="49" charset="0"/>
                <a:cs typeface="Courier New" panose="02070309020205020404" pitchFamily="49" charset="0"/>
              </a:rPr>
              <a:t>  Insert</a:t>
            </a:r>
            <a:r>
              <a:rPr lang="en-US" altLang="zh-CN" b="1" dirty="0">
                <a:latin typeface="Courier New" panose="02070309020205020404" pitchFamily="49" charset="0"/>
                <a:cs typeface="Courier New" panose="02070309020205020404" pitchFamily="49" charset="0"/>
              </a:rPr>
              <a:t>Fixup</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T, 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维护红黑性质</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62" name="矩形: 圆角 61">
            <a:extLst>
              <a:ext uri="{FF2B5EF4-FFF2-40B4-BE49-F238E27FC236}">
                <a16:creationId xmlns:a16="http://schemas.microsoft.com/office/drawing/2014/main" id="{930765FA-FA89-4405-9B0D-3DAF84156AD4}"/>
              </a:ext>
            </a:extLst>
          </p:cNvPr>
          <p:cNvSpPr/>
          <p:nvPr/>
        </p:nvSpPr>
        <p:spPr>
          <a:xfrm>
            <a:off x="7893743" y="2599696"/>
            <a:ext cx="4031156" cy="398156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41" name="直接连接符 40">
            <a:extLst>
              <a:ext uri="{FF2B5EF4-FFF2-40B4-BE49-F238E27FC236}">
                <a16:creationId xmlns:a16="http://schemas.microsoft.com/office/drawing/2014/main" id="{BB46B997-AAED-46AA-BBEF-38C09360EF6A}"/>
              </a:ext>
            </a:extLst>
          </p:cNvPr>
          <p:cNvCxnSpPr>
            <a:cxnSpLocks/>
          </p:cNvCxnSpPr>
          <p:nvPr/>
        </p:nvCxnSpPr>
        <p:spPr>
          <a:xfrm flipH="1">
            <a:off x="8781472" y="5483314"/>
            <a:ext cx="197861" cy="39485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16AA5EC9-0E0E-4C5B-BA9E-A4559C8E0ABB}"/>
              </a:ext>
            </a:extLst>
          </p:cNvPr>
          <p:cNvCxnSpPr>
            <a:cxnSpLocks/>
          </p:cNvCxnSpPr>
          <p:nvPr/>
        </p:nvCxnSpPr>
        <p:spPr>
          <a:xfrm flipH="1">
            <a:off x="9005605" y="4865258"/>
            <a:ext cx="266562" cy="534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ABF0D2D2-733F-41D9-907B-77FC98BD0A4B}"/>
              </a:ext>
            </a:extLst>
          </p:cNvPr>
          <p:cNvCxnSpPr>
            <a:cxnSpLocks/>
          </p:cNvCxnSpPr>
          <p:nvPr/>
        </p:nvCxnSpPr>
        <p:spPr>
          <a:xfrm flipH="1">
            <a:off x="8979333" y="5412127"/>
            <a:ext cx="1" cy="64700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E58B6EC6-F954-4175-836D-B021E7F99058}"/>
              </a:ext>
            </a:extLst>
          </p:cNvPr>
          <p:cNvCxnSpPr>
            <a:cxnSpLocks/>
          </p:cNvCxnSpPr>
          <p:nvPr/>
        </p:nvCxnSpPr>
        <p:spPr>
          <a:xfrm>
            <a:off x="9279779" y="4851794"/>
            <a:ext cx="274546" cy="5482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7363CA45-18AD-4B83-B1CD-96F8671E5C0D}"/>
              </a:ext>
            </a:extLst>
          </p:cNvPr>
          <p:cNvCxnSpPr>
            <a:cxnSpLocks/>
          </p:cNvCxnSpPr>
          <p:nvPr/>
        </p:nvCxnSpPr>
        <p:spPr>
          <a:xfrm flipH="1">
            <a:off x="8823832" y="3903066"/>
            <a:ext cx="1066504" cy="40288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7863284-BEF0-4E86-9800-1F04B4918609}"/>
              </a:ext>
            </a:extLst>
          </p:cNvPr>
          <p:cNvCxnSpPr>
            <a:cxnSpLocks/>
          </p:cNvCxnSpPr>
          <p:nvPr/>
        </p:nvCxnSpPr>
        <p:spPr>
          <a:xfrm>
            <a:off x="9821756" y="3893169"/>
            <a:ext cx="1097722" cy="41754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B3304DE-41B0-46BF-BBAA-91228AC76A0F}"/>
              </a:ext>
            </a:extLst>
          </p:cNvPr>
          <p:cNvCxnSpPr>
            <a:cxnSpLocks/>
          </p:cNvCxnSpPr>
          <p:nvPr/>
        </p:nvCxnSpPr>
        <p:spPr>
          <a:xfrm>
            <a:off x="10888260" y="4310718"/>
            <a:ext cx="449717" cy="53303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F7F9E620-B12A-4020-B289-2E3BF7E60EC1}"/>
              </a:ext>
            </a:extLst>
          </p:cNvPr>
          <p:cNvSpPr/>
          <p:nvPr/>
        </p:nvSpPr>
        <p:spPr>
          <a:xfrm>
            <a:off x="9692336" y="3678045"/>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9" name="直接连接符 18">
            <a:extLst>
              <a:ext uri="{FF2B5EF4-FFF2-40B4-BE49-F238E27FC236}">
                <a16:creationId xmlns:a16="http://schemas.microsoft.com/office/drawing/2014/main" id="{68DF60AF-CE7B-4DDE-A64F-FA278B1BEEB6}"/>
              </a:ext>
            </a:extLst>
          </p:cNvPr>
          <p:cNvCxnSpPr>
            <a:cxnSpLocks/>
          </p:cNvCxnSpPr>
          <p:nvPr/>
        </p:nvCxnSpPr>
        <p:spPr>
          <a:xfrm flipH="1">
            <a:off x="8294201" y="4295350"/>
            <a:ext cx="521184" cy="5330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D56C59E9-2CD8-4092-AD21-5E8957A5BA90}"/>
              </a:ext>
            </a:extLst>
          </p:cNvPr>
          <p:cNvCxnSpPr>
            <a:cxnSpLocks/>
          </p:cNvCxnSpPr>
          <p:nvPr/>
        </p:nvCxnSpPr>
        <p:spPr>
          <a:xfrm>
            <a:off x="8762325" y="4270809"/>
            <a:ext cx="510220" cy="58098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7507CE1C-2601-45EC-904E-379181362E8B}"/>
              </a:ext>
            </a:extLst>
          </p:cNvPr>
          <p:cNvSpPr/>
          <p:nvPr/>
        </p:nvSpPr>
        <p:spPr>
          <a:xfrm>
            <a:off x="8594525" y="4105034"/>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2" name="椭圆 21">
            <a:extLst>
              <a:ext uri="{FF2B5EF4-FFF2-40B4-BE49-F238E27FC236}">
                <a16:creationId xmlns:a16="http://schemas.microsoft.com/office/drawing/2014/main" id="{CF221AA0-7357-40D4-9558-3E9E7035937B}"/>
              </a:ext>
            </a:extLst>
          </p:cNvPr>
          <p:cNvSpPr/>
          <p:nvPr/>
        </p:nvSpPr>
        <p:spPr>
          <a:xfrm>
            <a:off x="9081965" y="4638066"/>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BD196DC4-02D2-43C7-8127-3D6746BD61B6}"/>
              </a:ext>
            </a:extLst>
          </p:cNvPr>
          <p:cNvSpPr txBox="1"/>
          <p:nvPr/>
        </p:nvSpPr>
        <p:spPr>
          <a:xfrm>
            <a:off x="638171" y="3441939"/>
            <a:ext cx="6938101" cy="3139321"/>
          </a:xfrm>
          <a:prstGeom prst="rect">
            <a:avLst/>
          </a:prstGeom>
          <a:solidFill>
            <a:srgbClr val="FFFAEB"/>
          </a:solidFill>
          <a:ln w="12700">
            <a:solidFill>
              <a:schemeClr val="tx1"/>
            </a:solidFill>
          </a:ln>
        </p:spPr>
        <p:txBody>
          <a:bodyPr wrap="square">
            <a:spAutoFit/>
          </a:bodyPr>
          <a:lstStyle/>
          <a:p>
            <a:r>
              <a:rPr lang="en-US" altLang="zh-CN" b="1" dirty="0" err="1">
                <a:latin typeface="Courier New" panose="02070309020205020404" pitchFamily="49" charset="0"/>
                <a:cs typeface="Courier New" panose="02070309020205020404" pitchFamily="49" charset="0"/>
              </a:rPr>
              <a:t>RBNodePtr</a:t>
            </a:r>
            <a:r>
              <a:rPr lang="zh-CN" altLang="en-US" b="1" dirty="0">
                <a:latin typeface="Courier New" panose="02070309020205020404" pitchFamily="49" charset="0"/>
                <a:cs typeface="Courier New" panose="02070309020205020404" pitchFamily="49" charset="0"/>
              </a:rPr>
              <a:t> SearchRBT_Aux(RBTree </a:t>
            </a:r>
            <a:r>
              <a:rPr lang="en-US" altLang="zh-CN" b="1" dirty="0">
                <a:latin typeface="Courier New" panose="02070309020205020404" pitchFamily="49" charset="0"/>
                <a:cs typeface="Courier New" panose="02070309020205020404" pitchFamily="49" charset="0"/>
              </a:rPr>
              <a:t>T</a:t>
            </a:r>
            <a:r>
              <a:rPr lang="zh-CN" altLang="en-US" b="1" dirty="0">
                <a:latin typeface="Courier New" panose="02070309020205020404" pitchFamily="49" charset="0"/>
                <a:cs typeface="Courier New" panose="02070309020205020404" pitchFamily="49" charset="0"/>
              </a:rPr>
              <a:t>, KeyType key)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C00000"/>
                </a:solidFill>
                <a:latin typeface="Courier New" panose="02070309020205020404" pitchFamily="49" charset="0"/>
                <a:cs typeface="Courier New" panose="02070309020205020404" pitchFamily="49" charset="0"/>
              </a:rPr>
              <a:t>算法</a:t>
            </a:r>
            <a:r>
              <a:rPr lang="en-US" altLang="zh-CN" b="1" dirty="0">
                <a:solidFill>
                  <a:srgbClr val="C00000"/>
                </a:solidFill>
                <a:latin typeface="Courier New" panose="02070309020205020404" pitchFamily="49" charset="0"/>
                <a:cs typeface="Courier New" panose="02070309020205020404" pitchFamily="49" charset="0"/>
              </a:rPr>
              <a:t>9.15  </a:t>
            </a:r>
            <a:r>
              <a:rPr lang="zh-CN" altLang="en-US" b="1" dirty="0">
                <a:solidFill>
                  <a:srgbClr val="0070C0"/>
                </a:solidFill>
                <a:latin typeface="Courier New" panose="02070309020205020404" pitchFamily="49" charset="0"/>
                <a:cs typeface="Courier New" panose="02070309020205020404" pitchFamily="49" charset="0"/>
              </a:rPr>
              <a:t>插入和删除的</a:t>
            </a:r>
            <a:r>
              <a:rPr lang="zh-CN" altLang="en-US" b="1" dirty="0">
                <a:solidFill>
                  <a:srgbClr val="C00000"/>
                </a:solidFill>
                <a:latin typeface="Courier New" panose="02070309020205020404" pitchFamily="49" charset="0"/>
                <a:cs typeface="Courier New" panose="02070309020205020404" pitchFamily="49" charset="0"/>
              </a:rPr>
              <a:t>辅助查找</a:t>
            </a:r>
            <a:r>
              <a:rPr lang="zh-CN" altLang="en-US" b="1" dirty="0">
                <a:solidFill>
                  <a:srgbClr val="0070C0"/>
                </a:solidFill>
                <a:latin typeface="Courier New" panose="02070309020205020404" pitchFamily="49" charset="0"/>
                <a:cs typeface="Courier New" panose="02070309020205020404" pitchFamily="49" charset="0"/>
              </a:rPr>
              <a:t>操作</a:t>
            </a:r>
          </a:p>
          <a:p>
            <a:r>
              <a:rPr lang="zh-CN" altLang="en-US"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RBNodePtr</a:t>
            </a:r>
            <a:r>
              <a:rPr lang="en-US" altLang="zh-CN" b="1" dirty="0">
                <a:latin typeface="Courier New" panose="02070309020205020404" pitchFamily="49" charset="0"/>
                <a:cs typeface="Courier New" panose="02070309020205020404" pitchFamily="49" charset="0"/>
              </a:rPr>
              <a:t> p = T-&gt;nil,  s = T-&gt;root;</a:t>
            </a:r>
          </a:p>
          <a:p>
            <a:r>
              <a:rPr lang="en-US" altLang="zh-CN"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en-US" altLang="zh-CN" b="1" dirty="0">
                <a:latin typeface="Courier New" panose="02070309020205020404" pitchFamily="49" charset="0"/>
                <a:cs typeface="Courier New" panose="02070309020205020404" pitchFamily="49" charset="0"/>
              </a:rPr>
              <a:t> (s != T-&gt;nil)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b="1" dirty="0">
                <a:latin typeface="Courier New" panose="02070309020205020404" pitchFamily="49" charset="0"/>
                <a:cs typeface="Courier New" panose="02070309020205020404" pitchFamily="49" charset="0"/>
              </a:rPr>
              <a:t>    p = s;</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(key &lt; </a:t>
            </a:r>
            <a:r>
              <a:rPr lang="en-US" altLang="zh-CN" b="1" dirty="0">
                <a:latin typeface="Courier New" panose="02070309020205020404" pitchFamily="49" charset="0"/>
                <a:cs typeface="Courier New" panose="02070309020205020404" pitchFamily="49" charset="0"/>
              </a:rPr>
              <a:t>s</a:t>
            </a:r>
            <a:r>
              <a:rPr lang="zh-CN" altLang="en-US" b="1" dirty="0">
                <a:latin typeface="Courier New" panose="02070309020205020404" pitchFamily="49" charset="0"/>
                <a:cs typeface="Courier New" panose="02070309020205020404" pitchFamily="49" charset="0"/>
              </a:rPr>
              <a:t>-&gt;key) </a:t>
            </a:r>
            <a:r>
              <a:rPr lang="en-US" altLang="zh-CN" b="1" dirty="0">
                <a:latin typeface="Courier New" panose="02070309020205020404" pitchFamily="49" charset="0"/>
                <a:cs typeface="Courier New" panose="02070309020205020404" pitchFamily="49" charset="0"/>
              </a:rPr>
              <a:t>s</a:t>
            </a:r>
            <a:r>
              <a:rPr lang="zh-CN" altLang="en-US" b="1" dirty="0">
                <a:latin typeface="Courier New" panose="02070309020205020404" pitchFamily="49" charset="0"/>
                <a:cs typeface="Courier New" panose="02070309020205020404" pitchFamily="49" charset="0"/>
              </a:rPr>
              <a:t> = </a:t>
            </a:r>
            <a:r>
              <a:rPr lang="en-US" altLang="zh-CN" b="1" dirty="0">
                <a:latin typeface="Courier New" panose="02070309020205020404" pitchFamily="49" charset="0"/>
                <a:cs typeface="Courier New" panose="02070309020205020404" pitchFamily="49" charset="0"/>
              </a:rPr>
              <a:t>s</a:t>
            </a:r>
            <a:r>
              <a:rPr lang="zh-CN" altLang="en-US" b="1" dirty="0">
                <a:latin typeface="Courier New" panose="02070309020205020404" pitchFamily="49" charset="0"/>
                <a:cs typeface="Courier New" panose="02070309020205020404" pitchFamily="49" charset="0"/>
              </a:rPr>
              <a:t>-&gt;lchild;      </a:t>
            </a:r>
            <a:r>
              <a:rPr lang="zh-CN" altLang="en-US" b="1" dirty="0">
                <a:solidFill>
                  <a:srgbClr val="0070C0"/>
                </a:solidFill>
                <a:latin typeface="Courier New" panose="02070309020205020404" pitchFamily="49" charset="0"/>
                <a:cs typeface="Courier New" panose="02070309020205020404" pitchFamily="49" charset="0"/>
              </a:rPr>
              <a:t>// 向左</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(key &gt; </a:t>
            </a:r>
            <a:r>
              <a:rPr lang="en-US" altLang="zh-CN" b="1" dirty="0">
                <a:latin typeface="Courier New" panose="02070309020205020404" pitchFamily="49" charset="0"/>
                <a:cs typeface="Courier New" panose="02070309020205020404" pitchFamily="49" charset="0"/>
              </a:rPr>
              <a:t>s</a:t>
            </a:r>
            <a:r>
              <a:rPr lang="zh-CN" altLang="en-US" b="1" dirty="0">
                <a:latin typeface="Courier New" panose="02070309020205020404" pitchFamily="49" charset="0"/>
                <a:cs typeface="Courier New" panose="02070309020205020404" pitchFamily="49" charset="0"/>
              </a:rPr>
              <a:t>-&gt;key) </a:t>
            </a:r>
            <a:r>
              <a:rPr lang="en-US" altLang="zh-CN" b="1" dirty="0">
                <a:latin typeface="Courier New" panose="02070309020205020404" pitchFamily="49" charset="0"/>
                <a:cs typeface="Courier New" panose="02070309020205020404" pitchFamily="49" charset="0"/>
              </a:rPr>
              <a:t>s</a:t>
            </a:r>
            <a:r>
              <a:rPr lang="zh-CN" altLang="en-US" b="1" dirty="0">
                <a:latin typeface="Courier New" panose="02070309020205020404" pitchFamily="49" charset="0"/>
                <a:cs typeface="Courier New" panose="02070309020205020404" pitchFamily="49" charset="0"/>
              </a:rPr>
              <a:t> = </a:t>
            </a:r>
            <a:r>
              <a:rPr lang="en-US" altLang="zh-CN" b="1" dirty="0">
                <a:latin typeface="Courier New" panose="02070309020205020404" pitchFamily="49" charset="0"/>
                <a:cs typeface="Courier New" panose="02070309020205020404" pitchFamily="49" charset="0"/>
              </a:rPr>
              <a:t>s</a:t>
            </a:r>
            <a:r>
              <a:rPr lang="zh-CN" altLang="en-US" b="1" dirty="0">
                <a:latin typeface="Courier New" panose="02070309020205020404" pitchFamily="49" charset="0"/>
                <a:cs typeface="Courier New" panose="02070309020205020404" pitchFamily="49" charset="0"/>
              </a:rPr>
              <a:t>-&gt;rchild; </a:t>
            </a:r>
            <a:r>
              <a:rPr lang="zh-CN" altLang="en-US" b="1" dirty="0">
                <a:solidFill>
                  <a:srgbClr val="0070C0"/>
                </a:solidFill>
                <a:latin typeface="Courier New" panose="02070309020205020404" pitchFamily="49" charset="0"/>
                <a:cs typeface="Courier New" panose="02070309020205020404" pitchFamily="49" charset="0"/>
              </a:rPr>
              <a:t>// 向右</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p指向已存在的key结点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return</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t>
            </a:r>
            <a:r>
              <a:rPr lang="zh-CN" altLang="en-US" b="1" dirty="0">
                <a:latin typeface="Courier New" panose="02070309020205020404" pitchFamily="49" charset="0"/>
                <a:cs typeface="Courier New" panose="02070309020205020404" pitchFamily="49" charset="0"/>
              </a:rPr>
              <a:t>;</a:t>
            </a:r>
            <a:r>
              <a:rPr lang="zh-CN" altLang="en-US" b="1" dirty="0">
                <a:solidFill>
                  <a:srgbClr val="0070C0"/>
                </a:solidFill>
                <a:latin typeface="Courier New" panose="02070309020205020404" pitchFamily="49" charset="0"/>
                <a:cs typeface="Courier New" panose="02070309020205020404" pitchFamily="49" charset="0"/>
              </a:rPr>
              <a:t> // 未找到。key若插入，将作为p结点的孩子</a:t>
            </a:r>
            <a:endParaRPr lang="zh-CN" altLang="en-US" b="1" dirty="0">
              <a:latin typeface="Courier New" panose="02070309020205020404" pitchFamily="49" charset="0"/>
              <a:cs typeface="Courier New" panose="02070309020205020404" pitchFamily="49" charset="0"/>
            </a:endParaRP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grpSp>
        <p:nvGrpSpPr>
          <p:cNvPr id="34" name="组合 33">
            <a:extLst>
              <a:ext uri="{FF2B5EF4-FFF2-40B4-BE49-F238E27FC236}">
                <a16:creationId xmlns:a16="http://schemas.microsoft.com/office/drawing/2014/main" id="{3204D859-667F-4A2A-A473-602D7585025C}"/>
              </a:ext>
            </a:extLst>
          </p:cNvPr>
          <p:cNvGrpSpPr/>
          <p:nvPr/>
        </p:nvGrpSpPr>
        <p:grpSpPr>
          <a:xfrm>
            <a:off x="9339453" y="3436165"/>
            <a:ext cx="380837" cy="360474"/>
            <a:chOff x="2861586" y="645184"/>
            <a:chExt cx="380837" cy="360474"/>
          </a:xfrm>
        </p:grpSpPr>
        <p:sp>
          <p:nvSpPr>
            <p:cNvPr id="35" name="文本框 34">
              <a:extLst>
                <a:ext uri="{FF2B5EF4-FFF2-40B4-BE49-F238E27FC236}">
                  <a16:creationId xmlns:a16="http://schemas.microsoft.com/office/drawing/2014/main" id="{C18190C4-A038-430F-B834-89417B4BB8A6}"/>
                </a:ext>
              </a:extLst>
            </p:cNvPr>
            <p:cNvSpPr txBox="1"/>
            <p:nvPr/>
          </p:nvSpPr>
          <p:spPr>
            <a:xfrm>
              <a:off x="2861586" y="645184"/>
              <a:ext cx="242622" cy="360474"/>
            </a:xfrm>
            <a:prstGeom prst="rect">
              <a:avLst/>
            </a:prstGeom>
            <a:noFill/>
          </p:spPr>
          <p:txBody>
            <a:bodyPr wrap="none" lIns="36000" tIns="36000" rIns="36000" bIns="36000" rtlCol="0" anchor="ctr" anchorCtr="1">
              <a:spAutoFit/>
            </a:bodyPr>
            <a:lstStyle/>
            <a:p>
              <a:pPr algn="ctr">
                <a:lnSpc>
                  <a:spcPct val="80000"/>
                </a:lnSpc>
              </a:pPr>
              <a:r>
                <a:rPr lang="en-US" altLang="zh-CN" sz="2200" b="1" dirty="0">
                  <a:solidFill>
                    <a:srgbClr val="C00000"/>
                  </a:solidFill>
                  <a:latin typeface="Courier New" panose="02070309020205020404" pitchFamily="49" charset="0"/>
                  <a:cs typeface="Courier New" panose="02070309020205020404" pitchFamily="49" charset="0"/>
                </a:rPr>
                <a:t>s</a:t>
              </a:r>
              <a:endParaRPr lang="zh-CN" altLang="en-US" sz="2200" b="1" dirty="0">
                <a:solidFill>
                  <a:srgbClr val="C00000"/>
                </a:solidFill>
                <a:latin typeface="Courier New" panose="02070309020205020404" pitchFamily="49" charset="0"/>
                <a:cs typeface="Courier New" panose="02070309020205020404" pitchFamily="49" charset="0"/>
              </a:endParaRPr>
            </a:p>
          </p:txBody>
        </p:sp>
        <p:cxnSp>
          <p:nvCxnSpPr>
            <p:cNvPr id="36" name="直接箭头连接符 35">
              <a:extLst>
                <a:ext uri="{FF2B5EF4-FFF2-40B4-BE49-F238E27FC236}">
                  <a16:creationId xmlns:a16="http://schemas.microsoft.com/office/drawing/2014/main" id="{AD80FAB7-0CA0-416A-AC1B-245E3C31F12C}"/>
                </a:ext>
              </a:extLst>
            </p:cNvPr>
            <p:cNvCxnSpPr>
              <a:cxnSpLocks/>
            </p:cNvCxnSpPr>
            <p:nvPr/>
          </p:nvCxnSpPr>
          <p:spPr>
            <a:xfrm>
              <a:off x="3040485" y="857606"/>
              <a:ext cx="201938" cy="13151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FD9BA10F-DF52-4C03-9D1E-FFC3913C4C0E}"/>
              </a:ext>
            </a:extLst>
          </p:cNvPr>
          <p:cNvGrpSpPr/>
          <p:nvPr/>
        </p:nvGrpSpPr>
        <p:grpSpPr>
          <a:xfrm>
            <a:off x="9825037" y="5709611"/>
            <a:ext cx="226592" cy="449191"/>
            <a:chOff x="3062190" y="451635"/>
            <a:chExt cx="226592" cy="449191"/>
          </a:xfrm>
        </p:grpSpPr>
        <p:sp>
          <p:nvSpPr>
            <p:cNvPr id="38" name="文本框 37">
              <a:extLst>
                <a:ext uri="{FF2B5EF4-FFF2-40B4-BE49-F238E27FC236}">
                  <a16:creationId xmlns:a16="http://schemas.microsoft.com/office/drawing/2014/main" id="{8FE2FE55-649B-401D-BA24-39A4426F3C35}"/>
                </a:ext>
              </a:extLst>
            </p:cNvPr>
            <p:cNvSpPr txBox="1"/>
            <p:nvPr/>
          </p:nvSpPr>
          <p:spPr>
            <a:xfrm>
              <a:off x="3062190" y="451635"/>
              <a:ext cx="226592" cy="334313"/>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p</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39" name="直接箭头连接符 38">
              <a:extLst>
                <a:ext uri="{FF2B5EF4-FFF2-40B4-BE49-F238E27FC236}">
                  <a16:creationId xmlns:a16="http://schemas.microsoft.com/office/drawing/2014/main" id="{ADA46FF9-6518-4018-A40A-8BA5280A82EF}"/>
                </a:ext>
              </a:extLst>
            </p:cNvPr>
            <p:cNvCxnSpPr>
              <a:cxnSpLocks/>
            </p:cNvCxnSpPr>
            <p:nvPr/>
          </p:nvCxnSpPr>
          <p:spPr>
            <a:xfrm>
              <a:off x="3195894" y="718810"/>
              <a:ext cx="0" cy="182016"/>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43" name="矩形: 圆角 42">
            <a:extLst>
              <a:ext uri="{FF2B5EF4-FFF2-40B4-BE49-F238E27FC236}">
                <a16:creationId xmlns:a16="http://schemas.microsoft.com/office/drawing/2014/main" id="{5FBD58E2-2127-4DE1-A21A-12606437986E}"/>
              </a:ext>
            </a:extLst>
          </p:cNvPr>
          <p:cNvSpPr/>
          <p:nvPr/>
        </p:nvSpPr>
        <p:spPr>
          <a:xfrm>
            <a:off x="10423866" y="783668"/>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44" name="椭圆 43">
            <a:extLst>
              <a:ext uri="{FF2B5EF4-FFF2-40B4-BE49-F238E27FC236}">
                <a16:creationId xmlns:a16="http://schemas.microsoft.com/office/drawing/2014/main" id="{E39EC02C-7D9E-40D4-AF53-7BD79A200A44}"/>
              </a:ext>
            </a:extLst>
          </p:cNvPr>
          <p:cNvSpPr/>
          <p:nvPr/>
        </p:nvSpPr>
        <p:spPr>
          <a:xfrm>
            <a:off x="4826061" y="3434046"/>
            <a:ext cx="393896" cy="337084"/>
          </a:xfrm>
          <a:prstGeom prst="ellipse">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7E163652-74E8-4B00-95EE-85E9284F6FA0}"/>
              </a:ext>
            </a:extLst>
          </p:cNvPr>
          <p:cNvCxnSpPr>
            <a:cxnSpLocks/>
          </p:cNvCxnSpPr>
          <p:nvPr/>
        </p:nvCxnSpPr>
        <p:spPr>
          <a:xfrm>
            <a:off x="2307225" y="4310239"/>
            <a:ext cx="1531128"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08E08EE-147C-4FC0-ACDB-9B3AA1CBA104}"/>
              </a:ext>
            </a:extLst>
          </p:cNvPr>
          <p:cNvCxnSpPr>
            <a:cxnSpLocks/>
          </p:cNvCxnSpPr>
          <p:nvPr/>
        </p:nvCxnSpPr>
        <p:spPr>
          <a:xfrm>
            <a:off x="1000530" y="4566503"/>
            <a:ext cx="256737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67023B1-205A-4008-8F34-AF3B9476269D}"/>
              </a:ext>
            </a:extLst>
          </p:cNvPr>
          <p:cNvCxnSpPr>
            <a:cxnSpLocks/>
          </p:cNvCxnSpPr>
          <p:nvPr/>
        </p:nvCxnSpPr>
        <p:spPr>
          <a:xfrm flipV="1">
            <a:off x="1268917" y="4846775"/>
            <a:ext cx="942385" cy="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2B3E2132-727F-4C68-A2A5-953F0358F474}"/>
              </a:ext>
            </a:extLst>
          </p:cNvPr>
          <p:cNvCxnSpPr>
            <a:cxnSpLocks/>
          </p:cNvCxnSpPr>
          <p:nvPr/>
        </p:nvCxnSpPr>
        <p:spPr>
          <a:xfrm>
            <a:off x="1268917" y="5112982"/>
            <a:ext cx="441563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E906AB7-AA11-441B-ACC8-864F044B1CB8}"/>
              </a:ext>
            </a:extLst>
          </p:cNvPr>
          <p:cNvCxnSpPr>
            <a:cxnSpLocks/>
          </p:cNvCxnSpPr>
          <p:nvPr/>
        </p:nvCxnSpPr>
        <p:spPr>
          <a:xfrm>
            <a:off x="1260285" y="5399143"/>
            <a:ext cx="506455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43566726-355A-4A06-835C-0FB75DBCC98E}"/>
              </a:ext>
            </a:extLst>
          </p:cNvPr>
          <p:cNvCxnSpPr>
            <a:cxnSpLocks/>
          </p:cNvCxnSpPr>
          <p:nvPr/>
        </p:nvCxnSpPr>
        <p:spPr>
          <a:xfrm>
            <a:off x="989898" y="6220132"/>
            <a:ext cx="130137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609C4F64-08F6-4E99-AB87-BB242029E4AA}"/>
              </a:ext>
            </a:extLst>
          </p:cNvPr>
          <p:cNvSpPr txBox="1"/>
          <p:nvPr/>
        </p:nvSpPr>
        <p:spPr>
          <a:xfrm>
            <a:off x="6752515" y="1498961"/>
            <a:ext cx="3140247" cy="881139"/>
          </a:xfrm>
          <a:prstGeom prst="rect">
            <a:avLst/>
          </a:prstGeom>
          <a:solidFill>
            <a:schemeClr val="accent4">
              <a:lumMod val="20000"/>
              <a:lumOff val="80000"/>
            </a:schemeClr>
          </a:solidFill>
        </p:spPr>
        <p:txBody>
          <a:bodyPr wrap="square" rtlCol="0">
            <a:spAutoFit/>
          </a:bodyPr>
          <a:lstStyle/>
          <a:p>
            <a:pPr>
              <a:lnSpc>
                <a:spcPct val="150000"/>
              </a:lnSpc>
            </a:pPr>
            <a:r>
              <a:rPr lang="zh-CN" altLang="en-US" b="1" dirty="0">
                <a:solidFill>
                  <a:srgbClr val="86229A"/>
                </a:solidFill>
              </a:rPr>
              <a:t>插入</a:t>
            </a:r>
            <a:r>
              <a:rPr lang="en-US" altLang="zh-CN" b="1" dirty="0">
                <a:solidFill>
                  <a:srgbClr val="86229A"/>
                </a:solidFill>
              </a:rPr>
              <a:t>28</a:t>
            </a:r>
            <a:r>
              <a:rPr lang="zh-CN" altLang="en-US" b="1" dirty="0">
                <a:solidFill>
                  <a:srgbClr val="86229A"/>
                </a:solidFill>
              </a:rPr>
              <a:t>，先要查找插入位置，</a:t>
            </a:r>
            <a:endParaRPr lang="en-US" altLang="zh-CN" b="1" dirty="0">
              <a:solidFill>
                <a:srgbClr val="86229A"/>
              </a:solidFill>
            </a:endParaRPr>
          </a:p>
          <a:p>
            <a:pPr>
              <a:lnSpc>
                <a:spcPct val="150000"/>
              </a:lnSpc>
            </a:pPr>
            <a:r>
              <a:rPr lang="zh-CN" altLang="en-US" b="1" dirty="0">
                <a:solidFill>
                  <a:srgbClr val="86229A"/>
                </a:solidFill>
              </a:rPr>
              <a:t>然后插入为</a:t>
            </a:r>
            <a:r>
              <a:rPr lang="en-US" altLang="zh-CN" b="1" dirty="0">
                <a:solidFill>
                  <a:srgbClr val="86229A"/>
                </a:solidFill>
              </a:rPr>
              <a:t>p</a:t>
            </a:r>
            <a:r>
              <a:rPr lang="zh-CN" altLang="en-US" b="1" dirty="0">
                <a:solidFill>
                  <a:srgbClr val="86229A"/>
                </a:solidFill>
              </a:rPr>
              <a:t>结点的左孩子</a:t>
            </a:r>
          </a:p>
        </p:txBody>
      </p:sp>
      <p:cxnSp>
        <p:nvCxnSpPr>
          <p:cNvPr id="64" name="直接连接符 63">
            <a:extLst>
              <a:ext uri="{FF2B5EF4-FFF2-40B4-BE49-F238E27FC236}">
                <a16:creationId xmlns:a16="http://schemas.microsoft.com/office/drawing/2014/main" id="{5097B0F7-CF1A-44DC-95CA-18EDFAD3B2D2}"/>
              </a:ext>
            </a:extLst>
          </p:cNvPr>
          <p:cNvCxnSpPr>
            <a:cxnSpLocks/>
          </p:cNvCxnSpPr>
          <p:nvPr/>
        </p:nvCxnSpPr>
        <p:spPr>
          <a:xfrm>
            <a:off x="491011" y="1121732"/>
            <a:ext cx="4070356" cy="753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57CCAB1-2873-4C5B-B54F-A1313E35BC71}"/>
              </a:ext>
            </a:extLst>
          </p:cNvPr>
          <p:cNvCxnSpPr>
            <a:cxnSpLocks/>
          </p:cNvCxnSpPr>
          <p:nvPr/>
        </p:nvCxnSpPr>
        <p:spPr>
          <a:xfrm>
            <a:off x="586705" y="2757453"/>
            <a:ext cx="509784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5774EB4F-FBBD-4DD6-BA15-24D45D262327}"/>
              </a:ext>
            </a:extLst>
          </p:cNvPr>
          <p:cNvSpPr/>
          <p:nvPr/>
        </p:nvSpPr>
        <p:spPr>
          <a:xfrm>
            <a:off x="385056" y="1129263"/>
            <a:ext cx="6267029" cy="1914563"/>
          </a:xfrm>
          <a:prstGeom prst="rect">
            <a:avLst/>
          </a:prstGeom>
          <a:solidFill>
            <a:srgbClr val="FFFF00">
              <a:alpha val="10000"/>
            </a:srgb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连接符 45">
            <a:extLst>
              <a:ext uri="{FF2B5EF4-FFF2-40B4-BE49-F238E27FC236}">
                <a16:creationId xmlns:a16="http://schemas.microsoft.com/office/drawing/2014/main" id="{0E400D04-78F0-41A4-B3FA-C16EB807F635}"/>
              </a:ext>
            </a:extLst>
          </p:cNvPr>
          <p:cNvCxnSpPr>
            <a:cxnSpLocks/>
          </p:cNvCxnSpPr>
          <p:nvPr/>
        </p:nvCxnSpPr>
        <p:spPr>
          <a:xfrm flipV="1">
            <a:off x="551135" y="3590304"/>
            <a:ext cx="1675774" cy="183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8A093387-9A8E-4649-BB94-57ABBC9AA983}"/>
              </a:ext>
            </a:extLst>
          </p:cNvPr>
          <p:cNvCxnSpPr>
            <a:cxnSpLocks/>
          </p:cNvCxnSpPr>
          <p:nvPr/>
        </p:nvCxnSpPr>
        <p:spPr>
          <a:xfrm>
            <a:off x="4140700" y="4300373"/>
            <a:ext cx="161683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F1521992-42F3-45F3-BBB5-206D44196654}"/>
              </a:ext>
            </a:extLst>
          </p:cNvPr>
          <p:cNvGrpSpPr/>
          <p:nvPr/>
        </p:nvGrpSpPr>
        <p:grpSpPr>
          <a:xfrm>
            <a:off x="9116324" y="2656625"/>
            <a:ext cx="949832" cy="1037322"/>
            <a:chOff x="9316750" y="2919399"/>
            <a:chExt cx="949832" cy="1037322"/>
          </a:xfrm>
        </p:grpSpPr>
        <p:grpSp>
          <p:nvGrpSpPr>
            <p:cNvPr id="15" name="组合 14">
              <a:extLst>
                <a:ext uri="{FF2B5EF4-FFF2-40B4-BE49-F238E27FC236}">
                  <a16:creationId xmlns:a16="http://schemas.microsoft.com/office/drawing/2014/main" id="{11883BE2-AEE1-4A47-8189-10C8D64173B6}"/>
                </a:ext>
              </a:extLst>
            </p:cNvPr>
            <p:cNvGrpSpPr/>
            <p:nvPr/>
          </p:nvGrpSpPr>
          <p:grpSpPr>
            <a:xfrm>
              <a:off x="9316750" y="2919399"/>
              <a:ext cx="949832" cy="760171"/>
              <a:chOff x="346231" y="1288118"/>
              <a:chExt cx="949832" cy="760171"/>
            </a:xfrm>
          </p:grpSpPr>
          <p:sp>
            <p:nvSpPr>
              <p:cNvPr id="13" name="矩形 12">
                <a:extLst>
                  <a:ext uri="{FF2B5EF4-FFF2-40B4-BE49-F238E27FC236}">
                    <a16:creationId xmlns:a16="http://schemas.microsoft.com/office/drawing/2014/main" id="{6DE00AE4-8293-4ED0-8889-CA7F32515D6B}"/>
                  </a:ext>
                </a:extLst>
              </p:cNvPr>
              <p:cNvSpPr/>
              <p:nvPr/>
            </p:nvSpPr>
            <p:spPr>
              <a:xfrm>
                <a:off x="930303" y="1574358"/>
                <a:ext cx="365760" cy="2082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2DDDC595-32CF-4432-ACCE-BCA91C8E4015}"/>
                  </a:ext>
                </a:extLst>
              </p:cNvPr>
              <p:cNvSpPr/>
              <p:nvPr/>
            </p:nvSpPr>
            <p:spPr>
              <a:xfrm>
                <a:off x="930303" y="1791548"/>
                <a:ext cx="365760" cy="2082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5C8865E7-4062-439D-912C-73C8A8D760A3}"/>
                  </a:ext>
                </a:extLst>
              </p:cNvPr>
              <p:cNvSpPr txBox="1"/>
              <p:nvPr/>
            </p:nvSpPr>
            <p:spPr>
              <a:xfrm>
                <a:off x="1025715" y="1288118"/>
                <a:ext cx="169918" cy="338554"/>
              </a:xfrm>
              <a:prstGeom prst="rect">
                <a:avLst/>
              </a:prstGeom>
              <a:noFill/>
            </p:spPr>
            <p:txBody>
              <a:bodyPr wrap="none" lIns="0" tIns="0" rIns="0" bIns="0" rtlCol="0">
                <a:spAutoFit/>
              </a:bodyPr>
              <a:lstStyle/>
              <a:p>
                <a:r>
                  <a:rPr lang="en-US" altLang="zh-CN" sz="2200" b="1" dirty="0">
                    <a:solidFill>
                      <a:srgbClr val="C00000"/>
                    </a:solidFill>
                    <a:latin typeface="Courier New" panose="02070309020205020404" pitchFamily="49" charset="0"/>
                    <a:cs typeface="Courier New" panose="02070309020205020404" pitchFamily="49" charset="0"/>
                  </a:rPr>
                  <a:t>T</a:t>
                </a:r>
                <a:endParaRPr lang="zh-CN" altLang="en-US" sz="2200" b="1" dirty="0">
                  <a:solidFill>
                    <a:srgbClr val="C00000"/>
                  </a:solidFill>
                  <a:latin typeface="Courier New" panose="02070309020205020404" pitchFamily="49" charset="0"/>
                  <a:cs typeface="Courier New" panose="02070309020205020404" pitchFamily="49" charset="0"/>
                </a:endParaRPr>
              </a:p>
            </p:txBody>
          </p:sp>
          <p:sp>
            <p:nvSpPr>
              <p:cNvPr id="65" name="文本框 64">
                <a:extLst>
                  <a:ext uri="{FF2B5EF4-FFF2-40B4-BE49-F238E27FC236}">
                    <a16:creationId xmlns:a16="http://schemas.microsoft.com/office/drawing/2014/main" id="{FF968A74-6A1E-46A8-AE20-5DDB5D3D32A6}"/>
                  </a:ext>
                </a:extLst>
              </p:cNvPr>
              <p:cNvSpPr txBox="1"/>
              <p:nvPr/>
            </p:nvSpPr>
            <p:spPr>
              <a:xfrm>
                <a:off x="346231" y="1575083"/>
                <a:ext cx="551433" cy="473206"/>
              </a:xfrm>
              <a:prstGeom prst="rect">
                <a:avLst/>
              </a:prstGeom>
              <a:noFill/>
            </p:spPr>
            <p:txBody>
              <a:bodyPr wrap="none" lIns="0" tIns="0" rIns="0" bIns="0" rtlCol="0">
                <a:spAutoFit/>
              </a:bodyPr>
              <a:lstStyle/>
              <a:p>
                <a:pPr algn="r">
                  <a:lnSpc>
                    <a:spcPts val="1800"/>
                  </a:lnSpc>
                </a:pPr>
                <a:r>
                  <a:rPr lang="en-US" altLang="zh-CN" b="1" dirty="0">
                    <a:solidFill>
                      <a:srgbClr val="C00000"/>
                    </a:solidFill>
                    <a:latin typeface="Courier New" panose="02070309020205020404" pitchFamily="49" charset="0"/>
                    <a:cs typeface="Courier New" panose="02070309020205020404" pitchFamily="49" charset="0"/>
                  </a:rPr>
                  <a:t>nil</a:t>
                </a:r>
              </a:p>
              <a:p>
                <a:pPr algn="r">
                  <a:lnSpc>
                    <a:spcPts val="1800"/>
                  </a:lnSpc>
                </a:pPr>
                <a:r>
                  <a:rPr lang="en-US" altLang="zh-CN" b="1" dirty="0">
                    <a:solidFill>
                      <a:srgbClr val="C00000"/>
                    </a:solidFill>
                    <a:latin typeface="Courier New" panose="02070309020205020404" pitchFamily="49" charset="0"/>
                    <a:cs typeface="Courier New" panose="02070309020205020404" pitchFamily="49" charset="0"/>
                  </a:rPr>
                  <a:t>root</a:t>
                </a:r>
                <a:endParaRPr lang="zh-CN" altLang="en-US" b="1" dirty="0">
                  <a:solidFill>
                    <a:srgbClr val="C00000"/>
                  </a:solidFill>
                  <a:latin typeface="Courier New" panose="02070309020205020404" pitchFamily="49" charset="0"/>
                  <a:cs typeface="Courier New" panose="02070309020205020404" pitchFamily="49" charset="0"/>
                </a:endParaRPr>
              </a:p>
            </p:txBody>
          </p:sp>
        </p:grpSp>
        <p:cxnSp>
          <p:nvCxnSpPr>
            <p:cNvPr id="67" name="直接箭头连接符 66">
              <a:extLst>
                <a:ext uri="{FF2B5EF4-FFF2-40B4-BE49-F238E27FC236}">
                  <a16:creationId xmlns:a16="http://schemas.microsoft.com/office/drawing/2014/main" id="{1831B44E-0260-4E43-B617-6834AAC2C6A3}"/>
                </a:ext>
              </a:extLst>
            </p:cNvPr>
            <p:cNvCxnSpPr>
              <a:cxnSpLocks/>
            </p:cNvCxnSpPr>
            <p:nvPr/>
          </p:nvCxnSpPr>
          <p:spPr>
            <a:xfrm>
              <a:off x="10081193" y="3530919"/>
              <a:ext cx="0" cy="425802"/>
            </a:xfrm>
            <a:prstGeom prst="straightConnector1">
              <a:avLst/>
            </a:prstGeom>
            <a:ln w="28575">
              <a:solidFill>
                <a:srgbClr val="00B0F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2F823511-3907-4676-A16C-94364714CF2C}"/>
              </a:ext>
            </a:extLst>
          </p:cNvPr>
          <p:cNvGrpSpPr/>
          <p:nvPr/>
        </p:nvGrpSpPr>
        <p:grpSpPr>
          <a:xfrm>
            <a:off x="9880767" y="3054952"/>
            <a:ext cx="1870302" cy="3232096"/>
            <a:chOff x="10081193" y="3317726"/>
            <a:chExt cx="1870302" cy="3232096"/>
          </a:xfrm>
        </p:grpSpPr>
        <p:cxnSp>
          <p:nvCxnSpPr>
            <p:cNvPr id="72" name="直接连接符 71">
              <a:extLst>
                <a:ext uri="{FF2B5EF4-FFF2-40B4-BE49-F238E27FC236}">
                  <a16:creationId xmlns:a16="http://schemas.microsoft.com/office/drawing/2014/main" id="{A6C2A5BE-9F61-4F2E-85E3-C4392F749F20}"/>
                </a:ext>
              </a:extLst>
            </p:cNvPr>
            <p:cNvCxnSpPr>
              <a:cxnSpLocks/>
            </p:cNvCxnSpPr>
            <p:nvPr/>
          </p:nvCxnSpPr>
          <p:spPr>
            <a:xfrm>
              <a:off x="10081193" y="3317726"/>
              <a:ext cx="1828139" cy="12423"/>
            </a:xfrm>
            <a:prstGeom prst="line">
              <a:avLst/>
            </a:prstGeom>
            <a:ln w="19050">
              <a:solidFill>
                <a:srgbClr val="00B0F0"/>
              </a:solidFill>
              <a:headEnd type="ova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B2A40B4D-8B96-497B-A8D6-34524463EFD3}"/>
                </a:ext>
              </a:extLst>
            </p:cNvPr>
            <p:cNvCxnSpPr/>
            <p:nvPr/>
          </p:nvCxnSpPr>
          <p:spPr>
            <a:xfrm>
              <a:off x="11909332" y="3328317"/>
              <a:ext cx="32639" cy="3221505"/>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A87F41D8-1B89-4481-B376-31A3E754E6F0}"/>
                </a:ext>
              </a:extLst>
            </p:cNvPr>
            <p:cNvCxnSpPr>
              <a:cxnSpLocks/>
            </p:cNvCxnSpPr>
            <p:nvPr/>
          </p:nvCxnSpPr>
          <p:spPr>
            <a:xfrm flipH="1">
              <a:off x="10326241" y="6536347"/>
              <a:ext cx="1625254" cy="0"/>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83" name="任意多边形: 形状 82">
            <a:extLst>
              <a:ext uri="{FF2B5EF4-FFF2-40B4-BE49-F238E27FC236}">
                <a16:creationId xmlns:a16="http://schemas.microsoft.com/office/drawing/2014/main" id="{AA127903-ED85-4230-8B6D-21B60720BB32}"/>
              </a:ext>
            </a:extLst>
          </p:cNvPr>
          <p:cNvSpPr/>
          <p:nvPr/>
        </p:nvSpPr>
        <p:spPr>
          <a:xfrm>
            <a:off x="8144802" y="5005252"/>
            <a:ext cx="1578000" cy="1468215"/>
          </a:xfrm>
          <a:custGeom>
            <a:avLst/>
            <a:gdLst>
              <a:gd name="connsiteX0" fmla="*/ 101842 w 1612590"/>
              <a:gd name="connsiteY0" fmla="*/ 3689 h 1468215"/>
              <a:gd name="connsiteX1" fmla="*/ 6426 w 1612590"/>
              <a:gd name="connsiteY1" fmla="*/ 210423 h 1468215"/>
              <a:gd name="connsiteX2" fmla="*/ 189306 w 1612590"/>
              <a:gd name="connsiteY2" fmla="*/ 1355411 h 1468215"/>
              <a:gd name="connsiteX3" fmla="*/ 1612590 w 1612590"/>
              <a:gd name="connsiteY3" fmla="*/ 1363362 h 1468215"/>
            </a:gdLst>
            <a:ahLst/>
            <a:cxnLst>
              <a:cxn ang="0">
                <a:pos x="connsiteX0" y="connsiteY0"/>
              </a:cxn>
              <a:cxn ang="0">
                <a:pos x="connsiteX1" y="connsiteY1"/>
              </a:cxn>
              <a:cxn ang="0">
                <a:pos x="connsiteX2" y="connsiteY2"/>
              </a:cxn>
              <a:cxn ang="0">
                <a:pos x="connsiteX3" y="connsiteY3"/>
              </a:cxn>
            </a:cxnLst>
            <a:rect l="l" t="t" r="r" b="b"/>
            <a:pathLst>
              <a:path w="1612590" h="1468215">
                <a:moveTo>
                  <a:pt x="101842" y="3689"/>
                </a:moveTo>
                <a:cubicBezTo>
                  <a:pt x="46845" y="-5588"/>
                  <a:pt x="-8151" y="-14864"/>
                  <a:pt x="6426" y="210423"/>
                </a:cubicBezTo>
                <a:cubicBezTo>
                  <a:pt x="21003" y="435710"/>
                  <a:pt x="-78388" y="1163255"/>
                  <a:pt x="189306" y="1355411"/>
                </a:cubicBezTo>
                <a:cubicBezTo>
                  <a:pt x="457000" y="1547568"/>
                  <a:pt x="1034795" y="1455465"/>
                  <a:pt x="1612590" y="1363362"/>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任意多边形: 形状 83">
            <a:extLst>
              <a:ext uri="{FF2B5EF4-FFF2-40B4-BE49-F238E27FC236}">
                <a16:creationId xmlns:a16="http://schemas.microsoft.com/office/drawing/2014/main" id="{AE37C97B-1202-4796-A439-FFCE4FD783B0}"/>
              </a:ext>
            </a:extLst>
          </p:cNvPr>
          <p:cNvSpPr/>
          <p:nvPr/>
        </p:nvSpPr>
        <p:spPr>
          <a:xfrm>
            <a:off x="8314924" y="5014914"/>
            <a:ext cx="1415829" cy="1391965"/>
          </a:xfrm>
          <a:custGeom>
            <a:avLst/>
            <a:gdLst>
              <a:gd name="connsiteX0" fmla="*/ 83360 w 1395325"/>
              <a:gd name="connsiteY0" fmla="*/ 1978 h 1391965"/>
              <a:gd name="connsiteX1" fmla="*/ 218532 w 1395325"/>
              <a:gd name="connsiteY1" fmla="*/ 200761 h 1391965"/>
              <a:gd name="connsiteX2" fmla="*/ 59506 w 1395325"/>
              <a:gd name="connsiteY2" fmla="*/ 1266235 h 1391965"/>
              <a:gd name="connsiteX3" fmla="*/ 1395325 w 1395325"/>
              <a:gd name="connsiteY3" fmla="*/ 1329846 h 1391965"/>
            </a:gdLst>
            <a:ahLst/>
            <a:cxnLst>
              <a:cxn ang="0">
                <a:pos x="connsiteX0" y="connsiteY0"/>
              </a:cxn>
              <a:cxn ang="0">
                <a:pos x="connsiteX1" y="connsiteY1"/>
              </a:cxn>
              <a:cxn ang="0">
                <a:pos x="connsiteX2" y="connsiteY2"/>
              </a:cxn>
              <a:cxn ang="0">
                <a:pos x="connsiteX3" y="connsiteY3"/>
              </a:cxn>
            </a:cxnLst>
            <a:rect l="l" t="t" r="r" b="b"/>
            <a:pathLst>
              <a:path w="1395325" h="1391965">
                <a:moveTo>
                  <a:pt x="83360" y="1978"/>
                </a:moveTo>
                <a:cubicBezTo>
                  <a:pt x="152934" y="-3985"/>
                  <a:pt x="222508" y="-9948"/>
                  <a:pt x="218532" y="200761"/>
                </a:cubicBezTo>
                <a:cubicBezTo>
                  <a:pt x="214556" y="411470"/>
                  <a:pt x="-136626" y="1078054"/>
                  <a:pt x="59506" y="1266235"/>
                </a:cubicBezTo>
                <a:cubicBezTo>
                  <a:pt x="255638" y="1454416"/>
                  <a:pt x="825481" y="1392131"/>
                  <a:pt x="1395325" y="1329846"/>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形状 84">
            <a:extLst>
              <a:ext uri="{FF2B5EF4-FFF2-40B4-BE49-F238E27FC236}">
                <a16:creationId xmlns:a16="http://schemas.microsoft.com/office/drawing/2014/main" id="{DD6556D0-0246-46D2-8EEF-081A026BC571}"/>
              </a:ext>
            </a:extLst>
          </p:cNvPr>
          <p:cNvSpPr/>
          <p:nvPr/>
        </p:nvSpPr>
        <p:spPr>
          <a:xfrm>
            <a:off x="8504454" y="5598102"/>
            <a:ext cx="1226299" cy="739394"/>
          </a:xfrm>
          <a:custGeom>
            <a:avLst/>
            <a:gdLst>
              <a:gd name="connsiteX0" fmla="*/ 383461 w 1226299"/>
              <a:gd name="connsiteY0" fmla="*/ 0 h 739394"/>
              <a:gd name="connsiteX1" fmla="*/ 200581 w 1226299"/>
              <a:gd name="connsiteY1" fmla="*/ 159026 h 739394"/>
              <a:gd name="connsiteX2" fmla="*/ 57457 w 1226299"/>
              <a:gd name="connsiteY2" fmla="*/ 667909 h 739394"/>
              <a:gd name="connsiteX3" fmla="*/ 1226299 w 1226299"/>
              <a:gd name="connsiteY3" fmla="*/ 723568 h 739394"/>
            </a:gdLst>
            <a:ahLst/>
            <a:cxnLst>
              <a:cxn ang="0">
                <a:pos x="connsiteX0" y="connsiteY0"/>
              </a:cxn>
              <a:cxn ang="0">
                <a:pos x="connsiteX1" y="connsiteY1"/>
              </a:cxn>
              <a:cxn ang="0">
                <a:pos x="connsiteX2" y="connsiteY2"/>
              </a:cxn>
              <a:cxn ang="0">
                <a:pos x="connsiteX3" y="connsiteY3"/>
              </a:cxn>
            </a:cxnLst>
            <a:rect l="l" t="t" r="r" b="b"/>
            <a:pathLst>
              <a:path w="1226299" h="739394">
                <a:moveTo>
                  <a:pt x="383461" y="0"/>
                </a:moveTo>
                <a:cubicBezTo>
                  <a:pt x="319188" y="23854"/>
                  <a:pt x="254915" y="47708"/>
                  <a:pt x="200581" y="159026"/>
                </a:cubicBezTo>
                <a:cubicBezTo>
                  <a:pt x="146247" y="270344"/>
                  <a:pt x="-113496" y="573819"/>
                  <a:pt x="57457" y="667909"/>
                </a:cubicBezTo>
                <a:cubicBezTo>
                  <a:pt x="228410" y="761999"/>
                  <a:pt x="727354" y="742783"/>
                  <a:pt x="1226299" y="723568"/>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任意多边形: 形状 86">
            <a:extLst>
              <a:ext uri="{FF2B5EF4-FFF2-40B4-BE49-F238E27FC236}">
                <a16:creationId xmlns:a16="http://schemas.microsoft.com/office/drawing/2014/main" id="{2242248A-1FFA-4BBF-A16C-9C740FC2CB72}"/>
              </a:ext>
            </a:extLst>
          </p:cNvPr>
          <p:cNvSpPr/>
          <p:nvPr/>
        </p:nvSpPr>
        <p:spPr>
          <a:xfrm>
            <a:off x="9418184" y="5608735"/>
            <a:ext cx="318715" cy="642643"/>
          </a:xfrm>
          <a:custGeom>
            <a:avLst/>
            <a:gdLst>
              <a:gd name="connsiteX0" fmla="*/ 106083 w 296914"/>
              <a:gd name="connsiteY0" fmla="*/ 0 h 667910"/>
              <a:gd name="connsiteX1" fmla="*/ 10667 w 296914"/>
              <a:gd name="connsiteY1" fmla="*/ 151075 h 667910"/>
              <a:gd name="connsiteX2" fmla="*/ 34521 w 296914"/>
              <a:gd name="connsiteY2" fmla="*/ 492981 h 667910"/>
              <a:gd name="connsiteX3" fmla="*/ 296914 w 296914"/>
              <a:gd name="connsiteY3" fmla="*/ 667910 h 667910"/>
            </a:gdLst>
            <a:ahLst/>
            <a:cxnLst>
              <a:cxn ang="0">
                <a:pos x="connsiteX0" y="connsiteY0"/>
              </a:cxn>
              <a:cxn ang="0">
                <a:pos x="connsiteX1" y="connsiteY1"/>
              </a:cxn>
              <a:cxn ang="0">
                <a:pos x="connsiteX2" y="connsiteY2"/>
              </a:cxn>
              <a:cxn ang="0">
                <a:pos x="connsiteX3" y="connsiteY3"/>
              </a:cxn>
            </a:cxnLst>
            <a:rect l="l" t="t" r="r" b="b"/>
            <a:pathLst>
              <a:path w="296914" h="667910">
                <a:moveTo>
                  <a:pt x="106083" y="0"/>
                </a:moveTo>
                <a:cubicBezTo>
                  <a:pt x="64338" y="34456"/>
                  <a:pt x="22594" y="68912"/>
                  <a:pt x="10667" y="151075"/>
                </a:cubicBezTo>
                <a:cubicBezTo>
                  <a:pt x="-1260" y="233239"/>
                  <a:pt x="-13187" y="406842"/>
                  <a:pt x="34521" y="492981"/>
                </a:cubicBezTo>
                <a:cubicBezTo>
                  <a:pt x="82229" y="579120"/>
                  <a:pt x="189571" y="623515"/>
                  <a:pt x="296914" y="66791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任意多边形: 形状 87">
            <a:extLst>
              <a:ext uri="{FF2B5EF4-FFF2-40B4-BE49-F238E27FC236}">
                <a16:creationId xmlns:a16="http://schemas.microsoft.com/office/drawing/2014/main" id="{71040D35-B729-49FF-8F8A-85D7BBA6EC90}"/>
              </a:ext>
            </a:extLst>
          </p:cNvPr>
          <p:cNvSpPr/>
          <p:nvPr/>
        </p:nvSpPr>
        <p:spPr>
          <a:xfrm>
            <a:off x="9675094" y="5603716"/>
            <a:ext cx="143123" cy="548868"/>
          </a:xfrm>
          <a:custGeom>
            <a:avLst/>
            <a:gdLst>
              <a:gd name="connsiteX0" fmla="*/ 0 w 143123"/>
              <a:gd name="connsiteY0" fmla="*/ 0 h 524786"/>
              <a:gd name="connsiteX1" fmla="*/ 119270 w 143123"/>
              <a:gd name="connsiteY1" fmla="*/ 143123 h 524786"/>
              <a:gd name="connsiteX2" fmla="*/ 143123 w 143123"/>
              <a:gd name="connsiteY2" fmla="*/ 524786 h 524786"/>
            </a:gdLst>
            <a:ahLst/>
            <a:cxnLst>
              <a:cxn ang="0">
                <a:pos x="connsiteX0" y="connsiteY0"/>
              </a:cxn>
              <a:cxn ang="0">
                <a:pos x="connsiteX1" y="connsiteY1"/>
              </a:cxn>
              <a:cxn ang="0">
                <a:pos x="connsiteX2" y="connsiteY2"/>
              </a:cxn>
            </a:cxnLst>
            <a:rect l="l" t="t" r="r" b="b"/>
            <a:pathLst>
              <a:path w="143123" h="524786">
                <a:moveTo>
                  <a:pt x="0" y="0"/>
                </a:moveTo>
                <a:cubicBezTo>
                  <a:pt x="47708" y="27829"/>
                  <a:pt x="95416" y="55659"/>
                  <a:pt x="119270" y="143123"/>
                </a:cubicBezTo>
                <a:cubicBezTo>
                  <a:pt x="143124" y="230587"/>
                  <a:pt x="143123" y="377686"/>
                  <a:pt x="143123" y="524786"/>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形状 88">
            <a:extLst>
              <a:ext uri="{FF2B5EF4-FFF2-40B4-BE49-F238E27FC236}">
                <a16:creationId xmlns:a16="http://schemas.microsoft.com/office/drawing/2014/main" id="{87FFE232-53BA-455F-BDF9-48F20AC634A8}"/>
              </a:ext>
            </a:extLst>
          </p:cNvPr>
          <p:cNvSpPr/>
          <p:nvPr/>
        </p:nvSpPr>
        <p:spPr>
          <a:xfrm>
            <a:off x="10048805" y="4482581"/>
            <a:ext cx="731520" cy="1669999"/>
          </a:xfrm>
          <a:custGeom>
            <a:avLst/>
            <a:gdLst>
              <a:gd name="connsiteX0" fmla="*/ 731520 w 731520"/>
              <a:gd name="connsiteY0" fmla="*/ 0 h 1645920"/>
              <a:gd name="connsiteX1" fmla="*/ 588397 w 731520"/>
              <a:gd name="connsiteY1" fmla="*/ 182880 h 1645920"/>
              <a:gd name="connsiteX2" fmla="*/ 190832 w 731520"/>
              <a:gd name="connsiteY2" fmla="*/ 811033 h 1645920"/>
              <a:gd name="connsiteX3" fmla="*/ 0 w 731520"/>
              <a:gd name="connsiteY3" fmla="*/ 1645920 h 1645920"/>
            </a:gdLst>
            <a:ahLst/>
            <a:cxnLst>
              <a:cxn ang="0">
                <a:pos x="connsiteX0" y="connsiteY0"/>
              </a:cxn>
              <a:cxn ang="0">
                <a:pos x="connsiteX1" y="connsiteY1"/>
              </a:cxn>
              <a:cxn ang="0">
                <a:pos x="connsiteX2" y="connsiteY2"/>
              </a:cxn>
              <a:cxn ang="0">
                <a:pos x="connsiteX3" y="connsiteY3"/>
              </a:cxn>
            </a:cxnLst>
            <a:rect l="l" t="t" r="r" b="b"/>
            <a:pathLst>
              <a:path w="731520" h="1645920">
                <a:moveTo>
                  <a:pt x="731520" y="0"/>
                </a:moveTo>
                <a:cubicBezTo>
                  <a:pt x="705016" y="23854"/>
                  <a:pt x="678512" y="47708"/>
                  <a:pt x="588397" y="182880"/>
                </a:cubicBezTo>
                <a:cubicBezTo>
                  <a:pt x="498282" y="318052"/>
                  <a:pt x="288898" y="567193"/>
                  <a:pt x="190832" y="811033"/>
                </a:cubicBezTo>
                <a:cubicBezTo>
                  <a:pt x="92766" y="1054873"/>
                  <a:pt x="46383" y="1350396"/>
                  <a:pt x="0" y="164592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形状 89">
            <a:extLst>
              <a:ext uri="{FF2B5EF4-FFF2-40B4-BE49-F238E27FC236}">
                <a16:creationId xmlns:a16="http://schemas.microsoft.com/office/drawing/2014/main" id="{D3261BC6-7AF1-41A3-896F-2BD2D60494D2}"/>
              </a:ext>
            </a:extLst>
          </p:cNvPr>
          <p:cNvSpPr/>
          <p:nvPr/>
        </p:nvSpPr>
        <p:spPr>
          <a:xfrm>
            <a:off x="10128318" y="5008941"/>
            <a:ext cx="1097280" cy="1184744"/>
          </a:xfrm>
          <a:custGeom>
            <a:avLst/>
            <a:gdLst>
              <a:gd name="connsiteX0" fmla="*/ 1097280 w 1097280"/>
              <a:gd name="connsiteY0" fmla="*/ 0 h 1184744"/>
              <a:gd name="connsiteX1" fmla="*/ 930303 w 1097280"/>
              <a:gd name="connsiteY1" fmla="*/ 198782 h 1184744"/>
              <a:gd name="connsiteX2" fmla="*/ 699715 w 1097280"/>
              <a:gd name="connsiteY2" fmla="*/ 954156 h 1184744"/>
              <a:gd name="connsiteX3" fmla="*/ 0 w 1097280"/>
              <a:gd name="connsiteY3" fmla="*/ 1184744 h 1184744"/>
            </a:gdLst>
            <a:ahLst/>
            <a:cxnLst>
              <a:cxn ang="0">
                <a:pos x="connsiteX0" y="connsiteY0"/>
              </a:cxn>
              <a:cxn ang="0">
                <a:pos x="connsiteX1" y="connsiteY1"/>
              </a:cxn>
              <a:cxn ang="0">
                <a:pos x="connsiteX2" y="connsiteY2"/>
              </a:cxn>
              <a:cxn ang="0">
                <a:pos x="connsiteX3" y="connsiteY3"/>
              </a:cxn>
            </a:cxnLst>
            <a:rect l="l" t="t" r="r" b="b"/>
            <a:pathLst>
              <a:path w="1097280" h="1184744">
                <a:moveTo>
                  <a:pt x="1097280" y="0"/>
                </a:moveTo>
                <a:cubicBezTo>
                  <a:pt x="1046922" y="19878"/>
                  <a:pt x="996564" y="39756"/>
                  <a:pt x="930303" y="198782"/>
                </a:cubicBezTo>
                <a:cubicBezTo>
                  <a:pt x="864042" y="357808"/>
                  <a:pt x="854765" y="789829"/>
                  <a:pt x="699715" y="954156"/>
                </a:cubicBezTo>
                <a:cubicBezTo>
                  <a:pt x="544664" y="1118483"/>
                  <a:pt x="272332" y="1151613"/>
                  <a:pt x="0" y="1184744"/>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a:extLst>
              <a:ext uri="{FF2B5EF4-FFF2-40B4-BE49-F238E27FC236}">
                <a16:creationId xmlns:a16="http://schemas.microsoft.com/office/drawing/2014/main" id="{0EFEB1EA-70D3-498F-9D43-A65D98C3B9A1}"/>
              </a:ext>
            </a:extLst>
          </p:cNvPr>
          <p:cNvSpPr/>
          <p:nvPr/>
        </p:nvSpPr>
        <p:spPr>
          <a:xfrm>
            <a:off x="10128318" y="5024843"/>
            <a:ext cx="1529973" cy="1200647"/>
          </a:xfrm>
          <a:custGeom>
            <a:avLst/>
            <a:gdLst>
              <a:gd name="connsiteX0" fmla="*/ 1272209 w 1529973"/>
              <a:gd name="connsiteY0" fmla="*/ 0 h 1200647"/>
              <a:gd name="connsiteX1" fmla="*/ 1455089 w 1529973"/>
              <a:gd name="connsiteY1" fmla="*/ 174929 h 1200647"/>
              <a:gd name="connsiteX2" fmla="*/ 1399430 w 1529973"/>
              <a:gd name="connsiteY2" fmla="*/ 954157 h 1200647"/>
              <a:gd name="connsiteX3" fmla="*/ 0 w 1529973"/>
              <a:gd name="connsiteY3" fmla="*/ 1200647 h 1200647"/>
            </a:gdLst>
            <a:ahLst/>
            <a:cxnLst>
              <a:cxn ang="0">
                <a:pos x="connsiteX0" y="connsiteY0"/>
              </a:cxn>
              <a:cxn ang="0">
                <a:pos x="connsiteX1" y="connsiteY1"/>
              </a:cxn>
              <a:cxn ang="0">
                <a:pos x="connsiteX2" y="connsiteY2"/>
              </a:cxn>
              <a:cxn ang="0">
                <a:pos x="connsiteX3" y="connsiteY3"/>
              </a:cxn>
            </a:cxnLst>
            <a:rect l="l" t="t" r="r" b="b"/>
            <a:pathLst>
              <a:path w="1529973" h="1200647">
                <a:moveTo>
                  <a:pt x="1272209" y="0"/>
                </a:moveTo>
                <a:cubicBezTo>
                  <a:pt x="1353047" y="7951"/>
                  <a:pt x="1433886" y="15903"/>
                  <a:pt x="1455089" y="174929"/>
                </a:cubicBezTo>
                <a:cubicBezTo>
                  <a:pt x="1476292" y="333955"/>
                  <a:pt x="1641945" y="783204"/>
                  <a:pt x="1399430" y="954157"/>
                </a:cubicBezTo>
                <a:cubicBezTo>
                  <a:pt x="1156915" y="1125110"/>
                  <a:pt x="578457" y="1162878"/>
                  <a:pt x="0" y="1200647"/>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a:extLst>
              <a:ext uri="{FF2B5EF4-FFF2-40B4-BE49-F238E27FC236}">
                <a16:creationId xmlns:a16="http://schemas.microsoft.com/office/drawing/2014/main" id="{F0D0DF70-8EE7-4F93-AF44-62091A5284E2}"/>
              </a:ext>
            </a:extLst>
          </p:cNvPr>
          <p:cNvSpPr/>
          <p:nvPr/>
        </p:nvSpPr>
        <p:spPr>
          <a:xfrm>
            <a:off x="8843562" y="6137015"/>
            <a:ext cx="887806" cy="158174"/>
          </a:xfrm>
          <a:custGeom>
            <a:avLst/>
            <a:gdLst>
              <a:gd name="connsiteX0" fmla="*/ 0 w 623887"/>
              <a:gd name="connsiteY0" fmla="*/ 0 h 121444"/>
              <a:gd name="connsiteX1" fmla="*/ 80962 w 623887"/>
              <a:gd name="connsiteY1" fmla="*/ 23812 h 121444"/>
              <a:gd name="connsiteX2" fmla="*/ 264318 w 623887"/>
              <a:gd name="connsiteY2" fmla="*/ 80962 h 121444"/>
              <a:gd name="connsiteX3" fmla="*/ 623887 w 623887"/>
              <a:gd name="connsiteY3" fmla="*/ 121444 h 121444"/>
            </a:gdLst>
            <a:ahLst/>
            <a:cxnLst>
              <a:cxn ang="0">
                <a:pos x="connsiteX0" y="connsiteY0"/>
              </a:cxn>
              <a:cxn ang="0">
                <a:pos x="connsiteX1" y="connsiteY1"/>
              </a:cxn>
              <a:cxn ang="0">
                <a:pos x="connsiteX2" y="connsiteY2"/>
              </a:cxn>
              <a:cxn ang="0">
                <a:pos x="connsiteX3" y="connsiteY3"/>
              </a:cxn>
            </a:cxnLst>
            <a:rect l="l" t="t" r="r" b="b"/>
            <a:pathLst>
              <a:path w="623887" h="121444">
                <a:moveTo>
                  <a:pt x="0" y="0"/>
                </a:moveTo>
                <a:cubicBezTo>
                  <a:pt x="18454" y="5159"/>
                  <a:pt x="80962" y="23812"/>
                  <a:pt x="80962" y="23812"/>
                </a:cubicBezTo>
                <a:cubicBezTo>
                  <a:pt x="125015" y="37306"/>
                  <a:pt x="173831" y="64690"/>
                  <a:pt x="264318" y="80962"/>
                </a:cubicBezTo>
                <a:cubicBezTo>
                  <a:pt x="354806" y="97234"/>
                  <a:pt x="489346" y="109339"/>
                  <a:pt x="623887" y="121444"/>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任意多边形: 形状 95">
            <a:extLst>
              <a:ext uri="{FF2B5EF4-FFF2-40B4-BE49-F238E27FC236}">
                <a16:creationId xmlns:a16="http://schemas.microsoft.com/office/drawing/2014/main" id="{71AC2C73-5B61-41A3-A310-633EEBFFC92A}"/>
              </a:ext>
            </a:extLst>
          </p:cNvPr>
          <p:cNvSpPr/>
          <p:nvPr/>
        </p:nvSpPr>
        <p:spPr>
          <a:xfrm>
            <a:off x="9069396" y="5598102"/>
            <a:ext cx="659802" cy="688946"/>
          </a:xfrm>
          <a:custGeom>
            <a:avLst/>
            <a:gdLst>
              <a:gd name="connsiteX0" fmla="*/ 0 w 623887"/>
              <a:gd name="connsiteY0" fmla="*/ 1957 h 699663"/>
              <a:gd name="connsiteX1" fmla="*/ 97631 w 623887"/>
              <a:gd name="connsiteY1" fmla="*/ 75775 h 699663"/>
              <a:gd name="connsiteX2" fmla="*/ 219075 w 623887"/>
              <a:gd name="connsiteY2" fmla="*/ 497257 h 699663"/>
              <a:gd name="connsiteX3" fmla="*/ 623887 w 623887"/>
              <a:gd name="connsiteY3" fmla="*/ 699663 h 699663"/>
            </a:gdLst>
            <a:ahLst/>
            <a:cxnLst>
              <a:cxn ang="0">
                <a:pos x="connsiteX0" y="connsiteY0"/>
              </a:cxn>
              <a:cxn ang="0">
                <a:pos x="connsiteX1" y="connsiteY1"/>
              </a:cxn>
              <a:cxn ang="0">
                <a:pos x="connsiteX2" y="connsiteY2"/>
              </a:cxn>
              <a:cxn ang="0">
                <a:pos x="connsiteX3" y="connsiteY3"/>
              </a:cxn>
            </a:cxnLst>
            <a:rect l="l" t="t" r="r" b="b"/>
            <a:pathLst>
              <a:path w="623887" h="699663">
                <a:moveTo>
                  <a:pt x="0" y="1957"/>
                </a:moveTo>
                <a:cubicBezTo>
                  <a:pt x="30559" y="-2409"/>
                  <a:pt x="61119" y="-6775"/>
                  <a:pt x="97631" y="75775"/>
                </a:cubicBezTo>
                <a:cubicBezTo>
                  <a:pt x="134143" y="158325"/>
                  <a:pt x="131366" y="393276"/>
                  <a:pt x="219075" y="497257"/>
                </a:cubicBezTo>
                <a:cubicBezTo>
                  <a:pt x="306784" y="601238"/>
                  <a:pt x="465335" y="650450"/>
                  <a:pt x="623887" y="699663"/>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任意多边形: 形状 96">
            <a:extLst>
              <a:ext uri="{FF2B5EF4-FFF2-40B4-BE49-F238E27FC236}">
                <a16:creationId xmlns:a16="http://schemas.microsoft.com/office/drawing/2014/main" id="{BB0283F4-BDFA-4D5C-8DF8-2AAB36860EB6}"/>
              </a:ext>
            </a:extLst>
          </p:cNvPr>
          <p:cNvSpPr/>
          <p:nvPr/>
        </p:nvSpPr>
        <p:spPr>
          <a:xfrm>
            <a:off x="8594786" y="6154695"/>
            <a:ext cx="1134601" cy="158174"/>
          </a:xfrm>
          <a:custGeom>
            <a:avLst/>
            <a:gdLst>
              <a:gd name="connsiteX0" fmla="*/ 263063 w 1134601"/>
              <a:gd name="connsiteY0" fmla="*/ 0 h 158174"/>
              <a:gd name="connsiteX1" fmla="*/ 163051 w 1134601"/>
              <a:gd name="connsiteY1" fmla="*/ 16669 h 158174"/>
              <a:gd name="connsiteX2" fmla="*/ 1126 w 1134601"/>
              <a:gd name="connsiteY2" fmla="*/ 73819 h 158174"/>
              <a:gd name="connsiteX3" fmla="*/ 251157 w 1134601"/>
              <a:gd name="connsiteY3" fmla="*/ 150019 h 158174"/>
              <a:gd name="connsiteX4" fmla="*/ 1134601 w 1134601"/>
              <a:gd name="connsiteY4" fmla="*/ 152400 h 15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4601" h="158174">
                <a:moveTo>
                  <a:pt x="263063" y="0"/>
                </a:moveTo>
                <a:cubicBezTo>
                  <a:pt x="234885" y="2183"/>
                  <a:pt x="206707" y="4366"/>
                  <a:pt x="163051" y="16669"/>
                </a:cubicBezTo>
                <a:cubicBezTo>
                  <a:pt x="119395" y="28972"/>
                  <a:pt x="-13558" y="51594"/>
                  <a:pt x="1126" y="73819"/>
                </a:cubicBezTo>
                <a:cubicBezTo>
                  <a:pt x="15810" y="96044"/>
                  <a:pt x="62245" y="136922"/>
                  <a:pt x="251157" y="150019"/>
                </a:cubicBezTo>
                <a:cubicBezTo>
                  <a:pt x="440069" y="163116"/>
                  <a:pt x="787335" y="157758"/>
                  <a:pt x="1134601" y="152400"/>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33606770-C162-49DA-8C70-A17ACA549E35}"/>
              </a:ext>
            </a:extLst>
          </p:cNvPr>
          <p:cNvSpPr/>
          <p:nvPr/>
        </p:nvSpPr>
        <p:spPr>
          <a:xfrm>
            <a:off x="8781472" y="5806099"/>
            <a:ext cx="396000" cy="396000"/>
          </a:xfrm>
          <a:prstGeom prst="ellipse">
            <a:avLst/>
          </a:prstGeom>
          <a:solidFill>
            <a:srgbClr val="00B0F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矩形: 圆角 8">
            <a:extLst>
              <a:ext uri="{FF2B5EF4-FFF2-40B4-BE49-F238E27FC236}">
                <a16:creationId xmlns:a16="http://schemas.microsoft.com/office/drawing/2014/main" id="{C671948D-4ABB-4B5D-909B-BF233754EBCD}"/>
              </a:ext>
            </a:extLst>
          </p:cNvPr>
          <p:cNvSpPr/>
          <p:nvPr/>
        </p:nvSpPr>
        <p:spPr>
          <a:xfrm>
            <a:off x="9729814" y="6156243"/>
            <a:ext cx="396001" cy="26161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sz="1600" b="1" dirty="0">
                <a:solidFill>
                  <a:schemeClr val="bg1"/>
                </a:solidFill>
                <a:latin typeface="Times New Roman" panose="02020603050405020304" pitchFamily="18" charset="0"/>
                <a:cs typeface="Times New Roman" panose="02020603050405020304" pitchFamily="18" charset="0"/>
              </a:rPr>
              <a:t>NIL</a:t>
            </a:r>
            <a:endParaRPr lang="zh-CN" altLang="en-US" sz="1600" b="1" dirty="0">
              <a:solidFill>
                <a:schemeClr val="bg1"/>
              </a:solidFill>
              <a:latin typeface="Times New Roman" panose="02020603050405020304" pitchFamily="18" charset="0"/>
              <a:cs typeface="Times New Roman" panose="02020603050405020304" pitchFamily="18" charset="0"/>
            </a:endParaRPr>
          </a:p>
        </p:txBody>
      </p:sp>
      <p:sp>
        <p:nvSpPr>
          <p:cNvPr id="12" name="椭圆 11">
            <a:extLst>
              <a:ext uri="{FF2B5EF4-FFF2-40B4-BE49-F238E27FC236}">
                <a16:creationId xmlns:a16="http://schemas.microsoft.com/office/drawing/2014/main" id="{62996943-458C-4AF6-A2B0-43708EABCE5A}"/>
              </a:ext>
            </a:extLst>
          </p:cNvPr>
          <p:cNvSpPr/>
          <p:nvPr/>
        </p:nvSpPr>
        <p:spPr>
          <a:xfrm>
            <a:off x="11139977" y="4645750"/>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椭圆 10">
            <a:extLst>
              <a:ext uri="{FF2B5EF4-FFF2-40B4-BE49-F238E27FC236}">
                <a16:creationId xmlns:a16="http://schemas.microsoft.com/office/drawing/2014/main" id="{ECA37BCC-B7C3-4B97-9812-4D840ED2CDE3}"/>
              </a:ext>
            </a:extLst>
          </p:cNvPr>
          <p:cNvSpPr/>
          <p:nvPr/>
        </p:nvSpPr>
        <p:spPr>
          <a:xfrm>
            <a:off x="10690637" y="4112718"/>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8" name="椭圆 27">
            <a:extLst>
              <a:ext uri="{FF2B5EF4-FFF2-40B4-BE49-F238E27FC236}">
                <a16:creationId xmlns:a16="http://schemas.microsoft.com/office/drawing/2014/main" id="{ECF4E514-B045-49A1-908C-78196920901C}"/>
              </a:ext>
            </a:extLst>
          </p:cNvPr>
          <p:cNvSpPr/>
          <p:nvPr/>
        </p:nvSpPr>
        <p:spPr>
          <a:xfrm>
            <a:off x="9386419" y="5223579"/>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5" name="椭圆 24">
            <a:extLst>
              <a:ext uri="{FF2B5EF4-FFF2-40B4-BE49-F238E27FC236}">
                <a16:creationId xmlns:a16="http://schemas.microsoft.com/office/drawing/2014/main" id="{B55DF557-80D0-4449-BBBB-7EB58541659C}"/>
              </a:ext>
            </a:extLst>
          </p:cNvPr>
          <p:cNvSpPr/>
          <p:nvPr/>
        </p:nvSpPr>
        <p:spPr>
          <a:xfrm>
            <a:off x="8129744" y="4638066"/>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7" name="椭圆 26">
            <a:extLst>
              <a:ext uri="{FF2B5EF4-FFF2-40B4-BE49-F238E27FC236}">
                <a16:creationId xmlns:a16="http://schemas.microsoft.com/office/drawing/2014/main" id="{57BD6EF9-21B7-4972-BEA6-2073597C024F}"/>
              </a:ext>
            </a:extLst>
          </p:cNvPr>
          <p:cNvSpPr/>
          <p:nvPr/>
        </p:nvSpPr>
        <p:spPr>
          <a:xfrm>
            <a:off x="8766945" y="5223579"/>
            <a:ext cx="425483"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0" name="文本框 69">
            <a:extLst>
              <a:ext uri="{FF2B5EF4-FFF2-40B4-BE49-F238E27FC236}">
                <a16:creationId xmlns:a16="http://schemas.microsoft.com/office/drawing/2014/main" id="{89911E20-82C9-4498-BA67-B5E6B75C28DB}"/>
              </a:ext>
            </a:extLst>
          </p:cNvPr>
          <p:cNvSpPr txBox="1"/>
          <p:nvPr/>
        </p:nvSpPr>
        <p:spPr>
          <a:xfrm>
            <a:off x="10527532" y="1473464"/>
            <a:ext cx="1217000" cy="400110"/>
          </a:xfrm>
          <a:prstGeom prst="rect">
            <a:avLst/>
          </a:prstGeom>
          <a:noFill/>
        </p:spPr>
        <p:txBody>
          <a:bodyPr wrap="none" rtlCol="0">
            <a:spAutoFit/>
          </a:bodyPr>
          <a:lstStyle/>
          <a:p>
            <a:r>
              <a:rPr lang="zh-CN" altLang="en-US" sz="2000" b="1" dirty="0">
                <a:solidFill>
                  <a:srgbClr val="86229A"/>
                </a:solidFill>
                <a:effectLst>
                  <a:outerShdw blurRad="38100" dist="38100" dir="2700000" algn="tl">
                    <a:srgbClr val="000000">
                      <a:alpha val="43137"/>
                    </a:srgbClr>
                  </a:outerShdw>
                </a:effectLst>
              </a:rPr>
              <a:t>插入算法</a:t>
            </a:r>
          </a:p>
        </p:txBody>
      </p:sp>
      <p:cxnSp>
        <p:nvCxnSpPr>
          <p:cNvPr id="17" name="直接连接符 16">
            <a:extLst>
              <a:ext uri="{FF2B5EF4-FFF2-40B4-BE49-F238E27FC236}">
                <a16:creationId xmlns:a16="http://schemas.microsoft.com/office/drawing/2014/main" id="{DCA798BF-C1F6-ABC2-1B98-B8ABF3FC1B3F}"/>
              </a:ext>
            </a:extLst>
          </p:cNvPr>
          <p:cNvCxnSpPr>
            <a:cxnSpLocks/>
          </p:cNvCxnSpPr>
          <p:nvPr/>
        </p:nvCxnSpPr>
        <p:spPr>
          <a:xfrm flipV="1">
            <a:off x="2046909" y="855782"/>
            <a:ext cx="3762012" cy="7275"/>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55" name="组合 54">
            <a:extLst>
              <a:ext uri="{FF2B5EF4-FFF2-40B4-BE49-F238E27FC236}">
                <a16:creationId xmlns:a16="http://schemas.microsoft.com/office/drawing/2014/main" id="{92A8C114-B1D5-4E1D-8D93-E93643849BF3}"/>
              </a:ext>
            </a:extLst>
          </p:cNvPr>
          <p:cNvGrpSpPr/>
          <p:nvPr/>
        </p:nvGrpSpPr>
        <p:grpSpPr>
          <a:xfrm>
            <a:off x="9148183" y="5717632"/>
            <a:ext cx="388046" cy="267521"/>
            <a:chOff x="2761042" y="502890"/>
            <a:chExt cx="388046" cy="267521"/>
          </a:xfrm>
        </p:grpSpPr>
        <p:sp>
          <p:nvSpPr>
            <p:cNvPr id="56" name="文本框 55">
              <a:extLst>
                <a:ext uri="{FF2B5EF4-FFF2-40B4-BE49-F238E27FC236}">
                  <a16:creationId xmlns:a16="http://schemas.microsoft.com/office/drawing/2014/main" id="{986B51D5-F635-4F4A-B218-904A8449A528}"/>
                </a:ext>
              </a:extLst>
            </p:cNvPr>
            <p:cNvSpPr txBox="1"/>
            <p:nvPr/>
          </p:nvSpPr>
          <p:spPr>
            <a:xfrm>
              <a:off x="2995200" y="502890"/>
              <a:ext cx="153888" cy="261610"/>
            </a:xfrm>
            <a:prstGeom prst="rect">
              <a:avLst/>
            </a:prstGeom>
            <a:noFill/>
          </p:spPr>
          <p:txBody>
            <a:bodyPr wrap="none" lIns="0" tIns="0" rIns="0" bIns="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n</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57" name="直接箭头连接符 56">
              <a:extLst>
                <a:ext uri="{FF2B5EF4-FFF2-40B4-BE49-F238E27FC236}">
                  <a16:creationId xmlns:a16="http://schemas.microsoft.com/office/drawing/2014/main" id="{B49F2C70-80B1-457A-940D-83C20F537370}"/>
                </a:ext>
              </a:extLst>
            </p:cNvPr>
            <p:cNvCxnSpPr>
              <a:cxnSpLocks/>
            </p:cNvCxnSpPr>
            <p:nvPr/>
          </p:nvCxnSpPr>
          <p:spPr>
            <a:xfrm flipH="1">
              <a:off x="2761042" y="693685"/>
              <a:ext cx="224859" cy="76726"/>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5688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0">
                                            <p:bg/>
                                          </p:spTgt>
                                        </p:tgtEl>
                                        <p:attrNameLst>
                                          <p:attrName>style.visibility</p:attrName>
                                        </p:attrNameLst>
                                      </p:cBhvr>
                                      <p:to>
                                        <p:strVal val="visible"/>
                                      </p:to>
                                    </p:set>
                                    <p:animEffect transition="in" filter="fade">
                                      <p:cBhvr>
                                        <p:cTn id="7" dur="1000"/>
                                        <p:tgtEl>
                                          <p:spTgt spid="60">
                                            <p:bg/>
                                          </p:spTgt>
                                        </p:tgtEl>
                                      </p:cBhvr>
                                    </p:animEffect>
                                    <p:anim calcmode="lin" valueType="num">
                                      <p:cBhvr>
                                        <p:cTn id="8" dur="1000" fill="hold"/>
                                        <p:tgtEl>
                                          <p:spTgt spid="60">
                                            <p:bg/>
                                          </p:spTgt>
                                        </p:tgtEl>
                                        <p:attrNameLst>
                                          <p:attrName>ppt_x</p:attrName>
                                        </p:attrNameLst>
                                      </p:cBhvr>
                                      <p:tavLst>
                                        <p:tav tm="0">
                                          <p:val>
                                            <p:strVal val="#ppt_x"/>
                                          </p:val>
                                        </p:tav>
                                        <p:tav tm="100000">
                                          <p:val>
                                            <p:strVal val="#ppt_x"/>
                                          </p:val>
                                        </p:tav>
                                      </p:tavLst>
                                    </p:anim>
                                    <p:anim calcmode="lin" valueType="num">
                                      <p:cBhvr>
                                        <p:cTn id="9" dur="1000" fill="hold"/>
                                        <p:tgtEl>
                                          <p:spTgt spid="60">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0">
                                            <p:txEl>
                                              <p:pRg st="0" end="0"/>
                                            </p:txEl>
                                          </p:spTgt>
                                        </p:tgtEl>
                                        <p:attrNameLst>
                                          <p:attrName>style.visibility</p:attrName>
                                        </p:attrNameLst>
                                      </p:cBhvr>
                                      <p:to>
                                        <p:strVal val="visible"/>
                                      </p:to>
                                    </p:set>
                                    <p:animEffect transition="in" filter="fade">
                                      <p:cBhvr>
                                        <p:cTn id="14" dur="1000"/>
                                        <p:tgtEl>
                                          <p:spTgt spid="60">
                                            <p:txEl>
                                              <p:pRg st="0" end="0"/>
                                            </p:txEl>
                                          </p:spTgt>
                                        </p:tgtEl>
                                      </p:cBhvr>
                                    </p:animEffect>
                                    <p:anim calcmode="lin" valueType="num">
                                      <p:cBhvr>
                                        <p:cTn id="15" dur="1000" fill="hold"/>
                                        <p:tgtEl>
                                          <p:spTgt spid="6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0">
                                            <p:txEl>
                                              <p:pRg st="0" end="0"/>
                                            </p:txEl>
                                          </p:spTgt>
                                        </p:tgtEl>
                                        <p:attrNameLst>
                                          <p:attrName>ppt_y</p:attrName>
                                        </p:attrNameLst>
                                      </p:cBhvr>
                                      <p:tavLst>
                                        <p:tav tm="0">
                                          <p:val>
                                            <p:strVal val="#ppt_y+.1"/>
                                          </p:val>
                                        </p:tav>
                                        <p:tav tm="100000">
                                          <p:val>
                                            <p:strVal val="#ppt_y"/>
                                          </p:val>
                                        </p:tav>
                                      </p:tavLst>
                                    </p:anim>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p:cTn id="25" dur="1000" fill="hold"/>
                                        <p:tgtEl>
                                          <p:spTgt spid="33"/>
                                        </p:tgtEl>
                                        <p:attrNameLst>
                                          <p:attrName>ppt_w</p:attrName>
                                        </p:attrNameLst>
                                      </p:cBhvr>
                                      <p:tavLst>
                                        <p:tav tm="0">
                                          <p:val>
                                            <p:fltVal val="0"/>
                                          </p:val>
                                        </p:tav>
                                        <p:tav tm="100000">
                                          <p:val>
                                            <p:strVal val="#ppt_w"/>
                                          </p:val>
                                        </p:tav>
                                      </p:tavLst>
                                    </p:anim>
                                    <p:anim calcmode="lin" valueType="num">
                                      <p:cBhvr>
                                        <p:cTn id="26" dur="1000" fill="hold"/>
                                        <p:tgtEl>
                                          <p:spTgt spid="33"/>
                                        </p:tgtEl>
                                        <p:attrNameLst>
                                          <p:attrName>ppt_h</p:attrName>
                                        </p:attrNameLst>
                                      </p:cBhvr>
                                      <p:tavLst>
                                        <p:tav tm="0">
                                          <p:val>
                                            <p:fltVal val="0"/>
                                          </p:val>
                                        </p:tav>
                                        <p:tav tm="100000">
                                          <p:val>
                                            <p:strVal val="#ppt_h"/>
                                          </p:val>
                                        </p:tav>
                                      </p:tavLst>
                                    </p:anim>
                                    <p:anim calcmode="lin" valueType="num">
                                      <p:cBhvr>
                                        <p:cTn id="27" dur="1000" fill="hold"/>
                                        <p:tgtEl>
                                          <p:spTgt spid="33"/>
                                        </p:tgtEl>
                                        <p:attrNameLst>
                                          <p:attrName>style.rotation</p:attrName>
                                        </p:attrNameLst>
                                      </p:cBhvr>
                                      <p:tavLst>
                                        <p:tav tm="0">
                                          <p:val>
                                            <p:fltVal val="90"/>
                                          </p:val>
                                        </p:tav>
                                        <p:tav tm="100000">
                                          <p:val>
                                            <p:fltVal val="0"/>
                                          </p:val>
                                        </p:tav>
                                      </p:tavLst>
                                    </p:anim>
                                    <p:animEffect transition="in" filter="fade">
                                      <p:cBhvr>
                                        <p:cTn id="28" dur="10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heel(1)">
                                      <p:cBhvr>
                                        <p:cTn id="33" dur="2000"/>
                                        <p:tgtEl>
                                          <p:spTgt spid="44"/>
                                        </p:tgtEl>
                                      </p:cBhvr>
                                    </p:animEffect>
                                  </p:childTnLst>
                                </p:cTn>
                              </p:par>
                              <p:par>
                                <p:cTn id="34" presetID="32" presetClass="emph" presetSubtype="0" fill="hold" nodeType="withEffect">
                                  <p:stCondLst>
                                    <p:cond delay="1000"/>
                                  </p:stCondLst>
                                  <p:childTnLst>
                                    <p:animRot by="120000">
                                      <p:cBhvr>
                                        <p:cTn id="35" dur="200" fill="hold">
                                          <p:stCondLst>
                                            <p:cond delay="0"/>
                                          </p:stCondLst>
                                        </p:cTn>
                                        <p:tgtEl>
                                          <p:spTgt spid="26"/>
                                        </p:tgtEl>
                                        <p:attrNameLst>
                                          <p:attrName>r</p:attrName>
                                        </p:attrNameLst>
                                      </p:cBhvr>
                                    </p:animRot>
                                    <p:animRot by="-240000">
                                      <p:cBhvr>
                                        <p:cTn id="36" dur="400" fill="hold">
                                          <p:stCondLst>
                                            <p:cond delay="400"/>
                                          </p:stCondLst>
                                        </p:cTn>
                                        <p:tgtEl>
                                          <p:spTgt spid="26"/>
                                        </p:tgtEl>
                                        <p:attrNameLst>
                                          <p:attrName>r</p:attrName>
                                        </p:attrNameLst>
                                      </p:cBhvr>
                                    </p:animRot>
                                    <p:animRot by="240000">
                                      <p:cBhvr>
                                        <p:cTn id="37" dur="400" fill="hold">
                                          <p:stCondLst>
                                            <p:cond delay="800"/>
                                          </p:stCondLst>
                                        </p:cTn>
                                        <p:tgtEl>
                                          <p:spTgt spid="26"/>
                                        </p:tgtEl>
                                        <p:attrNameLst>
                                          <p:attrName>r</p:attrName>
                                        </p:attrNameLst>
                                      </p:cBhvr>
                                    </p:animRot>
                                    <p:animRot by="-240000">
                                      <p:cBhvr>
                                        <p:cTn id="38" dur="400" fill="hold">
                                          <p:stCondLst>
                                            <p:cond delay="1200"/>
                                          </p:stCondLst>
                                        </p:cTn>
                                        <p:tgtEl>
                                          <p:spTgt spid="26"/>
                                        </p:tgtEl>
                                        <p:attrNameLst>
                                          <p:attrName>r</p:attrName>
                                        </p:attrNameLst>
                                      </p:cBhvr>
                                    </p:animRot>
                                    <p:animRot by="120000">
                                      <p:cBhvr>
                                        <p:cTn id="39" dur="400" fill="hold">
                                          <p:stCondLst>
                                            <p:cond delay="1600"/>
                                          </p:stCondLst>
                                        </p:cTn>
                                        <p:tgtEl>
                                          <p:spTgt spid="26"/>
                                        </p:tgtEl>
                                        <p:attrNameLst>
                                          <p:attrName>r</p:attrName>
                                        </p:attrNameLst>
                                      </p:cBhvr>
                                    </p:animRot>
                                  </p:childTnLst>
                                </p:cTn>
                              </p:par>
                            </p:childTnLst>
                          </p:cTn>
                        </p:par>
                        <p:par>
                          <p:cTn id="40" fill="hold">
                            <p:stCondLst>
                              <p:cond delay="3000"/>
                            </p:stCondLst>
                            <p:childTnLst>
                              <p:par>
                                <p:cTn id="41" presetID="22" presetClass="entr" presetSubtype="8" fill="hold" nodeType="after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left)">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47" presetClass="entr" presetSubtype="0" fill="hold"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1000"/>
                                        <p:tgtEl>
                                          <p:spTgt spid="37"/>
                                        </p:tgtEl>
                                      </p:cBhvr>
                                    </p:animEffect>
                                    <p:anim calcmode="lin" valueType="num">
                                      <p:cBhvr>
                                        <p:cTn id="49" dur="1000" fill="hold"/>
                                        <p:tgtEl>
                                          <p:spTgt spid="37"/>
                                        </p:tgtEl>
                                        <p:attrNameLst>
                                          <p:attrName>ppt_x</p:attrName>
                                        </p:attrNameLst>
                                      </p:cBhvr>
                                      <p:tavLst>
                                        <p:tav tm="0">
                                          <p:val>
                                            <p:strVal val="#ppt_x"/>
                                          </p:val>
                                        </p:tav>
                                        <p:tav tm="100000">
                                          <p:val>
                                            <p:strVal val="#ppt_x"/>
                                          </p:val>
                                        </p:tav>
                                      </p:tavLst>
                                    </p:anim>
                                    <p:anim calcmode="lin" valueType="num">
                                      <p:cBhvr>
                                        <p:cTn id="50" dur="1000" fill="hold"/>
                                        <p:tgtEl>
                                          <p:spTgt spid="37"/>
                                        </p:tgtEl>
                                        <p:attrNameLst>
                                          <p:attrName>ppt_y</p:attrName>
                                        </p:attrNameLst>
                                      </p:cBhvr>
                                      <p:tavLst>
                                        <p:tav tm="0">
                                          <p:val>
                                            <p:strVal val="#ppt_y-.1"/>
                                          </p:val>
                                        </p:tav>
                                        <p:tav tm="100000">
                                          <p:val>
                                            <p:strVal val="#ppt_y"/>
                                          </p:val>
                                        </p:tav>
                                      </p:tavLst>
                                    </p:anim>
                                  </p:childTnLst>
                                </p:cTn>
                              </p:par>
                            </p:childTnLst>
                          </p:cTn>
                        </p:par>
                        <p:par>
                          <p:cTn id="51" fill="hold">
                            <p:stCondLst>
                              <p:cond delay="2000"/>
                            </p:stCondLst>
                            <p:childTnLst>
                              <p:par>
                                <p:cTn id="52" presetID="22" presetClass="exit" presetSubtype="1" fill="hold" nodeType="afterEffect">
                                  <p:stCondLst>
                                    <p:cond delay="0"/>
                                  </p:stCondLst>
                                  <p:childTnLst>
                                    <p:animEffect transition="out" filter="wipe(up)">
                                      <p:cBhvr>
                                        <p:cTn id="53" dur="500"/>
                                        <p:tgtEl>
                                          <p:spTgt spid="45"/>
                                        </p:tgtEl>
                                      </p:cBhvr>
                                    </p:animEffect>
                                    <p:set>
                                      <p:cBhvr>
                                        <p:cTn id="54" dur="1" fill="hold">
                                          <p:stCondLst>
                                            <p:cond delay="499"/>
                                          </p:stCondLst>
                                        </p:cTn>
                                        <p:tgtEl>
                                          <p:spTgt spid="45"/>
                                        </p:tgtEl>
                                        <p:attrNameLst>
                                          <p:attrName>style.visibility</p:attrName>
                                        </p:attrNameLst>
                                      </p:cBhvr>
                                      <p:to>
                                        <p:strVal val="hidden"/>
                                      </p:to>
                                    </p:set>
                                  </p:childTnLst>
                                </p:cTn>
                              </p:par>
                            </p:childTnLst>
                          </p:cTn>
                        </p:par>
                        <p:par>
                          <p:cTn id="55" fill="hold">
                            <p:stCondLst>
                              <p:cond delay="2500"/>
                            </p:stCondLst>
                            <p:childTnLst>
                              <p:par>
                                <p:cTn id="56" presetID="22" presetClass="entr" presetSubtype="8" fill="hold" nodeType="after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wipe(left)">
                                      <p:cBhvr>
                                        <p:cTn id="58" dur="500"/>
                                        <p:tgtEl>
                                          <p:spTgt spid="59"/>
                                        </p:tgtEl>
                                      </p:cBhvr>
                                    </p:animEffect>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1000"/>
                                        <p:tgtEl>
                                          <p:spTgt spid="34"/>
                                        </p:tgtEl>
                                      </p:cBhvr>
                                    </p:animEffect>
                                    <p:anim calcmode="lin" valueType="num">
                                      <p:cBhvr>
                                        <p:cTn id="64" dur="1000" fill="hold"/>
                                        <p:tgtEl>
                                          <p:spTgt spid="34"/>
                                        </p:tgtEl>
                                        <p:attrNameLst>
                                          <p:attrName>ppt_x</p:attrName>
                                        </p:attrNameLst>
                                      </p:cBhvr>
                                      <p:tavLst>
                                        <p:tav tm="0">
                                          <p:val>
                                            <p:strVal val="#ppt_x"/>
                                          </p:val>
                                        </p:tav>
                                        <p:tav tm="100000">
                                          <p:val>
                                            <p:strVal val="#ppt_x"/>
                                          </p:val>
                                        </p:tav>
                                      </p:tavLst>
                                    </p:anim>
                                    <p:anim calcmode="lin" valueType="num">
                                      <p:cBhvr>
                                        <p:cTn id="65" dur="1000" fill="hold"/>
                                        <p:tgtEl>
                                          <p:spTgt spid="34"/>
                                        </p:tgtEl>
                                        <p:attrNameLst>
                                          <p:attrName>ppt_y</p:attrName>
                                        </p:attrNameLst>
                                      </p:cBhvr>
                                      <p:tavLst>
                                        <p:tav tm="0">
                                          <p:val>
                                            <p:strVal val="#ppt_y-.1"/>
                                          </p:val>
                                        </p:tav>
                                        <p:tav tm="100000">
                                          <p:val>
                                            <p:strVal val="#ppt_y"/>
                                          </p:val>
                                        </p:tav>
                                      </p:tavLst>
                                    </p:anim>
                                  </p:childTnLst>
                                </p:cTn>
                              </p:par>
                            </p:childTnLst>
                          </p:cTn>
                        </p:par>
                        <p:par>
                          <p:cTn id="66" fill="hold">
                            <p:stCondLst>
                              <p:cond delay="1000"/>
                            </p:stCondLst>
                            <p:childTnLst>
                              <p:par>
                                <p:cTn id="67" presetID="22" presetClass="exit" presetSubtype="1" fill="hold" nodeType="afterEffect">
                                  <p:stCondLst>
                                    <p:cond delay="0"/>
                                  </p:stCondLst>
                                  <p:childTnLst>
                                    <p:animEffect transition="out" filter="wipe(up)">
                                      <p:cBhvr>
                                        <p:cTn id="68" dur="500"/>
                                        <p:tgtEl>
                                          <p:spTgt spid="59"/>
                                        </p:tgtEl>
                                      </p:cBhvr>
                                    </p:animEffect>
                                    <p:set>
                                      <p:cBhvr>
                                        <p:cTn id="69" dur="1" fill="hold">
                                          <p:stCondLst>
                                            <p:cond delay="499"/>
                                          </p:stCondLst>
                                        </p:cTn>
                                        <p:tgtEl>
                                          <p:spTgt spid="59"/>
                                        </p:tgtEl>
                                        <p:attrNameLst>
                                          <p:attrName>style.visibility</p:attrName>
                                        </p:attrNameLst>
                                      </p:cBhvr>
                                      <p:to>
                                        <p:strVal val="hidden"/>
                                      </p:to>
                                    </p:set>
                                  </p:childTnLst>
                                </p:cTn>
                              </p:par>
                            </p:childTnLst>
                          </p:cTn>
                        </p:par>
                        <p:par>
                          <p:cTn id="70" fill="hold">
                            <p:stCondLst>
                              <p:cond delay="1500"/>
                            </p:stCondLst>
                            <p:childTnLst>
                              <p:par>
                                <p:cTn id="71" presetID="22" presetClass="entr" presetSubtype="8" fill="hold" nodeType="after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wipe(left)">
                                      <p:cBhvr>
                                        <p:cTn id="73" dur="500"/>
                                        <p:tgtEl>
                                          <p:spTgt spid="4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xit" presetSubtype="1" fill="hold" nodeType="clickEffect">
                                  <p:stCondLst>
                                    <p:cond delay="0"/>
                                  </p:stCondLst>
                                  <p:childTnLst>
                                    <p:animEffect transition="out" filter="wipe(up)">
                                      <p:cBhvr>
                                        <p:cTn id="77" dur="500"/>
                                        <p:tgtEl>
                                          <p:spTgt spid="47"/>
                                        </p:tgtEl>
                                      </p:cBhvr>
                                    </p:animEffect>
                                    <p:set>
                                      <p:cBhvr>
                                        <p:cTn id="78" dur="1" fill="hold">
                                          <p:stCondLst>
                                            <p:cond delay="499"/>
                                          </p:stCondLst>
                                        </p:cTn>
                                        <p:tgtEl>
                                          <p:spTgt spid="47"/>
                                        </p:tgtEl>
                                        <p:attrNameLst>
                                          <p:attrName>style.visibility</p:attrName>
                                        </p:attrNameLst>
                                      </p:cBhvr>
                                      <p:to>
                                        <p:strVal val="hidden"/>
                                      </p:to>
                                    </p:se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wipe(left)">
                                      <p:cBhvr>
                                        <p:cTn id="82" dur="500"/>
                                        <p:tgtEl>
                                          <p:spTgt spid="48"/>
                                        </p:tgtEl>
                                      </p:cBhvr>
                                    </p:animEffect>
                                  </p:childTnLst>
                                </p:cTn>
                              </p:par>
                            </p:childTnLst>
                          </p:cTn>
                        </p:par>
                      </p:childTnLst>
                    </p:cTn>
                  </p:par>
                  <p:par>
                    <p:cTn id="83" fill="hold">
                      <p:stCondLst>
                        <p:cond delay="indefinite"/>
                      </p:stCondLst>
                      <p:childTnLst>
                        <p:par>
                          <p:cTn id="84" fill="hold">
                            <p:stCondLst>
                              <p:cond delay="0"/>
                            </p:stCondLst>
                            <p:childTnLst>
                              <p:par>
                                <p:cTn id="85" presetID="42" presetClass="path" presetSubtype="0" accel="50000" decel="50000" fill="hold" nodeType="clickEffect">
                                  <p:stCondLst>
                                    <p:cond delay="0"/>
                                  </p:stCondLst>
                                  <p:childTnLst>
                                    <p:animMotion origin="layout" path="M -4.16667E-6 2.22222E-6 L 0.00625 -0.35463 " pathEditMode="relative" rAng="0" ptsTypes="AA">
                                      <p:cBhvr>
                                        <p:cTn id="86" dur="2000" fill="hold"/>
                                        <p:tgtEl>
                                          <p:spTgt spid="37"/>
                                        </p:tgtEl>
                                        <p:attrNameLst>
                                          <p:attrName>ppt_x</p:attrName>
                                          <p:attrName>ppt_y</p:attrName>
                                        </p:attrNameLst>
                                      </p:cBhvr>
                                      <p:rCtr x="313" y="-17731"/>
                                    </p:animMotion>
                                  </p:childTnLst>
                                </p:cTn>
                              </p:par>
                            </p:childTnLst>
                          </p:cTn>
                        </p:par>
                        <p:par>
                          <p:cTn id="87" fill="hold">
                            <p:stCondLst>
                              <p:cond delay="2000"/>
                            </p:stCondLst>
                            <p:childTnLst>
                              <p:par>
                                <p:cTn id="88" presetID="22" presetClass="exit" presetSubtype="1" fill="hold" nodeType="afterEffect">
                                  <p:stCondLst>
                                    <p:cond delay="0"/>
                                  </p:stCondLst>
                                  <p:childTnLst>
                                    <p:animEffect transition="out" filter="wipe(up)">
                                      <p:cBhvr>
                                        <p:cTn id="89" dur="500"/>
                                        <p:tgtEl>
                                          <p:spTgt spid="48"/>
                                        </p:tgtEl>
                                      </p:cBhvr>
                                    </p:animEffect>
                                    <p:set>
                                      <p:cBhvr>
                                        <p:cTn id="90" dur="1" fill="hold">
                                          <p:stCondLst>
                                            <p:cond delay="499"/>
                                          </p:stCondLst>
                                        </p:cTn>
                                        <p:tgtEl>
                                          <p:spTgt spid="48"/>
                                        </p:tgtEl>
                                        <p:attrNameLst>
                                          <p:attrName>style.visibility</p:attrName>
                                        </p:attrNameLst>
                                      </p:cBhvr>
                                      <p:to>
                                        <p:strVal val="hidden"/>
                                      </p:to>
                                    </p:set>
                                  </p:childTnLst>
                                </p:cTn>
                              </p:par>
                            </p:childTnLst>
                          </p:cTn>
                        </p:par>
                        <p:par>
                          <p:cTn id="91" fill="hold">
                            <p:stCondLst>
                              <p:cond delay="2500"/>
                            </p:stCondLst>
                            <p:childTnLst>
                              <p:par>
                                <p:cTn id="92" presetID="22" presetClass="entr" presetSubtype="8" fill="hold" nodeType="afterEffect">
                                  <p:stCondLst>
                                    <p:cond delay="0"/>
                                  </p:stCondLst>
                                  <p:childTnLst>
                                    <p:set>
                                      <p:cBhvr>
                                        <p:cTn id="93" dur="1" fill="hold">
                                          <p:stCondLst>
                                            <p:cond delay="0"/>
                                          </p:stCondLst>
                                        </p:cTn>
                                        <p:tgtEl>
                                          <p:spTgt spid="51"/>
                                        </p:tgtEl>
                                        <p:attrNameLst>
                                          <p:attrName>style.visibility</p:attrName>
                                        </p:attrNameLst>
                                      </p:cBhvr>
                                      <p:to>
                                        <p:strVal val="visible"/>
                                      </p:to>
                                    </p:set>
                                    <p:animEffect transition="in" filter="wipe(left)">
                                      <p:cBhvr>
                                        <p:cTn id="94" dur="500"/>
                                        <p:tgtEl>
                                          <p:spTgt spid="51"/>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path" presetSubtype="0" accel="50000" decel="50000" fill="hold" nodeType="clickEffect">
                                  <p:stCondLst>
                                    <p:cond delay="0"/>
                                  </p:stCondLst>
                                  <p:childTnLst>
                                    <p:animMotion origin="layout" path="M -6.25E-7 -4.81481E-6 L -0.09023 0.06158 " pathEditMode="relative" rAng="0" ptsTypes="AA">
                                      <p:cBhvr>
                                        <p:cTn id="98" dur="2000" fill="hold"/>
                                        <p:tgtEl>
                                          <p:spTgt spid="34"/>
                                        </p:tgtEl>
                                        <p:attrNameLst>
                                          <p:attrName>ppt_x</p:attrName>
                                          <p:attrName>ppt_y</p:attrName>
                                        </p:attrNameLst>
                                      </p:cBhvr>
                                      <p:rCtr x="-4518" y="3079"/>
                                    </p:animMotion>
                                  </p:childTnLst>
                                </p:cTn>
                              </p:par>
                            </p:childTnLst>
                          </p:cTn>
                        </p:par>
                        <p:par>
                          <p:cTn id="99" fill="hold">
                            <p:stCondLst>
                              <p:cond delay="2000"/>
                            </p:stCondLst>
                            <p:childTnLst>
                              <p:par>
                                <p:cTn id="100" presetID="22" presetClass="exit" presetSubtype="1" fill="hold" nodeType="afterEffect">
                                  <p:stCondLst>
                                    <p:cond delay="0"/>
                                  </p:stCondLst>
                                  <p:childTnLst>
                                    <p:animEffect transition="out" filter="wipe(up)">
                                      <p:cBhvr>
                                        <p:cTn id="101" dur="500"/>
                                        <p:tgtEl>
                                          <p:spTgt spid="51"/>
                                        </p:tgtEl>
                                      </p:cBhvr>
                                    </p:animEffect>
                                    <p:set>
                                      <p:cBhvr>
                                        <p:cTn id="102" dur="1" fill="hold">
                                          <p:stCondLst>
                                            <p:cond delay="499"/>
                                          </p:stCondLst>
                                        </p:cTn>
                                        <p:tgtEl>
                                          <p:spTgt spid="51"/>
                                        </p:tgtEl>
                                        <p:attrNameLst>
                                          <p:attrName>style.visibility</p:attrName>
                                        </p:attrNameLst>
                                      </p:cBhvr>
                                      <p:to>
                                        <p:strVal val="hidden"/>
                                      </p:to>
                                    </p:set>
                                  </p:childTnLst>
                                </p:cTn>
                              </p:par>
                            </p:childTnLst>
                          </p:cTn>
                        </p:par>
                        <p:par>
                          <p:cTn id="103" fill="hold">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wipe(left)">
                                      <p:cBhvr>
                                        <p:cTn id="106" dur="500"/>
                                        <p:tgtEl>
                                          <p:spTgt spid="4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xit" presetSubtype="1" fill="hold" nodeType="clickEffect">
                                  <p:stCondLst>
                                    <p:cond delay="0"/>
                                  </p:stCondLst>
                                  <p:childTnLst>
                                    <p:animEffect transition="out" filter="wipe(up)">
                                      <p:cBhvr>
                                        <p:cTn id="110" dur="500"/>
                                        <p:tgtEl>
                                          <p:spTgt spid="47"/>
                                        </p:tgtEl>
                                      </p:cBhvr>
                                    </p:animEffect>
                                    <p:set>
                                      <p:cBhvr>
                                        <p:cTn id="111" dur="1" fill="hold">
                                          <p:stCondLst>
                                            <p:cond delay="499"/>
                                          </p:stCondLst>
                                        </p:cTn>
                                        <p:tgtEl>
                                          <p:spTgt spid="47"/>
                                        </p:tgtEl>
                                        <p:attrNameLst>
                                          <p:attrName>style.visibility</p:attrName>
                                        </p:attrNameLst>
                                      </p:cBhvr>
                                      <p:to>
                                        <p:strVal val="hidden"/>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wipe(left)">
                                      <p:cBhvr>
                                        <p:cTn id="115" dur="500"/>
                                        <p:tgtEl>
                                          <p:spTgt spid="48"/>
                                        </p:tgtEl>
                                      </p:cBhvr>
                                    </p:animEffect>
                                  </p:childTnLst>
                                </p:cTn>
                              </p:par>
                            </p:childTnLst>
                          </p:cTn>
                        </p:par>
                      </p:childTnLst>
                    </p:cTn>
                  </p:par>
                  <p:par>
                    <p:cTn id="116" fill="hold">
                      <p:stCondLst>
                        <p:cond delay="indefinite"/>
                      </p:stCondLst>
                      <p:childTnLst>
                        <p:par>
                          <p:cTn id="117" fill="hold">
                            <p:stCondLst>
                              <p:cond delay="0"/>
                            </p:stCondLst>
                            <p:childTnLst>
                              <p:par>
                                <p:cTn id="118" presetID="42" presetClass="path" presetSubtype="0" accel="50000" decel="50000" fill="hold" nodeType="clickEffect">
                                  <p:stCondLst>
                                    <p:cond delay="0"/>
                                  </p:stCondLst>
                                  <p:childTnLst>
                                    <p:animMotion origin="layout" path="M 0.00625 -0.35463 L -0.08971 -0.29792 " pathEditMode="relative" rAng="0" ptsTypes="AA">
                                      <p:cBhvr>
                                        <p:cTn id="119" dur="2000" fill="hold"/>
                                        <p:tgtEl>
                                          <p:spTgt spid="37"/>
                                        </p:tgtEl>
                                        <p:attrNameLst>
                                          <p:attrName>ppt_x</p:attrName>
                                          <p:attrName>ppt_y</p:attrName>
                                        </p:attrNameLst>
                                      </p:cBhvr>
                                      <p:rCtr x="-4805" y="2824"/>
                                    </p:animMotion>
                                  </p:childTnLst>
                                </p:cTn>
                              </p:par>
                            </p:childTnLst>
                          </p:cTn>
                        </p:par>
                        <p:par>
                          <p:cTn id="120" fill="hold">
                            <p:stCondLst>
                              <p:cond delay="2000"/>
                            </p:stCondLst>
                            <p:childTnLst>
                              <p:par>
                                <p:cTn id="121" presetID="22" presetClass="exit" presetSubtype="1" fill="hold" nodeType="afterEffect">
                                  <p:stCondLst>
                                    <p:cond delay="0"/>
                                  </p:stCondLst>
                                  <p:childTnLst>
                                    <p:animEffect transition="out" filter="wipe(up)">
                                      <p:cBhvr>
                                        <p:cTn id="122" dur="500"/>
                                        <p:tgtEl>
                                          <p:spTgt spid="48"/>
                                        </p:tgtEl>
                                      </p:cBhvr>
                                    </p:animEffect>
                                    <p:set>
                                      <p:cBhvr>
                                        <p:cTn id="123" dur="1" fill="hold">
                                          <p:stCondLst>
                                            <p:cond delay="499"/>
                                          </p:stCondLst>
                                        </p:cTn>
                                        <p:tgtEl>
                                          <p:spTgt spid="48"/>
                                        </p:tgtEl>
                                        <p:attrNameLst>
                                          <p:attrName>style.visibility</p:attrName>
                                        </p:attrNameLst>
                                      </p:cBhvr>
                                      <p:to>
                                        <p:strVal val="hidden"/>
                                      </p:to>
                                    </p:set>
                                  </p:childTnLst>
                                </p:cTn>
                              </p:par>
                            </p:childTnLst>
                          </p:cTn>
                        </p:par>
                        <p:par>
                          <p:cTn id="124" fill="hold">
                            <p:stCondLst>
                              <p:cond delay="2500"/>
                            </p:stCondLst>
                            <p:childTnLst>
                              <p:par>
                                <p:cTn id="125" presetID="22" presetClass="entr" presetSubtype="8" fill="hold" nodeType="afterEffect">
                                  <p:stCondLst>
                                    <p:cond delay="0"/>
                                  </p:stCondLst>
                                  <p:childTnLst>
                                    <p:set>
                                      <p:cBhvr>
                                        <p:cTn id="126" dur="1" fill="hold">
                                          <p:stCondLst>
                                            <p:cond delay="0"/>
                                          </p:stCondLst>
                                        </p:cTn>
                                        <p:tgtEl>
                                          <p:spTgt spid="51"/>
                                        </p:tgtEl>
                                        <p:attrNameLst>
                                          <p:attrName>style.visibility</p:attrName>
                                        </p:attrNameLst>
                                      </p:cBhvr>
                                      <p:to>
                                        <p:strVal val="visible"/>
                                      </p:to>
                                    </p:set>
                                    <p:animEffect transition="in" filter="wipe(left)">
                                      <p:cBhvr>
                                        <p:cTn id="127" dur="500"/>
                                        <p:tgtEl>
                                          <p:spTgt spid="51"/>
                                        </p:tgtEl>
                                      </p:cBhvr>
                                    </p:animEffect>
                                  </p:childTnLst>
                                </p:cTn>
                              </p:par>
                            </p:childTnLst>
                          </p:cTn>
                        </p:par>
                      </p:childTnLst>
                    </p:cTn>
                  </p:par>
                  <p:par>
                    <p:cTn id="128" fill="hold">
                      <p:stCondLst>
                        <p:cond delay="indefinite"/>
                      </p:stCondLst>
                      <p:childTnLst>
                        <p:par>
                          <p:cTn id="129" fill="hold">
                            <p:stCondLst>
                              <p:cond delay="0"/>
                            </p:stCondLst>
                            <p:childTnLst>
                              <p:par>
                                <p:cTn id="130" presetID="32" presetClass="emph" presetSubtype="0" fill="hold" nodeType="clickEffect">
                                  <p:stCondLst>
                                    <p:cond delay="0"/>
                                  </p:stCondLst>
                                  <p:childTnLst>
                                    <p:animRot by="120000">
                                      <p:cBhvr>
                                        <p:cTn id="131" dur="100" fill="hold">
                                          <p:stCondLst>
                                            <p:cond delay="0"/>
                                          </p:stCondLst>
                                        </p:cTn>
                                        <p:tgtEl>
                                          <p:spTgt spid="51"/>
                                        </p:tgtEl>
                                        <p:attrNameLst>
                                          <p:attrName>r</p:attrName>
                                        </p:attrNameLst>
                                      </p:cBhvr>
                                    </p:animRot>
                                    <p:animRot by="-240000">
                                      <p:cBhvr>
                                        <p:cTn id="132" dur="200" fill="hold">
                                          <p:stCondLst>
                                            <p:cond delay="200"/>
                                          </p:stCondLst>
                                        </p:cTn>
                                        <p:tgtEl>
                                          <p:spTgt spid="51"/>
                                        </p:tgtEl>
                                        <p:attrNameLst>
                                          <p:attrName>r</p:attrName>
                                        </p:attrNameLst>
                                      </p:cBhvr>
                                    </p:animRot>
                                    <p:animRot by="240000">
                                      <p:cBhvr>
                                        <p:cTn id="133" dur="200" fill="hold">
                                          <p:stCondLst>
                                            <p:cond delay="400"/>
                                          </p:stCondLst>
                                        </p:cTn>
                                        <p:tgtEl>
                                          <p:spTgt spid="51"/>
                                        </p:tgtEl>
                                        <p:attrNameLst>
                                          <p:attrName>r</p:attrName>
                                        </p:attrNameLst>
                                      </p:cBhvr>
                                    </p:animRot>
                                    <p:animRot by="-240000">
                                      <p:cBhvr>
                                        <p:cTn id="134" dur="200" fill="hold">
                                          <p:stCondLst>
                                            <p:cond delay="600"/>
                                          </p:stCondLst>
                                        </p:cTn>
                                        <p:tgtEl>
                                          <p:spTgt spid="51"/>
                                        </p:tgtEl>
                                        <p:attrNameLst>
                                          <p:attrName>r</p:attrName>
                                        </p:attrNameLst>
                                      </p:cBhvr>
                                    </p:animRot>
                                    <p:animRot by="120000">
                                      <p:cBhvr>
                                        <p:cTn id="135" dur="200" fill="hold">
                                          <p:stCondLst>
                                            <p:cond delay="800"/>
                                          </p:stCondLst>
                                        </p:cTn>
                                        <p:tgtEl>
                                          <p:spTgt spid="51"/>
                                        </p:tgtEl>
                                        <p:attrNameLst>
                                          <p:attrName>r</p:attrName>
                                        </p:attrNameLst>
                                      </p:cBhvr>
                                    </p:animRot>
                                  </p:childTnLst>
                                </p:cTn>
                              </p:par>
                            </p:childTnLst>
                          </p:cTn>
                        </p:par>
                        <p:par>
                          <p:cTn id="136" fill="hold">
                            <p:stCondLst>
                              <p:cond delay="1000"/>
                            </p:stCondLst>
                            <p:childTnLst>
                              <p:par>
                                <p:cTn id="137" presetID="22" presetClass="exit" presetSubtype="1" fill="hold" nodeType="afterEffect">
                                  <p:stCondLst>
                                    <p:cond delay="0"/>
                                  </p:stCondLst>
                                  <p:childTnLst>
                                    <p:animEffect transition="out" filter="wipe(up)">
                                      <p:cBhvr>
                                        <p:cTn id="138" dur="500"/>
                                        <p:tgtEl>
                                          <p:spTgt spid="51"/>
                                        </p:tgtEl>
                                      </p:cBhvr>
                                    </p:animEffect>
                                    <p:set>
                                      <p:cBhvr>
                                        <p:cTn id="139" dur="1" fill="hold">
                                          <p:stCondLst>
                                            <p:cond delay="499"/>
                                          </p:stCondLst>
                                        </p:cTn>
                                        <p:tgtEl>
                                          <p:spTgt spid="51"/>
                                        </p:tgtEl>
                                        <p:attrNameLst>
                                          <p:attrName>style.visibility</p:attrName>
                                        </p:attrNameLst>
                                      </p:cBhvr>
                                      <p:to>
                                        <p:strVal val="hidden"/>
                                      </p:to>
                                    </p:set>
                                  </p:childTnLst>
                                </p:cTn>
                              </p:par>
                            </p:childTnLst>
                          </p:cTn>
                        </p:par>
                        <p:par>
                          <p:cTn id="140" fill="hold">
                            <p:stCondLst>
                              <p:cond delay="1500"/>
                            </p:stCondLst>
                            <p:childTnLst>
                              <p:par>
                                <p:cTn id="141" presetID="22" presetClass="entr" presetSubtype="8" fill="hold" nodeType="afterEffect">
                                  <p:stCondLst>
                                    <p:cond delay="0"/>
                                  </p:stCondLst>
                                  <p:childTnLst>
                                    <p:set>
                                      <p:cBhvr>
                                        <p:cTn id="142" dur="1" fill="hold">
                                          <p:stCondLst>
                                            <p:cond delay="0"/>
                                          </p:stCondLst>
                                        </p:cTn>
                                        <p:tgtEl>
                                          <p:spTgt spid="54"/>
                                        </p:tgtEl>
                                        <p:attrNameLst>
                                          <p:attrName>style.visibility</p:attrName>
                                        </p:attrNameLst>
                                      </p:cBhvr>
                                      <p:to>
                                        <p:strVal val="visible"/>
                                      </p:to>
                                    </p:set>
                                    <p:animEffect transition="in" filter="wipe(left)">
                                      <p:cBhvr>
                                        <p:cTn id="143" dur="500"/>
                                        <p:tgtEl>
                                          <p:spTgt spid="54"/>
                                        </p:tgtEl>
                                      </p:cBhvr>
                                    </p:animEffect>
                                  </p:childTnLst>
                                </p:cTn>
                              </p:par>
                            </p:childTnLst>
                          </p:cTn>
                        </p:par>
                      </p:childTnLst>
                    </p:cTn>
                  </p:par>
                  <p:par>
                    <p:cTn id="144" fill="hold">
                      <p:stCondLst>
                        <p:cond delay="indefinite"/>
                      </p:stCondLst>
                      <p:childTnLst>
                        <p:par>
                          <p:cTn id="145" fill="hold">
                            <p:stCondLst>
                              <p:cond delay="0"/>
                            </p:stCondLst>
                            <p:childTnLst>
                              <p:par>
                                <p:cTn id="146" presetID="42" presetClass="path" presetSubtype="0" accel="50000" decel="50000" fill="hold" nodeType="clickEffect">
                                  <p:stCondLst>
                                    <p:cond delay="0"/>
                                  </p:stCondLst>
                                  <p:childTnLst>
                                    <p:animMotion origin="layout" path="M -0.09023 0.06158 L -0.05234 0.15209 " pathEditMode="relative" rAng="0" ptsTypes="AA">
                                      <p:cBhvr>
                                        <p:cTn id="147" dur="2000" fill="hold"/>
                                        <p:tgtEl>
                                          <p:spTgt spid="34"/>
                                        </p:tgtEl>
                                        <p:attrNameLst>
                                          <p:attrName>ppt_x</p:attrName>
                                          <p:attrName>ppt_y</p:attrName>
                                        </p:attrNameLst>
                                      </p:cBhvr>
                                      <p:rCtr x="1888" y="4514"/>
                                    </p:animMotion>
                                  </p:childTnLst>
                                </p:cTn>
                              </p:par>
                            </p:childTnLst>
                          </p:cTn>
                        </p:par>
                        <p:par>
                          <p:cTn id="148" fill="hold">
                            <p:stCondLst>
                              <p:cond delay="2000"/>
                            </p:stCondLst>
                            <p:childTnLst>
                              <p:par>
                                <p:cTn id="149" presetID="22" presetClass="exit" presetSubtype="1" fill="hold" nodeType="afterEffect">
                                  <p:stCondLst>
                                    <p:cond delay="0"/>
                                  </p:stCondLst>
                                  <p:childTnLst>
                                    <p:animEffect transition="out" filter="wipe(up)">
                                      <p:cBhvr>
                                        <p:cTn id="150" dur="500"/>
                                        <p:tgtEl>
                                          <p:spTgt spid="54"/>
                                        </p:tgtEl>
                                      </p:cBhvr>
                                    </p:animEffect>
                                    <p:set>
                                      <p:cBhvr>
                                        <p:cTn id="151" dur="1" fill="hold">
                                          <p:stCondLst>
                                            <p:cond delay="499"/>
                                          </p:stCondLst>
                                        </p:cTn>
                                        <p:tgtEl>
                                          <p:spTgt spid="54"/>
                                        </p:tgtEl>
                                        <p:attrNameLst>
                                          <p:attrName>style.visibility</p:attrName>
                                        </p:attrNameLst>
                                      </p:cBhvr>
                                      <p:to>
                                        <p:strVal val="hidden"/>
                                      </p:to>
                                    </p:set>
                                  </p:childTnLst>
                                </p:cTn>
                              </p:par>
                            </p:childTnLst>
                          </p:cTn>
                        </p:par>
                        <p:par>
                          <p:cTn id="152" fill="hold">
                            <p:stCondLst>
                              <p:cond delay="2500"/>
                            </p:stCondLst>
                            <p:childTnLst>
                              <p:par>
                                <p:cTn id="153" presetID="22" presetClass="entr" presetSubtype="8" fill="hold" nodeType="afterEffect">
                                  <p:stCondLst>
                                    <p:cond delay="0"/>
                                  </p:stCondLst>
                                  <p:childTnLst>
                                    <p:set>
                                      <p:cBhvr>
                                        <p:cTn id="154" dur="1" fill="hold">
                                          <p:stCondLst>
                                            <p:cond delay="0"/>
                                          </p:stCondLst>
                                        </p:cTn>
                                        <p:tgtEl>
                                          <p:spTgt spid="47"/>
                                        </p:tgtEl>
                                        <p:attrNameLst>
                                          <p:attrName>style.visibility</p:attrName>
                                        </p:attrNameLst>
                                      </p:cBhvr>
                                      <p:to>
                                        <p:strVal val="visible"/>
                                      </p:to>
                                    </p:set>
                                    <p:animEffect transition="in" filter="wipe(left)">
                                      <p:cBhvr>
                                        <p:cTn id="155" dur="500"/>
                                        <p:tgtEl>
                                          <p:spTgt spid="47"/>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xit" presetSubtype="1" fill="hold" nodeType="clickEffect">
                                  <p:stCondLst>
                                    <p:cond delay="0"/>
                                  </p:stCondLst>
                                  <p:childTnLst>
                                    <p:animEffect transition="out" filter="wipe(up)">
                                      <p:cBhvr>
                                        <p:cTn id="159" dur="500"/>
                                        <p:tgtEl>
                                          <p:spTgt spid="47"/>
                                        </p:tgtEl>
                                      </p:cBhvr>
                                    </p:animEffect>
                                    <p:set>
                                      <p:cBhvr>
                                        <p:cTn id="160" dur="1" fill="hold">
                                          <p:stCondLst>
                                            <p:cond delay="499"/>
                                          </p:stCondLst>
                                        </p:cTn>
                                        <p:tgtEl>
                                          <p:spTgt spid="47"/>
                                        </p:tgtEl>
                                        <p:attrNameLst>
                                          <p:attrName>style.visibility</p:attrName>
                                        </p:attrNameLst>
                                      </p:cBhvr>
                                      <p:to>
                                        <p:strVal val="hidden"/>
                                      </p:to>
                                    </p:set>
                                  </p:childTnLst>
                                </p:cTn>
                              </p:par>
                            </p:childTnLst>
                          </p:cTn>
                        </p:par>
                        <p:par>
                          <p:cTn id="161" fill="hold">
                            <p:stCondLst>
                              <p:cond delay="500"/>
                            </p:stCondLst>
                            <p:childTnLst>
                              <p:par>
                                <p:cTn id="162" presetID="22" presetClass="entr" presetSubtype="8" fill="hold" nodeType="afterEffect">
                                  <p:stCondLst>
                                    <p:cond delay="0"/>
                                  </p:stCondLst>
                                  <p:childTnLst>
                                    <p:set>
                                      <p:cBhvr>
                                        <p:cTn id="163" dur="1" fill="hold">
                                          <p:stCondLst>
                                            <p:cond delay="0"/>
                                          </p:stCondLst>
                                        </p:cTn>
                                        <p:tgtEl>
                                          <p:spTgt spid="48"/>
                                        </p:tgtEl>
                                        <p:attrNameLst>
                                          <p:attrName>style.visibility</p:attrName>
                                        </p:attrNameLst>
                                      </p:cBhvr>
                                      <p:to>
                                        <p:strVal val="visible"/>
                                      </p:to>
                                    </p:set>
                                    <p:animEffect transition="in" filter="wipe(left)">
                                      <p:cBhvr>
                                        <p:cTn id="164" dur="500"/>
                                        <p:tgtEl>
                                          <p:spTgt spid="48"/>
                                        </p:tgtEl>
                                      </p:cBhvr>
                                    </p:animEffect>
                                  </p:childTnLst>
                                </p:cTn>
                              </p:par>
                            </p:childTnLst>
                          </p:cTn>
                        </p:par>
                      </p:childTnLst>
                    </p:cTn>
                  </p:par>
                  <p:par>
                    <p:cTn id="165" fill="hold">
                      <p:stCondLst>
                        <p:cond delay="indefinite"/>
                      </p:stCondLst>
                      <p:childTnLst>
                        <p:par>
                          <p:cTn id="166" fill="hold">
                            <p:stCondLst>
                              <p:cond delay="0"/>
                            </p:stCondLst>
                            <p:childTnLst>
                              <p:par>
                                <p:cTn id="167" presetID="42" presetClass="path" presetSubtype="0" accel="50000" decel="50000" fill="hold" nodeType="clickEffect">
                                  <p:stCondLst>
                                    <p:cond delay="0"/>
                                  </p:stCondLst>
                                  <p:childTnLst>
                                    <p:animMotion origin="layout" path="M -0.08971 -0.29792 L -0.04843 -0.22014 " pathEditMode="relative" rAng="0" ptsTypes="AA">
                                      <p:cBhvr>
                                        <p:cTn id="168" dur="2000" fill="hold"/>
                                        <p:tgtEl>
                                          <p:spTgt spid="37"/>
                                        </p:tgtEl>
                                        <p:attrNameLst>
                                          <p:attrName>ppt_x</p:attrName>
                                          <p:attrName>ppt_y</p:attrName>
                                        </p:attrNameLst>
                                      </p:cBhvr>
                                      <p:rCtr x="2057" y="3889"/>
                                    </p:animMotion>
                                  </p:childTnLst>
                                </p:cTn>
                              </p:par>
                            </p:childTnLst>
                          </p:cTn>
                        </p:par>
                        <p:par>
                          <p:cTn id="169" fill="hold">
                            <p:stCondLst>
                              <p:cond delay="2000"/>
                            </p:stCondLst>
                            <p:childTnLst>
                              <p:par>
                                <p:cTn id="170" presetID="22" presetClass="exit" presetSubtype="1" fill="hold" nodeType="afterEffect">
                                  <p:stCondLst>
                                    <p:cond delay="0"/>
                                  </p:stCondLst>
                                  <p:childTnLst>
                                    <p:animEffect transition="out" filter="wipe(up)">
                                      <p:cBhvr>
                                        <p:cTn id="171" dur="500"/>
                                        <p:tgtEl>
                                          <p:spTgt spid="48"/>
                                        </p:tgtEl>
                                      </p:cBhvr>
                                    </p:animEffect>
                                    <p:set>
                                      <p:cBhvr>
                                        <p:cTn id="172" dur="1" fill="hold">
                                          <p:stCondLst>
                                            <p:cond delay="499"/>
                                          </p:stCondLst>
                                        </p:cTn>
                                        <p:tgtEl>
                                          <p:spTgt spid="48"/>
                                        </p:tgtEl>
                                        <p:attrNameLst>
                                          <p:attrName>style.visibility</p:attrName>
                                        </p:attrNameLst>
                                      </p:cBhvr>
                                      <p:to>
                                        <p:strVal val="hidden"/>
                                      </p:to>
                                    </p:set>
                                  </p:childTnLst>
                                </p:cTn>
                              </p:par>
                              <p:par>
                                <p:cTn id="173" presetID="22" presetClass="entr" presetSubtype="8" fill="hold" nodeType="withEffect">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wipe(left)">
                                      <p:cBhvr>
                                        <p:cTn id="175" dur="500"/>
                                        <p:tgtEl>
                                          <p:spTgt spid="51"/>
                                        </p:tgtEl>
                                      </p:cBhvr>
                                    </p:animEffect>
                                  </p:childTnLst>
                                </p:cTn>
                              </p:par>
                            </p:childTnLst>
                          </p:cTn>
                        </p:par>
                      </p:childTnLst>
                    </p:cTn>
                  </p:par>
                  <p:par>
                    <p:cTn id="176" fill="hold">
                      <p:stCondLst>
                        <p:cond delay="indefinite"/>
                      </p:stCondLst>
                      <p:childTnLst>
                        <p:par>
                          <p:cTn id="177" fill="hold">
                            <p:stCondLst>
                              <p:cond delay="0"/>
                            </p:stCondLst>
                            <p:childTnLst>
                              <p:par>
                                <p:cTn id="178" presetID="42" presetClass="path" presetSubtype="0" accel="50000" decel="50000" fill="hold" nodeType="clickEffect">
                                  <p:stCondLst>
                                    <p:cond delay="0"/>
                                  </p:stCondLst>
                                  <p:childTnLst>
                                    <p:animMotion origin="layout" path="M -0.05234 0.15209 L -0.07357 0.222 " pathEditMode="relative" rAng="0" ptsTypes="AA">
                                      <p:cBhvr>
                                        <p:cTn id="179" dur="2000" fill="hold"/>
                                        <p:tgtEl>
                                          <p:spTgt spid="34"/>
                                        </p:tgtEl>
                                        <p:attrNameLst>
                                          <p:attrName>ppt_x</p:attrName>
                                          <p:attrName>ppt_y</p:attrName>
                                        </p:attrNameLst>
                                      </p:cBhvr>
                                      <p:rCtr x="-1068" y="3495"/>
                                    </p:animMotion>
                                  </p:childTnLst>
                                </p:cTn>
                              </p:par>
                            </p:childTnLst>
                          </p:cTn>
                        </p:par>
                        <p:par>
                          <p:cTn id="180" fill="hold">
                            <p:stCondLst>
                              <p:cond delay="2000"/>
                            </p:stCondLst>
                            <p:childTnLst>
                              <p:par>
                                <p:cTn id="181" presetID="22" presetClass="exit" presetSubtype="1" fill="hold" nodeType="afterEffect">
                                  <p:stCondLst>
                                    <p:cond delay="0"/>
                                  </p:stCondLst>
                                  <p:childTnLst>
                                    <p:animEffect transition="out" filter="wipe(up)">
                                      <p:cBhvr>
                                        <p:cTn id="182" dur="500"/>
                                        <p:tgtEl>
                                          <p:spTgt spid="51"/>
                                        </p:tgtEl>
                                      </p:cBhvr>
                                    </p:animEffect>
                                    <p:set>
                                      <p:cBhvr>
                                        <p:cTn id="183" dur="1" fill="hold">
                                          <p:stCondLst>
                                            <p:cond delay="499"/>
                                          </p:stCondLst>
                                        </p:cTn>
                                        <p:tgtEl>
                                          <p:spTgt spid="51"/>
                                        </p:tgtEl>
                                        <p:attrNameLst>
                                          <p:attrName>style.visibility</p:attrName>
                                        </p:attrNameLst>
                                      </p:cBhvr>
                                      <p:to>
                                        <p:strVal val="hidden"/>
                                      </p:to>
                                    </p:set>
                                  </p:childTnLst>
                                </p:cTn>
                              </p:par>
                            </p:childTnLst>
                          </p:cTn>
                        </p:par>
                        <p:par>
                          <p:cTn id="184" fill="hold">
                            <p:stCondLst>
                              <p:cond delay="2500"/>
                            </p:stCondLst>
                            <p:childTnLst>
                              <p:par>
                                <p:cTn id="185" presetID="22" presetClass="entr" presetSubtype="8" fill="hold" nodeType="afterEffect">
                                  <p:stCondLst>
                                    <p:cond delay="0"/>
                                  </p:stCondLst>
                                  <p:childTnLst>
                                    <p:set>
                                      <p:cBhvr>
                                        <p:cTn id="186" dur="1" fill="hold">
                                          <p:stCondLst>
                                            <p:cond delay="0"/>
                                          </p:stCondLst>
                                        </p:cTn>
                                        <p:tgtEl>
                                          <p:spTgt spid="47"/>
                                        </p:tgtEl>
                                        <p:attrNameLst>
                                          <p:attrName>style.visibility</p:attrName>
                                        </p:attrNameLst>
                                      </p:cBhvr>
                                      <p:to>
                                        <p:strVal val="visible"/>
                                      </p:to>
                                    </p:set>
                                    <p:animEffect transition="in" filter="wipe(left)">
                                      <p:cBhvr>
                                        <p:cTn id="187" dur="500"/>
                                        <p:tgtEl>
                                          <p:spTgt spid="47"/>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xit" presetSubtype="1" fill="hold" nodeType="clickEffect">
                                  <p:stCondLst>
                                    <p:cond delay="0"/>
                                  </p:stCondLst>
                                  <p:childTnLst>
                                    <p:animEffect transition="out" filter="wipe(up)">
                                      <p:cBhvr>
                                        <p:cTn id="191" dur="500"/>
                                        <p:tgtEl>
                                          <p:spTgt spid="47"/>
                                        </p:tgtEl>
                                      </p:cBhvr>
                                    </p:animEffect>
                                    <p:set>
                                      <p:cBhvr>
                                        <p:cTn id="192" dur="1" fill="hold">
                                          <p:stCondLst>
                                            <p:cond delay="499"/>
                                          </p:stCondLst>
                                        </p:cTn>
                                        <p:tgtEl>
                                          <p:spTgt spid="47"/>
                                        </p:tgtEl>
                                        <p:attrNameLst>
                                          <p:attrName>style.visibility</p:attrName>
                                        </p:attrNameLst>
                                      </p:cBhvr>
                                      <p:to>
                                        <p:strVal val="hidden"/>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48"/>
                                        </p:tgtEl>
                                        <p:attrNameLst>
                                          <p:attrName>style.visibility</p:attrName>
                                        </p:attrNameLst>
                                      </p:cBhvr>
                                      <p:to>
                                        <p:strVal val="visible"/>
                                      </p:to>
                                    </p:set>
                                    <p:animEffect transition="in" filter="wipe(left)">
                                      <p:cBhvr>
                                        <p:cTn id="196" dur="500"/>
                                        <p:tgtEl>
                                          <p:spTgt spid="48"/>
                                        </p:tgtEl>
                                      </p:cBhvr>
                                    </p:animEffect>
                                  </p:childTnLst>
                                </p:cTn>
                              </p:par>
                            </p:childTnLst>
                          </p:cTn>
                        </p:par>
                      </p:childTnLst>
                    </p:cTn>
                  </p:par>
                  <p:par>
                    <p:cTn id="197" fill="hold">
                      <p:stCondLst>
                        <p:cond delay="indefinite"/>
                      </p:stCondLst>
                      <p:childTnLst>
                        <p:par>
                          <p:cTn id="198" fill="hold">
                            <p:stCondLst>
                              <p:cond delay="0"/>
                            </p:stCondLst>
                            <p:childTnLst>
                              <p:par>
                                <p:cTn id="199" presetID="42" presetClass="path" presetSubtype="0" accel="50000" decel="50000" fill="hold" nodeType="clickEffect">
                                  <p:stCondLst>
                                    <p:cond delay="0"/>
                                  </p:stCondLst>
                                  <p:childTnLst>
                                    <p:animMotion origin="layout" path="M -0.04843 -0.22014 L -0.07903 -0.1382 " pathEditMode="relative" rAng="0" ptsTypes="AA">
                                      <p:cBhvr>
                                        <p:cTn id="200" dur="2000" fill="hold"/>
                                        <p:tgtEl>
                                          <p:spTgt spid="37"/>
                                        </p:tgtEl>
                                        <p:attrNameLst>
                                          <p:attrName>ppt_x</p:attrName>
                                          <p:attrName>ppt_y</p:attrName>
                                        </p:attrNameLst>
                                      </p:cBhvr>
                                      <p:rCtr x="-1536" y="4097"/>
                                    </p:animMotion>
                                  </p:childTnLst>
                                </p:cTn>
                              </p:par>
                            </p:childTnLst>
                          </p:cTn>
                        </p:par>
                        <p:par>
                          <p:cTn id="201" fill="hold">
                            <p:stCondLst>
                              <p:cond delay="2000"/>
                            </p:stCondLst>
                            <p:childTnLst>
                              <p:par>
                                <p:cTn id="202" presetID="22" presetClass="exit" presetSubtype="1" fill="hold" nodeType="afterEffect">
                                  <p:stCondLst>
                                    <p:cond delay="0"/>
                                  </p:stCondLst>
                                  <p:childTnLst>
                                    <p:animEffect transition="out" filter="wipe(up)">
                                      <p:cBhvr>
                                        <p:cTn id="203" dur="500"/>
                                        <p:tgtEl>
                                          <p:spTgt spid="48"/>
                                        </p:tgtEl>
                                      </p:cBhvr>
                                    </p:animEffect>
                                    <p:set>
                                      <p:cBhvr>
                                        <p:cTn id="204" dur="1" fill="hold">
                                          <p:stCondLst>
                                            <p:cond delay="499"/>
                                          </p:stCondLst>
                                        </p:cTn>
                                        <p:tgtEl>
                                          <p:spTgt spid="48"/>
                                        </p:tgtEl>
                                        <p:attrNameLst>
                                          <p:attrName>style.visibility</p:attrName>
                                        </p:attrNameLst>
                                      </p:cBhvr>
                                      <p:to>
                                        <p:strVal val="hidden"/>
                                      </p:to>
                                    </p:set>
                                  </p:childTnLst>
                                </p:cTn>
                              </p:par>
                              <p:par>
                                <p:cTn id="205" presetID="22" presetClass="entr" presetSubtype="8" fill="hold" nodeType="withEffect">
                                  <p:stCondLst>
                                    <p:cond delay="0"/>
                                  </p:stCondLst>
                                  <p:childTnLst>
                                    <p:set>
                                      <p:cBhvr>
                                        <p:cTn id="206" dur="1" fill="hold">
                                          <p:stCondLst>
                                            <p:cond delay="0"/>
                                          </p:stCondLst>
                                        </p:cTn>
                                        <p:tgtEl>
                                          <p:spTgt spid="51"/>
                                        </p:tgtEl>
                                        <p:attrNameLst>
                                          <p:attrName>style.visibility</p:attrName>
                                        </p:attrNameLst>
                                      </p:cBhvr>
                                      <p:to>
                                        <p:strVal val="visible"/>
                                      </p:to>
                                    </p:set>
                                    <p:animEffect transition="in" filter="wipe(left)">
                                      <p:cBhvr>
                                        <p:cTn id="207" dur="500"/>
                                        <p:tgtEl>
                                          <p:spTgt spid="51"/>
                                        </p:tgtEl>
                                      </p:cBhvr>
                                    </p:animEffect>
                                  </p:childTnLst>
                                </p:cTn>
                              </p:par>
                            </p:childTnLst>
                          </p:cTn>
                        </p:par>
                      </p:childTnLst>
                    </p:cTn>
                  </p:par>
                  <p:par>
                    <p:cTn id="208" fill="hold">
                      <p:stCondLst>
                        <p:cond delay="indefinite"/>
                      </p:stCondLst>
                      <p:childTnLst>
                        <p:par>
                          <p:cTn id="209" fill="hold">
                            <p:stCondLst>
                              <p:cond delay="0"/>
                            </p:stCondLst>
                            <p:childTnLst>
                              <p:par>
                                <p:cTn id="210" presetID="51" presetClass="path" presetSubtype="0" accel="50000" decel="50000" fill="hold" nodeType="clickEffect">
                                  <p:stCondLst>
                                    <p:cond delay="0"/>
                                  </p:stCondLst>
                                  <p:childTnLst>
                                    <p:animMotion origin="layout" path="M -0.07344 0.222 L -0.08086 0.3051 C -0.08242 0.32408 -0.07956 0.34167 -0.07292 0.35487 C -0.06536 0.36899 -0.05573 0.37547 -0.04518 0.37362 L 0.00221 0.36713 " pathEditMode="relative" rAng="19020000" ptsTypes="AAAAA">
                                      <p:cBhvr>
                                        <p:cTn id="211" dur="2000" fill="hold"/>
                                        <p:tgtEl>
                                          <p:spTgt spid="34"/>
                                        </p:tgtEl>
                                        <p:attrNameLst>
                                          <p:attrName>ppt_x</p:attrName>
                                          <p:attrName>ppt_y</p:attrName>
                                        </p:attrNameLst>
                                      </p:cBhvr>
                                      <p:rCtr x="1940" y="10301"/>
                                    </p:animMotion>
                                  </p:childTnLst>
                                </p:cTn>
                              </p:par>
                            </p:childTnLst>
                          </p:cTn>
                        </p:par>
                        <p:par>
                          <p:cTn id="212" fill="hold">
                            <p:stCondLst>
                              <p:cond delay="2000"/>
                            </p:stCondLst>
                            <p:childTnLst>
                              <p:par>
                                <p:cTn id="213" presetID="22" presetClass="exit" presetSubtype="1" fill="hold" nodeType="afterEffect">
                                  <p:stCondLst>
                                    <p:cond delay="0"/>
                                  </p:stCondLst>
                                  <p:childTnLst>
                                    <p:animEffect transition="out" filter="wipe(up)">
                                      <p:cBhvr>
                                        <p:cTn id="214" dur="500"/>
                                        <p:tgtEl>
                                          <p:spTgt spid="51"/>
                                        </p:tgtEl>
                                      </p:cBhvr>
                                    </p:animEffect>
                                    <p:set>
                                      <p:cBhvr>
                                        <p:cTn id="215" dur="1" fill="hold">
                                          <p:stCondLst>
                                            <p:cond delay="499"/>
                                          </p:stCondLst>
                                        </p:cTn>
                                        <p:tgtEl>
                                          <p:spTgt spid="51"/>
                                        </p:tgtEl>
                                        <p:attrNameLst>
                                          <p:attrName>style.visibility</p:attrName>
                                        </p:attrNameLst>
                                      </p:cBhvr>
                                      <p:to>
                                        <p:strVal val="hidden"/>
                                      </p:to>
                                    </p:set>
                                  </p:childTnLst>
                                </p:cTn>
                              </p:par>
                            </p:childTnLst>
                          </p:cTn>
                        </p:par>
                        <p:par>
                          <p:cTn id="216" fill="hold">
                            <p:stCondLst>
                              <p:cond delay="2500"/>
                            </p:stCondLst>
                            <p:childTnLst>
                              <p:par>
                                <p:cTn id="217" presetID="22" presetClass="entr" presetSubtype="8" fill="hold" nodeType="afterEffect">
                                  <p:stCondLst>
                                    <p:cond delay="0"/>
                                  </p:stCondLst>
                                  <p:childTnLst>
                                    <p:set>
                                      <p:cBhvr>
                                        <p:cTn id="218" dur="1" fill="hold">
                                          <p:stCondLst>
                                            <p:cond delay="0"/>
                                          </p:stCondLst>
                                        </p:cTn>
                                        <p:tgtEl>
                                          <p:spTgt spid="47"/>
                                        </p:tgtEl>
                                        <p:attrNameLst>
                                          <p:attrName>style.visibility</p:attrName>
                                        </p:attrNameLst>
                                      </p:cBhvr>
                                      <p:to>
                                        <p:strVal val="visible"/>
                                      </p:to>
                                    </p:set>
                                    <p:animEffect transition="in" filter="wipe(left)">
                                      <p:cBhvr>
                                        <p:cTn id="219" dur="500"/>
                                        <p:tgtEl>
                                          <p:spTgt spid="47"/>
                                        </p:tgtEl>
                                      </p:cBhvr>
                                    </p:animEffect>
                                  </p:childTnLst>
                                </p:cTn>
                              </p:par>
                            </p:childTnLst>
                          </p:cTn>
                        </p:par>
                      </p:childTnLst>
                    </p:cTn>
                  </p:par>
                  <p:par>
                    <p:cTn id="220" fill="hold">
                      <p:stCondLst>
                        <p:cond delay="indefinite"/>
                      </p:stCondLst>
                      <p:childTnLst>
                        <p:par>
                          <p:cTn id="221" fill="hold">
                            <p:stCondLst>
                              <p:cond delay="0"/>
                            </p:stCondLst>
                            <p:childTnLst>
                              <p:par>
                                <p:cTn id="222" presetID="32" presetClass="emph" presetSubtype="0" fill="hold" nodeType="clickEffect">
                                  <p:stCondLst>
                                    <p:cond delay="0"/>
                                  </p:stCondLst>
                                  <p:childTnLst>
                                    <p:animRot by="120000">
                                      <p:cBhvr>
                                        <p:cTn id="223" dur="100" fill="hold">
                                          <p:stCondLst>
                                            <p:cond delay="0"/>
                                          </p:stCondLst>
                                        </p:cTn>
                                        <p:tgtEl>
                                          <p:spTgt spid="47"/>
                                        </p:tgtEl>
                                        <p:attrNameLst>
                                          <p:attrName>r</p:attrName>
                                        </p:attrNameLst>
                                      </p:cBhvr>
                                    </p:animRot>
                                    <p:animRot by="-240000">
                                      <p:cBhvr>
                                        <p:cTn id="224" dur="200" fill="hold">
                                          <p:stCondLst>
                                            <p:cond delay="200"/>
                                          </p:stCondLst>
                                        </p:cTn>
                                        <p:tgtEl>
                                          <p:spTgt spid="47"/>
                                        </p:tgtEl>
                                        <p:attrNameLst>
                                          <p:attrName>r</p:attrName>
                                        </p:attrNameLst>
                                      </p:cBhvr>
                                    </p:animRot>
                                    <p:animRot by="240000">
                                      <p:cBhvr>
                                        <p:cTn id="225" dur="200" fill="hold">
                                          <p:stCondLst>
                                            <p:cond delay="400"/>
                                          </p:stCondLst>
                                        </p:cTn>
                                        <p:tgtEl>
                                          <p:spTgt spid="47"/>
                                        </p:tgtEl>
                                        <p:attrNameLst>
                                          <p:attrName>r</p:attrName>
                                        </p:attrNameLst>
                                      </p:cBhvr>
                                    </p:animRot>
                                    <p:animRot by="-240000">
                                      <p:cBhvr>
                                        <p:cTn id="226" dur="200" fill="hold">
                                          <p:stCondLst>
                                            <p:cond delay="600"/>
                                          </p:stCondLst>
                                        </p:cTn>
                                        <p:tgtEl>
                                          <p:spTgt spid="47"/>
                                        </p:tgtEl>
                                        <p:attrNameLst>
                                          <p:attrName>r</p:attrName>
                                        </p:attrNameLst>
                                      </p:cBhvr>
                                    </p:animRot>
                                    <p:animRot by="120000">
                                      <p:cBhvr>
                                        <p:cTn id="227" dur="200" fill="hold">
                                          <p:stCondLst>
                                            <p:cond delay="800"/>
                                          </p:stCondLst>
                                        </p:cTn>
                                        <p:tgtEl>
                                          <p:spTgt spid="47"/>
                                        </p:tgtEl>
                                        <p:attrNameLst>
                                          <p:attrName>r</p:attrName>
                                        </p:attrNameLst>
                                      </p:cBhvr>
                                    </p:animRot>
                                  </p:childTnLst>
                                </p:cTn>
                              </p:par>
                            </p:childTnLst>
                          </p:cTn>
                        </p:par>
                        <p:par>
                          <p:cTn id="228" fill="hold">
                            <p:stCondLst>
                              <p:cond delay="1000"/>
                            </p:stCondLst>
                            <p:childTnLst>
                              <p:par>
                                <p:cTn id="229" presetID="22" presetClass="exit" presetSubtype="1" fill="hold" nodeType="afterEffect">
                                  <p:stCondLst>
                                    <p:cond delay="0"/>
                                  </p:stCondLst>
                                  <p:childTnLst>
                                    <p:animEffect transition="out" filter="wipe(up)">
                                      <p:cBhvr>
                                        <p:cTn id="230" dur="500"/>
                                        <p:tgtEl>
                                          <p:spTgt spid="47"/>
                                        </p:tgtEl>
                                      </p:cBhvr>
                                    </p:animEffect>
                                    <p:set>
                                      <p:cBhvr>
                                        <p:cTn id="231" dur="1" fill="hold">
                                          <p:stCondLst>
                                            <p:cond delay="499"/>
                                          </p:stCondLst>
                                        </p:cTn>
                                        <p:tgtEl>
                                          <p:spTgt spid="47"/>
                                        </p:tgtEl>
                                        <p:attrNameLst>
                                          <p:attrName>style.visibility</p:attrName>
                                        </p:attrNameLst>
                                      </p:cBhvr>
                                      <p:to>
                                        <p:strVal val="hidden"/>
                                      </p:to>
                                    </p:set>
                                  </p:childTnLst>
                                </p:cTn>
                              </p:par>
                            </p:childTnLst>
                          </p:cTn>
                        </p:par>
                        <p:par>
                          <p:cTn id="232" fill="hold">
                            <p:stCondLst>
                              <p:cond delay="1500"/>
                            </p:stCondLst>
                            <p:childTnLst>
                              <p:par>
                                <p:cTn id="233" presetID="22" presetClass="entr" presetSubtype="8" fill="hold" nodeType="afterEffect">
                                  <p:stCondLst>
                                    <p:cond delay="0"/>
                                  </p:stCondLst>
                                  <p:childTnLst>
                                    <p:set>
                                      <p:cBhvr>
                                        <p:cTn id="234" dur="1" fill="hold">
                                          <p:stCondLst>
                                            <p:cond delay="0"/>
                                          </p:stCondLst>
                                        </p:cTn>
                                        <p:tgtEl>
                                          <p:spTgt spid="58"/>
                                        </p:tgtEl>
                                        <p:attrNameLst>
                                          <p:attrName>style.visibility</p:attrName>
                                        </p:attrNameLst>
                                      </p:cBhvr>
                                      <p:to>
                                        <p:strVal val="visible"/>
                                      </p:to>
                                    </p:set>
                                    <p:animEffect transition="in" filter="wipe(left)">
                                      <p:cBhvr>
                                        <p:cTn id="235" dur="500"/>
                                        <p:tgtEl>
                                          <p:spTgt spid="58"/>
                                        </p:tgtEl>
                                      </p:cBhvr>
                                    </p:animEffect>
                                  </p:childTnLst>
                                </p:cTn>
                              </p:par>
                            </p:childTnLst>
                          </p:cTn>
                        </p:par>
                      </p:childTnLst>
                    </p:cTn>
                  </p:par>
                  <p:par>
                    <p:cTn id="236" fill="hold">
                      <p:stCondLst>
                        <p:cond delay="indefinite"/>
                      </p:stCondLst>
                      <p:childTnLst>
                        <p:par>
                          <p:cTn id="237" fill="hold">
                            <p:stCondLst>
                              <p:cond delay="0"/>
                            </p:stCondLst>
                            <p:childTnLst>
                              <p:par>
                                <p:cTn id="238" presetID="22" presetClass="exit" presetSubtype="1" fill="hold" nodeType="clickEffect">
                                  <p:stCondLst>
                                    <p:cond delay="0"/>
                                  </p:stCondLst>
                                  <p:childTnLst>
                                    <p:animEffect transition="out" filter="wipe(up)">
                                      <p:cBhvr>
                                        <p:cTn id="239" dur="500"/>
                                        <p:tgtEl>
                                          <p:spTgt spid="58"/>
                                        </p:tgtEl>
                                      </p:cBhvr>
                                    </p:animEffect>
                                    <p:set>
                                      <p:cBhvr>
                                        <p:cTn id="240" dur="1" fill="hold">
                                          <p:stCondLst>
                                            <p:cond delay="499"/>
                                          </p:stCondLst>
                                        </p:cTn>
                                        <p:tgtEl>
                                          <p:spTgt spid="58"/>
                                        </p:tgtEl>
                                        <p:attrNameLst>
                                          <p:attrName>style.visibility</p:attrName>
                                        </p:attrNameLst>
                                      </p:cBhvr>
                                      <p:to>
                                        <p:strVal val="hidden"/>
                                      </p:to>
                                    </p:set>
                                  </p:childTnLst>
                                </p:cTn>
                              </p:par>
                            </p:childTnLst>
                          </p:cTn>
                        </p:par>
                        <p:par>
                          <p:cTn id="241" fill="hold">
                            <p:stCondLst>
                              <p:cond delay="500"/>
                            </p:stCondLst>
                            <p:childTnLst>
                              <p:par>
                                <p:cTn id="242" presetID="10" presetClass="exit" presetSubtype="0" fill="hold" grpId="1" nodeType="afterEffect">
                                  <p:stCondLst>
                                    <p:cond delay="0"/>
                                  </p:stCondLst>
                                  <p:childTnLst>
                                    <p:animEffect transition="out" filter="fade">
                                      <p:cBhvr>
                                        <p:cTn id="243" dur="500"/>
                                        <p:tgtEl>
                                          <p:spTgt spid="44"/>
                                        </p:tgtEl>
                                      </p:cBhvr>
                                    </p:animEffect>
                                    <p:set>
                                      <p:cBhvr>
                                        <p:cTn id="244" dur="1" fill="hold">
                                          <p:stCondLst>
                                            <p:cond delay="499"/>
                                          </p:stCondLst>
                                        </p:cTn>
                                        <p:tgtEl>
                                          <p:spTgt spid="44"/>
                                        </p:tgtEl>
                                        <p:attrNameLst>
                                          <p:attrName>style.visibility</p:attrName>
                                        </p:attrNameLst>
                                      </p:cBhvr>
                                      <p:to>
                                        <p:strVal val="hidden"/>
                                      </p:to>
                                    </p:set>
                                  </p:childTnLst>
                                </p:cTn>
                              </p:par>
                              <p:par>
                                <p:cTn id="245" presetID="22" presetClass="exit" presetSubtype="4" fill="hold" nodeType="withEffect">
                                  <p:stCondLst>
                                    <p:cond delay="0"/>
                                  </p:stCondLst>
                                  <p:childTnLst>
                                    <p:animEffect transition="out" filter="wipe(down)">
                                      <p:cBhvr>
                                        <p:cTn id="246" dur="500"/>
                                        <p:tgtEl>
                                          <p:spTgt spid="34"/>
                                        </p:tgtEl>
                                      </p:cBhvr>
                                    </p:animEffect>
                                    <p:set>
                                      <p:cBhvr>
                                        <p:cTn id="247" dur="1" fill="hold">
                                          <p:stCondLst>
                                            <p:cond delay="499"/>
                                          </p:stCondLst>
                                        </p:cTn>
                                        <p:tgtEl>
                                          <p:spTgt spid="34"/>
                                        </p:tgtEl>
                                        <p:attrNameLst>
                                          <p:attrName>style.visibility</p:attrName>
                                        </p:attrNameLst>
                                      </p:cBhvr>
                                      <p:to>
                                        <p:strVal val="hidden"/>
                                      </p:to>
                                    </p:set>
                                  </p:childTnLst>
                                </p:cTn>
                              </p:par>
                              <p:par>
                                <p:cTn id="248" presetID="31" presetClass="exit" presetSubtype="0" fill="hold" grpId="1" nodeType="withEffect">
                                  <p:stCondLst>
                                    <p:cond delay="0"/>
                                  </p:stCondLst>
                                  <p:childTnLst>
                                    <p:anim calcmode="lin" valueType="num">
                                      <p:cBhvr>
                                        <p:cTn id="249" dur="1000"/>
                                        <p:tgtEl>
                                          <p:spTgt spid="33"/>
                                        </p:tgtEl>
                                        <p:attrNameLst>
                                          <p:attrName>ppt_w</p:attrName>
                                        </p:attrNameLst>
                                      </p:cBhvr>
                                      <p:tavLst>
                                        <p:tav tm="0">
                                          <p:val>
                                            <p:strVal val="ppt_w"/>
                                          </p:val>
                                        </p:tav>
                                        <p:tav tm="100000">
                                          <p:val>
                                            <p:fltVal val="0"/>
                                          </p:val>
                                        </p:tav>
                                      </p:tavLst>
                                    </p:anim>
                                    <p:anim calcmode="lin" valueType="num">
                                      <p:cBhvr>
                                        <p:cTn id="250" dur="1000"/>
                                        <p:tgtEl>
                                          <p:spTgt spid="33"/>
                                        </p:tgtEl>
                                        <p:attrNameLst>
                                          <p:attrName>ppt_h</p:attrName>
                                        </p:attrNameLst>
                                      </p:cBhvr>
                                      <p:tavLst>
                                        <p:tav tm="0">
                                          <p:val>
                                            <p:strVal val="ppt_h"/>
                                          </p:val>
                                        </p:tav>
                                        <p:tav tm="100000">
                                          <p:val>
                                            <p:fltVal val="0"/>
                                          </p:val>
                                        </p:tav>
                                      </p:tavLst>
                                    </p:anim>
                                    <p:anim calcmode="lin" valueType="num">
                                      <p:cBhvr>
                                        <p:cTn id="251" dur="1000"/>
                                        <p:tgtEl>
                                          <p:spTgt spid="33"/>
                                        </p:tgtEl>
                                        <p:attrNameLst>
                                          <p:attrName>style.rotation</p:attrName>
                                        </p:attrNameLst>
                                      </p:cBhvr>
                                      <p:tavLst>
                                        <p:tav tm="0">
                                          <p:val>
                                            <p:fltVal val="0"/>
                                          </p:val>
                                        </p:tav>
                                        <p:tav tm="100000">
                                          <p:val>
                                            <p:fltVal val="90"/>
                                          </p:val>
                                        </p:tav>
                                      </p:tavLst>
                                    </p:anim>
                                    <p:animEffect transition="out" filter="fade">
                                      <p:cBhvr>
                                        <p:cTn id="252" dur="1000"/>
                                        <p:tgtEl>
                                          <p:spTgt spid="33"/>
                                        </p:tgtEl>
                                      </p:cBhvr>
                                    </p:animEffect>
                                    <p:set>
                                      <p:cBhvr>
                                        <p:cTn id="253" dur="1" fill="hold">
                                          <p:stCondLst>
                                            <p:cond delay="999"/>
                                          </p:stCondLst>
                                        </p:cTn>
                                        <p:tgtEl>
                                          <p:spTgt spid="33"/>
                                        </p:tgtEl>
                                        <p:attrNameLst>
                                          <p:attrName>style.visibility</p:attrName>
                                        </p:attrNameLst>
                                      </p:cBhvr>
                                      <p:to>
                                        <p:strVal val="hidden"/>
                                      </p:to>
                                    </p:set>
                                  </p:childTnLst>
                                </p:cTn>
                              </p:par>
                            </p:childTnLst>
                          </p:cTn>
                        </p:par>
                        <p:par>
                          <p:cTn id="254" fill="hold">
                            <p:stCondLst>
                              <p:cond delay="2000"/>
                            </p:stCondLst>
                            <p:childTnLst>
                              <p:par>
                                <p:cTn id="255" presetID="22" presetClass="exit" presetSubtype="1" fill="hold" nodeType="afterEffect">
                                  <p:stCondLst>
                                    <p:cond delay="0"/>
                                  </p:stCondLst>
                                  <p:childTnLst>
                                    <p:animEffect transition="out" filter="wipe(up)">
                                      <p:cBhvr>
                                        <p:cTn id="256" dur="500"/>
                                        <p:tgtEl>
                                          <p:spTgt spid="17"/>
                                        </p:tgtEl>
                                      </p:cBhvr>
                                    </p:animEffect>
                                    <p:set>
                                      <p:cBhvr>
                                        <p:cTn id="257" dur="1" fill="hold">
                                          <p:stCondLst>
                                            <p:cond delay="499"/>
                                          </p:stCondLst>
                                        </p:cTn>
                                        <p:tgtEl>
                                          <p:spTgt spid="17"/>
                                        </p:tgtEl>
                                        <p:attrNameLst>
                                          <p:attrName>style.visibility</p:attrName>
                                        </p:attrNameLst>
                                      </p:cBhvr>
                                      <p:to>
                                        <p:strVal val="hidden"/>
                                      </p:to>
                                    </p:set>
                                  </p:childTnLst>
                                </p:cTn>
                              </p:par>
                            </p:childTnLst>
                          </p:cTn>
                        </p:par>
                        <p:par>
                          <p:cTn id="258" fill="hold">
                            <p:stCondLst>
                              <p:cond delay="2500"/>
                            </p:stCondLst>
                            <p:childTnLst>
                              <p:par>
                                <p:cTn id="259" presetID="22" presetClass="entr" presetSubtype="8" fill="hold" nodeType="afterEffect">
                                  <p:stCondLst>
                                    <p:cond delay="0"/>
                                  </p:stCondLst>
                                  <p:childTnLst>
                                    <p:set>
                                      <p:cBhvr>
                                        <p:cTn id="260" dur="1" fill="hold">
                                          <p:stCondLst>
                                            <p:cond delay="0"/>
                                          </p:stCondLst>
                                        </p:cTn>
                                        <p:tgtEl>
                                          <p:spTgt spid="64"/>
                                        </p:tgtEl>
                                        <p:attrNameLst>
                                          <p:attrName>style.visibility</p:attrName>
                                        </p:attrNameLst>
                                      </p:cBhvr>
                                      <p:to>
                                        <p:strVal val="visible"/>
                                      </p:to>
                                    </p:set>
                                    <p:animEffect transition="in" filter="wipe(left)">
                                      <p:cBhvr>
                                        <p:cTn id="261" dur="500"/>
                                        <p:tgtEl>
                                          <p:spTgt spid="64"/>
                                        </p:tgtEl>
                                      </p:cBhvr>
                                    </p:animEffect>
                                  </p:childTnLst>
                                </p:cTn>
                              </p:par>
                            </p:childTnLst>
                          </p:cTn>
                        </p:par>
                      </p:childTnLst>
                    </p:cTn>
                  </p:par>
                  <p:par>
                    <p:cTn id="262" fill="hold">
                      <p:stCondLst>
                        <p:cond delay="indefinite"/>
                      </p:stCondLst>
                      <p:childTnLst>
                        <p:par>
                          <p:cTn id="263" fill="hold">
                            <p:stCondLst>
                              <p:cond delay="0"/>
                            </p:stCondLst>
                            <p:childTnLst>
                              <p:par>
                                <p:cTn id="264" presetID="22" presetClass="exit" presetSubtype="1" fill="hold" nodeType="clickEffect">
                                  <p:stCondLst>
                                    <p:cond delay="0"/>
                                  </p:stCondLst>
                                  <p:childTnLst>
                                    <p:animEffect transition="out" filter="wipe(up)">
                                      <p:cBhvr>
                                        <p:cTn id="265" dur="500"/>
                                        <p:tgtEl>
                                          <p:spTgt spid="64"/>
                                        </p:tgtEl>
                                      </p:cBhvr>
                                    </p:animEffect>
                                    <p:set>
                                      <p:cBhvr>
                                        <p:cTn id="266" dur="1" fill="hold">
                                          <p:stCondLst>
                                            <p:cond delay="499"/>
                                          </p:stCondLst>
                                        </p:cTn>
                                        <p:tgtEl>
                                          <p:spTgt spid="64"/>
                                        </p:tgtEl>
                                        <p:attrNameLst>
                                          <p:attrName>style.visibility</p:attrName>
                                        </p:attrNameLst>
                                      </p:cBhvr>
                                      <p:to>
                                        <p:strVal val="hidden"/>
                                      </p:to>
                                    </p:set>
                                  </p:childTnLst>
                                </p:cTn>
                              </p:par>
                            </p:childTnLst>
                          </p:cTn>
                        </p:par>
                        <p:par>
                          <p:cTn id="267" fill="hold">
                            <p:stCondLst>
                              <p:cond delay="500"/>
                            </p:stCondLst>
                            <p:childTnLst>
                              <p:par>
                                <p:cTn id="268" presetID="42" presetClass="entr" presetSubtype="0" fill="hold" grpId="0" nodeType="afterEffect">
                                  <p:stCondLst>
                                    <p:cond delay="0"/>
                                  </p:stCondLst>
                                  <p:childTnLst>
                                    <p:set>
                                      <p:cBhvr>
                                        <p:cTn id="269" dur="1" fill="hold">
                                          <p:stCondLst>
                                            <p:cond delay="0"/>
                                          </p:stCondLst>
                                        </p:cTn>
                                        <p:tgtEl>
                                          <p:spTgt spid="60">
                                            <p:txEl>
                                              <p:pRg st="1" end="1"/>
                                            </p:txEl>
                                          </p:spTgt>
                                        </p:tgtEl>
                                        <p:attrNameLst>
                                          <p:attrName>style.visibility</p:attrName>
                                        </p:attrNameLst>
                                      </p:cBhvr>
                                      <p:to>
                                        <p:strVal val="visible"/>
                                      </p:to>
                                    </p:set>
                                    <p:animEffect transition="in" filter="fade">
                                      <p:cBhvr>
                                        <p:cTn id="270" dur="1000"/>
                                        <p:tgtEl>
                                          <p:spTgt spid="60">
                                            <p:txEl>
                                              <p:pRg st="1" end="1"/>
                                            </p:txEl>
                                          </p:spTgt>
                                        </p:tgtEl>
                                      </p:cBhvr>
                                    </p:animEffect>
                                    <p:anim calcmode="lin" valueType="num">
                                      <p:cBhvr>
                                        <p:cTn id="271" dur="1000" fill="hold"/>
                                        <p:tgtEl>
                                          <p:spTgt spid="60">
                                            <p:txEl>
                                              <p:pRg st="1" end="1"/>
                                            </p:txEl>
                                          </p:spTgt>
                                        </p:tgtEl>
                                        <p:attrNameLst>
                                          <p:attrName>ppt_x</p:attrName>
                                        </p:attrNameLst>
                                      </p:cBhvr>
                                      <p:tavLst>
                                        <p:tav tm="0">
                                          <p:val>
                                            <p:strVal val="#ppt_x"/>
                                          </p:val>
                                        </p:tav>
                                        <p:tav tm="100000">
                                          <p:val>
                                            <p:strVal val="#ppt_x"/>
                                          </p:val>
                                        </p:tav>
                                      </p:tavLst>
                                    </p:anim>
                                    <p:anim calcmode="lin" valueType="num">
                                      <p:cBhvr>
                                        <p:cTn id="272" dur="1000" fill="hold"/>
                                        <p:tgtEl>
                                          <p:spTgt spid="6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2" presetClass="entr" presetSubtype="1" fill="hold" grpId="0" nodeType="clickEffect">
                                  <p:stCondLst>
                                    <p:cond delay="0"/>
                                  </p:stCondLst>
                                  <p:childTnLst>
                                    <p:set>
                                      <p:cBhvr>
                                        <p:cTn id="276" dur="1" fill="hold">
                                          <p:stCondLst>
                                            <p:cond delay="0"/>
                                          </p:stCondLst>
                                        </p:cTn>
                                        <p:tgtEl>
                                          <p:spTgt spid="69"/>
                                        </p:tgtEl>
                                        <p:attrNameLst>
                                          <p:attrName>style.visibility</p:attrName>
                                        </p:attrNameLst>
                                      </p:cBhvr>
                                      <p:to>
                                        <p:strVal val="visible"/>
                                      </p:to>
                                    </p:set>
                                    <p:animEffect transition="in" filter="wipe(up)">
                                      <p:cBhvr>
                                        <p:cTn id="277" dur="500"/>
                                        <p:tgtEl>
                                          <p:spTgt spid="69"/>
                                        </p:tgtEl>
                                      </p:cBhvr>
                                    </p:animEffect>
                                  </p:childTnLst>
                                </p:cTn>
                              </p:par>
                            </p:childTnLst>
                          </p:cTn>
                        </p:par>
                      </p:childTnLst>
                    </p:cTn>
                  </p:par>
                  <p:par>
                    <p:cTn id="278" fill="hold">
                      <p:stCondLst>
                        <p:cond delay="indefinite"/>
                      </p:stCondLst>
                      <p:childTnLst>
                        <p:par>
                          <p:cTn id="279" fill="hold">
                            <p:stCondLst>
                              <p:cond delay="0"/>
                            </p:stCondLst>
                            <p:childTnLst>
                              <p:par>
                                <p:cTn id="280" presetID="42" presetClass="entr" presetSubtype="0" fill="hold" grpId="0" nodeType="clickEffect">
                                  <p:stCondLst>
                                    <p:cond delay="0"/>
                                  </p:stCondLst>
                                  <p:childTnLst>
                                    <p:set>
                                      <p:cBhvr>
                                        <p:cTn id="281" dur="1" fill="hold">
                                          <p:stCondLst>
                                            <p:cond delay="0"/>
                                          </p:stCondLst>
                                        </p:cTn>
                                        <p:tgtEl>
                                          <p:spTgt spid="29"/>
                                        </p:tgtEl>
                                        <p:attrNameLst>
                                          <p:attrName>style.visibility</p:attrName>
                                        </p:attrNameLst>
                                      </p:cBhvr>
                                      <p:to>
                                        <p:strVal val="visible"/>
                                      </p:to>
                                    </p:set>
                                    <p:animEffect transition="in" filter="fade">
                                      <p:cBhvr>
                                        <p:cTn id="282" dur="1000"/>
                                        <p:tgtEl>
                                          <p:spTgt spid="29"/>
                                        </p:tgtEl>
                                      </p:cBhvr>
                                    </p:animEffect>
                                    <p:anim calcmode="lin" valueType="num">
                                      <p:cBhvr>
                                        <p:cTn id="283" dur="1000" fill="hold"/>
                                        <p:tgtEl>
                                          <p:spTgt spid="29"/>
                                        </p:tgtEl>
                                        <p:attrNameLst>
                                          <p:attrName>ppt_x</p:attrName>
                                        </p:attrNameLst>
                                      </p:cBhvr>
                                      <p:tavLst>
                                        <p:tav tm="0">
                                          <p:val>
                                            <p:strVal val="#ppt_x"/>
                                          </p:val>
                                        </p:tav>
                                        <p:tav tm="100000">
                                          <p:val>
                                            <p:strVal val="#ppt_x"/>
                                          </p:val>
                                        </p:tav>
                                      </p:tavLst>
                                    </p:anim>
                                    <p:anim calcmode="lin" valueType="num">
                                      <p:cBhvr>
                                        <p:cTn id="284" dur="1000" fill="hold"/>
                                        <p:tgtEl>
                                          <p:spTgt spid="29"/>
                                        </p:tgtEl>
                                        <p:attrNameLst>
                                          <p:attrName>ppt_y</p:attrName>
                                        </p:attrNameLst>
                                      </p:cBhvr>
                                      <p:tavLst>
                                        <p:tav tm="0">
                                          <p:val>
                                            <p:strVal val="#ppt_y+.1"/>
                                          </p:val>
                                        </p:tav>
                                        <p:tav tm="100000">
                                          <p:val>
                                            <p:strVal val="#ppt_y"/>
                                          </p:val>
                                        </p:tav>
                                      </p:tavLst>
                                    </p:anim>
                                  </p:childTnLst>
                                </p:cTn>
                              </p:par>
                              <p:par>
                                <p:cTn id="285" presetID="42" presetClass="entr" presetSubtype="0" fill="hold" nodeType="withEffect">
                                  <p:stCondLst>
                                    <p:cond delay="0"/>
                                  </p:stCondLst>
                                  <p:childTnLst>
                                    <p:set>
                                      <p:cBhvr>
                                        <p:cTn id="286" dur="1" fill="hold">
                                          <p:stCondLst>
                                            <p:cond delay="0"/>
                                          </p:stCondLst>
                                        </p:cTn>
                                        <p:tgtEl>
                                          <p:spTgt spid="55"/>
                                        </p:tgtEl>
                                        <p:attrNameLst>
                                          <p:attrName>style.visibility</p:attrName>
                                        </p:attrNameLst>
                                      </p:cBhvr>
                                      <p:to>
                                        <p:strVal val="visible"/>
                                      </p:to>
                                    </p:set>
                                    <p:animEffect transition="in" filter="fade">
                                      <p:cBhvr>
                                        <p:cTn id="287" dur="1000"/>
                                        <p:tgtEl>
                                          <p:spTgt spid="55"/>
                                        </p:tgtEl>
                                      </p:cBhvr>
                                    </p:animEffect>
                                    <p:anim calcmode="lin" valueType="num">
                                      <p:cBhvr>
                                        <p:cTn id="288" dur="1000" fill="hold"/>
                                        <p:tgtEl>
                                          <p:spTgt spid="55"/>
                                        </p:tgtEl>
                                        <p:attrNameLst>
                                          <p:attrName>ppt_x</p:attrName>
                                        </p:attrNameLst>
                                      </p:cBhvr>
                                      <p:tavLst>
                                        <p:tav tm="0">
                                          <p:val>
                                            <p:strVal val="#ppt_x"/>
                                          </p:val>
                                        </p:tav>
                                        <p:tav tm="100000">
                                          <p:val>
                                            <p:strVal val="#ppt_x"/>
                                          </p:val>
                                        </p:tav>
                                      </p:tavLst>
                                    </p:anim>
                                    <p:anim calcmode="lin" valueType="num">
                                      <p:cBhvr>
                                        <p:cTn id="289" dur="1000" fill="hold"/>
                                        <p:tgtEl>
                                          <p:spTgt spid="55"/>
                                        </p:tgtEl>
                                        <p:attrNameLst>
                                          <p:attrName>ppt_y</p:attrName>
                                        </p:attrNameLst>
                                      </p:cBhvr>
                                      <p:tavLst>
                                        <p:tav tm="0">
                                          <p:val>
                                            <p:strVal val="#ppt_y+.1"/>
                                          </p:val>
                                        </p:tav>
                                        <p:tav tm="100000">
                                          <p:val>
                                            <p:strVal val="#ppt_y"/>
                                          </p:val>
                                        </p:tav>
                                      </p:tavLst>
                                    </p:anim>
                                  </p:childTnLst>
                                </p:cTn>
                              </p:par>
                            </p:childTnLst>
                          </p:cTn>
                        </p:par>
                        <p:par>
                          <p:cTn id="290" fill="hold">
                            <p:stCondLst>
                              <p:cond delay="1000"/>
                            </p:stCondLst>
                            <p:childTnLst>
                              <p:par>
                                <p:cTn id="291" presetID="22" presetClass="entr" presetSubtype="1" fill="hold" grpId="0" nodeType="afterEffect">
                                  <p:stCondLst>
                                    <p:cond delay="0"/>
                                  </p:stCondLst>
                                  <p:childTnLst>
                                    <p:set>
                                      <p:cBhvr>
                                        <p:cTn id="292" dur="1" fill="hold">
                                          <p:stCondLst>
                                            <p:cond delay="0"/>
                                          </p:stCondLst>
                                        </p:cTn>
                                        <p:tgtEl>
                                          <p:spTgt spid="97"/>
                                        </p:tgtEl>
                                        <p:attrNameLst>
                                          <p:attrName>style.visibility</p:attrName>
                                        </p:attrNameLst>
                                      </p:cBhvr>
                                      <p:to>
                                        <p:strVal val="visible"/>
                                      </p:to>
                                    </p:set>
                                    <p:animEffect transition="in" filter="wipe(up)">
                                      <p:cBhvr>
                                        <p:cTn id="293" dur="1000"/>
                                        <p:tgtEl>
                                          <p:spTgt spid="97"/>
                                        </p:tgtEl>
                                      </p:cBhvr>
                                    </p:animEffect>
                                  </p:childTnLst>
                                </p:cTn>
                              </p:par>
                              <p:par>
                                <p:cTn id="294" presetID="22" presetClass="entr" presetSubtype="1" fill="hold" grpId="0" nodeType="withEffect">
                                  <p:stCondLst>
                                    <p:cond delay="0"/>
                                  </p:stCondLst>
                                  <p:childTnLst>
                                    <p:set>
                                      <p:cBhvr>
                                        <p:cTn id="295" dur="1" fill="hold">
                                          <p:stCondLst>
                                            <p:cond delay="0"/>
                                          </p:stCondLst>
                                        </p:cTn>
                                        <p:tgtEl>
                                          <p:spTgt spid="95"/>
                                        </p:tgtEl>
                                        <p:attrNameLst>
                                          <p:attrName>style.visibility</p:attrName>
                                        </p:attrNameLst>
                                      </p:cBhvr>
                                      <p:to>
                                        <p:strVal val="visible"/>
                                      </p:to>
                                    </p:set>
                                    <p:animEffect transition="in" filter="wipe(up)">
                                      <p:cBhvr>
                                        <p:cTn id="296" dur="1000"/>
                                        <p:tgtEl>
                                          <p:spTgt spid="95"/>
                                        </p:tgtEl>
                                      </p:cBhvr>
                                    </p:animEffect>
                                  </p:childTnLst>
                                </p:cTn>
                              </p:par>
                              <p:par>
                                <p:cTn id="297" presetID="22" presetClass="entr" presetSubtype="4" fill="hold" nodeType="withEffect">
                                  <p:stCondLst>
                                    <p:cond delay="0"/>
                                  </p:stCondLst>
                                  <p:childTnLst>
                                    <p:set>
                                      <p:cBhvr>
                                        <p:cTn id="298" dur="1" fill="hold">
                                          <p:stCondLst>
                                            <p:cond delay="0"/>
                                          </p:stCondLst>
                                        </p:cTn>
                                        <p:tgtEl>
                                          <p:spTgt spid="5"/>
                                        </p:tgtEl>
                                        <p:attrNameLst>
                                          <p:attrName>style.visibility</p:attrName>
                                        </p:attrNameLst>
                                      </p:cBhvr>
                                      <p:to>
                                        <p:strVal val="visible"/>
                                      </p:to>
                                    </p:set>
                                    <p:animEffect transition="in" filter="wipe(down)">
                                      <p:cBhvr>
                                        <p:cTn id="299" dur="1000"/>
                                        <p:tgtEl>
                                          <p:spTgt spid="5"/>
                                        </p:tgtEl>
                                      </p:cBhvr>
                                    </p:animEffect>
                                  </p:childTnLst>
                                </p:cTn>
                              </p:par>
                            </p:childTnLst>
                          </p:cTn>
                        </p:par>
                        <p:par>
                          <p:cTn id="300" fill="hold">
                            <p:stCondLst>
                              <p:cond delay="2000"/>
                            </p:stCondLst>
                            <p:childTnLst>
                              <p:par>
                                <p:cTn id="301" presetID="1" presetClass="emph" presetSubtype="2" fill="hold" nodeType="afterEffect">
                                  <p:stCondLst>
                                    <p:cond delay="0"/>
                                  </p:stCondLst>
                                  <p:childTnLst>
                                    <p:animClr clrSpc="rgb" dir="cw">
                                      <p:cBhvr>
                                        <p:cTn id="302" dur="1000" fill="hold"/>
                                        <p:tgtEl>
                                          <p:spTgt spid="29"/>
                                        </p:tgtEl>
                                        <p:attrNameLst>
                                          <p:attrName>fillcolor</p:attrName>
                                        </p:attrNameLst>
                                      </p:cBhvr>
                                      <p:to>
                                        <a:srgbClr val="FF0000"/>
                                      </p:to>
                                    </p:animClr>
                                    <p:set>
                                      <p:cBhvr>
                                        <p:cTn id="303" dur="1000" fill="hold"/>
                                        <p:tgtEl>
                                          <p:spTgt spid="29"/>
                                        </p:tgtEl>
                                        <p:attrNameLst>
                                          <p:attrName>fill.type</p:attrName>
                                        </p:attrNameLst>
                                      </p:cBhvr>
                                      <p:to>
                                        <p:strVal val="solid"/>
                                      </p:to>
                                    </p:set>
                                    <p:set>
                                      <p:cBhvr>
                                        <p:cTn id="304" dur="1000" fill="hold"/>
                                        <p:tgtEl>
                                          <p:spTgt spid="29"/>
                                        </p:tgtEl>
                                        <p:attrNameLst>
                                          <p:attrName>fill.on</p:attrName>
                                        </p:attrNameLst>
                                      </p:cBhvr>
                                      <p:to>
                                        <p:strVal val="true"/>
                                      </p:to>
                                    </p:set>
                                  </p:childTnLst>
                                </p:cTn>
                              </p:par>
                            </p:childTnLst>
                          </p:cTn>
                        </p:par>
                        <p:par>
                          <p:cTn id="305" fill="hold">
                            <p:stCondLst>
                              <p:cond delay="3000"/>
                            </p:stCondLst>
                            <p:childTnLst>
                              <p:par>
                                <p:cTn id="306" presetID="22" presetClass="entr" presetSubtype="8" fill="hold" nodeType="afterEffect">
                                  <p:stCondLst>
                                    <p:cond delay="0"/>
                                  </p:stCondLst>
                                  <p:childTnLst>
                                    <p:set>
                                      <p:cBhvr>
                                        <p:cTn id="307" dur="1" fill="hold">
                                          <p:stCondLst>
                                            <p:cond delay="0"/>
                                          </p:stCondLst>
                                        </p:cTn>
                                        <p:tgtEl>
                                          <p:spTgt spid="66"/>
                                        </p:tgtEl>
                                        <p:attrNameLst>
                                          <p:attrName>style.visibility</p:attrName>
                                        </p:attrNameLst>
                                      </p:cBhvr>
                                      <p:to>
                                        <p:strVal val="visible"/>
                                      </p:to>
                                    </p:set>
                                    <p:animEffect transition="in" filter="wipe(left)">
                                      <p:cBhvr>
                                        <p:cTn id="308" dur="500"/>
                                        <p:tgtEl>
                                          <p:spTgt spid="66"/>
                                        </p:tgtEl>
                                      </p:cBhvr>
                                    </p:animEffect>
                                  </p:childTnLst>
                                </p:cTn>
                              </p:par>
                            </p:childTnLst>
                          </p:cTn>
                        </p:par>
                      </p:childTnLst>
                    </p:cTn>
                  </p:par>
                  <p:par>
                    <p:cTn id="309" fill="hold">
                      <p:stCondLst>
                        <p:cond delay="indefinite"/>
                      </p:stCondLst>
                      <p:childTnLst>
                        <p:par>
                          <p:cTn id="310" fill="hold">
                            <p:stCondLst>
                              <p:cond delay="0"/>
                            </p:stCondLst>
                            <p:childTnLst>
                              <p:par>
                                <p:cTn id="311" presetID="10" presetClass="exit" presetSubtype="0" fill="hold" nodeType="clickEffect">
                                  <p:stCondLst>
                                    <p:cond delay="0"/>
                                  </p:stCondLst>
                                  <p:childTnLst>
                                    <p:animEffect transition="out" filter="fade">
                                      <p:cBhvr>
                                        <p:cTn id="312" dur="500"/>
                                        <p:tgtEl>
                                          <p:spTgt spid="5"/>
                                        </p:tgtEl>
                                      </p:cBhvr>
                                    </p:animEffect>
                                    <p:set>
                                      <p:cBhvr>
                                        <p:cTn id="313" dur="1" fill="hold">
                                          <p:stCondLst>
                                            <p:cond delay="499"/>
                                          </p:stCondLst>
                                        </p:cTn>
                                        <p:tgtEl>
                                          <p:spTgt spid="5"/>
                                        </p:tgtEl>
                                        <p:attrNameLst>
                                          <p:attrName>style.visibility</p:attrName>
                                        </p:attrNameLst>
                                      </p:cBhvr>
                                      <p:to>
                                        <p:strVal val="hidden"/>
                                      </p:to>
                                    </p:set>
                                  </p:childTnLst>
                                </p:cTn>
                              </p:par>
                              <p:par>
                                <p:cTn id="314" presetID="22" presetClass="exit" presetSubtype="4" fill="hold" grpId="0" nodeType="withEffect">
                                  <p:stCondLst>
                                    <p:cond delay="0"/>
                                  </p:stCondLst>
                                  <p:childTnLst>
                                    <p:animEffect transition="out" filter="wipe(down)">
                                      <p:cBhvr>
                                        <p:cTn id="315" dur="500"/>
                                        <p:tgtEl>
                                          <p:spTgt spid="85"/>
                                        </p:tgtEl>
                                      </p:cBhvr>
                                    </p:animEffect>
                                    <p:set>
                                      <p:cBhvr>
                                        <p:cTn id="316" dur="1" fill="hold">
                                          <p:stCondLst>
                                            <p:cond delay="499"/>
                                          </p:stCondLst>
                                        </p:cTn>
                                        <p:tgtEl>
                                          <p:spTgt spid="85"/>
                                        </p:tgtEl>
                                        <p:attrNameLst>
                                          <p:attrName>style.visibility</p:attrName>
                                        </p:attrNameLst>
                                      </p:cBhvr>
                                      <p:to>
                                        <p:strVal val="hidden"/>
                                      </p:to>
                                    </p:set>
                                  </p:childTnLst>
                                </p:cTn>
                              </p:par>
                              <p:par>
                                <p:cTn id="317" presetID="35" presetClass="path" presetSubtype="0" accel="50000" decel="50000" fill="hold" grpId="1" nodeType="withEffect">
                                  <p:stCondLst>
                                    <p:cond delay="0"/>
                                  </p:stCondLst>
                                  <p:childTnLst>
                                    <p:animMotion origin="layout" path="M 1.66667E-6 -2.96296E-6 L -0.01771 0.00023 " pathEditMode="relative" rAng="0" ptsTypes="AA">
                                      <p:cBhvr>
                                        <p:cTn id="318" dur="1500" fill="hold"/>
                                        <p:tgtEl>
                                          <p:spTgt spid="29"/>
                                        </p:tgtEl>
                                        <p:attrNameLst>
                                          <p:attrName>ppt_x</p:attrName>
                                          <p:attrName>ppt_y</p:attrName>
                                        </p:attrNameLst>
                                      </p:cBhvr>
                                      <p:rCtr x="-885" y="0"/>
                                    </p:animMotion>
                                  </p:childTnLst>
                                </p:cTn>
                              </p:par>
                              <p:par>
                                <p:cTn id="319" presetID="35" presetClass="path" presetSubtype="0" accel="50000" decel="50000" fill="hold" nodeType="withEffect">
                                  <p:stCondLst>
                                    <p:cond delay="0"/>
                                  </p:stCondLst>
                                  <p:childTnLst>
                                    <p:animMotion origin="layout" path="M 3.95833E-6 0.00023 L -0.01654 0.00023 " pathEditMode="relative" rAng="0" ptsTypes="AA">
                                      <p:cBhvr>
                                        <p:cTn id="320" dur="1500" fill="hold"/>
                                        <p:tgtEl>
                                          <p:spTgt spid="55"/>
                                        </p:tgtEl>
                                        <p:attrNameLst>
                                          <p:attrName>ppt_x</p:attrName>
                                          <p:attrName>ppt_y</p:attrName>
                                        </p:attrNameLst>
                                      </p:cBhvr>
                                      <p:rCtr x="-833" y="0"/>
                                    </p:animMotion>
                                  </p:childTnLst>
                                </p:cTn>
                              </p:par>
                              <p:par>
                                <p:cTn id="321" presetID="22" presetClass="entr" presetSubtype="1" fill="hold" nodeType="withEffect">
                                  <p:stCondLst>
                                    <p:cond delay="0"/>
                                  </p:stCondLst>
                                  <p:childTnLst>
                                    <p:set>
                                      <p:cBhvr>
                                        <p:cTn id="322" dur="1" fill="hold">
                                          <p:stCondLst>
                                            <p:cond delay="0"/>
                                          </p:stCondLst>
                                        </p:cTn>
                                        <p:tgtEl>
                                          <p:spTgt spid="41"/>
                                        </p:tgtEl>
                                        <p:attrNameLst>
                                          <p:attrName>style.visibility</p:attrName>
                                        </p:attrNameLst>
                                      </p:cBhvr>
                                      <p:to>
                                        <p:strVal val="visible"/>
                                      </p:to>
                                    </p:set>
                                    <p:animEffect transition="in" filter="wipe(up)">
                                      <p:cBhvr>
                                        <p:cTn id="323" dur="1500"/>
                                        <p:tgtEl>
                                          <p:spTgt spid="41"/>
                                        </p:tgtEl>
                                      </p:cBhvr>
                                    </p:animEffect>
                                  </p:childTnLst>
                                </p:cTn>
                              </p:par>
                            </p:childTnLst>
                          </p:cTn>
                        </p:par>
                        <p:par>
                          <p:cTn id="324" fill="hold">
                            <p:stCondLst>
                              <p:cond delay="1500"/>
                            </p:stCondLst>
                            <p:childTnLst>
                              <p:par>
                                <p:cTn id="325" presetID="22" presetClass="exit" presetSubtype="1" fill="hold" nodeType="afterEffect">
                                  <p:stCondLst>
                                    <p:cond delay="0"/>
                                  </p:stCondLst>
                                  <p:childTnLst>
                                    <p:animEffect transition="out" filter="wipe(up)">
                                      <p:cBhvr>
                                        <p:cTn id="326" dur="500"/>
                                        <p:tgtEl>
                                          <p:spTgt spid="66"/>
                                        </p:tgtEl>
                                      </p:cBhvr>
                                    </p:animEffect>
                                    <p:set>
                                      <p:cBhvr>
                                        <p:cTn id="327" dur="1" fill="hold">
                                          <p:stCondLst>
                                            <p:cond delay="499"/>
                                          </p:stCondLst>
                                        </p:cTn>
                                        <p:tgtEl>
                                          <p:spTgt spid="66"/>
                                        </p:tgtEl>
                                        <p:attrNameLst>
                                          <p:attrName>style.visibility</p:attrName>
                                        </p:attrNameLst>
                                      </p:cBhvr>
                                      <p:to>
                                        <p:strVal val="hidden"/>
                                      </p:to>
                                    </p:set>
                                  </p:childTnLst>
                                </p:cTn>
                              </p:par>
                            </p:childTnLst>
                          </p:cTn>
                        </p:par>
                      </p:childTnLst>
                    </p:cTn>
                  </p:par>
                  <p:par>
                    <p:cTn id="328" fill="hold">
                      <p:stCondLst>
                        <p:cond delay="indefinite"/>
                      </p:stCondLst>
                      <p:childTnLst>
                        <p:par>
                          <p:cTn id="329" fill="hold">
                            <p:stCondLst>
                              <p:cond delay="0"/>
                            </p:stCondLst>
                            <p:childTnLst>
                              <p:par>
                                <p:cTn id="330" presetID="22" presetClass="exit" presetSubtype="1" fill="hold" grpId="1" nodeType="clickEffect">
                                  <p:stCondLst>
                                    <p:cond delay="0"/>
                                  </p:stCondLst>
                                  <p:childTnLst>
                                    <p:animEffect transition="out" filter="wipe(up)">
                                      <p:cBhvr>
                                        <p:cTn id="331" dur="500"/>
                                        <p:tgtEl>
                                          <p:spTgt spid="69"/>
                                        </p:tgtEl>
                                      </p:cBhvr>
                                    </p:animEffect>
                                    <p:set>
                                      <p:cBhvr>
                                        <p:cTn id="332" dur="1" fill="hold">
                                          <p:stCondLst>
                                            <p:cond delay="499"/>
                                          </p:stCondLst>
                                        </p:cTn>
                                        <p:tgtEl>
                                          <p:spTgt spid="69"/>
                                        </p:tgtEl>
                                        <p:attrNameLst>
                                          <p:attrName>style.visibility</p:attrName>
                                        </p:attrNameLst>
                                      </p:cBhvr>
                                      <p:to>
                                        <p:strVal val="hidden"/>
                                      </p:to>
                                    </p:set>
                                  </p:childTnLst>
                                </p:cTn>
                              </p:par>
                            </p:childTnLst>
                          </p:cTn>
                        </p:par>
                        <p:par>
                          <p:cTn id="333" fill="hold">
                            <p:stCondLst>
                              <p:cond delay="500"/>
                            </p:stCondLst>
                            <p:childTnLst>
                              <p:par>
                                <p:cTn id="334" presetID="22" presetClass="entr" presetSubtype="8" fill="hold" nodeType="afterEffect">
                                  <p:stCondLst>
                                    <p:cond delay="0"/>
                                  </p:stCondLst>
                                  <p:childTnLst>
                                    <p:set>
                                      <p:cBhvr>
                                        <p:cTn id="335" dur="1" fill="hold">
                                          <p:stCondLst>
                                            <p:cond delay="0"/>
                                          </p:stCondLst>
                                        </p:cTn>
                                        <p:tgtEl>
                                          <p:spTgt spid="46"/>
                                        </p:tgtEl>
                                        <p:attrNameLst>
                                          <p:attrName>style.visibility</p:attrName>
                                        </p:attrNameLst>
                                      </p:cBhvr>
                                      <p:to>
                                        <p:strVal val="visible"/>
                                      </p:to>
                                    </p:set>
                                    <p:animEffect transition="in" filter="wipe(left)">
                                      <p:cBhvr>
                                        <p:cTn id="33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44" grpId="0" animBg="1"/>
      <p:bldP spid="44" grpId="1" animBg="1"/>
      <p:bldP spid="60" grpId="0" uiExpand="1" build="p" animBg="1"/>
      <p:bldP spid="69" grpId="0" animBg="1"/>
      <p:bldP spid="69" grpId="1" animBg="1"/>
      <p:bldP spid="85" grpId="0" animBg="1"/>
      <p:bldP spid="95" grpId="0" animBg="1"/>
      <p:bldP spid="97" grpId="0" animBg="1"/>
      <p:bldP spid="29" grpId="0" animBg="1"/>
      <p:bldP spid="29"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6C90A20E-E28B-45CE-91EC-23993E9F0C3B}"/>
              </a:ext>
            </a:extLst>
          </p:cNvPr>
          <p:cNvSpPr txBox="1"/>
          <p:nvPr/>
        </p:nvSpPr>
        <p:spPr>
          <a:xfrm>
            <a:off x="187765" y="308826"/>
            <a:ext cx="9803234" cy="3693319"/>
          </a:xfrm>
          <a:prstGeom prst="rect">
            <a:avLst/>
          </a:prstGeom>
          <a:solidFill>
            <a:schemeClr val="bg2"/>
          </a:solidFill>
          <a:ln w="12700">
            <a:solidFill>
              <a:srgbClr val="002060"/>
            </a:solidFill>
          </a:ln>
        </p:spPr>
        <p:txBody>
          <a:bodyPr wrap="square">
            <a:spAutoFit/>
          </a:bodyPr>
          <a:lstStyle/>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zh-CN" altLang="en-US" b="1" dirty="0">
                <a:latin typeface="Courier New" panose="02070309020205020404" pitchFamily="49" charset="0"/>
                <a:cs typeface="Courier New" panose="02070309020205020404" pitchFamily="49" charset="0"/>
              </a:rPr>
              <a:t> InsertRBT(RBTree T, KeyType key, DataType data)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插入算法</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(SearchRBT_Aux(T, key, parent))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若已存在，则不插入</a:t>
            </a:r>
          </a:p>
          <a:p>
            <a:r>
              <a:rPr lang="zh-CN" altLang="en-US" b="1" dirty="0">
                <a:latin typeface="Courier New" panose="02070309020205020404" pitchFamily="49" charset="0"/>
                <a:cs typeface="Courier New" panose="02070309020205020404" pitchFamily="49" charset="0"/>
              </a:rPr>
              <a:t>  p = New_RBNode(key, data);    </a:t>
            </a:r>
            <a:r>
              <a:rPr lang="zh-CN" altLang="en-US" b="1" dirty="0">
                <a:solidFill>
                  <a:srgbClr val="0070C0"/>
                </a:solidFill>
                <a:latin typeface="Courier New" panose="02070309020205020404" pitchFamily="49" charset="0"/>
                <a:cs typeface="Courier New" panose="02070309020205020404" pitchFamily="49" charset="0"/>
              </a:rPr>
              <a:t>// 生成p结点</a:t>
            </a:r>
          </a:p>
          <a:p>
            <a:r>
              <a:rPr lang="zh-CN" altLang="en-US" b="1" dirty="0">
                <a:latin typeface="Courier New" panose="02070309020205020404" pitchFamily="49" charset="0"/>
                <a:cs typeface="Courier New" panose="02070309020205020404" pitchFamily="49" charset="0"/>
              </a:rPr>
              <a:t>  p-&gt;parent = parent;           </a:t>
            </a:r>
            <a:r>
              <a:rPr lang="zh-CN" altLang="en-US" b="1" dirty="0">
                <a:solidFill>
                  <a:srgbClr val="0070C0"/>
                </a:solidFill>
                <a:latin typeface="Courier New" panose="02070309020205020404" pitchFamily="49" charset="0"/>
                <a:cs typeface="Courier New" panose="02070309020205020404" pitchFamily="49" charset="0"/>
              </a:rPr>
              <a:t>// 在末梢插入</a:t>
            </a:r>
          </a:p>
          <a:p>
            <a:r>
              <a:rPr lang="zh-CN" altLang="en-US" b="1" dirty="0">
                <a:latin typeface="Courier New" panose="02070309020205020404" pitchFamily="49" charset="0"/>
                <a:cs typeface="Courier New" panose="02070309020205020404" pitchFamily="49" charset="0"/>
              </a:rPr>
              <a:t>  p-&gt;lchild = p-&gt;rchild = NULL;</a:t>
            </a:r>
          </a:p>
          <a:p>
            <a:r>
              <a:rPr lang="zh-CN" altLang="en-US" b="1" dirty="0">
                <a:latin typeface="Courier New" panose="02070309020205020404" pitchFamily="49" charset="0"/>
                <a:cs typeface="Courier New" panose="02070309020205020404" pitchFamily="49" charset="0"/>
              </a:rPr>
              <a:t>  p-&gt;color = RED;               </a:t>
            </a:r>
            <a:r>
              <a:rPr lang="zh-CN" altLang="en-US" b="1" dirty="0">
                <a:solidFill>
                  <a:srgbClr val="0070C0"/>
                </a:solidFill>
                <a:latin typeface="Courier New" panose="02070309020205020404" pitchFamily="49" charset="0"/>
                <a:cs typeface="Courier New" panose="02070309020205020404" pitchFamily="49" charset="0"/>
              </a:rPr>
              <a:t>// 标记红色</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(parent) </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(parent-&gt;key &gt; key) parent-&gt;lchild = p; </a:t>
            </a:r>
            <a:r>
              <a:rPr lang="zh-CN" altLang="en-US" b="1" dirty="0">
                <a:solidFill>
                  <a:srgbClr val="0070C0"/>
                </a:solidFill>
                <a:latin typeface="Courier New" panose="02070309020205020404" pitchFamily="49" charset="0"/>
                <a:cs typeface="Courier New" panose="02070309020205020404" pitchFamily="49" charset="0"/>
              </a:rPr>
              <a:t>// 为左孩子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parent-&gt;rchild = p;                  </a:t>
            </a:r>
            <a:r>
              <a:rPr lang="zh-CN" altLang="en-US" b="1" dirty="0">
                <a:solidFill>
                  <a:srgbClr val="0070C0"/>
                </a:solidFill>
                <a:latin typeface="Courier New" panose="02070309020205020404" pitchFamily="49" charset="0"/>
                <a:cs typeface="Courier New" panose="02070309020205020404" pitchFamily="49" charset="0"/>
              </a:rPr>
              <a:t>// 为右孩子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T = p;  </a:t>
            </a:r>
            <a:r>
              <a:rPr lang="zh-CN" altLang="en-US" b="1" dirty="0">
                <a:solidFill>
                  <a:srgbClr val="0070C0"/>
                </a:solidFill>
                <a:latin typeface="Courier New" panose="02070309020205020404" pitchFamily="49" charset="0"/>
                <a:cs typeface="Courier New" panose="02070309020205020404" pitchFamily="49" charset="0"/>
              </a:rPr>
              <a:t>// 为根结点</a:t>
            </a:r>
          </a:p>
          <a:p>
            <a:r>
              <a:rPr lang="zh-CN" altLang="en-US" b="1" dirty="0">
                <a:latin typeface="Courier New" panose="02070309020205020404" pitchFamily="49" charset="0"/>
                <a:cs typeface="Courier New" panose="02070309020205020404" pitchFamily="49" charset="0"/>
              </a:rPr>
              <a:t>  Insert_Rebalance(</a:t>
            </a:r>
            <a:r>
              <a:rPr lang="en-US" altLang="zh-CN" b="1" dirty="0">
                <a:latin typeface="Courier New" panose="02070309020205020404" pitchFamily="49" charset="0"/>
                <a:cs typeface="Courier New" panose="02070309020205020404" pitchFamily="49" charset="0"/>
              </a:rPr>
              <a:t>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再平衡</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60" name="矩形: 圆角 59">
            <a:extLst>
              <a:ext uri="{FF2B5EF4-FFF2-40B4-BE49-F238E27FC236}">
                <a16:creationId xmlns:a16="http://schemas.microsoft.com/office/drawing/2014/main" id="{C6C35E8A-BE26-4BE3-BC10-E074398FB79D}"/>
              </a:ext>
            </a:extLst>
          </p:cNvPr>
          <p:cNvSpPr/>
          <p:nvPr/>
        </p:nvSpPr>
        <p:spPr>
          <a:xfrm>
            <a:off x="10551133" y="844406"/>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cxnSp>
        <p:nvCxnSpPr>
          <p:cNvPr id="59" name="直接连接符 58">
            <a:extLst>
              <a:ext uri="{FF2B5EF4-FFF2-40B4-BE49-F238E27FC236}">
                <a16:creationId xmlns:a16="http://schemas.microsoft.com/office/drawing/2014/main" id="{7206146A-3297-4840-9918-0E4320C07AB0}"/>
              </a:ext>
            </a:extLst>
          </p:cNvPr>
          <p:cNvCxnSpPr>
            <a:cxnSpLocks/>
          </p:cNvCxnSpPr>
          <p:nvPr/>
        </p:nvCxnSpPr>
        <p:spPr>
          <a:xfrm>
            <a:off x="521974" y="3369613"/>
            <a:ext cx="3230254"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B29DBA65-6AC9-42F2-AC6B-A4A218EB0919}"/>
              </a:ext>
            </a:extLst>
          </p:cNvPr>
          <p:cNvSpPr txBox="1"/>
          <p:nvPr/>
        </p:nvSpPr>
        <p:spPr>
          <a:xfrm>
            <a:off x="315519" y="512057"/>
            <a:ext cx="9913403" cy="6247864"/>
          </a:xfrm>
          <a:prstGeom prst="rect">
            <a:avLst/>
          </a:prstGeom>
          <a:solidFill>
            <a:srgbClr val="FCF8EE"/>
          </a:solidFill>
          <a:ln w="12700">
            <a:solidFill>
              <a:schemeClr val="accent2">
                <a:lumMod val="60000"/>
                <a:lumOff val="4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Insert</a:t>
            </a:r>
            <a:r>
              <a:rPr lang="en-US" altLang="zh-CN" sz="1600" b="1" dirty="0">
                <a:latin typeface="Courier New" panose="02070309020205020404" pitchFamily="49" charset="0"/>
                <a:cs typeface="Courier New" panose="02070309020205020404" pitchFamily="49" charset="0"/>
              </a:rPr>
              <a:t>Fixup</a:t>
            </a:r>
            <a:r>
              <a:rPr lang="zh-CN" altLang="en-US" sz="1600" b="1" dirty="0">
                <a:latin typeface="Courier New" panose="02070309020205020404" pitchFamily="49" charset="0"/>
                <a:cs typeface="Courier New" panose="02070309020205020404" pitchFamily="49" charset="0"/>
              </a:rPr>
              <a:t>(RBTree T, RBNode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Courier New" panose="02070309020205020404" pitchFamily="49" charset="0"/>
                <a:cs typeface="Courier New" panose="02070309020205020404" pitchFamily="49" charset="0"/>
              </a:rPr>
              <a:t>9.17 </a:t>
            </a:r>
            <a:r>
              <a:rPr lang="zh-CN" altLang="en-US" sz="1600" b="1" dirty="0">
                <a:solidFill>
                  <a:srgbClr val="0070C0"/>
                </a:solidFill>
                <a:latin typeface="Courier New" panose="02070309020205020404" pitchFamily="49" charset="0"/>
                <a:cs typeface="Courier New" panose="02070309020205020404" pitchFamily="49" charset="0"/>
              </a:rPr>
              <a:t>插入后再平衡</a:t>
            </a: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RBNode</a:t>
            </a:r>
            <a:r>
              <a:rPr lang="en-US" altLang="zh-CN" sz="1600" b="1" dirty="0">
                <a:latin typeface="Courier New" panose="02070309020205020404" pitchFamily="49" charset="0"/>
                <a:cs typeface="Courier New" panose="02070309020205020404" pitchFamily="49" charset="0"/>
              </a:rPr>
              <a:t> *uncle;</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-&gt;parent-&gt;color == RED) {      </a:t>
            </a:r>
            <a:r>
              <a:rPr lang="zh-CN" altLang="en-US" sz="1600" b="1"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结点不是根且其父为红色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如果其父是祖父的左孩子</a:t>
            </a:r>
          </a:p>
          <a:p>
            <a:r>
              <a:rPr lang="zh-CN" altLang="en-US" sz="1600" b="1" dirty="0">
                <a:latin typeface="Courier New" panose="02070309020205020404" pitchFamily="49" charset="0"/>
                <a:cs typeface="Courier New" panose="02070309020205020404" pitchFamily="49" charset="0"/>
              </a:rPr>
              <a:t>      uncle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solidFill>
                  <a:srgbClr val="0070C0"/>
                </a:solidFill>
                <a:latin typeface="Courier New" panose="02070309020205020404" pitchFamily="49" charset="0"/>
                <a:cs typeface="Courier New" panose="02070309020205020404" pitchFamily="49" charset="0"/>
              </a:rPr>
              <a:t>// 求其叔</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(uncle-&gt;color == RED) {       </a:t>
            </a:r>
            <a:r>
              <a:rPr lang="zh-CN" altLang="en-US" sz="1600" b="1" dirty="0">
                <a:solidFill>
                  <a:srgbClr val="0070C0"/>
                </a:solidFill>
                <a:latin typeface="Courier New" panose="02070309020205020404" pitchFamily="49" charset="0"/>
                <a:cs typeface="Courier New" panose="02070309020205020404" pitchFamily="49" charset="0"/>
              </a:rPr>
              <a:t>// 如果其叔存在且是红色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情况1</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a:t>
            </a:r>
            <a:r>
              <a:rPr lang="en-US" altLang="zh-CN" sz="1600" b="1" dirty="0">
                <a:solidFill>
                  <a:srgbClr val="0070C0"/>
                </a:solidFill>
                <a:latin typeface="Courier New" panose="02070309020205020404" pitchFamily="49" charset="0"/>
                <a:cs typeface="Courier New" panose="02070309020205020404" pitchFamily="49" charset="0"/>
              </a:rPr>
              <a:t>1*/</a:t>
            </a:r>
            <a:r>
              <a:rPr lang="zh-CN" altLang="en-US" sz="1600" b="1" dirty="0">
                <a:latin typeface="Courier New" panose="02070309020205020404" pitchFamily="49" charset="0"/>
                <a:cs typeface="Courier New" panose="02070309020205020404" pitchFamily="49" charset="0"/>
              </a:rPr>
              <a:t>uncle-&gt;color = BLACK;              </a:t>
            </a:r>
            <a:r>
              <a:rPr lang="zh-CN" altLang="en-US" sz="1600" b="1" dirty="0">
                <a:solidFill>
                  <a:srgbClr val="0070C0"/>
                </a:solidFill>
                <a:latin typeface="Courier New" panose="02070309020205020404" pitchFamily="49" charset="0"/>
                <a:cs typeface="Courier New" panose="02070309020205020404" pitchFamily="49" charset="0"/>
              </a:rPr>
              <a:t>// 其叔改为黑色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其父改为黑色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RED; </a:t>
            </a:r>
            <a:r>
              <a:rPr lang="zh-CN" altLang="en-US" sz="1600" b="1" dirty="0">
                <a:solidFill>
                  <a:srgbClr val="0070C0"/>
                </a:solidFill>
                <a:latin typeface="Courier New" panose="02070309020205020404" pitchFamily="49" charset="0"/>
                <a:cs typeface="Courier New" panose="02070309020205020404" pitchFamily="49" charset="0"/>
              </a:rPr>
              <a:t>// 祖父置为红色</a:t>
            </a:r>
          </a:p>
          <a:p>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指向祖父</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                    </a:t>
            </a:r>
            <a:r>
              <a:rPr lang="zh-CN" altLang="en-US" sz="1600" b="1" dirty="0">
                <a:solidFill>
                  <a:srgbClr val="0070C0"/>
                </a:solidFill>
                <a:latin typeface="Courier New" panose="02070309020205020404" pitchFamily="49" charset="0"/>
                <a:cs typeface="Courier New" panose="02070309020205020404" pitchFamily="49" charset="0"/>
              </a:rPr>
              <a:t>// 否则其叔不存在，或者不是红色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情况2</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又如果</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结点是其父的右孩子 </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a:t>
            </a:r>
            <a:r>
              <a:rPr lang="en-US" altLang="zh-CN" sz="1600" b="1" dirty="0">
                <a:solidFill>
                  <a:srgbClr val="0070C0"/>
                </a:solidFill>
                <a:latin typeface="Courier New" panose="02070309020205020404" pitchFamily="49" charset="0"/>
                <a:cs typeface="Courier New" panose="02070309020205020404" pitchFamily="49" charset="0"/>
              </a:rPr>
              <a:t>2*/ </a:t>
            </a:r>
            <a:r>
              <a:rPr lang="fr-FR" altLang="zh-CN" sz="1600" b="1" dirty="0">
                <a:solidFill>
                  <a:srgbClr val="0070C0"/>
                </a:solidFill>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a:t>
            </a:r>
            <a:r>
              <a:rPr lang="fr-FR" altLang="zh-CN" sz="1600" b="1" dirty="0">
                <a:latin typeface="Courier New" panose="02070309020205020404" pitchFamily="49" charset="0"/>
                <a:cs typeface="Courier New" panose="02070309020205020404" pitchFamily="49" charset="0"/>
              </a:rPr>
              <a:t> = </a:t>
            </a:r>
            <a:r>
              <a:rPr lang="fr-FR" altLang="zh-CN" sz="1600" b="1" dirty="0">
                <a:solidFill>
                  <a:srgbClr val="86229A"/>
                </a:solidFill>
                <a:latin typeface="Courier New" panose="02070309020205020404" pitchFamily="49" charset="0"/>
                <a:cs typeface="Courier New" panose="02070309020205020404" pitchFamily="49" charset="0"/>
              </a:rPr>
              <a:t>curr</a:t>
            </a:r>
            <a:r>
              <a:rPr lang="fr-FR" altLang="zh-CN" sz="1600" b="1" dirty="0">
                <a:latin typeface="Courier New" panose="02070309020205020404" pitchFamily="49" charset="0"/>
                <a:cs typeface="Courier New" panose="02070309020205020404" pitchFamily="49" charset="0"/>
              </a:rPr>
              <a:t>-&gt;parent;        </a:t>
            </a:r>
            <a:r>
              <a:rPr lang="fr-FR" altLang="zh-CN" sz="1600" b="1" dirty="0">
                <a:solidFill>
                  <a:srgbClr val="0070C0"/>
                </a:solidFill>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a:t>
            </a:r>
            <a:r>
              <a:rPr lang="zh-CN" altLang="fr-FR" sz="1600" b="1" dirty="0">
                <a:solidFill>
                  <a:srgbClr val="0070C0"/>
                </a:solidFill>
                <a:latin typeface="Courier New" panose="02070309020205020404" pitchFamily="49" charset="0"/>
                <a:cs typeface="Courier New" panose="02070309020205020404" pitchFamily="49" charset="0"/>
              </a:rPr>
              <a:t>指向其父</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L_Rotate_RBT(</a:t>
            </a:r>
            <a:r>
              <a:rPr lang="en-US" altLang="zh-CN" sz="1600" b="1" dirty="0">
                <a:solidFill>
                  <a:srgbClr val="C00000"/>
                </a:solidFill>
                <a:latin typeface="Courier New" panose="02070309020205020404" pitchFamily="49" charset="0"/>
                <a:cs typeface="Courier New" panose="02070309020205020404" pitchFamily="49" charset="0"/>
              </a:rPr>
              <a:t>T, </a:t>
            </a:r>
            <a:r>
              <a:rPr lang="en-US" altLang="zh-CN" sz="1600" b="1" dirty="0" err="1">
                <a:solidFill>
                  <a:srgbClr val="C00000"/>
                </a:solidFill>
                <a:latin typeface="Courier New" panose="02070309020205020404" pitchFamily="49" charset="0"/>
                <a:cs typeface="Courier New" panose="02070309020205020404" pitchFamily="49" charset="0"/>
              </a:rPr>
              <a:t>curr</a:t>
            </a:r>
            <a:r>
              <a:rPr lang="zh-CN" altLang="en-US" sz="1600" b="1" dirty="0">
                <a:solidFill>
                  <a:srgbClr val="C0000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对其父为根的子树作左旋</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a:t>
            </a:r>
            <a:r>
              <a:rPr lang="en-US" altLang="zh-CN" sz="1600" b="1" dirty="0">
                <a:solidFill>
                  <a:srgbClr val="0070C0"/>
                </a:solidFill>
                <a:latin typeface="Courier New" panose="02070309020205020404" pitchFamily="49" charset="0"/>
                <a:cs typeface="Courier New" panose="02070309020205020404" pitchFamily="49" charset="0"/>
              </a:rPr>
              <a:t>3*/</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当前父子关系下，置父结点为黑色</a:t>
            </a:r>
          </a:p>
          <a:p>
            <a:r>
              <a:rPr lang="fr-FR" altLang="zh-CN" sz="1600" b="1" dirty="0">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a:t>
            </a:r>
            <a:r>
              <a:rPr lang="fr-FR" altLang="zh-CN" sz="1600" b="1" dirty="0">
                <a:latin typeface="Courier New" panose="02070309020205020404" pitchFamily="49" charset="0"/>
                <a:cs typeface="Courier New" panose="02070309020205020404" pitchFamily="49" charset="0"/>
              </a:rPr>
              <a:t>-&gt;parent-&gt;</a:t>
            </a:r>
            <a:r>
              <a:rPr lang="zh-CN" altLang="en-US" sz="1600" b="1" dirty="0">
                <a:latin typeface="Courier New" panose="02070309020205020404" pitchFamily="49" charset="0"/>
                <a:cs typeface="Courier New" panose="02070309020205020404" pitchFamily="49" charset="0"/>
              </a:rPr>
              <a:t>parent-&gt;color = RED;     </a:t>
            </a:r>
            <a:r>
              <a:rPr lang="zh-CN" altLang="en-US" sz="1600" b="1" dirty="0">
                <a:solidFill>
                  <a:srgbClr val="0070C0"/>
                </a:solidFill>
                <a:latin typeface="Courier New" panose="02070309020205020404" pitchFamily="49" charset="0"/>
                <a:cs typeface="Courier New" panose="02070309020205020404" pitchFamily="49" charset="0"/>
              </a:rPr>
              <a:t>// 置祖父为红色</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R_Rotate_RBT(</a:t>
            </a:r>
            <a:r>
              <a:rPr lang="en-US" altLang="zh-CN" sz="1600" b="1" dirty="0">
                <a:solidFill>
                  <a:srgbClr val="C00000"/>
                </a:solidFill>
                <a:latin typeface="Courier New" panose="02070309020205020404" pitchFamily="49" charset="0"/>
                <a:cs typeface="Courier New" panose="02070309020205020404" pitchFamily="49" charset="0"/>
              </a:rPr>
              <a:t>T, </a:t>
            </a:r>
            <a:r>
              <a:rPr lang="fr-FR" altLang="zh-CN" sz="1600" b="1" dirty="0">
                <a:solidFill>
                  <a:srgbClr val="C00000"/>
                </a:solidFill>
                <a:latin typeface="Courier New" panose="02070309020205020404" pitchFamily="49" charset="0"/>
                <a:cs typeface="Courier New" panose="02070309020205020404" pitchFamily="49" charset="0"/>
              </a:rPr>
              <a:t>curr-&gt;parent-&gt;</a:t>
            </a:r>
            <a:r>
              <a:rPr lang="zh-CN" altLang="en-US" sz="1600" b="1" dirty="0">
                <a:solidFill>
                  <a:srgbClr val="C00000"/>
                </a:solidFill>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对以祖父为根的子树作右旋</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else {</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如果其父结点是祖父的右孩子</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 与左孩子的情形的对称操作 </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//while 结束条件：</a:t>
            </a:r>
            <a:r>
              <a:rPr lang="en-US" altLang="zh-CN" sz="1600" b="1" dirty="0">
                <a:solidFill>
                  <a:srgbClr val="86229A"/>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结点是根结点，或者，其父结点是黑色</a:t>
            </a:r>
          </a:p>
          <a:p>
            <a:r>
              <a:rPr lang="zh-CN" altLang="en-US" sz="1600" b="1" dirty="0">
                <a:latin typeface="Courier New" panose="02070309020205020404" pitchFamily="49" charset="0"/>
                <a:cs typeface="Courier New" panose="02070309020205020404" pitchFamily="49" charset="0"/>
              </a:rPr>
              <a:t>  T</a:t>
            </a:r>
            <a:r>
              <a:rPr lang="en-US" altLang="zh-CN" sz="1600" b="1" dirty="0">
                <a:latin typeface="Courier New" panose="02070309020205020404" pitchFamily="49" charset="0"/>
                <a:cs typeface="Courier New" panose="02070309020205020404" pitchFamily="49" charset="0"/>
              </a:rPr>
              <a:t>-&gt;root</a:t>
            </a:r>
            <a:r>
              <a:rPr lang="zh-CN" altLang="en-US" sz="1600" b="1" dirty="0">
                <a:latin typeface="Courier New" panose="02070309020205020404" pitchFamily="49" charset="0"/>
                <a:cs typeface="Courier New" panose="02070309020205020404" pitchFamily="49" charset="0"/>
              </a:rPr>
              <a:t>-&gt;color = BLACK;    </a:t>
            </a:r>
            <a:r>
              <a:rPr lang="zh-CN" altLang="en-US" sz="1600" b="1" dirty="0">
                <a:solidFill>
                  <a:srgbClr val="0070C0"/>
                </a:solidFill>
                <a:latin typeface="Courier New" panose="02070309020205020404" pitchFamily="49" charset="0"/>
                <a:cs typeface="Courier New" panose="02070309020205020404" pitchFamily="49" charset="0"/>
              </a:rPr>
              <a:t>// 置根结点为黑色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73" name="直接连接符 72">
            <a:extLst>
              <a:ext uri="{FF2B5EF4-FFF2-40B4-BE49-F238E27FC236}">
                <a16:creationId xmlns:a16="http://schemas.microsoft.com/office/drawing/2014/main" id="{44D3423D-71B7-40E3-9C70-4A50C1B6CE01}"/>
              </a:ext>
            </a:extLst>
          </p:cNvPr>
          <p:cNvCxnSpPr>
            <a:cxnSpLocks/>
          </p:cNvCxnSpPr>
          <p:nvPr/>
        </p:nvCxnSpPr>
        <p:spPr>
          <a:xfrm>
            <a:off x="634645" y="1274743"/>
            <a:ext cx="413405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FFF77A-B4AE-4A0E-9A9A-5E0F8AADD42D}"/>
              </a:ext>
            </a:extLst>
          </p:cNvPr>
          <p:cNvCxnSpPr>
            <a:cxnSpLocks/>
          </p:cNvCxnSpPr>
          <p:nvPr/>
        </p:nvCxnSpPr>
        <p:spPr>
          <a:xfrm>
            <a:off x="856887" y="1521473"/>
            <a:ext cx="620313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6A5C068-5ACC-4E9C-9E67-DAD4196ED185}"/>
              </a:ext>
            </a:extLst>
          </p:cNvPr>
          <p:cNvCxnSpPr>
            <a:cxnSpLocks/>
          </p:cNvCxnSpPr>
          <p:nvPr/>
        </p:nvCxnSpPr>
        <p:spPr>
          <a:xfrm>
            <a:off x="1106978" y="1744744"/>
            <a:ext cx="452713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BDBBBAF8-4A31-4390-8A19-8B0F3792D74C}"/>
              </a:ext>
            </a:extLst>
          </p:cNvPr>
          <p:cNvCxnSpPr>
            <a:cxnSpLocks/>
          </p:cNvCxnSpPr>
          <p:nvPr/>
        </p:nvCxnSpPr>
        <p:spPr>
          <a:xfrm>
            <a:off x="1106978" y="1988166"/>
            <a:ext cx="3028604"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150ABE2-D200-44EE-AC38-54379DC45EDA}"/>
              </a:ext>
            </a:extLst>
          </p:cNvPr>
          <p:cNvCxnSpPr>
            <a:cxnSpLocks/>
          </p:cNvCxnSpPr>
          <p:nvPr/>
        </p:nvCxnSpPr>
        <p:spPr>
          <a:xfrm>
            <a:off x="1357532" y="2234351"/>
            <a:ext cx="2639504"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1F267E54-5260-42D6-BAE8-6B7FBE53D49C}"/>
              </a:ext>
            </a:extLst>
          </p:cNvPr>
          <p:cNvCxnSpPr>
            <a:cxnSpLocks/>
          </p:cNvCxnSpPr>
          <p:nvPr/>
        </p:nvCxnSpPr>
        <p:spPr>
          <a:xfrm>
            <a:off x="1357532" y="2494603"/>
            <a:ext cx="345370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C930FD77-A9BE-4E99-83BE-6467C68C26DA}"/>
              </a:ext>
            </a:extLst>
          </p:cNvPr>
          <p:cNvCxnSpPr>
            <a:cxnSpLocks/>
          </p:cNvCxnSpPr>
          <p:nvPr/>
        </p:nvCxnSpPr>
        <p:spPr>
          <a:xfrm>
            <a:off x="1357532" y="2740788"/>
            <a:ext cx="4134184"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00C51B13-082E-4AB2-9963-13C3BEF76E1A}"/>
              </a:ext>
            </a:extLst>
          </p:cNvPr>
          <p:cNvCxnSpPr>
            <a:cxnSpLocks/>
          </p:cNvCxnSpPr>
          <p:nvPr/>
        </p:nvCxnSpPr>
        <p:spPr>
          <a:xfrm>
            <a:off x="1343464" y="2994006"/>
            <a:ext cx="3425238"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ABEC62B8-FC15-410E-8FCA-9C5F1B119736}"/>
              </a:ext>
            </a:extLst>
          </p:cNvPr>
          <p:cNvCxnSpPr>
            <a:cxnSpLocks/>
          </p:cNvCxnSpPr>
          <p:nvPr/>
        </p:nvCxnSpPr>
        <p:spPr>
          <a:xfrm flipV="1">
            <a:off x="1343464" y="3476235"/>
            <a:ext cx="4233313" cy="289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914A18F-119F-4A71-B188-8246F6BC30FC}"/>
              </a:ext>
            </a:extLst>
          </p:cNvPr>
          <p:cNvCxnSpPr>
            <a:cxnSpLocks/>
          </p:cNvCxnSpPr>
          <p:nvPr/>
        </p:nvCxnSpPr>
        <p:spPr>
          <a:xfrm>
            <a:off x="1573236" y="3708673"/>
            <a:ext cx="2467136" cy="7155"/>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30" name="矩形: 圆角 29">
            <a:extLst>
              <a:ext uri="{FF2B5EF4-FFF2-40B4-BE49-F238E27FC236}">
                <a16:creationId xmlns:a16="http://schemas.microsoft.com/office/drawing/2014/main" id="{B8C632B2-CF63-4F57-9C66-9832E159E354}"/>
              </a:ext>
            </a:extLst>
          </p:cNvPr>
          <p:cNvSpPr/>
          <p:nvPr/>
        </p:nvSpPr>
        <p:spPr>
          <a:xfrm>
            <a:off x="8015904" y="3340873"/>
            <a:ext cx="3999609" cy="3262086"/>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31" name="直接连接符 30">
            <a:extLst>
              <a:ext uri="{FF2B5EF4-FFF2-40B4-BE49-F238E27FC236}">
                <a16:creationId xmlns:a16="http://schemas.microsoft.com/office/drawing/2014/main" id="{F764112B-2B14-450D-9DCC-A0E849E36D15}"/>
              </a:ext>
            </a:extLst>
          </p:cNvPr>
          <p:cNvCxnSpPr>
            <a:cxnSpLocks/>
          </p:cNvCxnSpPr>
          <p:nvPr/>
        </p:nvCxnSpPr>
        <p:spPr>
          <a:xfrm flipH="1">
            <a:off x="8875155" y="5707510"/>
            <a:ext cx="244999" cy="5936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B4C4A54-D7BF-4919-A88E-4F25618217C8}"/>
              </a:ext>
            </a:extLst>
          </p:cNvPr>
          <p:cNvCxnSpPr>
            <a:cxnSpLocks/>
          </p:cNvCxnSpPr>
          <p:nvPr/>
        </p:nvCxnSpPr>
        <p:spPr>
          <a:xfrm flipH="1">
            <a:off x="9127766" y="5175072"/>
            <a:ext cx="266562" cy="534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A76277E9-0F43-49C8-8640-E6129BC16F57}"/>
              </a:ext>
            </a:extLst>
          </p:cNvPr>
          <p:cNvCxnSpPr>
            <a:cxnSpLocks/>
          </p:cNvCxnSpPr>
          <p:nvPr/>
        </p:nvCxnSpPr>
        <p:spPr>
          <a:xfrm>
            <a:off x="9401940" y="5161608"/>
            <a:ext cx="274546" cy="5482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88197E9-661A-4825-AB92-DAEA27F4925E}"/>
              </a:ext>
            </a:extLst>
          </p:cNvPr>
          <p:cNvCxnSpPr>
            <a:cxnSpLocks/>
          </p:cNvCxnSpPr>
          <p:nvPr/>
        </p:nvCxnSpPr>
        <p:spPr>
          <a:xfrm flipH="1">
            <a:off x="8945993" y="4212880"/>
            <a:ext cx="1066504" cy="40288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FDBF19B0-CC8B-4522-8425-1065A53F3D8A}"/>
              </a:ext>
            </a:extLst>
          </p:cNvPr>
          <p:cNvCxnSpPr>
            <a:cxnSpLocks/>
          </p:cNvCxnSpPr>
          <p:nvPr/>
        </p:nvCxnSpPr>
        <p:spPr>
          <a:xfrm>
            <a:off x="9943917" y="4202983"/>
            <a:ext cx="1097722" cy="41754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E349D76-1BC8-4554-A5A5-7BE61D64A6E5}"/>
              </a:ext>
            </a:extLst>
          </p:cNvPr>
          <p:cNvCxnSpPr>
            <a:cxnSpLocks/>
          </p:cNvCxnSpPr>
          <p:nvPr/>
        </p:nvCxnSpPr>
        <p:spPr>
          <a:xfrm>
            <a:off x="11010421" y="4620532"/>
            <a:ext cx="449717" cy="53303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8" name="椭圆 37">
            <a:extLst>
              <a:ext uri="{FF2B5EF4-FFF2-40B4-BE49-F238E27FC236}">
                <a16:creationId xmlns:a16="http://schemas.microsoft.com/office/drawing/2014/main" id="{CFF48C53-7CFE-4F41-AB1D-AA566384F380}"/>
              </a:ext>
            </a:extLst>
          </p:cNvPr>
          <p:cNvSpPr/>
          <p:nvPr/>
        </p:nvSpPr>
        <p:spPr>
          <a:xfrm>
            <a:off x="10812798" y="4422532"/>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9" name="椭圆 38">
            <a:extLst>
              <a:ext uri="{FF2B5EF4-FFF2-40B4-BE49-F238E27FC236}">
                <a16:creationId xmlns:a16="http://schemas.microsoft.com/office/drawing/2014/main" id="{5185B778-86BD-4D34-9E31-DCD9B66910CA}"/>
              </a:ext>
            </a:extLst>
          </p:cNvPr>
          <p:cNvSpPr/>
          <p:nvPr/>
        </p:nvSpPr>
        <p:spPr>
          <a:xfrm>
            <a:off x="11262138" y="4955564"/>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0" name="椭圆 39">
            <a:extLst>
              <a:ext uri="{FF2B5EF4-FFF2-40B4-BE49-F238E27FC236}">
                <a16:creationId xmlns:a16="http://schemas.microsoft.com/office/drawing/2014/main" id="{C7A7998E-D159-4242-9A04-2D900745F9C6}"/>
              </a:ext>
            </a:extLst>
          </p:cNvPr>
          <p:cNvSpPr/>
          <p:nvPr/>
        </p:nvSpPr>
        <p:spPr>
          <a:xfrm>
            <a:off x="9814497" y="3987859"/>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41" name="直接连接符 40">
            <a:extLst>
              <a:ext uri="{FF2B5EF4-FFF2-40B4-BE49-F238E27FC236}">
                <a16:creationId xmlns:a16="http://schemas.microsoft.com/office/drawing/2014/main" id="{60E0D5B1-4589-4F4F-A7A7-BA8A4F0D65F1}"/>
              </a:ext>
            </a:extLst>
          </p:cNvPr>
          <p:cNvCxnSpPr>
            <a:cxnSpLocks/>
          </p:cNvCxnSpPr>
          <p:nvPr/>
        </p:nvCxnSpPr>
        <p:spPr>
          <a:xfrm flipH="1">
            <a:off x="8416362" y="4605164"/>
            <a:ext cx="521184" cy="5330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8094BE9F-CD93-4EE2-8964-7C0D85C1166D}"/>
              </a:ext>
            </a:extLst>
          </p:cNvPr>
          <p:cNvCxnSpPr>
            <a:cxnSpLocks/>
          </p:cNvCxnSpPr>
          <p:nvPr/>
        </p:nvCxnSpPr>
        <p:spPr>
          <a:xfrm>
            <a:off x="8884486" y="4580623"/>
            <a:ext cx="510220" cy="58098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3" name="椭圆 42">
            <a:extLst>
              <a:ext uri="{FF2B5EF4-FFF2-40B4-BE49-F238E27FC236}">
                <a16:creationId xmlns:a16="http://schemas.microsoft.com/office/drawing/2014/main" id="{8A6FF446-C591-4EAE-B35F-93F16C22D608}"/>
              </a:ext>
            </a:extLst>
          </p:cNvPr>
          <p:cNvSpPr/>
          <p:nvPr/>
        </p:nvSpPr>
        <p:spPr>
          <a:xfrm>
            <a:off x="8716686" y="4414848"/>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4" name="椭圆 43">
            <a:extLst>
              <a:ext uri="{FF2B5EF4-FFF2-40B4-BE49-F238E27FC236}">
                <a16:creationId xmlns:a16="http://schemas.microsoft.com/office/drawing/2014/main" id="{137B5447-0BB8-4697-8ACE-764465B20523}"/>
              </a:ext>
            </a:extLst>
          </p:cNvPr>
          <p:cNvSpPr/>
          <p:nvPr/>
        </p:nvSpPr>
        <p:spPr>
          <a:xfrm>
            <a:off x="9204126" y="4947880"/>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5" name="椭圆 44">
            <a:extLst>
              <a:ext uri="{FF2B5EF4-FFF2-40B4-BE49-F238E27FC236}">
                <a16:creationId xmlns:a16="http://schemas.microsoft.com/office/drawing/2014/main" id="{D68BA564-766C-4293-97B6-25BCD61D388C}"/>
              </a:ext>
            </a:extLst>
          </p:cNvPr>
          <p:cNvSpPr/>
          <p:nvPr/>
        </p:nvSpPr>
        <p:spPr>
          <a:xfrm>
            <a:off x="8251905" y="4947880"/>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6" name="椭圆 45">
            <a:extLst>
              <a:ext uri="{FF2B5EF4-FFF2-40B4-BE49-F238E27FC236}">
                <a16:creationId xmlns:a16="http://schemas.microsoft.com/office/drawing/2014/main" id="{284A6497-49C5-4C7F-BD5F-5E87B967A148}"/>
              </a:ext>
            </a:extLst>
          </p:cNvPr>
          <p:cNvSpPr/>
          <p:nvPr/>
        </p:nvSpPr>
        <p:spPr>
          <a:xfrm>
            <a:off x="8889106" y="5533393"/>
            <a:ext cx="425483"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7" name="椭圆 46">
            <a:extLst>
              <a:ext uri="{FF2B5EF4-FFF2-40B4-BE49-F238E27FC236}">
                <a16:creationId xmlns:a16="http://schemas.microsoft.com/office/drawing/2014/main" id="{45A2F699-2712-4085-9F75-C643C5A6D792}"/>
              </a:ext>
            </a:extLst>
          </p:cNvPr>
          <p:cNvSpPr/>
          <p:nvPr/>
        </p:nvSpPr>
        <p:spPr>
          <a:xfrm>
            <a:off x="9508580" y="5533393"/>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8" name="椭圆 47">
            <a:extLst>
              <a:ext uri="{FF2B5EF4-FFF2-40B4-BE49-F238E27FC236}">
                <a16:creationId xmlns:a16="http://schemas.microsoft.com/office/drawing/2014/main" id="{F253CC9A-36CF-40FB-A426-57229392C09E}"/>
              </a:ext>
            </a:extLst>
          </p:cNvPr>
          <p:cNvSpPr/>
          <p:nvPr/>
        </p:nvSpPr>
        <p:spPr>
          <a:xfrm>
            <a:off x="8692616" y="6115913"/>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61" name="组合 60">
            <a:extLst>
              <a:ext uri="{FF2B5EF4-FFF2-40B4-BE49-F238E27FC236}">
                <a16:creationId xmlns:a16="http://schemas.microsoft.com/office/drawing/2014/main" id="{E5905B49-D384-41CB-B6E8-CE4F7D8A0699}"/>
              </a:ext>
            </a:extLst>
          </p:cNvPr>
          <p:cNvGrpSpPr/>
          <p:nvPr/>
        </p:nvGrpSpPr>
        <p:grpSpPr>
          <a:xfrm>
            <a:off x="9013897" y="6005482"/>
            <a:ext cx="965008" cy="270547"/>
            <a:chOff x="2688184" y="499864"/>
            <a:chExt cx="965008" cy="270547"/>
          </a:xfrm>
        </p:grpSpPr>
        <p:sp>
          <p:nvSpPr>
            <p:cNvPr id="62" name="文本框 61">
              <a:extLst>
                <a:ext uri="{FF2B5EF4-FFF2-40B4-BE49-F238E27FC236}">
                  <a16:creationId xmlns:a16="http://schemas.microsoft.com/office/drawing/2014/main" id="{3695DBDB-1FA3-4B46-9E88-95EA635531A3}"/>
                </a:ext>
              </a:extLst>
            </p:cNvPr>
            <p:cNvSpPr txBox="1"/>
            <p:nvPr/>
          </p:nvSpPr>
          <p:spPr>
            <a:xfrm>
              <a:off x="2688184" y="499864"/>
              <a:ext cx="965008" cy="235449"/>
            </a:xfrm>
            <a:prstGeom prst="rect">
              <a:avLst/>
            </a:prstGeom>
            <a:noFill/>
          </p:spPr>
          <p:txBody>
            <a:bodyPr wrap="none" lIns="0" tIns="0" rIns="0" bIns="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current</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63" name="直接箭头连接符 62">
              <a:extLst>
                <a:ext uri="{FF2B5EF4-FFF2-40B4-BE49-F238E27FC236}">
                  <a16:creationId xmlns:a16="http://schemas.microsoft.com/office/drawing/2014/main" id="{7F05AACB-DF03-485F-90D6-793A8D1C2DF1}"/>
                </a:ext>
              </a:extLst>
            </p:cNvPr>
            <p:cNvCxnSpPr>
              <a:cxnSpLocks/>
            </p:cNvCxnSpPr>
            <p:nvPr/>
          </p:nvCxnSpPr>
          <p:spPr>
            <a:xfrm flipH="1">
              <a:off x="2761042" y="693685"/>
              <a:ext cx="224859" cy="76726"/>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3267215D-CE8A-4EFD-B6DD-EB1C6741C4F5}"/>
              </a:ext>
            </a:extLst>
          </p:cNvPr>
          <p:cNvGrpSpPr/>
          <p:nvPr/>
        </p:nvGrpSpPr>
        <p:grpSpPr>
          <a:xfrm>
            <a:off x="9440754" y="3449758"/>
            <a:ext cx="1037711" cy="542725"/>
            <a:chOff x="2669614" y="419240"/>
            <a:chExt cx="1037711" cy="542725"/>
          </a:xfrm>
        </p:grpSpPr>
        <p:sp>
          <p:nvSpPr>
            <p:cNvPr id="68" name="文本框 67">
              <a:extLst>
                <a:ext uri="{FF2B5EF4-FFF2-40B4-BE49-F238E27FC236}">
                  <a16:creationId xmlns:a16="http://schemas.microsoft.com/office/drawing/2014/main" id="{0A12546E-FACF-4432-9D8B-DD2E9C233888}"/>
                </a:ext>
              </a:extLst>
            </p:cNvPr>
            <p:cNvSpPr txBox="1"/>
            <p:nvPr/>
          </p:nvSpPr>
          <p:spPr>
            <a:xfrm>
              <a:off x="2669614" y="419240"/>
              <a:ext cx="1037711" cy="308152"/>
            </a:xfrm>
            <a:prstGeom prst="rect">
              <a:avLst/>
            </a:prstGeom>
            <a:noFill/>
          </p:spPr>
          <p:txBody>
            <a:bodyPr wrap="non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T-&gt;root</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69" name="直接箭头连接符 68">
              <a:extLst>
                <a:ext uri="{FF2B5EF4-FFF2-40B4-BE49-F238E27FC236}">
                  <a16:creationId xmlns:a16="http://schemas.microsoft.com/office/drawing/2014/main" id="{8AD869D9-973C-4AC4-B7E5-9E96FBBF4028}"/>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85" name="组合 84">
            <a:extLst>
              <a:ext uri="{FF2B5EF4-FFF2-40B4-BE49-F238E27FC236}">
                <a16:creationId xmlns:a16="http://schemas.microsoft.com/office/drawing/2014/main" id="{9EC7106F-3574-41B1-8311-A24652BA45FE}"/>
              </a:ext>
            </a:extLst>
          </p:cNvPr>
          <p:cNvGrpSpPr/>
          <p:nvPr/>
        </p:nvGrpSpPr>
        <p:grpSpPr>
          <a:xfrm>
            <a:off x="9459842" y="5198802"/>
            <a:ext cx="901013" cy="378167"/>
            <a:chOff x="2732764" y="536194"/>
            <a:chExt cx="901013" cy="378167"/>
          </a:xfrm>
        </p:grpSpPr>
        <p:sp>
          <p:nvSpPr>
            <p:cNvPr id="86" name="文本框 85">
              <a:extLst>
                <a:ext uri="{FF2B5EF4-FFF2-40B4-BE49-F238E27FC236}">
                  <a16:creationId xmlns:a16="http://schemas.microsoft.com/office/drawing/2014/main" id="{DF517ABB-9FF9-4A3F-95A2-B1B3B66D3CF1}"/>
                </a:ext>
              </a:extLst>
            </p:cNvPr>
            <p:cNvSpPr txBox="1"/>
            <p:nvPr/>
          </p:nvSpPr>
          <p:spPr>
            <a:xfrm>
              <a:off x="2732764" y="536194"/>
              <a:ext cx="901013" cy="281991"/>
            </a:xfrm>
            <a:prstGeom prst="rect">
              <a:avLst/>
            </a:prstGeom>
            <a:noFill/>
          </p:spPr>
          <p:txBody>
            <a:bodyPr wrap="square" lIns="36000" tIns="36000" rIns="36000" bIns="36000" rtlCol="0" anchor="ctr" anchorCtr="1">
              <a:spAutoFit/>
            </a:bodyPr>
            <a:lstStyle/>
            <a:p>
              <a:pPr algn="ctr">
                <a:lnSpc>
                  <a:spcPct val="80000"/>
                </a:lnSpc>
              </a:pPr>
              <a:r>
                <a:rPr lang="en-US" altLang="zh-CN" sz="1600" b="1" dirty="0">
                  <a:solidFill>
                    <a:srgbClr val="00B0F0"/>
                  </a:solidFill>
                  <a:latin typeface="Courier New" panose="02070309020205020404" pitchFamily="49" charset="0"/>
                  <a:cs typeface="Courier New" panose="02070309020205020404" pitchFamily="49" charset="0"/>
                </a:rPr>
                <a:t>uncle</a:t>
              </a:r>
              <a:endParaRPr lang="zh-CN" altLang="en-US" sz="1600" b="1" dirty="0">
                <a:solidFill>
                  <a:srgbClr val="00B0F0"/>
                </a:solidFill>
                <a:latin typeface="Courier New" panose="02070309020205020404" pitchFamily="49" charset="0"/>
                <a:cs typeface="Courier New" panose="02070309020205020404" pitchFamily="49" charset="0"/>
              </a:endParaRPr>
            </a:p>
          </p:txBody>
        </p:sp>
        <p:cxnSp>
          <p:nvCxnSpPr>
            <p:cNvPr id="87" name="直接箭头连接符 86">
              <a:extLst>
                <a:ext uri="{FF2B5EF4-FFF2-40B4-BE49-F238E27FC236}">
                  <a16:creationId xmlns:a16="http://schemas.microsoft.com/office/drawing/2014/main" id="{F71B3728-D086-4866-B11F-228DFAB70918}"/>
                </a:ext>
              </a:extLst>
            </p:cNvPr>
            <p:cNvCxnSpPr>
              <a:cxnSpLocks/>
            </p:cNvCxnSpPr>
            <p:nvPr/>
          </p:nvCxnSpPr>
          <p:spPr>
            <a:xfrm flipH="1">
              <a:off x="3109641" y="718810"/>
              <a:ext cx="86253" cy="19555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71" name="直接连接符 70">
            <a:extLst>
              <a:ext uri="{FF2B5EF4-FFF2-40B4-BE49-F238E27FC236}">
                <a16:creationId xmlns:a16="http://schemas.microsoft.com/office/drawing/2014/main" id="{21A2EA18-8104-412E-88AA-B65F9F8CEBAD}"/>
              </a:ext>
            </a:extLst>
          </p:cNvPr>
          <p:cNvCxnSpPr>
            <a:cxnSpLocks/>
          </p:cNvCxnSpPr>
          <p:nvPr/>
        </p:nvCxnSpPr>
        <p:spPr>
          <a:xfrm>
            <a:off x="1594964" y="3971667"/>
            <a:ext cx="264211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B6EEE1C4-F0C3-79CF-E670-9A05D394AA03}"/>
              </a:ext>
            </a:extLst>
          </p:cNvPr>
          <p:cNvSpPr txBox="1"/>
          <p:nvPr/>
        </p:nvSpPr>
        <p:spPr>
          <a:xfrm>
            <a:off x="10728009" y="5800040"/>
            <a:ext cx="1138453" cy="646331"/>
          </a:xfrm>
          <a:prstGeom prst="rect">
            <a:avLst/>
          </a:prstGeom>
          <a:noFill/>
        </p:spPr>
        <p:txBody>
          <a:bodyPr wrap="none" rtlCol="0">
            <a:spAutoFit/>
          </a:bodyPr>
          <a:lstStyle/>
          <a:p>
            <a:r>
              <a:rPr lang="zh-CN" altLang="en-US" b="1" dirty="0">
                <a:solidFill>
                  <a:schemeClr val="accent5"/>
                </a:solidFill>
              </a:rPr>
              <a:t>省略了</a:t>
            </a:r>
            <a:r>
              <a:rPr lang="en-US" altLang="zh-CN" b="1" dirty="0">
                <a:solidFill>
                  <a:schemeClr val="accent5"/>
                </a:solidFill>
              </a:rPr>
              <a:t>nil</a:t>
            </a:r>
          </a:p>
          <a:p>
            <a:r>
              <a:rPr lang="zh-CN" altLang="en-US" b="1" dirty="0">
                <a:solidFill>
                  <a:schemeClr val="accent5"/>
                </a:solidFill>
              </a:rPr>
              <a:t>相关演示</a:t>
            </a:r>
          </a:p>
        </p:txBody>
      </p:sp>
      <p:sp>
        <p:nvSpPr>
          <p:cNvPr id="12" name="文本框 69">
            <a:extLst>
              <a:ext uri="{FF2B5EF4-FFF2-40B4-BE49-F238E27FC236}">
                <a16:creationId xmlns:a16="http://schemas.microsoft.com/office/drawing/2014/main" id="{89911E20-82C9-4498-BA67-B5E6B75C28DB}"/>
              </a:ext>
            </a:extLst>
          </p:cNvPr>
          <p:cNvSpPr txBox="1"/>
          <p:nvPr/>
        </p:nvSpPr>
        <p:spPr>
          <a:xfrm>
            <a:off x="10581866" y="1544689"/>
            <a:ext cx="121700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rgbClr val="86229A"/>
                </a:solidFill>
                <a:effectLst>
                  <a:outerShdw blurRad="38100" dist="38100" dir="2700000" algn="tl">
                    <a:srgbClr val="000000">
                      <a:alpha val="43137"/>
                    </a:srgbClr>
                  </a:outerShdw>
                </a:effectLst>
              </a:rPr>
              <a:t>插入算法</a:t>
            </a:r>
          </a:p>
        </p:txBody>
      </p:sp>
    </p:spTree>
    <p:extLst>
      <p:ext uri="{BB962C8B-B14F-4D97-AF65-F5344CB8AC3E}">
        <p14:creationId xmlns:p14="http://schemas.microsoft.com/office/powerpoint/2010/main" val="310964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up)">
                                      <p:cBhvr>
                                        <p:cTn id="7" dur="500"/>
                                        <p:tgtEl>
                                          <p:spTgt spid="67"/>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wipe(right)">
                                      <p:cBhvr>
                                        <p:cTn id="11" dur="500"/>
                                        <p:tgtEl>
                                          <p:spTgt spid="61"/>
                                        </p:tgtEl>
                                      </p:cBhvr>
                                    </p:animEffect>
                                  </p:childTnLst>
                                </p:cTn>
                              </p:par>
                              <p:par>
                                <p:cTn id="12" presetID="1" presetClass="entr" presetSubtype="0"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 calcmode="lin" valueType="num">
                                      <p:cBhvr>
                                        <p:cTn id="18" dur="1000" fill="hold"/>
                                        <p:tgtEl>
                                          <p:spTgt spid="56"/>
                                        </p:tgtEl>
                                        <p:attrNameLst>
                                          <p:attrName>ppt_w</p:attrName>
                                        </p:attrNameLst>
                                      </p:cBhvr>
                                      <p:tavLst>
                                        <p:tav tm="0">
                                          <p:val>
                                            <p:fltVal val="0"/>
                                          </p:val>
                                        </p:tav>
                                        <p:tav tm="100000">
                                          <p:val>
                                            <p:strVal val="#ppt_w"/>
                                          </p:val>
                                        </p:tav>
                                      </p:tavLst>
                                    </p:anim>
                                    <p:anim calcmode="lin" valueType="num">
                                      <p:cBhvr>
                                        <p:cTn id="19" dur="1000" fill="hold"/>
                                        <p:tgtEl>
                                          <p:spTgt spid="56"/>
                                        </p:tgtEl>
                                        <p:attrNameLst>
                                          <p:attrName>ppt_h</p:attrName>
                                        </p:attrNameLst>
                                      </p:cBhvr>
                                      <p:tavLst>
                                        <p:tav tm="0">
                                          <p:val>
                                            <p:fltVal val="0"/>
                                          </p:val>
                                        </p:tav>
                                        <p:tav tm="100000">
                                          <p:val>
                                            <p:strVal val="#ppt_h"/>
                                          </p:val>
                                        </p:tav>
                                      </p:tavLst>
                                    </p:anim>
                                    <p:anim calcmode="lin" valueType="num">
                                      <p:cBhvr>
                                        <p:cTn id="20" dur="1000" fill="hold"/>
                                        <p:tgtEl>
                                          <p:spTgt spid="56"/>
                                        </p:tgtEl>
                                        <p:attrNameLst>
                                          <p:attrName>style.rotation</p:attrName>
                                        </p:attrNameLst>
                                      </p:cBhvr>
                                      <p:tavLst>
                                        <p:tav tm="0">
                                          <p:val>
                                            <p:fltVal val="90"/>
                                          </p:val>
                                        </p:tav>
                                        <p:tav tm="100000">
                                          <p:val>
                                            <p:fltVal val="0"/>
                                          </p:val>
                                        </p:tav>
                                      </p:tavLst>
                                    </p:anim>
                                    <p:animEffect transition="in" filter="fade">
                                      <p:cBhvr>
                                        <p:cTn id="21" dur="1000"/>
                                        <p:tgtEl>
                                          <p:spTgt spid="56"/>
                                        </p:tgtEl>
                                      </p:cBhvr>
                                    </p:animEffect>
                                  </p:childTnLst>
                                </p:cTn>
                              </p:par>
                            </p:childTnLst>
                          </p:cTn>
                        </p:par>
                        <p:par>
                          <p:cTn id="22" fill="hold">
                            <p:stCondLst>
                              <p:cond delay="1000"/>
                            </p:stCondLst>
                            <p:childTnLst>
                              <p:par>
                                <p:cTn id="23" presetID="22" presetClass="exit" presetSubtype="1" fill="hold" nodeType="afterEffect">
                                  <p:stCondLst>
                                    <p:cond delay="0"/>
                                  </p:stCondLst>
                                  <p:childTnLst>
                                    <p:animEffect transition="out" filter="wipe(up)">
                                      <p:cBhvr>
                                        <p:cTn id="24" dur="500"/>
                                        <p:tgtEl>
                                          <p:spTgt spid="59"/>
                                        </p:tgtEl>
                                      </p:cBhvr>
                                    </p:animEffect>
                                    <p:set>
                                      <p:cBhvr>
                                        <p:cTn id="25" dur="1" fill="hold">
                                          <p:stCondLst>
                                            <p:cond delay="499"/>
                                          </p:stCondLst>
                                        </p:cTn>
                                        <p:tgtEl>
                                          <p:spTgt spid="59"/>
                                        </p:tgtEl>
                                        <p:attrNameLst>
                                          <p:attrName>style.visibility</p:attrName>
                                        </p:attrNameLst>
                                      </p:cBhvr>
                                      <p:to>
                                        <p:strVal val="hidden"/>
                                      </p:to>
                                    </p:se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73"/>
                                        </p:tgtEl>
                                        <p:attrNameLst>
                                          <p:attrName>style.visibility</p:attrName>
                                        </p:attrNameLst>
                                      </p:cBhvr>
                                      <p:to>
                                        <p:strVal val="visible"/>
                                      </p:to>
                                    </p:set>
                                    <p:animEffect transition="in" filter="wipe(left)">
                                      <p:cBhvr>
                                        <p:cTn id="29" dur="1000"/>
                                        <p:tgtEl>
                                          <p:spTgt spid="73"/>
                                        </p:tgtEl>
                                      </p:cBhvr>
                                    </p:animEffect>
                                  </p:childTnLst>
                                </p:cTn>
                              </p:par>
                            </p:childTnLst>
                          </p:cTn>
                        </p:par>
                      </p:childTnLst>
                    </p:cTn>
                  </p:par>
                  <p:par>
                    <p:cTn id="30" fill="hold">
                      <p:stCondLst>
                        <p:cond delay="indefinite"/>
                      </p:stCondLst>
                      <p:childTnLst>
                        <p:par>
                          <p:cTn id="31" fill="hold">
                            <p:stCondLst>
                              <p:cond delay="0"/>
                            </p:stCondLst>
                            <p:childTnLst>
                              <p:par>
                                <p:cTn id="32" presetID="27" presetClass="emph" presetSubtype="0" fill="remove" grpId="1" nodeType="clickEffect">
                                  <p:stCondLst>
                                    <p:cond delay="0"/>
                                  </p:stCondLst>
                                  <p:childTnLst>
                                    <p:animClr clrSpc="rgb" dir="cw">
                                      <p:cBhvr override="childStyle">
                                        <p:cTn id="33" dur="500" autoRev="1" fill="remove"/>
                                        <p:tgtEl>
                                          <p:spTgt spid="46"/>
                                        </p:tgtEl>
                                        <p:attrNameLst>
                                          <p:attrName>style.color</p:attrName>
                                        </p:attrNameLst>
                                      </p:cBhvr>
                                      <p:to>
                                        <a:schemeClr val="bg1"/>
                                      </p:to>
                                    </p:animClr>
                                    <p:animClr clrSpc="rgb" dir="cw">
                                      <p:cBhvr>
                                        <p:cTn id="34" dur="500" autoRev="1" fill="remove"/>
                                        <p:tgtEl>
                                          <p:spTgt spid="46"/>
                                        </p:tgtEl>
                                        <p:attrNameLst>
                                          <p:attrName>fillcolor</p:attrName>
                                        </p:attrNameLst>
                                      </p:cBhvr>
                                      <p:to>
                                        <a:schemeClr val="bg1"/>
                                      </p:to>
                                    </p:animClr>
                                    <p:set>
                                      <p:cBhvr>
                                        <p:cTn id="35" dur="500" autoRev="1" fill="remove"/>
                                        <p:tgtEl>
                                          <p:spTgt spid="46"/>
                                        </p:tgtEl>
                                        <p:attrNameLst>
                                          <p:attrName>fill.type</p:attrName>
                                        </p:attrNameLst>
                                      </p:cBhvr>
                                      <p:to>
                                        <p:strVal val="solid"/>
                                      </p:to>
                                    </p:set>
                                    <p:set>
                                      <p:cBhvr>
                                        <p:cTn id="36" dur="500" autoRev="1" fill="remove"/>
                                        <p:tgtEl>
                                          <p:spTgt spid="46"/>
                                        </p:tgtEl>
                                        <p:attrNameLst>
                                          <p:attrName>fill.on</p:attrName>
                                        </p:attrNameLst>
                                      </p:cBhvr>
                                      <p:to>
                                        <p:strVal val="true"/>
                                      </p:to>
                                    </p:set>
                                  </p:childTnLst>
                                </p:cTn>
                              </p:par>
                            </p:childTnLst>
                          </p:cTn>
                        </p:par>
                        <p:par>
                          <p:cTn id="37" fill="hold">
                            <p:stCondLst>
                              <p:cond delay="1000"/>
                            </p:stCondLst>
                            <p:childTnLst>
                              <p:par>
                                <p:cTn id="38" presetID="22" presetClass="exit" presetSubtype="1" fill="hold" nodeType="afterEffect">
                                  <p:stCondLst>
                                    <p:cond delay="0"/>
                                  </p:stCondLst>
                                  <p:childTnLst>
                                    <p:animEffect transition="out" filter="wipe(up)">
                                      <p:cBhvr>
                                        <p:cTn id="39" dur="500"/>
                                        <p:tgtEl>
                                          <p:spTgt spid="73"/>
                                        </p:tgtEl>
                                      </p:cBhvr>
                                    </p:animEffect>
                                    <p:set>
                                      <p:cBhvr>
                                        <p:cTn id="40" dur="1" fill="hold">
                                          <p:stCondLst>
                                            <p:cond delay="499"/>
                                          </p:stCondLst>
                                        </p:cTn>
                                        <p:tgtEl>
                                          <p:spTgt spid="73"/>
                                        </p:tgtEl>
                                        <p:attrNameLst>
                                          <p:attrName>style.visibility</p:attrName>
                                        </p:attrNameLst>
                                      </p:cBhvr>
                                      <p:to>
                                        <p:strVal val="hidden"/>
                                      </p:to>
                                    </p:set>
                                  </p:childTnLst>
                                </p:cTn>
                              </p:par>
                            </p:childTnLst>
                          </p:cTn>
                        </p:par>
                        <p:par>
                          <p:cTn id="41" fill="hold">
                            <p:stCondLst>
                              <p:cond delay="1500"/>
                            </p:stCondLst>
                            <p:childTnLst>
                              <p:par>
                                <p:cTn id="42" presetID="22" presetClass="entr" presetSubtype="8" fill="hold" nodeType="afterEffect">
                                  <p:stCondLst>
                                    <p:cond delay="0"/>
                                  </p:stCondLst>
                                  <p:childTnLst>
                                    <p:set>
                                      <p:cBhvr>
                                        <p:cTn id="43" dur="1" fill="hold">
                                          <p:stCondLst>
                                            <p:cond delay="0"/>
                                          </p:stCondLst>
                                        </p:cTn>
                                        <p:tgtEl>
                                          <p:spTgt spid="81"/>
                                        </p:tgtEl>
                                        <p:attrNameLst>
                                          <p:attrName>style.visibility</p:attrName>
                                        </p:attrNameLst>
                                      </p:cBhvr>
                                      <p:to>
                                        <p:strVal val="visible"/>
                                      </p:to>
                                    </p:set>
                                    <p:animEffect transition="in" filter="wipe(left)">
                                      <p:cBhvr>
                                        <p:cTn id="44" dur="500"/>
                                        <p:tgtEl>
                                          <p:spTgt spid="81"/>
                                        </p:tgtEl>
                                      </p:cBhvr>
                                    </p:animEffect>
                                  </p:childTnLst>
                                </p:cTn>
                              </p:par>
                            </p:childTnLst>
                          </p:cTn>
                        </p:par>
                      </p:childTnLst>
                    </p:cTn>
                  </p:par>
                  <p:par>
                    <p:cTn id="45" fill="hold">
                      <p:stCondLst>
                        <p:cond delay="indefinite"/>
                      </p:stCondLst>
                      <p:childTnLst>
                        <p:par>
                          <p:cTn id="46" fill="hold">
                            <p:stCondLst>
                              <p:cond delay="0"/>
                            </p:stCondLst>
                            <p:childTnLst>
                              <p:par>
                                <p:cTn id="47" presetID="8" presetClass="emph" presetSubtype="0" fill="hold" nodeType="clickEffect">
                                  <p:stCondLst>
                                    <p:cond delay="0"/>
                                  </p:stCondLst>
                                  <p:childTnLst>
                                    <p:animRot by="21600000">
                                      <p:cBhvr>
                                        <p:cTn id="48" dur="1000" fill="hold"/>
                                        <p:tgtEl>
                                          <p:spTgt spid="32"/>
                                        </p:tgtEl>
                                        <p:attrNameLst>
                                          <p:attrName>r</p:attrName>
                                        </p:attrNameLst>
                                      </p:cBhvr>
                                    </p:animRot>
                                  </p:childTnLst>
                                </p:cTn>
                              </p:par>
                              <p:par>
                                <p:cTn id="49" presetID="27" presetClass="emph" presetSubtype="0" fill="remove" grpId="0" nodeType="withEffect">
                                  <p:stCondLst>
                                    <p:cond delay="0"/>
                                  </p:stCondLst>
                                  <p:childTnLst>
                                    <p:animClr clrSpc="rgb" dir="cw">
                                      <p:cBhvr override="childStyle">
                                        <p:cTn id="50" dur="500" autoRev="1" fill="remove"/>
                                        <p:tgtEl>
                                          <p:spTgt spid="46"/>
                                        </p:tgtEl>
                                        <p:attrNameLst>
                                          <p:attrName>style.color</p:attrName>
                                        </p:attrNameLst>
                                      </p:cBhvr>
                                      <p:to>
                                        <a:schemeClr val="bg1"/>
                                      </p:to>
                                    </p:animClr>
                                    <p:animClr clrSpc="rgb" dir="cw">
                                      <p:cBhvr>
                                        <p:cTn id="51" dur="500" autoRev="1" fill="remove"/>
                                        <p:tgtEl>
                                          <p:spTgt spid="46"/>
                                        </p:tgtEl>
                                        <p:attrNameLst>
                                          <p:attrName>fillcolor</p:attrName>
                                        </p:attrNameLst>
                                      </p:cBhvr>
                                      <p:to>
                                        <a:schemeClr val="bg1"/>
                                      </p:to>
                                    </p:animClr>
                                    <p:set>
                                      <p:cBhvr>
                                        <p:cTn id="52" dur="500" autoRev="1" fill="remove"/>
                                        <p:tgtEl>
                                          <p:spTgt spid="46"/>
                                        </p:tgtEl>
                                        <p:attrNameLst>
                                          <p:attrName>fill.type</p:attrName>
                                        </p:attrNameLst>
                                      </p:cBhvr>
                                      <p:to>
                                        <p:strVal val="solid"/>
                                      </p:to>
                                    </p:set>
                                    <p:set>
                                      <p:cBhvr>
                                        <p:cTn id="53" dur="500" autoRev="1" fill="remove"/>
                                        <p:tgtEl>
                                          <p:spTgt spid="46"/>
                                        </p:tgtEl>
                                        <p:attrNameLst>
                                          <p:attrName>fill.on</p:attrName>
                                        </p:attrNameLst>
                                      </p:cBhvr>
                                      <p:to>
                                        <p:strVal val="true"/>
                                      </p:to>
                                    </p:set>
                                  </p:childTnLst>
                                </p:cTn>
                              </p:par>
                            </p:childTnLst>
                          </p:cTn>
                        </p:par>
                        <p:par>
                          <p:cTn id="54" fill="hold">
                            <p:stCondLst>
                              <p:cond delay="1000"/>
                            </p:stCondLst>
                            <p:childTnLst>
                              <p:par>
                                <p:cTn id="55" presetID="22" presetClass="exit" presetSubtype="1" fill="hold" nodeType="afterEffect">
                                  <p:stCondLst>
                                    <p:cond delay="0"/>
                                  </p:stCondLst>
                                  <p:childTnLst>
                                    <p:animEffect transition="out" filter="wipe(up)">
                                      <p:cBhvr>
                                        <p:cTn id="56" dur="500"/>
                                        <p:tgtEl>
                                          <p:spTgt spid="81"/>
                                        </p:tgtEl>
                                      </p:cBhvr>
                                    </p:animEffect>
                                    <p:set>
                                      <p:cBhvr>
                                        <p:cTn id="57" dur="1" fill="hold">
                                          <p:stCondLst>
                                            <p:cond delay="499"/>
                                          </p:stCondLst>
                                        </p:cTn>
                                        <p:tgtEl>
                                          <p:spTgt spid="81"/>
                                        </p:tgtEl>
                                        <p:attrNameLst>
                                          <p:attrName>style.visibility</p:attrName>
                                        </p:attrNameLst>
                                      </p:cBhvr>
                                      <p:to>
                                        <p:strVal val="hidden"/>
                                      </p:to>
                                    </p:set>
                                  </p:childTnLst>
                                </p:cTn>
                              </p:par>
                            </p:childTnLst>
                          </p:cTn>
                        </p:par>
                        <p:par>
                          <p:cTn id="58" fill="hold">
                            <p:stCondLst>
                              <p:cond delay="1500"/>
                            </p:stCondLst>
                            <p:childTnLst>
                              <p:par>
                                <p:cTn id="59" presetID="22" presetClass="entr" presetSubtype="8" fill="hold" nodeType="afterEffect">
                                  <p:stCondLst>
                                    <p:cond delay="0"/>
                                  </p:stCondLst>
                                  <p:childTnLst>
                                    <p:set>
                                      <p:cBhvr>
                                        <p:cTn id="60" dur="1" fill="hold">
                                          <p:stCondLst>
                                            <p:cond delay="0"/>
                                          </p:stCondLst>
                                        </p:cTn>
                                        <p:tgtEl>
                                          <p:spTgt spid="83"/>
                                        </p:tgtEl>
                                        <p:attrNameLst>
                                          <p:attrName>style.visibility</p:attrName>
                                        </p:attrNameLst>
                                      </p:cBhvr>
                                      <p:to>
                                        <p:strVal val="visible"/>
                                      </p:to>
                                    </p:set>
                                    <p:animEffect transition="in" filter="wipe(left)">
                                      <p:cBhvr>
                                        <p:cTn id="61" dur="500"/>
                                        <p:tgtEl>
                                          <p:spTgt spid="83"/>
                                        </p:tgtEl>
                                      </p:cBhvr>
                                    </p:animEffect>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nodeType="clickEffect">
                                  <p:stCondLst>
                                    <p:cond delay="0"/>
                                  </p:stCondLst>
                                  <p:childTnLst>
                                    <p:set>
                                      <p:cBhvr>
                                        <p:cTn id="65" dur="1" fill="hold">
                                          <p:stCondLst>
                                            <p:cond delay="0"/>
                                          </p:stCondLst>
                                        </p:cTn>
                                        <p:tgtEl>
                                          <p:spTgt spid="85"/>
                                        </p:tgtEl>
                                        <p:attrNameLst>
                                          <p:attrName>style.visibility</p:attrName>
                                        </p:attrNameLst>
                                      </p:cBhvr>
                                      <p:to>
                                        <p:strVal val="visible"/>
                                      </p:to>
                                    </p:set>
                                    <p:animEffect transition="in" filter="fade">
                                      <p:cBhvr>
                                        <p:cTn id="66" dur="1000"/>
                                        <p:tgtEl>
                                          <p:spTgt spid="85"/>
                                        </p:tgtEl>
                                      </p:cBhvr>
                                    </p:animEffect>
                                    <p:anim calcmode="lin" valueType="num">
                                      <p:cBhvr>
                                        <p:cTn id="67" dur="1000" fill="hold"/>
                                        <p:tgtEl>
                                          <p:spTgt spid="85"/>
                                        </p:tgtEl>
                                        <p:attrNameLst>
                                          <p:attrName>ppt_x</p:attrName>
                                        </p:attrNameLst>
                                      </p:cBhvr>
                                      <p:tavLst>
                                        <p:tav tm="0">
                                          <p:val>
                                            <p:strVal val="#ppt_x"/>
                                          </p:val>
                                        </p:tav>
                                        <p:tav tm="100000">
                                          <p:val>
                                            <p:strVal val="#ppt_x"/>
                                          </p:val>
                                        </p:tav>
                                      </p:tavLst>
                                    </p:anim>
                                    <p:anim calcmode="lin" valueType="num">
                                      <p:cBhvr>
                                        <p:cTn id="68" dur="1000" fill="hold"/>
                                        <p:tgtEl>
                                          <p:spTgt spid="85"/>
                                        </p:tgtEl>
                                        <p:attrNameLst>
                                          <p:attrName>ppt_y</p:attrName>
                                        </p:attrNameLst>
                                      </p:cBhvr>
                                      <p:tavLst>
                                        <p:tav tm="0">
                                          <p:val>
                                            <p:strVal val="#ppt_y-.1"/>
                                          </p:val>
                                        </p:tav>
                                        <p:tav tm="100000">
                                          <p:val>
                                            <p:strVal val="#ppt_y"/>
                                          </p:val>
                                        </p:tav>
                                      </p:tavLst>
                                    </p:anim>
                                  </p:childTnLst>
                                </p:cTn>
                              </p:par>
                            </p:childTnLst>
                          </p:cTn>
                        </p:par>
                        <p:par>
                          <p:cTn id="69" fill="hold">
                            <p:stCondLst>
                              <p:cond delay="1000"/>
                            </p:stCondLst>
                            <p:childTnLst>
                              <p:par>
                                <p:cTn id="70" presetID="22" presetClass="exit" presetSubtype="1" fill="hold" nodeType="afterEffect">
                                  <p:stCondLst>
                                    <p:cond delay="0"/>
                                  </p:stCondLst>
                                  <p:childTnLst>
                                    <p:animEffect transition="out" filter="wipe(up)">
                                      <p:cBhvr>
                                        <p:cTn id="71" dur="500"/>
                                        <p:tgtEl>
                                          <p:spTgt spid="83"/>
                                        </p:tgtEl>
                                      </p:cBhvr>
                                    </p:animEffect>
                                    <p:set>
                                      <p:cBhvr>
                                        <p:cTn id="72" dur="1" fill="hold">
                                          <p:stCondLst>
                                            <p:cond delay="499"/>
                                          </p:stCondLst>
                                        </p:cTn>
                                        <p:tgtEl>
                                          <p:spTgt spid="83"/>
                                        </p:tgtEl>
                                        <p:attrNameLst>
                                          <p:attrName>style.visibility</p:attrName>
                                        </p:attrNameLst>
                                      </p:cBhvr>
                                      <p:to>
                                        <p:strVal val="hidden"/>
                                      </p:to>
                                    </p:set>
                                  </p:childTnLst>
                                </p:cTn>
                              </p:par>
                            </p:childTnLst>
                          </p:cTn>
                        </p:par>
                        <p:par>
                          <p:cTn id="73" fill="hold">
                            <p:stCondLst>
                              <p:cond delay="1500"/>
                            </p:stCondLst>
                            <p:childTnLst>
                              <p:par>
                                <p:cTn id="74" presetID="22" presetClass="entr" presetSubtype="8" fill="hold" nodeType="afterEffect">
                                  <p:stCondLst>
                                    <p:cond delay="0"/>
                                  </p:stCondLst>
                                  <p:childTnLst>
                                    <p:set>
                                      <p:cBhvr>
                                        <p:cTn id="75" dur="1" fill="hold">
                                          <p:stCondLst>
                                            <p:cond delay="0"/>
                                          </p:stCondLst>
                                        </p:cTn>
                                        <p:tgtEl>
                                          <p:spTgt spid="88"/>
                                        </p:tgtEl>
                                        <p:attrNameLst>
                                          <p:attrName>style.visibility</p:attrName>
                                        </p:attrNameLst>
                                      </p:cBhvr>
                                      <p:to>
                                        <p:strVal val="visible"/>
                                      </p:to>
                                    </p:set>
                                    <p:animEffect transition="in" filter="wipe(left)">
                                      <p:cBhvr>
                                        <p:cTn id="76" dur="500"/>
                                        <p:tgtEl>
                                          <p:spTgt spid="88"/>
                                        </p:tgtEl>
                                      </p:cBhvr>
                                    </p:animEffect>
                                  </p:childTnLst>
                                </p:cTn>
                              </p:par>
                            </p:childTnLst>
                          </p:cTn>
                        </p:par>
                      </p:childTnLst>
                    </p:cTn>
                  </p:par>
                  <p:par>
                    <p:cTn id="77" fill="hold">
                      <p:stCondLst>
                        <p:cond delay="indefinite"/>
                      </p:stCondLst>
                      <p:childTnLst>
                        <p:par>
                          <p:cTn id="78" fill="hold">
                            <p:stCondLst>
                              <p:cond delay="0"/>
                            </p:stCondLst>
                            <p:childTnLst>
                              <p:par>
                                <p:cTn id="79" presetID="26" presetClass="emph" presetSubtype="0" fill="hold" nodeType="clickEffect">
                                  <p:stCondLst>
                                    <p:cond delay="0"/>
                                  </p:stCondLst>
                                  <p:childTnLst>
                                    <p:animEffect transition="out" filter="fade">
                                      <p:cBhvr>
                                        <p:cTn id="80" dur="1000" tmFilter="0, 0; .2, .5; .8, .5; 1, 0"/>
                                        <p:tgtEl>
                                          <p:spTgt spid="85"/>
                                        </p:tgtEl>
                                      </p:cBhvr>
                                    </p:animEffect>
                                    <p:animScale>
                                      <p:cBhvr>
                                        <p:cTn id="81" dur="500" autoRev="1" fill="hold"/>
                                        <p:tgtEl>
                                          <p:spTgt spid="85"/>
                                        </p:tgtEl>
                                      </p:cBhvr>
                                      <p:by x="105000" y="105000"/>
                                    </p:animScale>
                                  </p:childTnLst>
                                </p:cTn>
                              </p:par>
                              <p:par>
                                <p:cTn id="82" presetID="27" presetClass="emph" presetSubtype="0" fill="remove" grpId="0" nodeType="withEffect">
                                  <p:stCondLst>
                                    <p:cond delay="0"/>
                                  </p:stCondLst>
                                  <p:childTnLst>
                                    <p:animClr clrSpc="rgb" dir="cw">
                                      <p:cBhvr override="childStyle">
                                        <p:cTn id="83" dur="500" autoRev="1" fill="remove"/>
                                        <p:tgtEl>
                                          <p:spTgt spid="47"/>
                                        </p:tgtEl>
                                        <p:attrNameLst>
                                          <p:attrName>style.color</p:attrName>
                                        </p:attrNameLst>
                                      </p:cBhvr>
                                      <p:to>
                                        <a:schemeClr val="bg1"/>
                                      </p:to>
                                    </p:animClr>
                                    <p:animClr clrSpc="rgb" dir="cw">
                                      <p:cBhvr>
                                        <p:cTn id="84" dur="500" autoRev="1" fill="remove"/>
                                        <p:tgtEl>
                                          <p:spTgt spid="47"/>
                                        </p:tgtEl>
                                        <p:attrNameLst>
                                          <p:attrName>fillcolor</p:attrName>
                                        </p:attrNameLst>
                                      </p:cBhvr>
                                      <p:to>
                                        <a:schemeClr val="bg1"/>
                                      </p:to>
                                    </p:animClr>
                                    <p:set>
                                      <p:cBhvr>
                                        <p:cTn id="85" dur="500" autoRev="1" fill="remove"/>
                                        <p:tgtEl>
                                          <p:spTgt spid="47"/>
                                        </p:tgtEl>
                                        <p:attrNameLst>
                                          <p:attrName>fill.type</p:attrName>
                                        </p:attrNameLst>
                                      </p:cBhvr>
                                      <p:to>
                                        <p:strVal val="solid"/>
                                      </p:to>
                                    </p:set>
                                    <p:set>
                                      <p:cBhvr>
                                        <p:cTn id="86" dur="500" autoRev="1" fill="remove"/>
                                        <p:tgtEl>
                                          <p:spTgt spid="47"/>
                                        </p:tgtEl>
                                        <p:attrNameLst>
                                          <p:attrName>fill.on</p:attrName>
                                        </p:attrNameLst>
                                      </p:cBhvr>
                                      <p:to>
                                        <p:strVal val="true"/>
                                      </p:to>
                                    </p:set>
                                  </p:childTnLst>
                                </p:cTn>
                              </p:par>
                            </p:childTnLst>
                          </p:cTn>
                        </p:par>
                        <p:par>
                          <p:cTn id="87" fill="hold">
                            <p:stCondLst>
                              <p:cond delay="1000"/>
                            </p:stCondLst>
                            <p:childTnLst>
                              <p:par>
                                <p:cTn id="88" presetID="22" presetClass="exit" presetSubtype="1" fill="hold" nodeType="afterEffect">
                                  <p:stCondLst>
                                    <p:cond delay="0"/>
                                  </p:stCondLst>
                                  <p:childTnLst>
                                    <p:animEffect transition="out" filter="wipe(up)">
                                      <p:cBhvr>
                                        <p:cTn id="89" dur="500"/>
                                        <p:tgtEl>
                                          <p:spTgt spid="88"/>
                                        </p:tgtEl>
                                      </p:cBhvr>
                                    </p:animEffect>
                                    <p:set>
                                      <p:cBhvr>
                                        <p:cTn id="90" dur="1" fill="hold">
                                          <p:stCondLst>
                                            <p:cond delay="499"/>
                                          </p:stCondLst>
                                        </p:cTn>
                                        <p:tgtEl>
                                          <p:spTgt spid="88"/>
                                        </p:tgtEl>
                                        <p:attrNameLst>
                                          <p:attrName>style.visibility</p:attrName>
                                        </p:attrNameLst>
                                      </p:cBhvr>
                                      <p:to>
                                        <p:strVal val="hidden"/>
                                      </p:to>
                                    </p:set>
                                  </p:childTnLst>
                                </p:cTn>
                              </p:par>
                            </p:childTnLst>
                          </p:cTn>
                        </p:par>
                        <p:par>
                          <p:cTn id="91" fill="hold">
                            <p:stCondLst>
                              <p:cond delay="1500"/>
                            </p:stCondLst>
                            <p:childTnLst>
                              <p:par>
                                <p:cTn id="92" presetID="22" presetClass="entr" presetSubtype="8" fill="hold" nodeType="afterEffect">
                                  <p:stCondLst>
                                    <p:cond delay="0"/>
                                  </p:stCondLst>
                                  <p:childTnLst>
                                    <p:set>
                                      <p:cBhvr>
                                        <p:cTn id="93" dur="1" fill="hold">
                                          <p:stCondLst>
                                            <p:cond delay="0"/>
                                          </p:stCondLst>
                                        </p:cTn>
                                        <p:tgtEl>
                                          <p:spTgt spid="90"/>
                                        </p:tgtEl>
                                        <p:attrNameLst>
                                          <p:attrName>style.visibility</p:attrName>
                                        </p:attrNameLst>
                                      </p:cBhvr>
                                      <p:to>
                                        <p:strVal val="visible"/>
                                      </p:to>
                                    </p:set>
                                    <p:animEffect transition="in" filter="wipe(left)">
                                      <p:cBhvr>
                                        <p:cTn id="94" dur="500"/>
                                        <p:tgtEl>
                                          <p:spTgt spid="90"/>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mph" presetSubtype="2" fill="hold" nodeType="clickEffect">
                                  <p:stCondLst>
                                    <p:cond delay="0"/>
                                  </p:stCondLst>
                                  <p:childTnLst>
                                    <p:animClr clrSpc="rgb" dir="cw">
                                      <p:cBhvr>
                                        <p:cTn id="98" dur="1000" fill="hold"/>
                                        <p:tgtEl>
                                          <p:spTgt spid="47"/>
                                        </p:tgtEl>
                                        <p:attrNameLst>
                                          <p:attrName>fillcolor</p:attrName>
                                        </p:attrNameLst>
                                      </p:cBhvr>
                                      <p:to>
                                        <a:srgbClr val="000000"/>
                                      </p:to>
                                    </p:animClr>
                                    <p:set>
                                      <p:cBhvr>
                                        <p:cTn id="99" dur="1000" fill="hold"/>
                                        <p:tgtEl>
                                          <p:spTgt spid="47"/>
                                        </p:tgtEl>
                                        <p:attrNameLst>
                                          <p:attrName>fill.type</p:attrName>
                                        </p:attrNameLst>
                                      </p:cBhvr>
                                      <p:to>
                                        <p:strVal val="solid"/>
                                      </p:to>
                                    </p:set>
                                    <p:set>
                                      <p:cBhvr>
                                        <p:cTn id="100" dur="1000" fill="hold"/>
                                        <p:tgtEl>
                                          <p:spTgt spid="47"/>
                                        </p:tgtEl>
                                        <p:attrNameLst>
                                          <p:attrName>fill.on</p:attrName>
                                        </p:attrNameLst>
                                      </p:cBhvr>
                                      <p:to>
                                        <p:strVal val="true"/>
                                      </p:to>
                                    </p:set>
                                  </p:childTnLst>
                                </p:cTn>
                              </p:par>
                            </p:childTnLst>
                          </p:cTn>
                        </p:par>
                        <p:par>
                          <p:cTn id="101" fill="hold">
                            <p:stCondLst>
                              <p:cond delay="1000"/>
                            </p:stCondLst>
                            <p:childTnLst>
                              <p:par>
                                <p:cTn id="102" presetID="22" presetClass="exit" presetSubtype="1" fill="hold" nodeType="afterEffect">
                                  <p:stCondLst>
                                    <p:cond delay="0"/>
                                  </p:stCondLst>
                                  <p:childTnLst>
                                    <p:animEffect transition="out" filter="wipe(up)">
                                      <p:cBhvr>
                                        <p:cTn id="103" dur="500"/>
                                        <p:tgtEl>
                                          <p:spTgt spid="90"/>
                                        </p:tgtEl>
                                      </p:cBhvr>
                                    </p:animEffect>
                                    <p:set>
                                      <p:cBhvr>
                                        <p:cTn id="104" dur="1" fill="hold">
                                          <p:stCondLst>
                                            <p:cond delay="499"/>
                                          </p:stCondLst>
                                        </p:cTn>
                                        <p:tgtEl>
                                          <p:spTgt spid="90"/>
                                        </p:tgtEl>
                                        <p:attrNameLst>
                                          <p:attrName>style.visibility</p:attrName>
                                        </p:attrNameLst>
                                      </p:cBhvr>
                                      <p:to>
                                        <p:strVal val="hidden"/>
                                      </p:to>
                                    </p:set>
                                  </p:childTnLst>
                                </p:cTn>
                              </p:par>
                            </p:childTnLst>
                          </p:cTn>
                        </p:par>
                        <p:par>
                          <p:cTn id="105" fill="hold">
                            <p:stCondLst>
                              <p:cond delay="1500"/>
                            </p:stCondLst>
                            <p:childTnLst>
                              <p:par>
                                <p:cTn id="106" presetID="22" presetClass="entr" presetSubtype="8" fill="hold" nodeType="afterEffect">
                                  <p:stCondLst>
                                    <p:cond delay="0"/>
                                  </p:stCondLst>
                                  <p:childTnLst>
                                    <p:set>
                                      <p:cBhvr>
                                        <p:cTn id="107" dur="1" fill="hold">
                                          <p:stCondLst>
                                            <p:cond delay="0"/>
                                          </p:stCondLst>
                                        </p:cTn>
                                        <p:tgtEl>
                                          <p:spTgt spid="92"/>
                                        </p:tgtEl>
                                        <p:attrNameLst>
                                          <p:attrName>style.visibility</p:attrName>
                                        </p:attrNameLst>
                                      </p:cBhvr>
                                      <p:to>
                                        <p:strVal val="visible"/>
                                      </p:to>
                                    </p:set>
                                    <p:animEffect transition="in" filter="wipe(left)">
                                      <p:cBhvr>
                                        <p:cTn id="108" dur="500"/>
                                        <p:tgtEl>
                                          <p:spTgt spid="92"/>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mph" presetSubtype="2" fill="hold" nodeType="clickEffect">
                                  <p:stCondLst>
                                    <p:cond delay="0"/>
                                  </p:stCondLst>
                                  <p:childTnLst>
                                    <p:animClr clrSpc="rgb" dir="cw">
                                      <p:cBhvr>
                                        <p:cTn id="112" dur="1000" fill="hold"/>
                                        <p:tgtEl>
                                          <p:spTgt spid="46"/>
                                        </p:tgtEl>
                                        <p:attrNameLst>
                                          <p:attrName>fillcolor</p:attrName>
                                        </p:attrNameLst>
                                      </p:cBhvr>
                                      <p:to>
                                        <a:srgbClr val="000000"/>
                                      </p:to>
                                    </p:animClr>
                                    <p:set>
                                      <p:cBhvr>
                                        <p:cTn id="113" dur="1000" fill="hold"/>
                                        <p:tgtEl>
                                          <p:spTgt spid="46"/>
                                        </p:tgtEl>
                                        <p:attrNameLst>
                                          <p:attrName>fill.type</p:attrName>
                                        </p:attrNameLst>
                                      </p:cBhvr>
                                      <p:to>
                                        <p:strVal val="solid"/>
                                      </p:to>
                                    </p:set>
                                    <p:set>
                                      <p:cBhvr>
                                        <p:cTn id="114" dur="1000" fill="hold"/>
                                        <p:tgtEl>
                                          <p:spTgt spid="46"/>
                                        </p:tgtEl>
                                        <p:attrNameLst>
                                          <p:attrName>fill.on</p:attrName>
                                        </p:attrNameLst>
                                      </p:cBhvr>
                                      <p:to>
                                        <p:strVal val="true"/>
                                      </p:to>
                                    </p:set>
                                  </p:childTnLst>
                                </p:cTn>
                              </p:par>
                            </p:childTnLst>
                          </p:cTn>
                        </p:par>
                        <p:par>
                          <p:cTn id="115" fill="hold">
                            <p:stCondLst>
                              <p:cond delay="1000"/>
                            </p:stCondLst>
                            <p:childTnLst>
                              <p:par>
                                <p:cTn id="116" presetID="22" presetClass="exit" presetSubtype="1" fill="hold" nodeType="afterEffect">
                                  <p:stCondLst>
                                    <p:cond delay="0"/>
                                  </p:stCondLst>
                                  <p:childTnLst>
                                    <p:animEffect transition="out" filter="wipe(up)">
                                      <p:cBhvr>
                                        <p:cTn id="117" dur="500"/>
                                        <p:tgtEl>
                                          <p:spTgt spid="92"/>
                                        </p:tgtEl>
                                      </p:cBhvr>
                                    </p:animEffect>
                                    <p:set>
                                      <p:cBhvr>
                                        <p:cTn id="118" dur="1" fill="hold">
                                          <p:stCondLst>
                                            <p:cond delay="499"/>
                                          </p:stCondLst>
                                        </p:cTn>
                                        <p:tgtEl>
                                          <p:spTgt spid="92"/>
                                        </p:tgtEl>
                                        <p:attrNameLst>
                                          <p:attrName>style.visibility</p:attrName>
                                        </p:attrNameLst>
                                      </p:cBhvr>
                                      <p:to>
                                        <p:strVal val="hidden"/>
                                      </p:to>
                                    </p:set>
                                  </p:childTnLst>
                                </p:cTn>
                              </p:par>
                            </p:childTnLst>
                          </p:cTn>
                        </p:par>
                        <p:par>
                          <p:cTn id="119" fill="hold">
                            <p:stCondLst>
                              <p:cond delay="1500"/>
                            </p:stCondLst>
                            <p:childTnLst>
                              <p:par>
                                <p:cTn id="120" presetID="22" presetClass="entr" presetSubtype="8" fill="hold" nodeType="afterEffect">
                                  <p:stCondLst>
                                    <p:cond delay="0"/>
                                  </p:stCondLst>
                                  <p:childTnLst>
                                    <p:set>
                                      <p:cBhvr>
                                        <p:cTn id="121" dur="1" fill="hold">
                                          <p:stCondLst>
                                            <p:cond delay="0"/>
                                          </p:stCondLst>
                                        </p:cTn>
                                        <p:tgtEl>
                                          <p:spTgt spid="94"/>
                                        </p:tgtEl>
                                        <p:attrNameLst>
                                          <p:attrName>style.visibility</p:attrName>
                                        </p:attrNameLst>
                                      </p:cBhvr>
                                      <p:to>
                                        <p:strVal val="visible"/>
                                      </p:to>
                                    </p:set>
                                    <p:animEffect transition="in" filter="wipe(left)">
                                      <p:cBhvr>
                                        <p:cTn id="122" dur="500"/>
                                        <p:tgtEl>
                                          <p:spTgt spid="94"/>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mph" presetSubtype="2" fill="hold" nodeType="clickEffect">
                                  <p:stCondLst>
                                    <p:cond delay="0"/>
                                  </p:stCondLst>
                                  <p:childTnLst>
                                    <p:animClr clrSpc="rgb" dir="cw">
                                      <p:cBhvr>
                                        <p:cTn id="126" dur="1000" fill="hold"/>
                                        <p:tgtEl>
                                          <p:spTgt spid="44"/>
                                        </p:tgtEl>
                                        <p:attrNameLst>
                                          <p:attrName>fillcolor</p:attrName>
                                        </p:attrNameLst>
                                      </p:cBhvr>
                                      <p:to>
                                        <a:srgbClr val="FF0000"/>
                                      </p:to>
                                    </p:animClr>
                                    <p:set>
                                      <p:cBhvr>
                                        <p:cTn id="127" dur="1000" fill="hold"/>
                                        <p:tgtEl>
                                          <p:spTgt spid="44"/>
                                        </p:tgtEl>
                                        <p:attrNameLst>
                                          <p:attrName>fill.type</p:attrName>
                                        </p:attrNameLst>
                                      </p:cBhvr>
                                      <p:to>
                                        <p:strVal val="solid"/>
                                      </p:to>
                                    </p:set>
                                    <p:set>
                                      <p:cBhvr>
                                        <p:cTn id="128" dur="1000" fill="hold"/>
                                        <p:tgtEl>
                                          <p:spTgt spid="44"/>
                                        </p:tgtEl>
                                        <p:attrNameLst>
                                          <p:attrName>fill.on</p:attrName>
                                        </p:attrNameLst>
                                      </p:cBhvr>
                                      <p:to>
                                        <p:strVal val="true"/>
                                      </p:to>
                                    </p:set>
                                  </p:childTnLst>
                                </p:cTn>
                              </p:par>
                            </p:childTnLst>
                          </p:cTn>
                        </p:par>
                        <p:par>
                          <p:cTn id="129" fill="hold">
                            <p:stCondLst>
                              <p:cond delay="1000"/>
                            </p:stCondLst>
                            <p:childTnLst>
                              <p:par>
                                <p:cTn id="130" presetID="22" presetClass="exit" presetSubtype="1" fill="hold" nodeType="afterEffect">
                                  <p:stCondLst>
                                    <p:cond delay="0"/>
                                  </p:stCondLst>
                                  <p:childTnLst>
                                    <p:animEffect transition="out" filter="wipe(up)">
                                      <p:cBhvr>
                                        <p:cTn id="131" dur="500"/>
                                        <p:tgtEl>
                                          <p:spTgt spid="94"/>
                                        </p:tgtEl>
                                      </p:cBhvr>
                                    </p:animEffect>
                                    <p:set>
                                      <p:cBhvr>
                                        <p:cTn id="132" dur="1" fill="hold">
                                          <p:stCondLst>
                                            <p:cond delay="499"/>
                                          </p:stCondLst>
                                        </p:cTn>
                                        <p:tgtEl>
                                          <p:spTgt spid="94"/>
                                        </p:tgtEl>
                                        <p:attrNameLst>
                                          <p:attrName>style.visibility</p:attrName>
                                        </p:attrNameLst>
                                      </p:cBhvr>
                                      <p:to>
                                        <p:strVal val="hidden"/>
                                      </p:to>
                                    </p:set>
                                  </p:childTnLst>
                                </p:cTn>
                              </p:par>
                            </p:childTnLst>
                          </p:cTn>
                        </p:par>
                        <p:par>
                          <p:cTn id="133" fill="hold">
                            <p:stCondLst>
                              <p:cond delay="1500"/>
                            </p:stCondLst>
                            <p:childTnLst>
                              <p:par>
                                <p:cTn id="134" presetID="22" presetClass="entr" presetSubtype="8" fill="hold" nodeType="afterEffect">
                                  <p:stCondLst>
                                    <p:cond delay="0"/>
                                  </p:stCondLst>
                                  <p:childTnLst>
                                    <p:set>
                                      <p:cBhvr>
                                        <p:cTn id="135" dur="1" fill="hold">
                                          <p:stCondLst>
                                            <p:cond delay="0"/>
                                          </p:stCondLst>
                                        </p:cTn>
                                        <p:tgtEl>
                                          <p:spTgt spid="96"/>
                                        </p:tgtEl>
                                        <p:attrNameLst>
                                          <p:attrName>style.visibility</p:attrName>
                                        </p:attrNameLst>
                                      </p:cBhvr>
                                      <p:to>
                                        <p:strVal val="visible"/>
                                      </p:to>
                                    </p:set>
                                    <p:animEffect transition="in" filter="wipe(left)">
                                      <p:cBhvr>
                                        <p:cTn id="136" dur="500"/>
                                        <p:tgtEl>
                                          <p:spTgt spid="96"/>
                                        </p:tgtEl>
                                      </p:cBhvr>
                                    </p:animEffect>
                                  </p:childTnLst>
                                </p:cTn>
                              </p:par>
                            </p:childTnLst>
                          </p:cTn>
                        </p:par>
                      </p:childTnLst>
                    </p:cTn>
                  </p:par>
                  <p:par>
                    <p:cTn id="137" fill="hold">
                      <p:stCondLst>
                        <p:cond delay="indefinite"/>
                      </p:stCondLst>
                      <p:childTnLst>
                        <p:par>
                          <p:cTn id="138" fill="hold">
                            <p:stCondLst>
                              <p:cond delay="0"/>
                            </p:stCondLst>
                            <p:childTnLst>
                              <p:par>
                                <p:cTn id="139" presetID="64" presetClass="path" presetSubtype="0" accel="50000" decel="50000" fill="hold" nodeType="clickEffect">
                                  <p:stCondLst>
                                    <p:cond delay="0"/>
                                  </p:stCondLst>
                                  <p:childTnLst>
                                    <p:animMotion origin="layout" path="M 3.75E-6 -3.7037E-7 L 0.04075 -0.17755 " pathEditMode="relative" rAng="0" ptsTypes="AA">
                                      <p:cBhvr>
                                        <p:cTn id="140" dur="2000" fill="hold"/>
                                        <p:tgtEl>
                                          <p:spTgt spid="61"/>
                                        </p:tgtEl>
                                        <p:attrNameLst>
                                          <p:attrName>ppt_x</p:attrName>
                                          <p:attrName>ppt_y</p:attrName>
                                        </p:attrNameLst>
                                      </p:cBhvr>
                                      <p:rCtr x="2031" y="-8889"/>
                                    </p:animMotion>
                                  </p:childTnLst>
                                </p:cTn>
                              </p:par>
                            </p:childTnLst>
                          </p:cTn>
                        </p:par>
                        <p:par>
                          <p:cTn id="141" fill="hold">
                            <p:stCondLst>
                              <p:cond delay="2000"/>
                            </p:stCondLst>
                            <p:childTnLst>
                              <p:par>
                                <p:cTn id="142" presetID="22" presetClass="exit" presetSubtype="1" fill="hold" nodeType="afterEffect">
                                  <p:stCondLst>
                                    <p:cond delay="0"/>
                                  </p:stCondLst>
                                  <p:childTnLst>
                                    <p:animEffect transition="out" filter="wipe(up)">
                                      <p:cBhvr>
                                        <p:cTn id="143" dur="500"/>
                                        <p:tgtEl>
                                          <p:spTgt spid="96"/>
                                        </p:tgtEl>
                                      </p:cBhvr>
                                    </p:animEffect>
                                    <p:set>
                                      <p:cBhvr>
                                        <p:cTn id="144" dur="1" fill="hold">
                                          <p:stCondLst>
                                            <p:cond delay="499"/>
                                          </p:stCondLst>
                                        </p:cTn>
                                        <p:tgtEl>
                                          <p:spTgt spid="96"/>
                                        </p:tgtEl>
                                        <p:attrNameLst>
                                          <p:attrName>style.visibility</p:attrName>
                                        </p:attrNameLst>
                                      </p:cBhvr>
                                      <p:to>
                                        <p:strVal val="hidden"/>
                                      </p:to>
                                    </p:set>
                                  </p:childTnLst>
                                </p:cTn>
                              </p:par>
                            </p:childTnLst>
                          </p:cTn>
                        </p:par>
                        <p:par>
                          <p:cTn id="145" fill="hold">
                            <p:stCondLst>
                              <p:cond delay="2500"/>
                            </p:stCondLst>
                            <p:childTnLst>
                              <p:par>
                                <p:cTn id="146" presetID="22" presetClass="entr" presetSubtype="8" fill="hold" nodeType="afterEffect">
                                  <p:stCondLst>
                                    <p:cond delay="0"/>
                                  </p:stCondLst>
                                  <p:childTnLst>
                                    <p:set>
                                      <p:cBhvr>
                                        <p:cTn id="147" dur="1" fill="hold">
                                          <p:stCondLst>
                                            <p:cond delay="0"/>
                                          </p:stCondLst>
                                        </p:cTn>
                                        <p:tgtEl>
                                          <p:spTgt spid="73"/>
                                        </p:tgtEl>
                                        <p:attrNameLst>
                                          <p:attrName>style.visibility</p:attrName>
                                        </p:attrNameLst>
                                      </p:cBhvr>
                                      <p:to>
                                        <p:strVal val="visible"/>
                                      </p:to>
                                    </p:set>
                                    <p:animEffect transition="in" filter="wipe(left)">
                                      <p:cBhvr>
                                        <p:cTn id="148" dur="500"/>
                                        <p:tgtEl>
                                          <p:spTgt spid="73"/>
                                        </p:tgtEl>
                                      </p:cBhvr>
                                    </p:animEffect>
                                  </p:childTnLst>
                                </p:cTn>
                              </p:par>
                              <p:par>
                                <p:cTn id="149" presetID="27" presetClass="emph" presetSubtype="0" fill="remove" grpId="0" nodeType="withEffect">
                                  <p:stCondLst>
                                    <p:cond delay="0"/>
                                  </p:stCondLst>
                                  <p:childTnLst>
                                    <p:animClr clrSpc="rgb" dir="cw">
                                      <p:cBhvr override="childStyle">
                                        <p:cTn id="150" dur="500" autoRev="1" fill="remove"/>
                                        <p:tgtEl>
                                          <p:spTgt spid="43"/>
                                        </p:tgtEl>
                                        <p:attrNameLst>
                                          <p:attrName>style.color</p:attrName>
                                        </p:attrNameLst>
                                      </p:cBhvr>
                                      <p:to>
                                        <a:schemeClr val="bg1"/>
                                      </p:to>
                                    </p:animClr>
                                    <p:animClr clrSpc="rgb" dir="cw">
                                      <p:cBhvr>
                                        <p:cTn id="151" dur="500" autoRev="1" fill="remove"/>
                                        <p:tgtEl>
                                          <p:spTgt spid="43"/>
                                        </p:tgtEl>
                                        <p:attrNameLst>
                                          <p:attrName>fillcolor</p:attrName>
                                        </p:attrNameLst>
                                      </p:cBhvr>
                                      <p:to>
                                        <a:schemeClr val="bg1"/>
                                      </p:to>
                                    </p:animClr>
                                    <p:set>
                                      <p:cBhvr>
                                        <p:cTn id="152" dur="500" autoRev="1" fill="remove"/>
                                        <p:tgtEl>
                                          <p:spTgt spid="43"/>
                                        </p:tgtEl>
                                        <p:attrNameLst>
                                          <p:attrName>fill.type</p:attrName>
                                        </p:attrNameLst>
                                      </p:cBhvr>
                                      <p:to>
                                        <p:strVal val="solid"/>
                                      </p:to>
                                    </p:set>
                                    <p:set>
                                      <p:cBhvr>
                                        <p:cTn id="153" dur="500" autoRev="1" fill="remove"/>
                                        <p:tgtEl>
                                          <p:spTgt spid="43"/>
                                        </p:tgtEl>
                                        <p:attrNameLst>
                                          <p:attrName>fill.on</p:attrName>
                                        </p:attrNameLst>
                                      </p:cBhvr>
                                      <p:to>
                                        <p:strVal val="true"/>
                                      </p:to>
                                    </p:set>
                                  </p:childTnLst>
                                </p:cTn>
                              </p:par>
                            </p:childTnLst>
                          </p:cTn>
                        </p:par>
                        <p:par>
                          <p:cTn id="154" fill="hold">
                            <p:stCondLst>
                              <p:cond delay="3500"/>
                            </p:stCondLst>
                            <p:childTnLst>
                              <p:par>
                                <p:cTn id="155" presetID="22" presetClass="exit" presetSubtype="1" fill="hold" nodeType="afterEffect">
                                  <p:stCondLst>
                                    <p:cond delay="0"/>
                                  </p:stCondLst>
                                  <p:childTnLst>
                                    <p:animEffect transition="out" filter="wipe(up)">
                                      <p:cBhvr>
                                        <p:cTn id="156" dur="500"/>
                                        <p:tgtEl>
                                          <p:spTgt spid="73"/>
                                        </p:tgtEl>
                                      </p:cBhvr>
                                    </p:animEffect>
                                    <p:set>
                                      <p:cBhvr>
                                        <p:cTn id="157" dur="1" fill="hold">
                                          <p:stCondLst>
                                            <p:cond delay="499"/>
                                          </p:stCondLst>
                                        </p:cTn>
                                        <p:tgtEl>
                                          <p:spTgt spid="73"/>
                                        </p:tgtEl>
                                        <p:attrNameLst>
                                          <p:attrName>style.visibility</p:attrName>
                                        </p:attrNameLst>
                                      </p:cBhvr>
                                      <p:to>
                                        <p:strVal val="hidden"/>
                                      </p:to>
                                    </p:set>
                                  </p:childTnLst>
                                </p:cTn>
                              </p:par>
                            </p:childTnLst>
                          </p:cTn>
                        </p:par>
                        <p:par>
                          <p:cTn id="158" fill="hold">
                            <p:stCondLst>
                              <p:cond delay="4000"/>
                            </p:stCondLst>
                            <p:childTnLst>
                              <p:par>
                                <p:cTn id="159" presetID="22" presetClass="entr" presetSubtype="8" fill="hold" nodeType="afterEffect">
                                  <p:stCondLst>
                                    <p:cond delay="0"/>
                                  </p:stCondLst>
                                  <p:childTnLst>
                                    <p:set>
                                      <p:cBhvr>
                                        <p:cTn id="160" dur="1" fill="hold">
                                          <p:stCondLst>
                                            <p:cond delay="0"/>
                                          </p:stCondLst>
                                        </p:cTn>
                                        <p:tgtEl>
                                          <p:spTgt spid="81"/>
                                        </p:tgtEl>
                                        <p:attrNameLst>
                                          <p:attrName>style.visibility</p:attrName>
                                        </p:attrNameLst>
                                      </p:cBhvr>
                                      <p:to>
                                        <p:strVal val="visible"/>
                                      </p:to>
                                    </p:set>
                                    <p:animEffect transition="in" filter="wipe(left)">
                                      <p:cBhvr>
                                        <p:cTn id="161" dur="500"/>
                                        <p:tgtEl>
                                          <p:spTgt spid="81"/>
                                        </p:tgtEl>
                                      </p:cBhvr>
                                    </p:animEffect>
                                  </p:childTnLst>
                                </p:cTn>
                              </p:par>
                            </p:childTnLst>
                          </p:cTn>
                        </p:par>
                      </p:childTnLst>
                    </p:cTn>
                  </p:par>
                  <p:par>
                    <p:cTn id="162" fill="hold">
                      <p:stCondLst>
                        <p:cond delay="indefinite"/>
                      </p:stCondLst>
                      <p:childTnLst>
                        <p:par>
                          <p:cTn id="163" fill="hold">
                            <p:stCondLst>
                              <p:cond delay="0"/>
                            </p:stCondLst>
                            <p:childTnLst>
                              <p:par>
                                <p:cTn id="164" presetID="8" presetClass="emph" presetSubtype="0" fill="hold" nodeType="clickEffect">
                                  <p:stCondLst>
                                    <p:cond delay="0"/>
                                  </p:stCondLst>
                                  <p:childTnLst>
                                    <p:animRot by="21600000">
                                      <p:cBhvr>
                                        <p:cTn id="165" dur="1000" fill="hold"/>
                                        <p:tgtEl>
                                          <p:spTgt spid="35"/>
                                        </p:tgtEl>
                                        <p:attrNameLst>
                                          <p:attrName>r</p:attrName>
                                        </p:attrNameLst>
                                      </p:cBhvr>
                                    </p:animRot>
                                  </p:childTnLst>
                                </p:cTn>
                              </p:par>
                              <p:par>
                                <p:cTn id="166" presetID="27" presetClass="emph" presetSubtype="0" fill="remove" grpId="1" nodeType="withEffect">
                                  <p:stCondLst>
                                    <p:cond delay="0"/>
                                  </p:stCondLst>
                                  <p:childTnLst>
                                    <p:animClr clrSpc="rgb" dir="cw">
                                      <p:cBhvr override="childStyle">
                                        <p:cTn id="167" dur="500" autoRev="1" fill="remove"/>
                                        <p:tgtEl>
                                          <p:spTgt spid="43"/>
                                        </p:tgtEl>
                                        <p:attrNameLst>
                                          <p:attrName>style.color</p:attrName>
                                        </p:attrNameLst>
                                      </p:cBhvr>
                                      <p:to>
                                        <a:schemeClr val="bg1"/>
                                      </p:to>
                                    </p:animClr>
                                    <p:animClr clrSpc="rgb" dir="cw">
                                      <p:cBhvr>
                                        <p:cTn id="168" dur="500" autoRev="1" fill="remove"/>
                                        <p:tgtEl>
                                          <p:spTgt spid="43"/>
                                        </p:tgtEl>
                                        <p:attrNameLst>
                                          <p:attrName>fillcolor</p:attrName>
                                        </p:attrNameLst>
                                      </p:cBhvr>
                                      <p:to>
                                        <a:schemeClr val="bg1"/>
                                      </p:to>
                                    </p:animClr>
                                    <p:set>
                                      <p:cBhvr>
                                        <p:cTn id="169" dur="500" autoRev="1" fill="remove"/>
                                        <p:tgtEl>
                                          <p:spTgt spid="43"/>
                                        </p:tgtEl>
                                        <p:attrNameLst>
                                          <p:attrName>fill.type</p:attrName>
                                        </p:attrNameLst>
                                      </p:cBhvr>
                                      <p:to>
                                        <p:strVal val="solid"/>
                                      </p:to>
                                    </p:set>
                                    <p:set>
                                      <p:cBhvr>
                                        <p:cTn id="170" dur="500" autoRev="1" fill="remove"/>
                                        <p:tgtEl>
                                          <p:spTgt spid="43"/>
                                        </p:tgtEl>
                                        <p:attrNameLst>
                                          <p:attrName>fill.on</p:attrName>
                                        </p:attrNameLst>
                                      </p:cBhvr>
                                      <p:to>
                                        <p:strVal val="true"/>
                                      </p:to>
                                    </p:set>
                                  </p:childTnLst>
                                </p:cTn>
                              </p:par>
                            </p:childTnLst>
                          </p:cTn>
                        </p:par>
                        <p:par>
                          <p:cTn id="171" fill="hold">
                            <p:stCondLst>
                              <p:cond delay="1000"/>
                            </p:stCondLst>
                            <p:childTnLst>
                              <p:par>
                                <p:cTn id="172" presetID="22" presetClass="exit" presetSubtype="1" fill="hold" nodeType="afterEffect">
                                  <p:stCondLst>
                                    <p:cond delay="0"/>
                                  </p:stCondLst>
                                  <p:childTnLst>
                                    <p:animEffect transition="out" filter="wipe(up)">
                                      <p:cBhvr>
                                        <p:cTn id="173" dur="500"/>
                                        <p:tgtEl>
                                          <p:spTgt spid="81"/>
                                        </p:tgtEl>
                                      </p:cBhvr>
                                    </p:animEffect>
                                    <p:set>
                                      <p:cBhvr>
                                        <p:cTn id="174" dur="1" fill="hold">
                                          <p:stCondLst>
                                            <p:cond delay="499"/>
                                          </p:stCondLst>
                                        </p:cTn>
                                        <p:tgtEl>
                                          <p:spTgt spid="81"/>
                                        </p:tgtEl>
                                        <p:attrNameLst>
                                          <p:attrName>style.visibility</p:attrName>
                                        </p:attrNameLst>
                                      </p:cBhvr>
                                      <p:to>
                                        <p:strVal val="hidden"/>
                                      </p:to>
                                    </p:set>
                                  </p:childTnLst>
                                </p:cTn>
                              </p:par>
                            </p:childTnLst>
                          </p:cTn>
                        </p:par>
                        <p:par>
                          <p:cTn id="175" fill="hold">
                            <p:stCondLst>
                              <p:cond delay="1500"/>
                            </p:stCondLst>
                            <p:childTnLst>
                              <p:par>
                                <p:cTn id="176" presetID="22" presetClass="entr" presetSubtype="8" fill="hold" nodeType="afterEffect">
                                  <p:stCondLst>
                                    <p:cond delay="0"/>
                                  </p:stCondLst>
                                  <p:childTnLst>
                                    <p:set>
                                      <p:cBhvr>
                                        <p:cTn id="177" dur="1" fill="hold">
                                          <p:stCondLst>
                                            <p:cond delay="0"/>
                                          </p:stCondLst>
                                        </p:cTn>
                                        <p:tgtEl>
                                          <p:spTgt spid="83"/>
                                        </p:tgtEl>
                                        <p:attrNameLst>
                                          <p:attrName>style.visibility</p:attrName>
                                        </p:attrNameLst>
                                      </p:cBhvr>
                                      <p:to>
                                        <p:strVal val="visible"/>
                                      </p:to>
                                    </p:set>
                                    <p:animEffect transition="in" filter="wipe(left)">
                                      <p:cBhvr>
                                        <p:cTn id="178" dur="500"/>
                                        <p:tgtEl>
                                          <p:spTgt spid="83"/>
                                        </p:tgtEl>
                                      </p:cBhvr>
                                    </p:animEffect>
                                  </p:childTnLst>
                                </p:cTn>
                              </p:par>
                            </p:childTnLst>
                          </p:cTn>
                        </p:par>
                      </p:childTnLst>
                    </p:cTn>
                  </p:par>
                  <p:par>
                    <p:cTn id="179" fill="hold">
                      <p:stCondLst>
                        <p:cond delay="indefinite"/>
                      </p:stCondLst>
                      <p:childTnLst>
                        <p:par>
                          <p:cTn id="180" fill="hold">
                            <p:stCondLst>
                              <p:cond delay="0"/>
                            </p:stCondLst>
                            <p:childTnLst>
                              <p:par>
                                <p:cTn id="181" presetID="64" presetClass="path" presetSubtype="0" accel="50000" decel="50000" fill="hold" nodeType="clickEffect">
                                  <p:stCondLst>
                                    <p:cond delay="0"/>
                                  </p:stCondLst>
                                  <p:childTnLst>
                                    <p:animMotion origin="layout" path="M -6.25E-7 1.85185E-6 L 0.10807 -0.15949 " pathEditMode="relative" rAng="0" ptsTypes="AA">
                                      <p:cBhvr>
                                        <p:cTn id="182" dur="2000" fill="hold"/>
                                        <p:tgtEl>
                                          <p:spTgt spid="85"/>
                                        </p:tgtEl>
                                        <p:attrNameLst>
                                          <p:attrName>ppt_x</p:attrName>
                                          <p:attrName>ppt_y</p:attrName>
                                        </p:attrNameLst>
                                      </p:cBhvr>
                                      <p:rCtr x="5404" y="-7986"/>
                                    </p:animMotion>
                                  </p:childTnLst>
                                </p:cTn>
                              </p:par>
                            </p:childTnLst>
                          </p:cTn>
                        </p:par>
                        <p:par>
                          <p:cTn id="183" fill="hold">
                            <p:stCondLst>
                              <p:cond delay="2000"/>
                            </p:stCondLst>
                            <p:childTnLst>
                              <p:par>
                                <p:cTn id="184" presetID="22" presetClass="exit" presetSubtype="1" fill="hold" nodeType="afterEffect">
                                  <p:stCondLst>
                                    <p:cond delay="0"/>
                                  </p:stCondLst>
                                  <p:childTnLst>
                                    <p:animEffect transition="out" filter="wipe(up)">
                                      <p:cBhvr>
                                        <p:cTn id="185" dur="500"/>
                                        <p:tgtEl>
                                          <p:spTgt spid="83"/>
                                        </p:tgtEl>
                                      </p:cBhvr>
                                    </p:animEffect>
                                    <p:set>
                                      <p:cBhvr>
                                        <p:cTn id="186" dur="1" fill="hold">
                                          <p:stCondLst>
                                            <p:cond delay="499"/>
                                          </p:stCondLst>
                                        </p:cTn>
                                        <p:tgtEl>
                                          <p:spTgt spid="83"/>
                                        </p:tgtEl>
                                        <p:attrNameLst>
                                          <p:attrName>style.visibility</p:attrName>
                                        </p:attrNameLst>
                                      </p:cBhvr>
                                      <p:to>
                                        <p:strVal val="hidden"/>
                                      </p:to>
                                    </p:set>
                                  </p:childTnLst>
                                </p:cTn>
                              </p:par>
                            </p:childTnLst>
                          </p:cTn>
                        </p:par>
                        <p:par>
                          <p:cTn id="187" fill="hold">
                            <p:stCondLst>
                              <p:cond delay="2500"/>
                            </p:stCondLst>
                            <p:childTnLst>
                              <p:par>
                                <p:cTn id="188" presetID="22" presetClass="entr" presetSubtype="8" fill="hold" nodeType="afterEffect">
                                  <p:stCondLst>
                                    <p:cond delay="0"/>
                                  </p:stCondLst>
                                  <p:childTnLst>
                                    <p:set>
                                      <p:cBhvr>
                                        <p:cTn id="189" dur="1" fill="hold">
                                          <p:stCondLst>
                                            <p:cond delay="0"/>
                                          </p:stCondLst>
                                        </p:cTn>
                                        <p:tgtEl>
                                          <p:spTgt spid="88"/>
                                        </p:tgtEl>
                                        <p:attrNameLst>
                                          <p:attrName>style.visibility</p:attrName>
                                        </p:attrNameLst>
                                      </p:cBhvr>
                                      <p:to>
                                        <p:strVal val="visible"/>
                                      </p:to>
                                    </p:set>
                                    <p:animEffect transition="in" filter="wipe(left)">
                                      <p:cBhvr>
                                        <p:cTn id="190" dur="500"/>
                                        <p:tgtEl>
                                          <p:spTgt spid="88"/>
                                        </p:tgtEl>
                                      </p:cBhvr>
                                    </p:animEffect>
                                  </p:childTnLst>
                                </p:cTn>
                              </p:par>
                            </p:childTnLst>
                          </p:cTn>
                        </p:par>
                      </p:childTnLst>
                    </p:cTn>
                  </p:par>
                  <p:par>
                    <p:cTn id="191" fill="hold">
                      <p:stCondLst>
                        <p:cond delay="indefinite"/>
                      </p:stCondLst>
                      <p:childTnLst>
                        <p:par>
                          <p:cTn id="192" fill="hold">
                            <p:stCondLst>
                              <p:cond delay="0"/>
                            </p:stCondLst>
                            <p:childTnLst>
                              <p:par>
                                <p:cTn id="193" presetID="26" presetClass="emph" presetSubtype="0" fill="hold" nodeType="clickEffect">
                                  <p:stCondLst>
                                    <p:cond delay="0"/>
                                  </p:stCondLst>
                                  <p:childTnLst>
                                    <p:animEffect transition="out" filter="fade">
                                      <p:cBhvr>
                                        <p:cTn id="194" dur="500" tmFilter="0, 0; .2, .5; .8, .5; 1, 0"/>
                                        <p:tgtEl>
                                          <p:spTgt spid="85"/>
                                        </p:tgtEl>
                                      </p:cBhvr>
                                    </p:animEffect>
                                    <p:animScale>
                                      <p:cBhvr>
                                        <p:cTn id="195" dur="250" autoRev="1" fill="hold"/>
                                        <p:tgtEl>
                                          <p:spTgt spid="85"/>
                                        </p:tgtEl>
                                      </p:cBhvr>
                                      <p:by x="105000" y="105000"/>
                                    </p:animScale>
                                  </p:childTnLst>
                                </p:cTn>
                              </p:par>
                              <p:par>
                                <p:cTn id="196" presetID="27" presetClass="emph" presetSubtype="0" fill="remove" grpId="0" nodeType="withEffect">
                                  <p:stCondLst>
                                    <p:cond delay="0"/>
                                  </p:stCondLst>
                                  <p:childTnLst>
                                    <p:animClr clrSpc="rgb" dir="cw">
                                      <p:cBhvr override="childStyle">
                                        <p:cTn id="197" dur="250" autoRev="1" fill="remove"/>
                                        <p:tgtEl>
                                          <p:spTgt spid="38"/>
                                        </p:tgtEl>
                                        <p:attrNameLst>
                                          <p:attrName>style.color</p:attrName>
                                        </p:attrNameLst>
                                      </p:cBhvr>
                                      <p:to>
                                        <a:schemeClr val="bg1"/>
                                      </p:to>
                                    </p:animClr>
                                    <p:animClr clrSpc="rgb" dir="cw">
                                      <p:cBhvr>
                                        <p:cTn id="198" dur="250" autoRev="1" fill="remove"/>
                                        <p:tgtEl>
                                          <p:spTgt spid="38"/>
                                        </p:tgtEl>
                                        <p:attrNameLst>
                                          <p:attrName>fillcolor</p:attrName>
                                        </p:attrNameLst>
                                      </p:cBhvr>
                                      <p:to>
                                        <a:schemeClr val="bg1"/>
                                      </p:to>
                                    </p:animClr>
                                    <p:set>
                                      <p:cBhvr>
                                        <p:cTn id="199" dur="250" autoRev="1" fill="remove"/>
                                        <p:tgtEl>
                                          <p:spTgt spid="38"/>
                                        </p:tgtEl>
                                        <p:attrNameLst>
                                          <p:attrName>fill.type</p:attrName>
                                        </p:attrNameLst>
                                      </p:cBhvr>
                                      <p:to>
                                        <p:strVal val="solid"/>
                                      </p:to>
                                    </p:set>
                                    <p:set>
                                      <p:cBhvr>
                                        <p:cTn id="200" dur="250" autoRev="1" fill="remove"/>
                                        <p:tgtEl>
                                          <p:spTgt spid="38"/>
                                        </p:tgtEl>
                                        <p:attrNameLst>
                                          <p:attrName>fill.on</p:attrName>
                                        </p:attrNameLst>
                                      </p:cBhvr>
                                      <p:to>
                                        <p:strVal val="true"/>
                                      </p:to>
                                    </p:set>
                                  </p:childTnLst>
                                </p:cTn>
                              </p:par>
                            </p:childTnLst>
                          </p:cTn>
                        </p:par>
                        <p:par>
                          <p:cTn id="201" fill="hold">
                            <p:stCondLst>
                              <p:cond delay="500"/>
                            </p:stCondLst>
                            <p:childTnLst>
                              <p:par>
                                <p:cTn id="202" presetID="32" presetClass="emph" presetSubtype="0" fill="hold" nodeType="afterEffect">
                                  <p:stCondLst>
                                    <p:cond delay="0"/>
                                  </p:stCondLst>
                                  <p:childTnLst>
                                    <p:animRot by="120000">
                                      <p:cBhvr>
                                        <p:cTn id="203" dur="100" fill="hold">
                                          <p:stCondLst>
                                            <p:cond delay="0"/>
                                          </p:stCondLst>
                                        </p:cTn>
                                        <p:tgtEl>
                                          <p:spTgt spid="88"/>
                                        </p:tgtEl>
                                        <p:attrNameLst>
                                          <p:attrName>r</p:attrName>
                                        </p:attrNameLst>
                                      </p:cBhvr>
                                    </p:animRot>
                                    <p:animRot by="-240000">
                                      <p:cBhvr>
                                        <p:cTn id="204" dur="200" fill="hold">
                                          <p:stCondLst>
                                            <p:cond delay="200"/>
                                          </p:stCondLst>
                                        </p:cTn>
                                        <p:tgtEl>
                                          <p:spTgt spid="88"/>
                                        </p:tgtEl>
                                        <p:attrNameLst>
                                          <p:attrName>r</p:attrName>
                                        </p:attrNameLst>
                                      </p:cBhvr>
                                    </p:animRot>
                                    <p:animRot by="240000">
                                      <p:cBhvr>
                                        <p:cTn id="205" dur="200" fill="hold">
                                          <p:stCondLst>
                                            <p:cond delay="400"/>
                                          </p:stCondLst>
                                        </p:cTn>
                                        <p:tgtEl>
                                          <p:spTgt spid="88"/>
                                        </p:tgtEl>
                                        <p:attrNameLst>
                                          <p:attrName>r</p:attrName>
                                        </p:attrNameLst>
                                      </p:cBhvr>
                                    </p:animRot>
                                    <p:animRot by="-240000">
                                      <p:cBhvr>
                                        <p:cTn id="206" dur="200" fill="hold">
                                          <p:stCondLst>
                                            <p:cond delay="600"/>
                                          </p:stCondLst>
                                        </p:cTn>
                                        <p:tgtEl>
                                          <p:spTgt spid="88"/>
                                        </p:tgtEl>
                                        <p:attrNameLst>
                                          <p:attrName>r</p:attrName>
                                        </p:attrNameLst>
                                      </p:cBhvr>
                                    </p:animRot>
                                    <p:animRot by="120000">
                                      <p:cBhvr>
                                        <p:cTn id="207" dur="200" fill="hold">
                                          <p:stCondLst>
                                            <p:cond delay="800"/>
                                          </p:stCondLst>
                                        </p:cTn>
                                        <p:tgtEl>
                                          <p:spTgt spid="88"/>
                                        </p:tgtEl>
                                        <p:attrNameLst>
                                          <p:attrName>r</p:attrName>
                                        </p:attrNameLst>
                                      </p:cBhvr>
                                    </p:animRot>
                                  </p:childTnLst>
                                </p:cTn>
                              </p:par>
                            </p:childTnLst>
                          </p:cTn>
                        </p:par>
                        <p:par>
                          <p:cTn id="208" fill="hold">
                            <p:stCondLst>
                              <p:cond delay="1500"/>
                            </p:stCondLst>
                            <p:childTnLst>
                              <p:par>
                                <p:cTn id="209" presetID="22" presetClass="exit" presetSubtype="1" fill="hold" nodeType="afterEffect">
                                  <p:stCondLst>
                                    <p:cond delay="0"/>
                                  </p:stCondLst>
                                  <p:childTnLst>
                                    <p:animEffect transition="out" filter="wipe(up)">
                                      <p:cBhvr>
                                        <p:cTn id="210" dur="500"/>
                                        <p:tgtEl>
                                          <p:spTgt spid="88"/>
                                        </p:tgtEl>
                                      </p:cBhvr>
                                    </p:animEffect>
                                    <p:set>
                                      <p:cBhvr>
                                        <p:cTn id="211" dur="1" fill="hold">
                                          <p:stCondLst>
                                            <p:cond delay="499"/>
                                          </p:stCondLst>
                                        </p:cTn>
                                        <p:tgtEl>
                                          <p:spTgt spid="88"/>
                                        </p:tgtEl>
                                        <p:attrNameLst>
                                          <p:attrName>style.visibility</p:attrName>
                                        </p:attrNameLst>
                                      </p:cBhvr>
                                      <p:to>
                                        <p:strVal val="hidden"/>
                                      </p:to>
                                    </p:set>
                                  </p:childTnLst>
                                </p:cTn>
                              </p:par>
                            </p:childTnLst>
                          </p:cTn>
                        </p:par>
                        <p:par>
                          <p:cTn id="212" fill="hold">
                            <p:stCondLst>
                              <p:cond delay="2000"/>
                            </p:stCondLst>
                            <p:childTnLst>
                              <p:par>
                                <p:cTn id="213" presetID="22" presetClass="entr" presetSubtype="8" fill="hold" nodeType="afterEffect">
                                  <p:stCondLst>
                                    <p:cond delay="0"/>
                                  </p:stCondLst>
                                  <p:childTnLst>
                                    <p:set>
                                      <p:cBhvr>
                                        <p:cTn id="214" dur="1" fill="hold">
                                          <p:stCondLst>
                                            <p:cond delay="0"/>
                                          </p:stCondLst>
                                        </p:cTn>
                                        <p:tgtEl>
                                          <p:spTgt spid="98"/>
                                        </p:tgtEl>
                                        <p:attrNameLst>
                                          <p:attrName>style.visibility</p:attrName>
                                        </p:attrNameLst>
                                      </p:cBhvr>
                                      <p:to>
                                        <p:strVal val="visible"/>
                                      </p:to>
                                    </p:set>
                                    <p:animEffect transition="in" filter="wipe(left)">
                                      <p:cBhvr>
                                        <p:cTn id="215" dur="500"/>
                                        <p:tgtEl>
                                          <p:spTgt spid="98"/>
                                        </p:tgtEl>
                                      </p:cBhvr>
                                    </p:animEffect>
                                  </p:childTnLst>
                                </p:cTn>
                              </p:par>
                            </p:childTnLst>
                          </p:cTn>
                        </p:par>
                      </p:childTnLst>
                    </p:cTn>
                  </p:par>
                  <p:par>
                    <p:cTn id="216" fill="hold">
                      <p:stCondLst>
                        <p:cond delay="indefinite"/>
                      </p:stCondLst>
                      <p:childTnLst>
                        <p:par>
                          <p:cTn id="217" fill="hold">
                            <p:stCondLst>
                              <p:cond delay="0"/>
                            </p:stCondLst>
                            <p:childTnLst>
                              <p:par>
                                <p:cTn id="218" presetID="8" presetClass="emph" presetSubtype="0" fill="hold" nodeType="clickEffect">
                                  <p:stCondLst>
                                    <p:cond delay="0"/>
                                  </p:stCondLst>
                                  <p:childTnLst>
                                    <p:animRot by="21600000">
                                      <p:cBhvr>
                                        <p:cTn id="219" dur="2000" fill="hold"/>
                                        <p:tgtEl>
                                          <p:spTgt spid="42"/>
                                        </p:tgtEl>
                                        <p:attrNameLst>
                                          <p:attrName>r</p:attrName>
                                        </p:attrNameLst>
                                      </p:cBhvr>
                                    </p:animRot>
                                  </p:childTnLst>
                                </p:cTn>
                              </p:par>
                              <p:par>
                                <p:cTn id="220" presetID="27" presetClass="emph" presetSubtype="0" fill="remove" grpId="0" nodeType="withEffect">
                                  <p:stCondLst>
                                    <p:cond delay="0"/>
                                  </p:stCondLst>
                                  <p:childTnLst>
                                    <p:animClr clrSpc="rgb" dir="cw">
                                      <p:cBhvr override="childStyle">
                                        <p:cTn id="221" dur="500" autoRev="1" fill="remove"/>
                                        <p:tgtEl>
                                          <p:spTgt spid="44"/>
                                        </p:tgtEl>
                                        <p:attrNameLst>
                                          <p:attrName>style.color</p:attrName>
                                        </p:attrNameLst>
                                      </p:cBhvr>
                                      <p:to>
                                        <a:schemeClr val="bg1"/>
                                      </p:to>
                                    </p:animClr>
                                    <p:animClr clrSpc="rgb" dir="cw">
                                      <p:cBhvr>
                                        <p:cTn id="222" dur="500" autoRev="1" fill="remove"/>
                                        <p:tgtEl>
                                          <p:spTgt spid="44"/>
                                        </p:tgtEl>
                                        <p:attrNameLst>
                                          <p:attrName>fillcolor</p:attrName>
                                        </p:attrNameLst>
                                      </p:cBhvr>
                                      <p:to>
                                        <a:schemeClr val="bg1"/>
                                      </p:to>
                                    </p:animClr>
                                    <p:set>
                                      <p:cBhvr>
                                        <p:cTn id="223" dur="500" autoRev="1" fill="remove"/>
                                        <p:tgtEl>
                                          <p:spTgt spid="44"/>
                                        </p:tgtEl>
                                        <p:attrNameLst>
                                          <p:attrName>fill.type</p:attrName>
                                        </p:attrNameLst>
                                      </p:cBhvr>
                                      <p:to>
                                        <p:strVal val="solid"/>
                                      </p:to>
                                    </p:set>
                                    <p:set>
                                      <p:cBhvr>
                                        <p:cTn id="224" dur="500" autoRev="1" fill="remove"/>
                                        <p:tgtEl>
                                          <p:spTgt spid="44"/>
                                        </p:tgtEl>
                                        <p:attrNameLst>
                                          <p:attrName>fill.on</p:attrName>
                                        </p:attrNameLst>
                                      </p:cBhvr>
                                      <p:to>
                                        <p:strVal val="true"/>
                                      </p:to>
                                    </p:set>
                                  </p:childTnLst>
                                </p:cTn>
                              </p:par>
                            </p:childTnLst>
                          </p:cTn>
                        </p:par>
                        <p:par>
                          <p:cTn id="225" fill="hold">
                            <p:stCondLst>
                              <p:cond delay="2000"/>
                            </p:stCondLst>
                            <p:childTnLst>
                              <p:par>
                                <p:cTn id="226" presetID="22" presetClass="exit" presetSubtype="1" fill="hold" nodeType="afterEffect">
                                  <p:stCondLst>
                                    <p:cond delay="0"/>
                                  </p:stCondLst>
                                  <p:childTnLst>
                                    <p:animEffect transition="out" filter="wipe(up)">
                                      <p:cBhvr>
                                        <p:cTn id="227" dur="500"/>
                                        <p:tgtEl>
                                          <p:spTgt spid="98"/>
                                        </p:tgtEl>
                                      </p:cBhvr>
                                    </p:animEffect>
                                    <p:set>
                                      <p:cBhvr>
                                        <p:cTn id="228" dur="1" fill="hold">
                                          <p:stCondLst>
                                            <p:cond delay="499"/>
                                          </p:stCondLst>
                                        </p:cTn>
                                        <p:tgtEl>
                                          <p:spTgt spid="98"/>
                                        </p:tgtEl>
                                        <p:attrNameLst>
                                          <p:attrName>style.visibility</p:attrName>
                                        </p:attrNameLst>
                                      </p:cBhvr>
                                      <p:to>
                                        <p:strVal val="hidden"/>
                                      </p:to>
                                    </p:set>
                                  </p:childTnLst>
                                </p:cTn>
                              </p:par>
                            </p:childTnLst>
                          </p:cTn>
                        </p:par>
                        <p:par>
                          <p:cTn id="229" fill="hold">
                            <p:stCondLst>
                              <p:cond delay="2500"/>
                            </p:stCondLst>
                            <p:childTnLst>
                              <p:par>
                                <p:cTn id="230" presetID="22" presetClass="entr" presetSubtype="8" fill="hold" nodeType="afterEffect">
                                  <p:stCondLst>
                                    <p:cond delay="0"/>
                                  </p:stCondLst>
                                  <p:childTnLst>
                                    <p:set>
                                      <p:cBhvr>
                                        <p:cTn id="231" dur="1" fill="hold">
                                          <p:stCondLst>
                                            <p:cond delay="0"/>
                                          </p:stCondLst>
                                        </p:cTn>
                                        <p:tgtEl>
                                          <p:spTgt spid="100"/>
                                        </p:tgtEl>
                                        <p:attrNameLst>
                                          <p:attrName>style.visibility</p:attrName>
                                        </p:attrNameLst>
                                      </p:cBhvr>
                                      <p:to>
                                        <p:strVal val="visible"/>
                                      </p:to>
                                    </p:set>
                                    <p:animEffect transition="in" filter="wipe(left)">
                                      <p:cBhvr>
                                        <p:cTn id="232" dur="500"/>
                                        <p:tgtEl>
                                          <p:spTgt spid="100"/>
                                        </p:tgtEl>
                                      </p:cBhvr>
                                    </p:animEffect>
                                  </p:childTnLst>
                                </p:cTn>
                              </p:par>
                            </p:childTnLst>
                          </p:cTn>
                        </p:par>
                      </p:childTnLst>
                    </p:cTn>
                  </p:par>
                  <p:par>
                    <p:cTn id="233" fill="hold">
                      <p:stCondLst>
                        <p:cond delay="indefinite"/>
                      </p:stCondLst>
                      <p:childTnLst>
                        <p:par>
                          <p:cTn id="234" fill="hold">
                            <p:stCondLst>
                              <p:cond delay="0"/>
                            </p:stCondLst>
                            <p:childTnLst>
                              <p:par>
                                <p:cTn id="235" presetID="64" presetClass="path" presetSubtype="0" accel="50000" decel="50000" fill="hold" nodeType="clickEffect">
                                  <p:stCondLst>
                                    <p:cond delay="0"/>
                                  </p:stCondLst>
                                  <p:childTnLst>
                                    <p:animMotion origin="layout" path="M 0.04075 -0.17755 L -0.00951 -0.26806 " pathEditMode="relative" rAng="0" ptsTypes="AA">
                                      <p:cBhvr>
                                        <p:cTn id="236" dur="2000" fill="hold"/>
                                        <p:tgtEl>
                                          <p:spTgt spid="61"/>
                                        </p:tgtEl>
                                        <p:attrNameLst>
                                          <p:attrName>ppt_x</p:attrName>
                                          <p:attrName>ppt_y</p:attrName>
                                        </p:attrNameLst>
                                      </p:cBhvr>
                                      <p:rCtr x="-2513" y="-4537"/>
                                    </p:animMotion>
                                  </p:childTnLst>
                                </p:cTn>
                              </p:par>
                            </p:childTnLst>
                          </p:cTn>
                        </p:par>
                      </p:childTnLst>
                    </p:cTn>
                  </p:par>
                  <p:par>
                    <p:cTn id="237" fill="hold">
                      <p:stCondLst>
                        <p:cond delay="indefinite"/>
                      </p:stCondLst>
                      <p:childTnLst>
                        <p:par>
                          <p:cTn id="238" fill="hold">
                            <p:stCondLst>
                              <p:cond delay="0"/>
                            </p:stCondLst>
                            <p:childTnLst>
                              <p:par>
                                <p:cTn id="239" presetID="22" presetClass="exit" presetSubtype="1" fill="hold" nodeType="clickEffect">
                                  <p:stCondLst>
                                    <p:cond delay="0"/>
                                  </p:stCondLst>
                                  <p:childTnLst>
                                    <p:animEffect transition="out" filter="wipe(up)">
                                      <p:cBhvr>
                                        <p:cTn id="240" dur="500"/>
                                        <p:tgtEl>
                                          <p:spTgt spid="100"/>
                                        </p:tgtEl>
                                      </p:cBhvr>
                                    </p:animEffect>
                                    <p:set>
                                      <p:cBhvr>
                                        <p:cTn id="241" dur="1" fill="hold">
                                          <p:stCondLst>
                                            <p:cond delay="499"/>
                                          </p:stCondLst>
                                        </p:cTn>
                                        <p:tgtEl>
                                          <p:spTgt spid="100"/>
                                        </p:tgtEl>
                                        <p:attrNameLst>
                                          <p:attrName>style.visibility</p:attrName>
                                        </p:attrNameLst>
                                      </p:cBhvr>
                                      <p:to>
                                        <p:strVal val="hidden"/>
                                      </p:to>
                                    </p:set>
                                  </p:childTnLst>
                                </p:cTn>
                              </p:par>
                            </p:childTnLst>
                          </p:cTn>
                        </p:par>
                        <p:par>
                          <p:cTn id="242" fill="hold">
                            <p:stCondLst>
                              <p:cond delay="500"/>
                            </p:stCondLst>
                            <p:childTnLst>
                              <p:par>
                                <p:cTn id="243" presetID="22" presetClass="entr" presetSubtype="8" fill="hold" nodeType="afterEffect">
                                  <p:stCondLst>
                                    <p:cond delay="0"/>
                                  </p:stCondLst>
                                  <p:childTnLst>
                                    <p:set>
                                      <p:cBhvr>
                                        <p:cTn id="244" dur="1" fill="hold">
                                          <p:stCondLst>
                                            <p:cond delay="0"/>
                                          </p:stCondLst>
                                        </p:cTn>
                                        <p:tgtEl>
                                          <p:spTgt spid="71"/>
                                        </p:tgtEl>
                                        <p:attrNameLst>
                                          <p:attrName>style.visibility</p:attrName>
                                        </p:attrNameLst>
                                      </p:cBhvr>
                                      <p:to>
                                        <p:strVal val="visible"/>
                                      </p:to>
                                    </p:set>
                                    <p:animEffect transition="in" filter="wipe(left)">
                                      <p:cBhvr>
                                        <p:cTn id="245"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38" grpId="0" animBg="1"/>
      <p:bldP spid="43" grpId="0" animBg="1"/>
      <p:bldP spid="43" grpId="1" animBg="1"/>
      <p:bldP spid="44" grpId="0" animBg="1"/>
      <p:bldP spid="46" grpId="0" animBg="1"/>
      <p:bldP spid="46" grpId="1" animBg="1"/>
      <p:bldP spid="4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ABE29F0D-0463-4C47-9CFC-911A251649CD}"/>
              </a:ext>
            </a:extLst>
          </p:cNvPr>
          <p:cNvSpPr/>
          <p:nvPr/>
        </p:nvSpPr>
        <p:spPr>
          <a:xfrm>
            <a:off x="10604473" y="1440391"/>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5" name="文本框 4">
            <a:extLst>
              <a:ext uri="{FF2B5EF4-FFF2-40B4-BE49-F238E27FC236}">
                <a16:creationId xmlns:a16="http://schemas.microsoft.com/office/drawing/2014/main" id="{7734ABF2-4AB8-4728-97F9-F4B9695729E9}"/>
              </a:ext>
            </a:extLst>
          </p:cNvPr>
          <p:cNvSpPr txBox="1"/>
          <p:nvPr/>
        </p:nvSpPr>
        <p:spPr>
          <a:xfrm>
            <a:off x="189363" y="267613"/>
            <a:ext cx="9803131" cy="3693319"/>
          </a:xfrm>
          <a:prstGeom prst="rect">
            <a:avLst/>
          </a:prstGeom>
          <a:solidFill>
            <a:schemeClr val="bg2"/>
          </a:solidFill>
          <a:ln w="12700">
            <a:solidFill>
              <a:srgbClr val="002060"/>
            </a:solidFill>
          </a:ln>
        </p:spPr>
        <p:txBody>
          <a:bodyPr wrap="square">
            <a:spAutoFit/>
          </a:bodyPr>
          <a:lstStyle/>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zh-CN" altLang="en-US" b="1" dirty="0">
                <a:latin typeface="Courier New" panose="02070309020205020404" pitchFamily="49" charset="0"/>
                <a:cs typeface="Courier New" panose="02070309020205020404" pitchFamily="49" charset="0"/>
              </a:rPr>
              <a:t> InsertRBT(RBTree T, KeyType key, DataType data)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插入算法</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(SearchRBT_Aux(T, key, parent))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若已存在，则不插入</a:t>
            </a:r>
          </a:p>
          <a:p>
            <a:r>
              <a:rPr lang="zh-CN" altLang="en-US" b="1" dirty="0">
                <a:latin typeface="Courier New" panose="02070309020205020404" pitchFamily="49" charset="0"/>
                <a:cs typeface="Courier New" panose="02070309020205020404" pitchFamily="49" charset="0"/>
              </a:rPr>
              <a:t>  p = New_RBNode(key, data);    </a:t>
            </a:r>
            <a:r>
              <a:rPr lang="zh-CN" altLang="en-US" b="1" dirty="0">
                <a:solidFill>
                  <a:srgbClr val="0070C0"/>
                </a:solidFill>
                <a:latin typeface="Courier New" panose="02070309020205020404" pitchFamily="49" charset="0"/>
                <a:cs typeface="Courier New" panose="02070309020205020404" pitchFamily="49" charset="0"/>
              </a:rPr>
              <a:t>// 生成p结点</a:t>
            </a:r>
          </a:p>
          <a:p>
            <a:r>
              <a:rPr lang="zh-CN" altLang="en-US" b="1" dirty="0">
                <a:latin typeface="Courier New" panose="02070309020205020404" pitchFamily="49" charset="0"/>
                <a:cs typeface="Courier New" panose="02070309020205020404" pitchFamily="49" charset="0"/>
              </a:rPr>
              <a:t>  p-&gt;parent = parent;           </a:t>
            </a:r>
            <a:r>
              <a:rPr lang="zh-CN" altLang="en-US" b="1" dirty="0">
                <a:solidFill>
                  <a:srgbClr val="0070C0"/>
                </a:solidFill>
                <a:latin typeface="Courier New" panose="02070309020205020404" pitchFamily="49" charset="0"/>
                <a:cs typeface="Courier New" panose="02070309020205020404" pitchFamily="49" charset="0"/>
              </a:rPr>
              <a:t>// 在末梢插入</a:t>
            </a:r>
          </a:p>
          <a:p>
            <a:r>
              <a:rPr lang="zh-CN" altLang="en-US" b="1" dirty="0">
                <a:latin typeface="Courier New" panose="02070309020205020404" pitchFamily="49" charset="0"/>
                <a:cs typeface="Courier New" panose="02070309020205020404" pitchFamily="49" charset="0"/>
              </a:rPr>
              <a:t>  p-&gt;lchild = p-&gt;rchild = NULL;</a:t>
            </a:r>
          </a:p>
          <a:p>
            <a:r>
              <a:rPr lang="zh-CN" altLang="en-US" b="1" dirty="0">
                <a:latin typeface="Courier New" panose="02070309020205020404" pitchFamily="49" charset="0"/>
                <a:cs typeface="Courier New" panose="02070309020205020404" pitchFamily="49" charset="0"/>
              </a:rPr>
              <a:t>  p-&gt;color = RED;               </a:t>
            </a:r>
            <a:r>
              <a:rPr lang="zh-CN" altLang="en-US" b="1" dirty="0">
                <a:solidFill>
                  <a:srgbClr val="0070C0"/>
                </a:solidFill>
                <a:latin typeface="Courier New" panose="02070309020205020404" pitchFamily="49" charset="0"/>
                <a:cs typeface="Courier New" panose="02070309020205020404" pitchFamily="49" charset="0"/>
              </a:rPr>
              <a:t>// 标记红色</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(parent) </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(parent-&gt;key &gt; key) parent-&gt;lchild = p; </a:t>
            </a:r>
            <a:r>
              <a:rPr lang="zh-CN" altLang="en-US" b="1" dirty="0">
                <a:solidFill>
                  <a:srgbClr val="0070C0"/>
                </a:solidFill>
                <a:latin typeface="Courier New" panose="02070309020205020404" pitchFamily="49" charset="0"/>
                <a:cs typeface="Courier New" panose="02070309020205020404" pitchFamily="49" charset="0"/>
              </a:rPr>
              <a:t>// 为左孩子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parent-&gt;rchild = p;                  </a:t>
            </a:r>
            <a:r>
              <a:rPr lang="zh-CN" altLang="en-US" b="1" dirty="0">
                <a:solidFill>
                  <a:srgbClr val="0070C0"/>
                </a:solidFill>
                <a:latin typeface="Courier New" panose="02070309020205020404" pitchFamily="49" charset="0"/>
                <a:cs typeface="Courier New" panose="02070309020205020404" pitchFamily="49" charset="0"/>
              </a:rPr>
              <a:t>// 为右孩子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T = p;  </a:t>
            </a:r>
            <a:r>
              <a:rPr lang="zh-CN" altLang="en-US" b="1" dirty="0">
                <a:solidFill>
                  <a:srgbClr val="0070C0"/>
                </a:solidFill>
                <a:latin typeface="Courier New" panose="02070309020205020404" pitchFamily="49" charset="0"/>
                <a:cs typeface="Courier New" panose="02070309020205020404" pitchFamily="49" charset="0"/>
              </a:rPr>
              <a:t>// 为根结点</a:t>
            </a:r>
          </a:p>
          <a:p>
            <a:r>
              <a:rPr lang="zh-CN" altLang="en-US" b="1" dirty="0">
                <a:latin typeface="Courier New" panose="02070309020205020404" pitchFamily="49" charset="0"/>
                <a:cs typeface="Courier New" panose="02070309020205020404" pitchFamily="49" charset="0"/>
              </a:rPr>
              <a:t>  Insert_Rebalance(p, T);   </a:t>
            </a:r>
            <a:r>
              <a:rPr lang="zh-CN" altLang="en-US" b="1" dirty="0">
                <a:solidFill>
                  <a:srgbClr val="0070C0"/>
                </a:solidFill>
                <a:latin typeface="Courier New" panose="02070309020205020404" pitchFamily="49" charset="0"/>
                <a:cs typeface="Courier New" panose="02070309020205020404" pitchFamily="49" charset="0"/>
              </a:rPr>
              <a:t>// 再平衡</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61" name="文本框 60">
            <a:extLst>
              <a:ext uri="{FF2B5EF4-FFF2-40B4-BE49-F238E27FC236}">
                <a16:creationId xmlns:a16="http://schemas.microsoft.com/office/drawing/2014/main" id="{DF060D1F-B6B4-4583-B3D6-F30AB1450A7D}"/>
              </a:ext>
            </a:extLst>
          </p:cNvPr>
          <p:cNvSpPr txBox="1"/>
          <p:nvPr/>
        </p:nvSpPr>
        <p:spPr>
          <a:xfrm>
            <a:off x="297094" y="499890"/>
            <a:ext cx="10546167" cy="6247864"/>
          </a:xfrm>
          <a:prstGeom prst="rect">
            <a:avLst/>
          </a:prstGeom>
          <a:solidFill>
            <a:srgbClr val="FCF8EE"/>
          </a:solidFill>
          <a:ln w="12700">
            <a:solidFill>
              <a:schemeClr val="accent2">
                <a:lumMod val="60000"/>
                <a:lumOff val="4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Insert</a:t>
            </a:r>
            <a:r>
              <a:rPr lang="en-US" altLang="zh-CN" sz="1600" b="1" dirty="0">
                <a:latin typeface="Courier New" panose="02070309020205020404" pitchFamily="49" charset="0"/>
                <a:cs typeface="Courier New" panose="02070309020205020404" pitchFamily="49" charset="0"/>
              </a:rPr>
              <a:t>Fixup</a:t>
            </a:r>
            <a:r>
              <a:rPr lang="zh-CN" altLang="en-US" sz="1600" b="1" dirty="0">
                <a:latin typeface="Courier New" panose="02070309020205020404" pitchFamily="49" charset="0"/>
                <a:cs typeface="Courier New" panose="02070309020205020404" pitchFamily="49" charset="0"/>
              </a:rPr>
              <a:t>(RBTree &amp;T, RBNode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插入后再平衡</a:t>
            </a: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RBNode</a:t>
            </a:r>
            <a:r>
              <a:rPr lang="en-US" altLang="zh-CN" sz="1600" b="1" dirty="0">
                <a:latin typeface="Courier New" panose="02070309020205020404" pitchFamily="49" charset="0"/>
                <a:cs typeface="Courier New" panose="02070309020205020404" pitchFamily="49" charset="0"/>
              </a:rPr>
              <a:t> *uncle;</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latin typeface="Courier New" panose="02070309020205020404" pitchFamily="49" charset="0"/>
                <a:cs typeface="Courier New" panose="02070309020205020404" pitchFamily="49" charset="0"/>
              </a:rPr>
              <a:t>-&gt;parent-&gt;color == RED) { </a:t>
            </a:r>
            <a:r>
              <a:rPr lang="zh-CN" altLang="en-US" sz="1600" b="1"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solidFill>
                  <a:srgbClr val="0070C0"/>
                </a:solidFill>
                <a:latin typeface="Courier New" panose="02070309020205020404" pitchFamily="49" charset="0"/>
                <a:cs typeface="Courier New" panose="02070309020205020404" pitchFamily="49" charset="0"/>
              </a:rPr>
              <a:t>结点不是根且其父为红色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如果其父是祖父的左孩子</a:t>
            </a:r>
          </a:p>
          <a:p>
            <a:r>
              <a:rPr lang="zh-CN" altLang="en-US" sz="1600" b="1" dirty="0">
                <a:latin typeface="Courier New" panose="02070309020205020404" pitchFamily="49" charset="0"/>
                <a:cs typeface="Courier New" panose="02070309020205020404" pitchFamily="49" charset="0"/>
              </a:rPr>
              <a:t>      uncle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solidFill>
                  <a:srgbClr val="0070C0"/>
                </a:solidFill>
                <a:latin typeface="Courier New" panose="02070309020205020404" pitchFamily="49" charset="0"/>
                <a:cs typeface="Courier New" panose="02070309020205020404" pitchFamily="49" charset="0"/>
              </a:rPr>
              <a:t>// 求其叔</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(uncle-&gt;color == RED) {   </a:t>
            </a:r>
            <a:r>
              <a:rPr lang="zh-CN" altLang="en-US" sz="1600" b="1" dirty="0">
                <a:solidFill>
                  <a:srgbClr val="0070C0"/>
                </a:solidFill>
                <a:latin typeface="Courier New" panose="02070309020205020404" pitchFamily="49" charset="0"/>
                <a:cs typeface="Courier New" panose="02070309020205020404" pitchFamily="49" charset="0"/>
              </a:rPr>
              <a:t>// 如果其叔存在且是红色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情况1</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uncle-&gt;color = BLACK;           </a:t>
            </a:r>
            <a:r>
              <a:rPr lang="zh-CN" altLang="en-US" sz="1600" b="1" dirty="0">
                <a:solidFill>
                  <a:srgbClr val="0070C0"/>
                </a:solidFill>
                <a:latin typeface="Courier New" panose="02070309020205020404" pitchFamily="49" charset="0"/>
                <a:cs typeface="Courier New" panose="02070309020205020404" pitchFamily="49" charset="0"/>
              </a:rPr>
              <a:t>// 其叔改为黑色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其父改为黑色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RED; </a:t>
            </a:r>
            <a:r>
              <a:rPr lang="zh-CN" altLang="en-US" sz="1600" b="1" dirty="0">
                <a:solidFill>
                  <a:srgbClr val="0070C0"/>
                </a:solidFill>
                <a:latin typeface="Courier New" panose="02070309020205020404" pitchFamily="49" charset="0"/>
                <a:cs typeface="Courier New" panose="02070309020205020404" pitchFamily="49" charset="0"/>
              </a:rPr>
              <a:t>// 祖父置为红色</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latin typeface="Courier New" panose="02070309020205020404" pitchFamily="49" charset="0"/>
                <a:cs typeface="Courier New" panose="02070309020205020404" pitchFamily="49" charset="0"/>
              </a:rPr>
              <a:t>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solidFill>
                  <a:srgbClr val="0070C0"/>
                </a:solidFill>
                <a:latin typeface="Courier New" panose="02070309020205020404" pitchFamily="49" charset="0"/>
                <a:cs typeface="Courier New" panose="02070309020205020404" pitchFamily="49" charset="0"/>
              </a:rPr>
              <a:t>指向祖父</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                    </a:t>
            </a:r>
            <a:r>
              <a:rPr lang="zh-CN" altLang="en-US" sz="1600" b="1" dirty="0">
                <a:solidFill>
                  <a:srgbClr val="0070C0"/>
                </a:solidFill>
                <a:latin typeface="Courier New" panose="02070309020205020404" pitchFamily="49" charset="0"/>
                <a:cs typeface="Courier New" panose="02070309020205020404" pitchFamily="49" charset="0"/>
              </a:rPr>
              <a:t>// 否则其叔不存在，或者不是红色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情况2</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又如果</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solidFill>
                  <a:srgbClr val="0070C0"/>
                </a:solidFill>
                <a:latin typeface="Courier New" panose="02070309020205020404" pitchFamily="49" charset="0"/>
                <a:cs typeface="Courier New" panose="02070309020205020404" pitchFamily="49" charset="0"/>
              </a:rPr>
              <a:t>结点是其父的右孩子 </a:t>
            </a:r>
            <a:endParaRPr lang="en-US" altLang="zh-CN" sz="1600" b="1" dirty="0">
              <a:solidFill>
                <a:srgbClr val="0070C0"/>
              </a:solidFill>
              <a:latin typeface="Courier New" panose="02070309020205020404" pitchFamily="49" charset="0"/>
              <a:cs typeface="Courier New" panose="02070309020205020404" pitchFamily="49" charset="0"/>
            </a:endParaRPr>
          </a:p>
          <a:p>
            <a:r>
              <a:rPr lang="fr-FR" altLang="zh-CN" sz="1600" b="1" dirty="0">
                <a:solidFill>
                  <a:srgbClr val="0070C0"/>
                </a:solidFill>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current</a:t>
            </a:r>
            <a:r>
              <a:rPr lang="fr-FR" altLang="zh-CN" sz="1600" b="1" dirty="0">
                <a:latin typeface="Courier New" panose="02070309020205020404" pitchFamily="49" charset="0"/>
                <a:cs typeface="Courier New" panose="02070309020205020404" pitchFamily="49" charset="0"/>
              </a:rPr>
              <a:t> = current-&gt;parent;   </a:t>
            </a:r>
            <a:r>
              <a:rPr lang="fr-FR" altLang="zh-CN" sz="1600" b="1" dirty="0">
                <a:solidFill>
                  <a:srgbClr val="0070C0"/>
                </a:solidFill>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current</a:t>
            </a:r>
            <a:r>
              <a:rPr lang="zh-CN" altLang="fr-FR" sz="1600" b="1" dirty="0">
                <a:solidFill>
                  <a:srgbClr val="0070C0"/>
                </a:solidFill>
                <a:latin typeface="Courier New" panose="02070309020205020404" pitchFamily="49" charset="0"/>
                <a:cs typeface="Courier New" panose="02070309020205020404" pitchFamily="49" charset="0"/>
              </a:rPr>
              <a:t>指向其父</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L_Rotate_RBT(</a:t>
            </a:r>
            <a:r>
              <a:rPr lang="en-US" altLang="zh-CN" sz="1600" b="1" dirty="0">
                <a:solidFill>
                  <a:srgbClr val="C00000"/>
                </a:solidFill>
                <a:latin typeface="Courier New" panose="02070309020205020404" pitchFamily="49" charset="0"/>
                <a:cs typeface="Courier New" panose="02070309020205020404" pitchFamily="49" charset="0"/>
              </a:rPr>
              <a:t>T, current</a:t>
            </a:r>
            <a:r>
              <a:rPr lang="zh-CN" altLang="en-US" sz="1600" b="1" dirty="0">
                <a:solidFill>
                  <a:srgbClr val="C0000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对其父为根的子树作左旋</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当前父子关系下，置父结点为黑色</a:t>
            </a:r>
          </a:p>
          <a:p>
            <a:r>
              <a:rPr lang="fr-FR" altLang="zh-CN" sz="1600" b="1" dirty="0">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current</a:t>
            </a:r>
            <a:r>
              <a:rPr lang="fr-FR" altLang="zh-CN" sz="1600" b="1" dirty="0">
                <a:latin typeface="Courier New" panose="02070309020205020404" pitchFamily="49" charset="0"/>
                <a:cs typeface="Courier New" panose="02070309020205020404" pitchFamily="49" charset="0"/>
              </a:rPr>
              <a:t>-&gt;parent-&gt;</a:t>
            </a:r>
            <a:r>
              <a:rPr lang="zh-CN" altLang="en-US" sz="1600" b="1" dirty="0">
                <a:latin typeface="Courier New" panose="02070309020205020404" pitchFamily="49" charset="0"/>
                <a:cs typeface="Courier New" panose="02070309020205020404" pitchFamily="49" charset="0"/>
              </a:rPr>
              <a:t>parent-&gt;color = RED; </a:t>
            </a:r>
            <a:r>
              <a:rPr lang="zh-CN" altLang="en-US" sz="1600" b="1" dirty="0">
                <a:solidFill>
                  <a:srgbClr val="0070C0"/>
                </a:solidFill>
                <a:latin typeface="Courier New" panose="02070309020205020404" pitchFamily="49" charset="0"/>
                <a:cs typeface="Courier New" panose="02070309020205020404" pitchFamily="49" charset="0"/>
              </a:rPr>
              <a:t>// 置祖父为红色</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R_Rotate_RBT(</a:t>
            </a:r>
            <a:r>
              <a:rPr lang="en-US" altLang="zh-CN" sz="1600" b="1" dirty="0">
                <a:solidFill>
                  <a:srgbClr val="C00000"/>
                </a:solidFill>
                <a:latin typeface="Courier New" panose="02070309020205020404" pitchFamily="49" charset="0"/>
                <a:cs typeface="Courier New" panose="02070309020205020404" pitchFamily="49" charset="0"/>
              </a:rPr>
              <a:t>T, </a:t>
            </a:r>
            <a:r>
              <a:rPr lang="fr-FR" altLang="zh-CN" sz="1600" b="1" dirty="0">
                <a:solidFill>
                  <a:srgbClr val="C00000"/>
                </a:solidFill>
                <a:latin typeface="Courier New" panose="02070309020205020404" pitchFamily="49" charset="0"/>
                <a:cs typeface="Courier New" panose="02070309020205020404" pitchFamily="49" charset="0"/>
              </a:rPr>
              <a:t>current-&gt;parent-&gt;</a:t>
            </a:r>
            <a:r>
              <a:rPr lang="zh-CN" altLang="en-US" sz="1600" b="1" dirty="0">
                <a:solidFill>
                  <a:srgbClr val="C00000"/>
                </a:solidFill>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对以祖父为根的子树作右旋</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else {</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如果其父结点是祖父的右孩子</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 与左孩子的情形的对称操作 </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//while 结束条件：</a:t>
            </a:r>
            <a:r>
              <a:rPr lang="en-US" altLang="zh-CN" sz="1600" b="1" dirty="0">
                <a:solidFill>
                  <a:srgbClr val="86229A"/>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结点是根结点，或者，其父结点是黑色</a:t>
            </a:r>
          </a:p>
          <a:p>
            <a:r>
              <a:rPr lang="zh-CN" altLang="en-US" sz="1600" b="1" dirty="0">
                <a:latin typeface="Courier New" panose="02070309020205020404" pitchFamily="49" charset="0"/>
                <a:cs typeface="Courier New" panose="02070309020205020404" pitchFamily="49" charset="0"/>
              </a:rPr>
              <a:t>  T</a:t>
            </a:r>
            <a:r>
              <a:rPr lang="en-US" altLang="zh-CN" sz="1600" b="1" dirty="0">
                <a:latin typeface="Courier New" panose="02070309020205020404" pitchFamily="49" charset="0"/>
                <a:cs typeface="Courier New" panose="02070309020205020404" pitchFamily="49" charset="0"/>
              </a:rPr>
              <a:t>-&gt;root</a:t>
            </a:r>
            <a:r>
              <a:rPr lang="zh-CN" altLang="en-US" sz="1600" b="1" dirty="0">
                <a:latin typeface="Courier New" panose="02070309020205020404" pitchFamily="49" charset="0"/>
                <a:cs typeface="Courier New" panose="02070309020205020404" pitchFamily="49" charset="0"/>
              </a:rPr>
              <a:t>-&gt;color = BLACK;    </a:t>
            </a:r>
            <a:r>
              <a:rPr lang="zh-CN" altLang="en-US" sz="1600" b="1" dirty="0">
                <a:solidFill>
                  <a:srgbClr val="0070C0"/>
                </a:solidFill>
                <a:latin typeface="Courier New" panose="02070309020205020404" pitchFamily="49" charset="0"/>
                <a:cs typeface="Courier New" panose="02070309020205020404" pitchFamily="49" charset="0"/>
              </a:rPr>
              <a:t>// 置根结点为黑色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62" name="直接连接符 61">
            <a:extLst>
              <a:ext uri="{FF2B5EF4-FFF2-40B4-BE49-F238E27FC236}">
                <a16:creationId xmlns:a16="http://schemas.microsoft.com/office/drawing/2014/main" id="{71A370CD-A9F5-4B9D-9973-9F6DC9C2030D}"/>
              </a:ext>
            </a:extLst>
          </p:cNvPr>
          <p:cNvCxnSpPr>
            <a:cxnSpLocks/>
          </p:cNvCxnSpPr>
          <p:nvPr/>
        </p:nvCxnSpPr>
        <p:spPr>
          <a:xfrm>
            <a:off x="1594964" y="3737752"/>
            <a:ext cx="231266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349431CC-B5F8-4919-8BFB-DC4C0863AF0A}"/>
              </a:ext>
            </a:extLst>
          </p:cNvPr>
          <p:cNvSpPr txBox="1"/>
          <p:nvPr/>
        </p:nvSpPr>
        <p:spPr>
          <a:xfrm>
            <a:off x="191086" y="778204"/>
            <a:ext cx="11809828" cy="3846438"/>
          </a:xfrm>
          <a:prstGeom prst="rect">
            <a:avLst/>
          </a:prstGeom>
          <a:solidFill>
            <a:srgbClr val="FCF3EE"/>
          </a:solidFill>
          <a:ln w="12700">
            <a:solidFill>
              <a:srgbClr val="002060"/>
            </a:solidFill>
          </a:ln>
        </p:spPr>
        <p:txBody>
          <a:bodyPr wrap="square">
            <a:spAutoFit/>
          </a:bodyPr>
          <a:lstStyle/>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L_Rotate_RBT</a:t>
            </a:r>
            <a:r>
              <a:rPr lang="en-US" altLang="zh-CN" sz="1700" b="1" dirty="0">
                <a:latin typeface="Courier New" panose="02070309020205020404" pitchFamily="49" charset="0"/>
                <a:cs typeface="Courier New" panose="02070309020205020404" pitchFamily="49" charset="0"/>
              </a:rPr>
              <a:t>(</a:t>
            </a:r>
            <a:r>
              <a:rPr lang="en-US" altLang="zh-CN" sz="1700" b="1" dirty="0" err="1">
                <a:latin typeface="Courier New" panose="02070309020205020404" pitchFamily="49" charset="0"/>
                <a:cs typeface="Courier New" panose="02070309020205020404" pitchFamily="49" charset="0"/>
              </a:rPr>
              <a:t>RBTree</a:t>
            </a:r>
            <a:r>
              <a:rPr lang="en-US" altLang="zh-CN" sz="1700" b="1" dirty="0">
                <a:latin typeface="Courier New" panose="02070309020205020404" pitchFamily="49" charset="0"/>
                <a:cs typeface="Courier New" panose="02070309020205020404" pitchFamily="49" charset="0"/>
              </a:rPr>
              <a:t> T, </a:t>
            </a:r>
            <a:r>
              <a:rPr lang="en-US" altLang="zh-CN" sz="1700" b="1" dirty="0" err="1">
                <a:latin typeface="Courier New" panose="02070309020205020404" pitchFamily="49" charset="0"/>
                <a:cs typeface="Courier New" panose="02070309020205020404" pitchFamily="49" charset="0"/>
              </a:rPr>
              <a:t>RBNode</a:t>
            </a:r>
            <a:r>
              <a:rPr lang="en-US" altLang="zh-CN" sz="1700" b="1" dirty="0">
                <a:latin typeface="Courier New" panose="02070309020205020404" pitchFamily="49" charset="0"/>
                <a:cs typeface="Courier New" panose="02070309020205020404" pitchFamily="49" charset="0"/>
              </a:rPr>
              <a:t> *p)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对红黑树</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T</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结点为根的子树进行左旋操作</a:t>
            </a: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RBNode</a:t>
            </a:r>
            <a:r>
              <a:rPr lang="en-US" altLang="zh-CN" sz="1700" b="1" dirty="0">
                <a:latin typeface="Courier New" panose="02070309020205020404" pitchFamily="49" charset="0"/>
                <a:cs typeface="Courier New" panose="02070309020205020404" pitchFamily="49" charset="0"/>
              </a:rPr>
              <a:t>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 = p-&gt;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a:t>
            </a:r>
            <a:r>
              <a:rPr lang="zh-CN" altLang="en-US"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指向</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结点的右孩子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 =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将</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结点的左子树转变为</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结点的右子树</a:t>
            </a:r>
            <a:endParaRPr lang="en-US" altLang="zh-CN" sz="1700" b="1" dirty="0">
              <a:solidFill>
                <a:srgbClr val="C00000"/>
              </a:solidFill>
              <a:latin typeface="Courier New" panose="02070309020205020404" pitchFamily="49" charset="0"/>
              <a:cs typeface="Courier New" panose="02070309020205020404" pitchFamily="49" charset="0"/>
            </a:endParaRPr>
          </a:p>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-&gt;</a:t>
            </a:r>
            <a:r>
              <a:rPr lang="en-US" altLang="zh-CN" sz="1700" b="1" dirty="0" err="1">
                <a:latin typeface="Courier New" panose="02070309020205020404" pitchFamily="49" charset="0"/>
                <a:cs typeface="Courier New" panose="02070309020205020404" pitchFamily="49" charset="0"/>
              </a:rPr>
              <a:t>lchild</a:t>
            </a:r>
            <a:r>
              <a:rPr lang="en-US" altLang="zh-CN" sz="1700" b="1" dirty="0">
                <a:latin typeface="Courier New" panose="02070309020205020404" pitchFamily="49" charset="0"/>
                <a:cs typeface="Courier New" panose="02070309020205020404" pitchFamily="49" charset="0"/>
              </a:rPr>
              <a:t> != T-&gt;nil)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-&gt;</a:t>
            </a:r>
            <a:r>
              <a:rPr lang="en-US" altLang="zh-CN" sz="1700" b="1" dirty="0" err="1">
                <a:latin typeface="Courier New" panose="02070309020205020404" pitchFamily="49" charset="0"/>
                <a:cs typeface="Courier New" panose="02070309020205020404" pitchFamily="49" charset="0"/>
              </a:rPr>
              <a:t>lchild</a:t>
            </a:r>
            <a:r>
              <a:rPr lang="en-US" altLang="zh-CN" sz="1700" b="1" dirty="0">
                <a:latin typeface="Courier New" panose="02070309020205020404" pitchFamily="49" charset="0"/>
                <a:cs typeface="Courier New" panose="02070309020205020404" pitchFamily="49" charset="0"/>
              </a:rPr>
              <a:t>-&gt;parent = p;</a:t>
            </a: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-&gt;parent = p-&gt;parent</a:t>
            </a: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700" b="1" dirty="0">
                <a:latin typeface="Courier New" panose="02070309020205020404" pitchFamily="49" charset="0"/>
                <a:cs typeface="Courier New" panose="02070309020205020404" pitchFamily="49" charset="0"/>
              </a:rPr>
              <a:t> (p-&gt;parent == T-&gt;nil) T-&gt;root =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若</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结点是原来的根，则</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结点成为新的根结点</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700" b="1" dirty="0">
                <a:latin typeface="Courier New" panose="02070309020205020404" pitchFamily="49" charset="0"/>
                <a:cs typeface="Courier New" panose="02070309020205020404" pitchFamily="49" charset="0"/>
              </a:rPr>
              <a:t> (p == p-&gt;parent-&gt;</a:t>
            </a:r>
            <a:r>
              <a:rPr lang="en-US" altLang="zh-CN" sz="1700" b="1" dirty="0" err="1">
                <a:latin typeface="Courier New" panose="02070309020205020404" pitchFamily="49" charset="0"/>
                <a:cs typeface="Courier New" panose="02070309020205020404" pitchFamily="49" charset="0"/>
              </a:rPr>
              <a:t>lchild</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否则若</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结点是其双亲的左孩子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p-&gt;parent-&gt;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 =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则</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结点是其新父结点的左孩子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p-&gt;parent-&gt;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 =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a:t>
            </a:r>
            <a:r>
              <a:rPr lang="zh-CN" altLang="en-US"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否则是右孩子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solidFill>
                  <a:srgbClr val="C00000"/>
                </a:solidFill>
                <a:latin typeface="Courier New" panose="02070309020205020404" pitchFamily="49" charset="0"/>
                <a:cs typeface="Courier New" panose="02070309020205020404" pitchFamily="49" charset="0"/>
              </a:rPr>
              <a:t>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 = p;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将</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结点置为</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700" b="1" dirty="0">
                <a:latin typeface="Courier New" panose="02070309020205020404" pitchFamily="49" charset="0"/>
                <a:cs typeface="Courier New" panose="02070309020205020404" pitchFamily="49" charset="0"/>
              </a:rPr>
              <a:t>p-&gt;parent =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结点新的父结点</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8" name="矩形: 圆角 7">
            <a:extLst>
              <a:ext uri="{FF2B5EF4-FFF2-40B4-BE49-F238E27FC236}">
                <a16:creationId xmlns:a16="http://schemas.microsoft.com/office/drawing/2014/main" id="{5E1A5866-F093-4CCF-BF39-B63D2FBEFD11}"/>
              </a:ext>
            </a:extLst>
          </p:cNvPr>
          <p:cNvSpPr/>
          <p:nvPr/>
        </p:nvSpPr>
        <p:spPr>
          <a:xfrm>
            <a:off x="7884942" y="3340873"/>
            <a:ext cx="4130571" cy="3262086"/>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69" name="直接连接符 68">
            <a:extLst>
              <a:ext uri="{FF2B5EF4-FFF2-40B4-BE49-F238E27FC236}">
                <a16:creationId xmlns:a16="http://schemas.microsoft.com/office/drawing/2014/main" id="{51AA880B-F6B2-46E3-ABBE-860210B37383}"/>
              </a:ext>
            </a:extLst>
          </p:cNvPr>
          <p:cNvCxnSpPr>
            <a:cxnSpLocks/>
          </p:cNvCxnSpPr>
          <p:nvPr/>
        </p:nvCxnSpPr>
        <p:spPr>
          <a:xfrm flipH="1">
            <a:off x="8873489" y="4259868"/>
            <a:ext cx="1043525" cy="73057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4778B91-2120-4E59-8A2D-450FF72BA588}"/>
              </a:ext>
            </a:extLst>
          </p:cNvPr>
          <p:cNvCxnSpPr>
            <a:cxnSpLocks/>
          </p:cNvCxnSpPr>
          <p:nvPr/>
        </p:nvCxnSpPr>
        <p:spPr>
          <a:xfrm flipH="1">
            <a:off x="8875155" y="5707510"/>
            <a:ext cx="244999" cy="5936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343AF3F-18FC-4787-A3D3-8C8BFD60406E}"/>
              </a:ext>
            </a:extLst>
          </p:cNvPr>
          <p:cNvCxnSpPr>
            <a:cxnSpLocks/>
          </p:cNvCxnSpPr>
          <p:nvPr/>
        </p:nvCxnSpPr>
        <p:spPr>
          <a:xfrm flipH="1">
            <a:off x="9127766" y="5175072"/>
            <a:ext cx="266562" cy="534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829BD7-DD39-40DB-AB7A-06597D2C6863}"/>
              </a:ext>
            </a:extLst>
          </p:cNvPr>
          <p:cNvCxnSpPr>
            <a:cxnSpLocks/>
          </p:cNvCxnSpPr>
          <p:nvPr/>
        </p:nvCxnSpPr>
        <p:spPr>
          <a:xfrm>
            <a:off x="9401940" y="5161608"/>
            <a:ext cx="274546" cy="5482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6AC36FE5-16D2-4A42-8752-45A1851DB945}"/>
              </a:ext>
            </a:extLst>
          </p:cNvPr>
          <p:cNvCxnSpPr>
            <a:cxnSpLocks/>
          </p:cNvCxnSpPr>
          <p:nvPr/>
        </p:nvCxnSpPr>
        <p:spPr>
          <a:xfrm flipH="1">
            <a:off x="8945993" y="4212880"/>
            <a:ext cx="1066504" cy="40288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BB48484-36C5-442D-895F-0A6EF4F58FFC}"/>
              </a:ext>
            </a:extLst>
          </p:cNvPr>
          <p:cNvCxnSpPr>
            <a:cxnSpLocks/>
          </p:cNvCxnSpPr>
          <p:nvPr/>
        </p:nvCxnSpPr>
        <p:spPr>
          <a:xfrm>
            <a:off x="9943917" y="4202983"/>
            <a:ext cx="1097722" cy="41754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5173038-FF32-49CD-9C1E-93C9973C5AF3}"/>
              </a:ext>
            </a:extLst>
          </p:cNvPr>
          <p:cNvCxnSpPr>
            <a:cxnSpLocks/>
          </p:cNvCxnSpPr>
          <p:nvPr/>
        </p:nvCxnSpPr>
        <p:spPr>
          <a:xfrm>
            <a:off x="11010421" y="4620532"/>
            <a:ext cx="449717" cy="53303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E274B72A-29F0-41C7-819E-9F384DD37A41}"/>
              </a:ext>
            </a:extLst>
          </p:cNvPr>
          <p:cNvSpPr/>
          <p:nvPr/>
        </p:nvSpPr>
        <p:spPr>
          <a:xfrm>
            <a:off x="10812798" y="4422532"/>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椭圆 15">
            <a:extLst>
              <a:ext uri="{FF2B5EF4-FFF2-40B4-BE49-F238E27FC236}">
                <a16:creationId xmlns:a16="http://schemas.microsoft.com/office/drawing/2014/main" id="{104E0DE6-E11B-4E0C-A689-3FE035ED80A8}"/>
              </a:ext>
            </a:extLst>
          </p:cNvPr>
          <p:cNvSpPr/>
          <p:nvPr/>
        </p:nvSpPr>
        <p:spPr>
          <a:xfrm>
            <a:off x="11262138" y="4955564"/>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8" name="直接连接符 17">
            <a:extLst>
              <a:ext uri="{FF2B5EF4-FFF2-40B4-BE49-F238E27FC236}">
                <a16:creationId xmlns:a16="http://schemas.microsoft.com/office/drawing/2014/main" id="{FEFF55F3-635B-40DC-9BA8-D0ADEC1FE2C7}"/>
              </a:ext>
            </a:extLst>
          </p:cNvPr>
          <p:cNvCxnSpPr>
            <a:cxnSpLocks/>
            <a:endCxn id="22" idx="7"/>
          </p:cNvCxnSpPr>
          <p:nvPr/>
        </p:nvCxnSpPr>
        <p:spPr>
          <a:xfrm flipH="1">
            <a:off x="8589912" y="4694296"/>
            <a:ext cx="285244" cy="3115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D0DC38C-B1EB-4727-BF98-8A0D66BA270B}"/>
              </a:ext>
            </a:extLst>
          </p:cNvPr>
          <p:cNvCxnSpPr>
            <a:cxnSpLocks/>
          </p:cNvCxnSpPr>
          <p:nvPr/>
        </p:nvCxnSpPr>
        <p:spPr>
          <a:xfrm>
            <a:off x="8884486" y="4580623"/>
            <a:ext cx="510220" cy="58098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FA23A027-868E-4343-B524-501C22CDE0A7}"/>
              </a:ext>
            </a:extLst>
          </p:cNvPr>
          <p:cNvSpPr/>
          <p:nvPr/>
        </p:nvSpPr>
        <p:spPr>
          <a:xfrm>
            <a:off x="8692616" y="6115913"/>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26" name="组合 25">
            <a:extLst>
              <a:ext uri="{FF2B5EF4-FFF2-40B4-BE49-F238E27FC236}">
                <a16:creationId xmlns:a16="http://schemas.microsoft.com/office/drawing/2014/main" id="{D556BCB6-4C39-44FE-B19B-4EB35E1D54EA}"/>
              </a:ext>
            </a:extLst>
          </p:cNvPr>
          <p:cNvGrpSpPr/>
          <p:nvPr/>
        </p:nvGrpSpPr>
        <p:grpSpPr>
          <a:xfrm>
            <a:off x="8524906" y="4120360"/>
            <a:ext cx="262953" cy="329087"/>
            <a:chOff x="2999736" y="538060"/>
            <a:chExt cx="262953" cy="329087"/>
          </a:xfrm>
        </p:grpSpPr>
        <p:sp>
          <p:nvSpPr>
            <p:cNvPr id="27" name="文本框 26">
              <a:extLst>
                <a:ext uri="{FF2B5EF4-FFF2-40B4-BE49-F238E27FC236}">
                  <a16:creationId xmlns:a16="http://schemas.microsoft.com/office/drawing/2014/main" id="{390EBEC2-8FE1-4D64-B39A-53AA05872D3B}"/>
                </a:ext>
              </a:extLst>
            </p:cNvPr>
            <p:cNvSpPr txBox="1"/>
            <p:nvPr/>
          </p:nvSpPr>
          <p:spPr>
            <a:xfrm>
              <a:off x="2999736" y="538060"/>
              <a:ext cx="153888" cy="261610"/>
            </a:xfrm>
            <a:prstGeom prst="rect">
              <a:avLst/>
            </a:prstGeom>
            <a:noFill/>
          </p:spPr>
          <p:txBody>
            <a:bodyPr wrap="none" lIns="0" tIns="0" rIns="0" bIns="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p</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28" name="直接箭头连接符 27">
              <a:extLst>
                <a:ext uri="{FF2B5EF4-FFF2-40B4-BE49-F238E27FC236}">
                  <a16:creationId xmlns:a16="http://schemas.microsoft.com/office/drawing/2014/main" id="{6F74D0A0-9B25-44D6-9E94-41CF36D31555}"/>
                </a:ext>
              </a:extLst>
            </p:cNvPr>
            <p:cNvCxnSpPr>
              <a:cxnSpLocks/>
            </p:cNvCxnSpPr>
            <p:nvPr/>
          </p:nvCxnSpPr>
          <p:spPr>
            <a:xfrm>
              <a:off x="3113502" y="728163"/>
              <a:ext cx="149187" cy="138984"/>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2B769310-EE6D-4FEF-BC67-FC63FC0E83CA}"/>
              </a:ext>
            </a:extLst>
          </p:cNvPr>
          <p:cNvGrpSpPr/>
          <p:nvPr/>
        </p:nvGrpSpPr>
        <p:grpSpPr>
          <a:xfrm>
            <a:off x="9386937" y="3424290"/>
            <a:ext cx="1149921" cy="568193"/>
            <a:chOff x="2615797" y="393772"/>
            <a:chExt cx="1149921" cy="568193"/>
          </a:xfrm>
        </p:grpSpPr>
        <p:sp>
          <p:nvSpPr>
            <p:cNvPr id="33" name="文本框 32">
              <a:extLst>
                <a:ext uri="{FF2B5EF4-FFF2-40B4-BE49-F238E27FC236}">
                  <a16:creationId xmlns:a16="http://schemas.microsoft.com/office/drawing/2014/main" id="{9FE4F42A-D11E-49CB-B212-9DF49BB80DD1}"/>
                </a:ext>
              </a:extLst>
            </p:cNvPr>
            <p:cNvSpPr txBox="1"/>
            <p:nvPr/>
          </p:nvSpPr>
          <p:spPr>
            <a:xfrm>
              <a:off x="2615797" y="393772"/>
              <a:ext cx="1149921" cy="334313"/>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T-&gt;root</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34" name="直接箭头连接符 33">
              <a:extLst>
                <a:ext uri="{FF2B5EF4-FFF2-40B4-BE49-F238E27FC236}">
                  <a16:creationId xmlns:a16="http://schemas.microsoft.com/office/drawing/2014/main" id="{47CC4395-1FEA-4FD5-B61B-85EDAE0B162F}"/>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43" name="直接连接符 42">
            <a:extLst>
              <a:ext uri="{FF2B5EF4-FFF2-40B4-BE49-F238E27FC236}">
                <a16:creationId xmlns:a16="http://schemas.microsoft.com/office/drawing/2014/main" id="{7C779AEA-EB2F-4DF8-9F5B-330266745E32}"/>
              </a:ext>
            </a:extLst>
          </p:cNvPr>
          <p:cNvCxnSpPr>
            <a:cxnSpLocks/>
          </p:cNvCxnSpPr>
          <p:nvPr/>
        </p:nvCxnSpPr>
        <p:spPr>
          <a:xfrm>
            <a:off x="495977" y="1428364"/>
            <a:ext cx="2969675"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28D4B54-6CE6-413E-A775-B3533672F8F6}"/>
              </a:ext>
            </a:extLst>
          </p:cNvPr>
          <p:cNvCxnSpPr>
            <a:cxnSpLocks/>
          </p:cNvCxnSpPr>
          <p:nvPr/>
        </p:nvCxnSpPr>
        <p:spPr>
          <a:xfrm>
            <a:off x="512700" y="1730512"/>
            <a:ext cx="295295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962D92D-40A1-4410-BD22-6712F71FB4C8}"/>
              </a:ext>
            </a:extLst>
          </p:cNvPr>
          <p:cNvCxnSpPr>
            <a:cxnSpLocks/>
            <a:endCxn id="23" idx="0"/>
          </p:cNvCxnSpPr>
          <p:nvPr/>
        </p:nvCxnSpPr>
        <p:spPr>
          <a:xfrm>
            <a:off x="9005242" y="4793713"/>
            <a:ext cx="96606" cy="73968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1384BDC-0D2B-403D-B553-9B5FC77F967D}"/>
              </a:ext>
            </a:extLst>
          </p:cNvPr>
          <p:cNvCxnSpPr>
            <a:cxnSpLocks/>
          </p:cNvCxnSpPr>
          <p:nvPr/>
        </p:nvCxnSpPr>
        <p:spPr>
          <a:xfrm>
            <a:off x="495977" y="2035301"/>
            <a:ext cx="642050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CF893B68-D33B-422E-B7AE-6F457D65065F}"/>
              </a:ext>
            </a:extLst>
          </p:cNvPr>
          <p:cNvCxnSpPr>
            <a:cxnSpLocks/>
          </p:cNvCxnSpPr>
          <p:nvPr/>
        </p:nvCxnSpPr>
        <p:spPr>
          <a:xfrm>
            <a:off x="8817202" y="5219251"/>
            <a:ext cx="345221" cy="48825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F9DE3DC3-54FB-49D4-93ED-62CA61CE046D}"/>
              </a:ext>
            </a:extLst>
          </p:cNvPr>
          <p:cNvCxnSpPr>
            <a:cxnSpLocks/>
          </p:cNvCxnSpPr>
          <p:nvPr/>
        </p:nvCxnSpPr>
        <p:spPr>
          <a:xfrm>
            <a:off x="495977" y="2351503"/>
            <a:ext cx="289838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A264F7CD-8B90-4983-974B-03207344443E}"/>
              </a:ext>
            </a:extLst>
          </p:cNvPr>
          <p:cNvCxnSpPr>
            <a:cxnSpLocks/>
          </p:cNvCxnSpPr>
          <p:nvPr/>
        </p:nvCxnSpPr>
        <p:spPr>
          <a:xfrm flipH="1">
            <a:off x="8884487" y="4669618"/>
            <a:ext cx="479916" cy="34611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3E0D83C7-D670-48B9-9079-4842A63F17C7}"/>
              </a:ext>
            </a:extLst>
          </p:cNvPr>
          <p:cNvGrpSpPr/>
          <p:nvPr/>
        </p:nvGrpSpPr>
        <p:grpSpPr>
          <a:xfrm>
            <a:off x="9247992" y="4533468"/>
            <a:ext cx="348420" cy="408489"/>
            <a:chOff x="3026914" y="503436"/>
            <a:chExt cx="348420" cy="408489"/>
          </a:xfrm>
        </p:grpSpPr>
        <p:sp>
          <p:nvSpPr>
            <p:cNvPr id="30" name="文本框 29">
              <a:extLst>
                <a:ext uri="{FF2B5EF4-FFF2-40B4-BE49-F238E27FC236}">
                  <a16:creationId xmlns:a16="http://schemas.microsoft.com/office/drawing/2014/main" id="{FA5B2D76-E5B8-428D-8121-81C5755B2F4D}"/>
                </a:ext>
              </a:extLst>
            </p:cNvPr>
            <p:cNvSpPr txBox="1"/>
            <p:nvPr/>
          </p:nvSpPr>
          <p:spPr>
            <a:xfrm>
              <a:off x="3026914" y="503436"/>
              <a:ext cx="348420" cy="308152"/>
            </a:xfrm>
            <a:prstGeom prst="rect">
              <a:avLst/>
            </a:prstGeom>
            <a:noFill/>
          </p:spPr>
          <p:txBody>
            <a:bodyPr wrap="none" lIns="36000" tIns="36000" rIns="36000" bIns="36000" rtlCol="0" anchor="ctr" anchorCtr="1">
              <a:spAutoFit/>
            </a:bodyPr>
            <a:lstStyle/>
            <a:p>
              <a:pPr algn="ctr">
                <a:lnSpc>
                  <a:spcPct val="80000"/>
                </a:lnSpc>
              </a:pPr>
              <a:r>
                <a:rPr lang="en-US" altLang="zh-CN" b="1" dirty="0" err="1">
                  <a:solidFill>
                    <a:srgbClr val="C00000"/>
                  </a:solidFill>
                  <a:latin typeface="Courier New" panose="02070309020205020404" pitchFamily="49" charset="0"/>
                  <a:cs typeface="Courier New" panose="02070309020205020404" pitchFamily="49" charset="0"/>
                </a:rPr>
                <a:t>rc</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31" name="直接箭头连接符 30">
              <a:extLst>
                <a:ext uri="{FF2B5EF4-FFF2-40B4-BE49-F238E27FC236}">
                  <a16:creationId xmlns:a16="http://schemas.microsoft.com/office/drawing/2014/main" id="{AD9860BA-81CC-4CC7-9319-4D80DB5053ED}"/>
                </a:ext>
              </a:extLst>
            </p:cNvPr>
            <p:cNvCxnSpPr>
              <a:cxnSpLocks/>
            </p:cNvCxnSpPr>
            <p:nvPr/>
          </p:nvCxnSpPr>
          <p:spPr>
            <a:xfrm>
              <a:off x="3195894" y="718810"/>
              <a:ext cx="0" cy="193115"/>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86" name="直接连接符 85">
            <a:extLst>
              <a:ext uri="{FF2B5EF4-FFF2-40B4-BE49-F238E27FC236}">
                <a16:creationId xmlns:a16="http://schemas.microsoft.com/office/drawing/2014/main" id="{76DBF4BB-A2E3-4E3C-8D47-58D348A96010}"/>
              </a:ext>
            </a:extLst>
          </p:cNvPr>
          <p:cNvCxnSpPr>
            <a:cxnSpLocks/>
          </p:cNvCxnSpPr>
          <p:nvPr/>
        </p:nvCxnSpPr>
        <p:spPr>
          <a:xfrm flipH="1">
            <a:off x="9501653" y="4247265"/>
            <a:ext cx="445031" cy="74293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76FD5989-7261-45B5-8F76-213D155CB2B0}"/>
              </a:ext>
            </a:extLst>
          </p:cNvPr>
          <p:cNvCxnSpPr>
            <a:cxnSpLocks/>
          </p:cNvCxnSpPr>
          <p:nvPr/>
        </p:nvCxnSpPr>
        <p:spPr>
          <a:xfrm>
            <a:off x="531165" y="2658659"/>
            <a:ext cx="305716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CC816AB9-7900-4B4B-80D9-8C189C626CA9}"/>
              </a:ext>
            </a:extLst>
          </p:cNvPr>
          <p:cNvCxnSpPr>
            <a:cxnSpLocks/>
          </p:cNvCxnSpPr>
          <p:nvPr/>
        </p:nvCxnSpPr>
        <p:spPr>
          <a:xfrm>
            <a:off x="512700" y="2975535"/>
            <a:ext cx="4197845" cy="6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2CEFD8E8-A64F-4F64-B1C0-44CA2363FA49}"/>
              </a:ext>
            </a:extLst>
          </p:cNvPr>
          <p:cNvCxnSpPr>
            <a:cxnSpLocks/>
          </p:cNvCxnSpPr>
          <p:nvPr/>
        </p:nvCxnSpPr>
        <p:spPr>
          <a:xfrm>
            <a:off x="775937" y="3277945"/>
            <a:ext cx="3047918"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714C6FF8-9549-471B-8383-6C22AB47C5DB}"/>
              </a:ext>
            </a:extLst>
          </p:cNvPr>
          <p:cNvCxnSpPr>
            <a:cxnSpLocks/>
          </p:cNvCxnSpPr>
          <p:nvPr/>
        </p:nvCxnSpPr>
        <p:spPr>
          <a:xfrm>
            <a:off x="512700" y="3926580"/>
            <a:ext cx="197728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412C19D3-61D1-41B3-82B4-FBD5E5114BD0}"/>
              </a:ext>
            </a:extLst>
          </p:cNvPr>
          <p:cNvCxnSpPr>
            <a:cxnSpLocks/>
          </p:cNvCxnSpPr>
          <p:nvPr/>
        </p:nvCxnSpPr>
        <p:spPr>
          <a:xfrm>
            <a:off x="488943" y="4219302"/>
            <a:ext cx="200103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B19360E9-E1AB-40E6-942F-4AEBE22B1FE3}"/>
              </a:ext>
            </a:extLst>
          </p:cNvPr>
          <p:cNvSpPr/>
          <p:nvPr/>
        </p:nvSpPr>
        <p:spPr>
          <a:xfrm>
            <a:off x="8716686" y="4414848"/>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 name="椭圆 22">
            <a:extLst>
              <a:ext uri="{FF2B5EF4-FFF2-40B4-BE49-F238E27FC236}">
                <a16:creationId xmlns:a16="http://schemas.microsoft.com/office/drawing/2014/main" id="{2E537337-9BB3-44F3-96C9-A170B61F6322}"/>
              </a:ext>
            </a:extLst>
          </p:cNvPr>
          <p:cNvSpPr/>
          <p:nvPr/>
        </p:nvSpPr>
        <p:spPr>
          <a:xfrm>
            <a:off x="8889106" y="5533393"/>
            <a:ext cx="425483"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2" name="椭圆 21">
            <a:extLst>
              <a:ext uri="{FF2B5EF4-FFF2-40B4-BE49-F238E27FC236}">
                <a16:creationId xmlns:a16="http://schemas.microsoft.com/office/drawing/2014/main" id="{E6CBCE6D-31F0-484C-8A2F-1E97AC7BA1AD}"/>
              </a:ext>
            </a:extLst>
          </p:cNvPr>
          <p:cNvSpPr/>
          <p:nvPr/>
        </p:nvSpPr>
        <p:spPr>
          <a:xfrm>
            <a:off x="8251905" y="4947880"/>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4" name="椭圆 23">
            <a:extLst>
              <a:ext uri="{FF2B5EF4-FFF2-40B4-BE49-F238E27FC236}">
                <a16:creationId xmlns:a16="http://schemas.microsoft.com/office/drawing/2014/main" id="{EEEE53E8-21C9-483D-844F-15CF1C6B6CD7}"/>
              </a:ext>
            </a:extLst>
          </p:cNvPr>
          <p:cNvSpPr/>
          <p:nvPr/>
        </p:nvSpPr>
        <p:spPr>
          <a:xfrm>
            <a:off x="9508580" y="5533393"/>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59" name="直接连接符 58">
            <a:extLst>
              <a:ext uri="{FF2B5EF4-FFF2-40B4-BE49-F238E27FC236}">
                <a16:creationId xmlns:a16="http://schemas.microsoft.com/office/drawing/2014/main" id="{7D80C43D-F271-4AF3-8A92-FCE444D946F1}"/>
              </a:ext>
            </a:extLst>
          </p:cNvPr>
          <p:cNvCxnSpPr>
            <a:cxnSpLocks/>
          </p:cNvCxnSpPr>
          <p:nvPr/>
        </p:nvCxnSpPr>
        <p:spPr>
          <a:xfrm flipH="1">
            <a:off x="9558982" y="4231126"/>
            <a:ext cx="392929" cy="2820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EB3DECB2-1459-43E0-95BC-30093D6BDC76}"/>
              </a:ext>
            </a:extLst>
          </p:cNvPr>
          <p:cNvSpPr/>
          <p:nvPr/>
        </p:nvSpPr>
        <p:spPr>
          <a:xfrm>
            <a:off x="9814497" y="3987859"/>
            <a:ext cx="396000" cy="396000"/>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1" name="椭圆 20">
            <a:extLst>
              <a:ext uri="{FF2B5EF4-FFF2-40B4-BE49-F238E27FC236}">
                <a16:creationId xmlns:a16="http://schemas.microsoft.com/office/drawing/2014/main" id="{D5FEFBA9-90A0-49CD-8626-434EAD646F35}"/>
              </a:ext>
            </a:extLst>
          </p:cNvPr>
          <p:cNvSpPr/>
          <p:nvPr/>
        </p:nvSpPr>
        <p:spPr>
          <a:xfrm>
            <a:off x="9204126" y="4947880"/>
            <a:ext cx="396000" cy="396000"/>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C91628EB-B02B-95DD-E88A-F3C94B74C48B}"/>
              </a:ext>
            </a:extLst>
          </p:cNvPr>
          <p:cNvSpPr txBox="1"/>
          <p:nvPr/>
        </p:nvSpPr>
        <p:spPr>
          <a:xfrm>
            <a:off x="10728009" y="5800040"/>
            <a:ext cx="1138453" cy="646331"/>
          </a:xfrm>
          <a:prstGeom prst="rect">
            <a:avLst/>
          </a:prstGeom>
          <a:noFill/>
        </p:spPr>
        <p:txBody>
          <a:bodyPr wrap="none" rtlCol="0">
            <a:spAutoFit/>
          </a:bodyPr>
          <a:lstStyle/>
          <a:p>
            <a:r>
              <a:rPr lang="zh-CN" altLang="en-US" b="1" dirty="0">
                <a:solidFill>
                  <a:schemeClr val="accent5"/>
                </a:solidFill>
              </a:rPr>
              <a:t>省略了</a:t>
            </a:r>
            <a:r>
              <a:rPr lang="en-US" altLang="zh-CN" b="1" dirty="0">
                <a:solidFill>
                  <a:schemeClr val="accent5"/>
                </a:solidFill>
              </a:rPr>
              <a:t>nil</a:t>
            </a:r>
          </a:p>
          <a:p>
            <a:r>
              <a:rPr lang="zh-CN" altLang="en-US" b="1" dirty="0">
                <a:solidFill>
                  <a:schemeClr val="accent5"/>
                </a:solidFill>
              </a:rPr>
              <a:t>相关演示</a:t>
            </a:r>
          </a:p>
        </p:txBody>
      </p:sp>
    </p:spTree>
    <p:extLst>
      <p:ext uri="{BB962C8B-B14F-4D97-AF65-F5344CB8AC3E}">
        <p14:creationId xmlns:p14="http://schemas.microsoft.com/office/powerpoint/2010/main" val="26795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par>
                          <p:cTn id="11" fill="hold">
                            <p:stCondLst>
                              <p:cond delay="1000"/>
                            </p:stCondLst>
                            <p:childTnLst>
                              <p:par>
                                <p:cTn id="12" presetID="22" presetClass="entr" presetSubtype="1" fill="hold" nodeType="after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up)">
                                      <p:cBhvr>
                                        <p:cTn id="14" dur="1000"/>
                                        <p:tgtEl>
                                          <p:spTgt spid="26"/>
                                        </p:tgtEl>
                                      </p:cBhvr>
                                    </p:animEffect>
                                  </p:childTnLst>
                                </p:cTn>
                              </p:par>
                            </p:childTnLst>
                          </p:cTn>
                        </p:par>
                        <p:par>
                          <p:cTn id="15" fill="hold">
                            <p:stCondLst>
                              <p:cond delay="2000"/>
                            </p:stCondLst>
                            <p:childTnLst>
                              <p:par>
                                <p:cTn id="16" presetID="22" presetClass="entr" presetSubtype="8" fill="hold" nodeType="after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left)">
                                      <p:cBhvr>
                                        <p:cTn id="18" dur="500"/>
                                        <p:tgtEl>
                                          <p:spTgt spid="43"/>
                                        </p:tgtEl>
                                      </p:cBhvr>
                                    </p:animEffect>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1000"/>
                                        <p:tgtEl>
                                          <p:spTgt spid="29"/>
                                        </p:tgtEl>
                                      </p:cBhvr>
                                    </p:animEffect>
                                    <p:anim calcmode="lin" valueType="num">
                                      <p:cBhvr>
                                        <p:cTn id="24" dur="1000" fill="hold"/>
                                        <p:tgtEl>
                                          <p:spTgt spid="29"/>
                                        </p:tgtEl>
                                        <p:attrNameLst>
                                          <p:attrName>ppt_x</p:attrName>
                                        </p:attrNameLst>
                                      </p:cBhvr>
                                      <p:tavLst>
                                        <p:tav tm="0">
                                          <p:val>
                                            <p:strVal val="#ppt_x"/>
                                          </p:val>
                                        </p:tav>
                                        <p:tav tm="100000">
                                          <p:val>
                                            <p:strVal val="#ppt_x"/>
                                          </p:val>
                                        </p:tav>
                                      </p:tavLst>
                                    </p:anim>
                                    <p:anim calcmode="lin" valueType="num">
                                      <p:cBhvr>
                                        <p:cTn id="25" dur="1000" fill="hold"/>
                                        <p:tgtEl>
                                          <p:spTgt spid="29"/>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22" presetClass="exit" presetSubtype="1" fill="hold" nodeType="afterEffect">
                                  <p:stCondLst>
                                    <p:cond delay="0"/>
                                  </p:stCondLst>
                                  <p:childTnLst>
                                    <p:animEffect transition="out" filter="wipe(up)">
                                      <p:cBhvr>
                                        <p:cTn id="28" dur="500"/>
                                        <p:tgtEl>
                                          <p:spTgt spid="43"/>
                                        </p:tgtEl>
                                      </p:cBhvr>
                                    </p:animEffect>
                                    <p:set>
                                      <p:cBhvr>
                                        <p:cTn id="29" dur="1" fill="hold">
                                          <p:stCondLst>
                                            <p:cond delay="499"/>
                                          </p:stCondLst>
                                        </p:cTn>
                                        <p:tgtEl>
                                          <p:spTgt spid="43"/>
                                        </p:tgtEl>
                                        <p:attrNameLst>
                                          <p:attrName>style.visibility</p:attrName>
                                        </p:attrNameLst>
                                      </p:cBhvr>
                                      <p:to>
                                        <p:strVal val="hidden"/>
                                      </p:to>
                                    </p:se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wipe(left)">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7" presetClass="emph" presetSubtype="2" fill="hold" nodeType="clickEffect">
                                  <p:stCondLst>
                                    <p:cond delay="0"/>
                                  </p:stCondLst>
                                  <p:childTnLst>
                                    <p:animClr clrSpc="rgb" dir="cw">
                                      <p:cBhvr>
                                        <p:cTn id="37" dur="2000" fill="hold"/>
                                        <p:tgtEl>
                                          <p:spTgt spid="19"/>
                                        </p:tgtEl>
                                        <p:attrNameLst>
                                          <p:attrName>stroke.color</p:attrName>
                                        </p:attrNameLst>
                                      </p:cBhvr>
                                      <p:to>
                                        <a:schemeClr val="accent2"/>
                                      </p:to>
                                    </p:animClr>
                                    <p:set>
                                      <p:cBhvr>
                                        <p:cTn id="38" dur="2000" fill="hold"/>
                                        <p:tgtEl>
                                          <p:spTgt spid="19"/>
                                        </p:tgtEl>
                                        <p:attrNameLst>
                                          <p:attrName>stroke.on</p:attrName>
                                        </p:attrNameLst>
                                      </p:cBhvr>
                                      <p:to>
                                        <p:strVal val="true"/>
                                      </p:to>
                                    </p:set>
                                  </p:childTnLst>
                                </p:cTn>
                              </p:par>
                            </p:childTnLst>
                          </p:cTn>
                        </p:par>
                        <p:par>
                          <p:cTn id="39" fill="hold">
                            <p:stCondLst>
                              <p:cond delay="2000"/>
                            </p:stCondLst>
                            <p:childTnLst>
                              <p:par>
                                <p:cTn id="40" presetID="22" presetClass="entr" presetSubtype="1" fill="hold" nodeType="after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up)">
                                      <p:cBhvr>
                                        <p:cTn id="42" dur="500"/>
                                        <p:tgtEl>
                                          <p:spTgt spid="48"/>
                                        </p:tgtEl>
                                      </p:cBhvr>
                                    </p:animEffect>
                                  </p:childTnLst>
                                </p:cTn>
                              </p:par>
                            </p:childTnLst>
                          </p:cTn>
                        </p:par>
                        <p:par>
                          <p:cTn id="43" fill="hold">
                            <p:stCondLst>
                              <p:cond delay="2500"/>
                            </p:stCondLst>
                            <p:childTnLst>
                              <p:par>
                                <p:cTn id="44" presetID="22" presetClass="exit" presetSubtype="1" fill="hold" nodeType="afterEffect">
                                  <p:stCondLst>
                                    <p:cond delay="0"/>
                                  </p:stCondLst>
                                  <p:childTnLst>
                                    <p:animEffect transition="out" filter="wipe(up)">
                                      <p:cBhvr>
                                        <p:cTn id="45" dur="500"/>
                                        <p:tgtEl>
                                          <p:spTgt spid="46"/>
                                        </p:tgtEl>
                                      </p:cBhvr>
                                    </p:animEffect>
                                    <p:set>
                                      <p:cBhvr>
                                        <p:cTn id="46" dur="1" fill="hold">
                                          <p:stCondLst>
                                            <p:cond delay="499"/>
                                          </p:stCondLst>
                                        </p:cTn>
                                        <p:tgtEl>
                                          <p:spTgt spid="46"/>
                                        </p:tgtEl>
                                        <p:attrNameLst>
                                          <p:attrName>style.visibility</p:attrName>
                                        </p:attrNameLst>
                                      </p:cBhvr>
                                      <p:to>
                                        <p:strVal val="hidden"/>
                                      </p:to>
                                    </p:set>
                                  </p:childTnLst>
                                </p:cTn>
                              </p:par>
                            </p:childTnLst>
                          </p:cTn>
                        </p:par>
                        <p:par>
                          <p:cTn id="47" fill="hold">
                            <p:stCondLst>
                              <p:cond delay="3000"/>
                            </p:stCondLst>
                            <p:childTnLst>
                              <p:par>
                                <p:cTn id="48" presetID="22" presetClass="entr" presetSubtype="8" fill="hold" nodeType="after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wipe(left)">
                                      <p:cBhvr>
                                        <p:cTn id="50" dur="500"/>
                                        <p:tgtEl>
                                          <p:spTgt spid="50"/>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mph" presetSubtype="0" fill="hold" nodeType="clickEffect">
                                  <p:stCondLst>
                                    <p:cond delay="0"/>
                                  </p:stCondLst>
                                  <p:childTnLst>
                                    <p:animScale>
                                      <p:cBhvr>
                                        <p:cTn id="54" dur="500" fill="hold"/>
                                        <p:tgtEl>
                                          <p:spTgt spid="48"/>
                                        </p:tgtEl>
                                      </p:cBhvr>
                                      <p:by x="150000" y="150000"/>
                                    </p:animScale>
                                  </p:childTnLst>
                                </p:cTn>
                              </p:par>
                              <p:par>
                                <p:cTn id="55" presetID="7" presetClass="emph" presetSubtype="2" fill="hold" nodeType="withEffect">
                                  <p:stCondLst>
                                    <p:cond delay="0"/>
                                  </p:stCondLst>
                                  <p:childTnLst>
                                    <p:animClr clrSpc="rgb" dir="cw">
                                      <p:cBhvr>
                                        <p:cTn id="56" dur="1000" fill="hold"/>
                                        <p:tgtEl>
                                          <p:spTgt spid="48"/>
                                        </p:tgtEl>
                                        <p:attrNameLst>
                                          <p:attrName>stroke.color</p:attrName>
                                        </p:attrNameLst>
                                      </p:cBhvr>
                                      <p:to>
                                        <a:srgbClr val="FF0000"/>
                                      </p:to>
                                    </p:animClr>
                                    <p:set>
                                      <p:cBhvr>
                                        <p:cTn id="57" dur="1000" fill="hold"/>
                                        <p:tgtEl>
                                          <p:spTgt spid="48"/>
                                        </p:tgtEl>
                                        <p:attrNameLst>
                                          <p:attrName>stroke.on</p:attrName>
                                        </p:attrNameLst>
                                      </p:cBhvr>
                                      <p:to>
                                        <p:strVal val="true"/>
                                      </p:to>
                                    </p:set>
                                  </p:childTnLst>
                                </p:cTn>
                              </p:par>
                            </p:childTnLst>
                          </p:cTn>
                        </p:par>
                        <p:par>
                          <p:cTn id="58" fill="hold">
                            <p:stCondLst>
                              <p:cond delay="1000"/>
                            </p:stCondLst>
                            <p:childTnLst>
                              <p:par>
                                <p:cTn id="59" presetID="22" presetClass="exit" presetSubtype="1" fill="hold" nodeType="afterEffect">
                                  <p:stCondLst>
                                    <p:cond delay="0"/>
                                  </p:stCondLst>
                                  <p:childTnLst>
                                    <p:animEffect transition="out" filter="wipe(up)">
                                      <p:cBhvr>
                                        <p:cTn id="60" dur="500"/>
                                        <p:tgtEl>
                                          <p:spTgt spid="50"/>
                                        </p:tgtEl>
                                      </p:cBhvr>
                                    </p:animEffect>
                                    <p:set>
                                      <p:cBhvr>
                                        <p:cTn id="61" dur="1" fill="hold">
                                          <p:stCondLst>
                                            <p:cond delay="499"/>
                                          </p:stCondLst>
                                        </p:cTn>
                                        <p:tgtEl>
                                          <p:spTgt spid="50"/>
                                        </p:tgtEl>
                                        <p:attrNameLst>
                                          <p:attrName>style.visibility</p:attrName>
                                        </p:attrNameLst>
                                      </p:cBhvr>
                                      <p:to>
                                        <p:strVal val="hidden"/>
                                      </p:to>
                                    </p:set>
                                  </p:childTnLst>
                                </p:cTn>
                              </p:par>
                            </p:childTnLst>
                          </p:cTn>
                        </p:par>
                        <p:par>
                          <p:cTn id="62" fill="hold">
                            <p:stCondLst>
                              <p:cond delay="1500"/>
                            </p:stCondLst>
                            <p:childTnLst>
                              <p:par>
                                <p:cTn id="63" presetID="22" presetClass="entr" presetSubtype="8" fill="hold" nodeType="after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wipe(left)">
                                      <p:cBhvr>
                                        <p:cTn id="65" dur="500"/>
                                        <p:tgtEl>
                                          <p:spTgt spid="7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86"/>
                                        </p:tgtEl>
                                        <p:attrNameLst>
                                          <p:attrName>style.visibility</p:attrName>
                                        </p:attrNameLst>
                                      </p:cBhvr>
                                      <p:to>
                                        <p:strVal val="visible"/>
                                      </p:to>
                                    </p:set>
                                    <p:animEffect transition="in" filter="wipe(down)">
                                      <p:cBhvr>
                                        <p:cTn id="70" dur="1000"/>
                                        <p:tgtEl>
                                          <p:spTgt spid="86"/>
                                        </p:tgtEl>
                                      </p:cBhvr>
                                    </p:animEffect>
                                  </p:childTnLst>
                                </p:cTn>
                              </p:par>
                              <p:par>
                                <p:cTn id="71" presetID="22" presetClass="exit" presetSubtype="4" fill="hold" nodeType="withEffect">
                                  <p:stCondLst>
                                    <p:cond delay="0"/>
                                  </p:stCondLst>
                                  <p:childTnLst>
                                    <p:animEffect transition="out" filter="wipe(down)">
                                      <p:cBhvr>
                                        <p:cTn id="72" dur="500"/>
                                        <p:tgtEl>
                                          <p:spTgt spid="19"/>
                                        </p:tgtEl>
                                      </p:cBhvr>
                                    </p:animEffect>
                                    <p:set>
                                      <p:cBhvr>
                                        <p:cTn id="73" dur="1" fill="hold">
                                          <p:stCondLst>
                                            <p:cond delay="499"/>
                                          </p:stCondLst>
                                        </p:cTn>
                                        <p:tgtEl>
                                          <p:spTgt spid="19"/>
                                        </p:tgtEl>
                                        <p:attrNameLst>
                                          <p:attrName>style.visibility</p:attrName>
                                        </p:attrNameLst>
                                      </p:cBhvr>
                                      <p:to>
                                        <p:strVal val="hidden"/>
                                      </p:to>
                                    </p:set>
                                  </p:childTnLst>
                                </p:cTn>
                              </p:par>
                            </p:childTnLst>
                          </p:cTn>
                        </p:par>
                        <p:par>
                          <p:cTn id="74" fill="hold">
                            <p:stCondLst>
                              <p:cond delay="1000"/>
                            </p:stCondLst>
                            <p:childTnLst>
                              <p:par>
                                <p:cTn id="75" presetID="22" presetClass="exit" presetSubtype="1" fill="hold" nodeType="afterEffect">
                                  <p:stCondLst>
                                    <p:cond delay="0"/>
                                  </p:stCondLst>
                                  <p:childTnLst>
                                    <p:animEffect transition="out" filter="wipe(up)">
                                      <p:cBhvr>
                                        <p:cTn id="76" dur="500"/>
                                        <p:tgtEl>
                                          <p:spTgt spid="71"/>
                                        </p:tgtEl>
                                      </p:cBhvr>
                                    </p:animEffect>
                                    <p:set>
                                      <p:cBhvr>
                                        <p:cTn id="77" dur="1" fill="hold">
                                          <p:stCondLst>
                                            <p:cond delay="499"/>
                                          </p:stCondLst>
                                        </p:cTn>
                                        <p:tgtEl>
                                          <p:spTgt spid="71"/>
                                        </p:tgtEl>
                                        <p:attrNameLst>
                                          <p:attrName>style.visibility</p:attrName>
                                        </p:attrNameLst>
                                      </p:cBhvr>
                                      <p:to>
                                        <p:strVal val="hidden"/>
                                      </p:to>
                                    </p:set>
                                  </p:childTnLst>
                                </p:cTn>
                              </p:par>
                            </p:childTnLst>
                          </p:cTn>
                        </p:par>
                        <p:par>
                          <p:cTn id="78" fill="hold">
                            <p:stCondLst>
                              <p:cond delay="1500"/>
                            </p:stCondLst>
                            <p:childTnLst>
                              <p:par>
                                <p:cTn id="79" presetID="22" presetClass="entr" presetSubtype="8" fill="hold" nodeType="afterEffect">
                                  <p:stCondLst>
                                    <p:cond delay="0"/>
                                  </p:stCondLst>
                                  <p:childTnLst>
                                    <p:set>
                                      <p:cBhvr>
                                        <p:cTn id="80" dur="1" fill="hold">
                                          <p:stCondLst>
                                            <p:cond delay="0"/>
                                          </p:stCondLst>
                                        </p:cTn>
                                        <p:tgtEl>
                                          <p:spTgt spid="88"/>
                                        </p:tgtEl>
                                        <p:attrNameLst>
                                          <p:attrName>style.visibility</p:attrName>
                                        </p:attrNameLst>
                                      </p:cBhvr>
                                      <p:to>
                                        <p:strVal val="visible"/>
                                      </p:to>
                                    </p:set>
                                    <p:animEffect transition="in" filter="wipe(left)">
                                      <p:cBhvr>
                                        <p:cTn id="81" dur="500"/>
                                        <p:tgtEl>
                                          <p:spTgt spid="88"/>
                                        </p:tgtEl>
                                      </p:cBhvr>
                                    </p:animEffect>
                                  </p:childTnLst>
                                </p:cTn>
                              </p:par>
                            </p:childTnLst>
                          </p:cTn>
                        </p:par>
                      </p:childTnLst>
                    </p:cTn>
                  </p:par>
                  <p:par>
                    <p:cTn id="82" fill="hold">
                      <p:stCondLst>
                        <p:cond delay="indefinite"/>
                      </p:stCondLst>
                      <p:childTnLst>
                        <p:par>
                          <p:cTn id="83" fill="hold">
                            <p:stCondLst>
                              <p:cond delay="0"/>
                            </p:stCondLst>
                            <p:childTnLst>
                              <p:par>
                                <p:cTn id="84" presetID="32" presetClass="emph" presetSubtype="0" fill="hold" nodeType="clickEffect">
                                  <p:stCondLst>
                                    <p:cond delay="0"/>
                                  </p:stCondLst>
                                  <p:childTnLst>
                                    <p:animRot by="120000">
                                      <p:cBhvr>
                                        <p:cTn id="85" dur="100" fill="hold">
                                          <p:stCondLst>
                                            <p:cond delay="0"/>
                                          </p:stCondLst>
                                        </p:cTn>
                                        <p:tgtEl>
                                          <p:spTgt spid="88"/>
                                        </p:tgtEl>
                                        <p:attrNameLst>
                                          <p:attrName>r</p:attrName>
                                        </p:attrNameLst>
                                      </p:cBhvr>
                                    </p:animRot>
                                    <p:animRot by="-240000">
                                      <p:cBhvr>
                                        <p:cTn id="86" dur="200" fill="hold">
                                          <p:stCondLst>
                                            <p:cond delay="200"/>
                                          </p:stCondLst>
                                        </p:cTn>
                                        <p:tgtEl>
                                          <p:spTgt spid="88"/>
                                        </p:tgtEl>
                                        <p:attrNameLst>
                                          <p:attrName>r</p:attrName>
                                        </p:attrNameLst>
                                      </p:cBhvr>
                                    </p:animRot>
                                    <p:animRot by="240000">
                                      <p:cBhvr>
                                        <p:cTn id="87" dur="200" fill="hold">
                                          <p:stCondLst>
                                            <p:cond delay="400"/>
                                          </p:stCondLst>
                                        </p:cTn>
                                        <p:tgtEl>
                                          <p:spTgt spid="88"/>
                                        </p:tgtEl>
                                        <p:attrNameLst>
                                          <p:attrName>r</p:attrName>
                                        </p:attrNameLst>
                                      </p:cBhvr>
                                    </p:animRot>
                                    <p:animRot by="-240000">
                                      <p:cBhvr>
                                        <p:cTn id="88" dur="200" fill="hold">
                                          <p:stCondLst>
                                            <p:cond delay="600"/>
                                          </p:stCondLst>
                                        </p:cTn>
                                        <p:tgtEl>
                                          <p:spTgt spid="88"/>
                                        </p:tgtEl>
                                        <p:attrNameLst>
                                          <p:attrName>r</p:attrName>
                                        </p:attrNameLst>
                                      </p:cBhvr>
                                    </p:animRot>
                                    <p:animRot by="120000">
                                      <p:cBhvr>
                                        <p:cTn id="89" dur="200" fill="hold">
                                          <p:stCondLst>
                                            <p:cond delay="800"/>
                                          </p:stCondLst>
                                        </p:cTn>
                                        <p:tgtEl>
                                          <p:spTgt spid="88"/>
                                        </p:tgtEl>
                                        <p:attrNameLst>
                                          <p:attrName>r</p:attrName>
                                        </p:attrNameLst>
                                      </p:cBhvr>
                                    </p:animRot>
                                  </p:childTnLst>
                                </p:cTn>
                              </p:par>
                            </p:childTnLst>
                          </p:cTn>
                        </p:par>
                        <p:par>
                          <p:cTn id="90" fill="hold">
                            <p:stCondLst>
                              <p:cond delay="1000"/>
                            </p:stCondLst>
                            <p:childTnLst>
                              <p:par>
                                <p:cTn id="91" presetID="22" presetClass="exit" presetSubtype="1" fill="hold" nodeType="afterEffect">
                                  <p:stCondLst>
                                    <p:cond delay="0"/>
                                  </p:stCondLst>
                                  <p:childTnLst>
                                    <p:animEffect transition="out" filter="wipe(up)">
                                      <p:cBhvr>
                                        <p:cTn id="92" dur="500"/>
                                        <p:tgtEl>
                                          <p:spTgt spid="88"/>
                                        </p:tgtEl>
                                      </p:cBhvr>
                                    </p:animEffect>
                                    <p:set>
                                      <p:cBhvr>
                                        <p:cTn id="93" dur="1" fill="hold">
                                          <p:stCondLst>
                                            <p:cond delay="499"/>
                                          </p:stCondLst>
                                        </p:cTn>
                                        <p:tgtEl>
                                          <p:spTgt spid="88"/>
                                        </p:tgtEl>
                                        <p:attrNameLst>
                                          <p:attrName>style.visibility</p:attrName>
                                        </p:attrNameLst>
                                      </p:cBhvr>
                                      <p:to>
                                        <p:strVal val="hidden"/>
                                      </p:to>
                                    </p:set>
                                  </p:childTnLst>
                                </p:cTn>
                              </p:par>
                            </p:childTnLst>
                          </p:cTn>
                        </p:par>
                        <p:par>
                          <p:cTn id="94" fill="hold">
                            <p:stCondLst>
                              <p:cond delay="1500"/>
                            </p:stCondLst>
                            <p:childTnLst>
                              <p:par>
                                <p:cTn id="95" presetID="22" presetClass="entr" presetSubtype="8" fill="hold" nodeType="afterEffect">
                                  <p:stCondLst>
                                    <p:cond delay="0"/>
                                  </p:stCondLst>
                                  <p:childTnLst>
                                    <p:set>
                                      <p:cBhvr>
                                        <p:cTn id="96" dur="1" fill="hold">
                                          <p:stCondLst>
                                            <p:cond delay="0"/>
                                          </p:stCondLst>
                                        </p:cTn>
                                        <p:tgtEl>
                                          <p:spTgt spid="90"/>
                                        </p:tgtEl>
                                        <p:attrNameLst>
                                          <p:attrName>style.visibility</p:attrName>
                                        </p:attrNameLst>
                                      </p:cBhvr>
                                      <p:to>
                                        <p:strVal val="visible"/>
                                      </p:to>
                                    </p:set>
                                    <p:animEffect transition="in" filter="wipe(left)">
                                      <p:cBhvr>
                                        <p:cTn id="97" dur="500"/>
                                        <p:tgtEl>
                                          <p:spTgt spid="9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xit" presetSubtype="1" fill="hold" nodeType="clickEffect">
                                  <p:stCondLst>
                                    <p:cond delay="0"/>
                                  </p:stCondLst>
                                  <p:childTnLst>
                                    <p:animEffect transition="out" filter="wipe(up)">
                                      <p:cBhvr>
                                        <p:cTn id="101" dur="500"/>
                                        <p:tgtEl>
                                          <p:spTgt spid="90"/>
                                        </p:tgtEl>
                                      </p:cBhvr>
                                    </p:animEffect>
                                    <p:set>
                                      <p:cBhvr>
                                        <p:cTn id="102" dur="1" fill="hold">
                                          <p:stCondLst>
                                            <p:cond delay="499"/>
                                          </p:stCondLst>
                                        </p:cTn>
                                        <p:tgtEl>
                                          <p:spTgt spid="90"/>
                                        </p:tgtEl>
                                        <p:attrNameLst>
                                          <p:attrName>style.visibility</p:attrName>
                                        </p:attrNameLst>
                                      </p:cBhvr>
                                      <p:to>
                                        <p:strVal val="hidden"/>
                                      </p:to>
                                    </p:se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93"/>
                                        </p:tgtEl>
                                        <p:attrNameLst>
                                          <p:attrName>style.visibility</p:attrName>
                                        </p:attrNameLst>
                                      </p:cBhvr>
                                      <p:to>
                                        <p:strVal val="visible"/>
                                      </p:to>
                                    </p:set>
                                    <p:animEffect transition="in" filter="wipe(left)">
                                      <p:cBhvr>
                                        <p:cTn id="106" dur="500"/>
                                        <p:tgtEl>
                                          <p:spTgt spid="93"/>
                                        </p:tgtEl>
                                      </p:cBhvr>
                                    </p:animEffect>
                                  </p:childTnLst>
                                </p:cTn>
                              </p:par>
                            </p:childTnLst>
                          </p:cTn>
                        </p:par>
                      </p:childTnLst>
                    </p:cTn>
                  </p:par>
                  <p:par>
                    <p:cTn id="107" fill="hold">
                      <p:stCondLst>
                        <p:cond delay="indefinite"/>
                      </p:stCondLst>
                      <p:childTnLst>
                        <p:par>
                          <p:cTn id="108" fill="hold">
                            <p:stCondLst>
                              <p:cond delay="0"/>
                            </p:stCondLst>
                            <p:childTnLst>
                              <p:par>
                                <p:cTn id="109" presetID="6" presetClass="emph" presetSubtype="0" fill="hold" nodeType="clickEffect">
                                  <p:stCondLst>
                                    <p:cond delay="0"/>
                                  </p:stCondLst>
                                  <p:childTnLst>
                                    <p:animScale>
                                      <p:cBhvr>
                                        <p:cTn id="110" dur="500" fill="hold"/>
                                        <p:tgtEl>
                                          <p:spTgt spid="86"/>
                                        </p:tgtEl>
                                      </p:cBhvr>
                                      <p:by x="150000" y="150000"/>
                                    </p:animScale>
                                  </p:childTnLst>
                                </p:cTn>
                              </p:par>
                              <p:par>
                                <p:cTn id="111" presetID="7" presetClass="emph" presetSubtype="2" fill="hold" nodeType="withEffect">
                                  <p:stCondLst>
                                    <p:cond delay="0"/>
                                  </p:stCondLst>
                                  <p:childTnLst>
                                    <p:animClr clrSpc="rgb" dir="cw">
                                      <p:cBhvr>
                                        <p:cTn id="112" dur="1000" fill="hold"/>
                                        <p:tgtEl>
                                          <p:spTgt spid="86"/>
                                        </p:tgtEl>
                                        <p:attrNameLst>
                                          <p:attrName>stroke.color</p:attrName>
                                        </p:attrNameLst>
                                      </p:cBhvr>
                                      <p:to>
                                        <a:srgbClr val="FF0000"/>
                                      </p:to>
                                    </p:animClr>
                                    <p:set>
                                      <p:cBhvr>
                                        <p:cTn id="113" dur="1000" fill="hold"/>
                                        <p:tgtEl>
                                          <p:spTgt spid="86"/>
                                        </p:tgtEl>
                                        <p:attrNameLst>
                                          <p:attrName>stroke.on</p:attrName>
                                        </p:attrNameLst>
                                      </p:cBhvr>
                                      <p:to>
                                        <p:strVal val="true"/>
                                      </p:to>
                                    </p:set>
                                  </p:childTnLst>
                                </p:cTn>
                              </p:par>
                              <p:par>
                                <p:cTn id="114" presetID="7" presetClass="emph" presetSubtype="2" fill="hold" nodeType="withEffect">
                                  <p:stCondLst>
                                    <p:cond delay="0"/>
                                  </p:stCondLst>
                                  <p:childTnLst>
                                    <p:animClr clrSpc="rgb" dir="cw">
                                      <p:cBhvr>
                                        <p:cTn id="115" dur="1000" fill="hold"/>
                                        <p:tgtEl>
                                          <p:spTgt spid="12"/>
                                        </p:tgtEl>
                                        <p:attrNameLst>
                                          <p:attrName>stroke.color</p:attrName>
                                        </p:attrNameLst>
                                      </p:cBhvr>
                                      <p:to>
                                        <a:schemeClr val="accent2"/>
                                      </p:to>
                                    </p:animClr>
                                    <p:set>
                                      <p:cBhvr>
                                        <p:cTn id="116" dur="1000" fill="hold"/>
                                        <p:tgtEl>
                                          <p:spTgt spid="12"/>
                                        </p:tgtEl>
                                        <p:attrNameLst>
                                          <p:attrName>stroke.on</p:attrName>
                                        </p:attrNameLst>
                                      </p:cBhvr>
                                      <p:to>
                                        <p:strVal val="true"/>
                                      </p:to>
                                    </p:set>
                                  </p:childTnLst>
                                </p:cTn>
                              </p:par>
                            </p:childTnLst>
                          </p:cTn>
                        </p:par>
                        <p:par>
                          <p:cTn id="117" fill="hold">
                            <p:stCondLst>
                              <p:cond delay="1000"/>
                            </p:stCondLst>
                            <p:childTnLst>
                              <p:par>
                                <p:cTn id="118" presetID="22" presetClass="exit" presetSubtype="1" fill="hold" nodeType="afterEffect">
                                  <p:stCondLst>
                                    <p:cond delay="0"/>
                                  </p:stCondLst>
                                  <p:childTnLst>
                                    <p:animEffect transition="out" filter="wipe(up)">
                                      <p:cBhvr>
                                        <p:cTn id="119" dur="500"/>
                                        <p:tgtEl>
                                          <p:spTgt spid="93"/>
                                        </p:tgtEl>
                                      </p:cBhvr>
                                    </p:animEffect>
                                    <p:set>
                                      <p:cBhvr>
                                        <p:cTn id="120" dur="1" fill="hold">
                                          <p:stCondLst>
                                            <p:cond delay="499"/>
                                          </p:stCondLst>
                                        </p:cTn>
                                        <p:tgtEl>
                                          <p:spTgt spid="93"/>
                                        </p:tgtEl>
                                        <p:attrNameLst>
                                          <p:attrName>style.visibility</p:attrName>
                                        </p:attrNameLst>
                                      </p:cBhvr>
                                      <p:to>
                                        <p:strVal val="hidden"/>
                                      </p:to>
                                    </p:set>
                                  </p:childTnLst>
                                </p:cTn>
                              </p:par>
                            </p:childTnLst>
                          </p:cTn>
                        </p:par>
                        <p:par>
                          <p:cTn id="121" fill="hold">
                            <p:stCondLst>
                              <p:cond delay="1500"/>
                            </p:stCondLst>
                            <p:childTnLst>
                              <p:par>
                                <p:cTn id="122" presetID="22" presetClass="entr" presetSubtype="8" fill="hold" nodeType="afterEffect">
                                  <p:stCondLst>
                                    <p:cond delay="0"/>
                                  </p:stCondLst>
                                  <p:childTnLst>
                                    <p:set>
                                      <p:cBhvr>
                                        <p:cTn id="123" dur="1" fill="hold">
                                          <p:stCondLst>
                                            <p:cond delay="0"/>
                                          </p:stCondLst>
                                        </p:cTn>
                                        <p:tgtEl>
                                          <p:spTgt spid="95"/>
                                        </p:tgtEl>
                                        <p:attrNameLst>
                                          <p:attrName>style.visibility</p:attrName>
                                        </p:attrNameLst>
                                      </p:cBhvr>
                                      <p:to>
                                        <p:strVal val="visible"/>
                                      </p:to>
                                    </p:set>
                                    <p:animEffect transition="in" filter="wipe(left)">
                                      <p:cBhvr>
                                        <p:cTn id="124" dur="500"/>
                                        <p:tgtEl>
                                          <p:spTgt spid="95"/>
                                        </p:tgtEl>
                                      </p:cBhvr>
                                    </p:animEffect>
                                  </p:childTnLst>
                                </p:cTn>
                              </p:par>
                            </p:childTnLst>
                          </p:cTn>
                        </p:par>
                      </p:childTnLst>
                    </p:cTn>
                  </p:par>
                  <p:par>
                    <p:cTn id="125" fill="hold">
                      <p:stCondLst>
                        <p:cond delay="indefinite"/>
                      </p:stCondLst>
                      <p:childTnLst>
                        <p:par>
                          <p:cTn id="126" fill="hold">
                            <p:stCondLst>
                              <p:cond delay="0"/>
                            </p:stCondLst>
                            <p:childTnLst>
                              <p:par>
                                <p:cTn id="127" presetID="64" presetClass="path" presetSubtype="0" accel="50000" decel="50000" fill="hold" nodeType="clickEffect">
                                  <p:stCondLst>
                                    <p:cond delay="0"/>
                                  </p:stCondLst>
                                  <p:childTnLst>
                                    <p:animMotion origin="layout" path="M 3.54167E-6 -7.40741E-7 L 0.00039 -0.07639 " pathEditMode="relative" rAng="0" ptsTypes="AA">
                                      <p:cBhvr>
                                        <p:cTn id="128" dur="2000" fill="hold"/>
                                        <p:tgtEl>
                                          <p:spTgt spid="29"/>
                                        </p:tgtEl>
                                        <p:attrNameLst>
                                          <p:attrName>ppt_x</p:attrName>
                                          <p:attrName>ppt_y</p:attrName>
                                        </p:attrNameLst>
                                      </p:cBhvr>
                                      <p:rCtr x="13" y="-3819"/>
                                    </p:animMotion>
                                  </p:childTnLst>
                                </p:cTn>
                              </p:par>
                              <p:par>
                                <p:cTn id="129" presetID="64" presetClass="path" presetSubtype="0" accel="50000" decel="50000" fill="hold" nodeType="withEffect">
                                  <p:stCondLst>
                                    <p:cond delay="0"/>
                                  </p:stCondLst>
                                  <p:childTnLst>
                                    <p:animMotion origin="layout" path="M -1.66667E-6 -2.59259E-6 L 0.00104 -0.08102 " pathEditMode="relative" rAng="0" ptsTypes="AA">
                                      <p:cBhvr>
                                        <p:cTn id="130" dur="2000" fill="hold"/>
                                        <p:tgtEl>
                                          <p:spTgt spid="11"/>
                                        </p:tgtEl>
                                        <p:attrNameLst>
                                          <p:attrName>ppt_x</p:attrName>
                                          <p:attrName>ppt_y</p:attrName>
                                        </p:attrNameLst>
                                      </p:cBhvr>
                                      <p:rCtr x="52" y="-4051"/>
                                    </p:animMotion>
                                  </p:childTnLst>
                                </p:cTn>
                              </p:par>
                              <p:par>
                                <p:cTn id="131" presetID="64" presetClass="path" presetSubtype="0" accel="50000" decel="50000" fill="hold" grpId="0" nodeType="withEffect">
                                  <p:stCondLst>
                                    <p:cond delay="0"/>
                                  </p:stCondLst>
                                  <p:childTnLst>
                                    <p:animMotion origin="layout" path="M -3.75E-6 -1.48148E-6 L -3.75E-6 -0.07801 " pathEditMode="relative" rAng="0" ptsTypes="AA">
                                      <p:cBhvr>
                                        <p:cTn id="132" dur="2000" fill="hold"/>
                                        <p:tgtEl>
                                          <p:spTgt spid="21"/>
                                        </p:tgtEl>
                                        <p:attrNameLst>
                                          <p:attrName>ppt_x</p:attrName>
                                          <p:attrName>ppt_y</p:attrName>
                                        </p:attrNameLst>
                                      </p:cBhvr>
                                      <p:rCtr x="0" y="-3912"/>
                                    </p:animMotion>
                                  </p:childTnLst>
                                </p:cTn>
                              </p:par>
                              <p:par>
                                <p:cTn id="133" presetID="64" presetClass="path" presetSubtype="0" accel="50000" decel="50000" fill="hold" grpId="0" nodeType="withEffect">
                                  <p:stCondLst>
                                    <p:cond delay="0"/>
                                  </p:stCondLst>
                                  <p:childTnLst>
                                    <p:animMotion origin="layout" path="M -3.75E-6 1.85185E-6 L -0.00026 -0.08426 " pathEditMode="relative" rAng="0" ptsTypes="AA">
                                      <p:cBhvr>
                                        <p:cTn id="134" dur="2000" fill="hold"/>
                                        <p:tgtEl>
                                          <p:spTgt spid="24"/>
                                        </p:tgtEl>
                                        <p:attrNameLst>
                                          <p:attrName>ppt_x</p:attrName>
                                          <p:attrName>ppt_y</p:attrName>
                                        </p:attrNameLst>
                                      </p:cBhvr>
                                      <p:rCtr x="-13" y="-4213"/>
                                    </p:animMotion>
                                  </p:childTnLst>
                                </p:cTn>
                              </p:par>
                              <p:par>
                                <p:cTn id="135" presetID="22" presetClass="exit" presetSubtype="4" fill="hold" nodeType="withEffect">
                                  <p:stCondLst>
                                    <p:cond delay="0"/>
                                  </p:stCondLst>
                                  <p:childTnLst>
                                    <p:animEffect transition="out" filter="wipe(down)">
                                      <p:cBhvr>
                                        <p:cTn id="136" dur="500"/>
                                        <p:tgtEl>
                                          <p:spTgt spid="86"/>
                                        </p:tgtEl>
                                      </p:cBhvr>
                                    </p:animEffect>
                                    <p:set>
                                      <p:cBhvr>
                                        <p:cTn id="137" dur="1" fill="hold">
                                          <p:stCondLst>
                                            <p:cond delay="499"/>
                                          </p:stCondLst>
                                        </p:cTn>
                                        <p:tgtEl>
                                          <p:spTgt spid="86"/>
                                        </p:tgtEl>
                                        <p:attrNameLst>
                                          <p:attrName>style.visibility</p:attrName>
                                        </p:attrNameLst>
                                      </p:cBhvr>
                                      <p:to>
                                        <p:strVal val="hidden"/>
                                      </p:to>
                                    </p:set>
                                  </p:childTnLst>
                                </p:cTn>
                              </p:par>
                              <p:par>
                                <p:cTn id="138" presetID="22" presetClass="exit" presetSubtype="4" fill="hold" nodeType="withEffect">
                                  <p:stCondLst>
                                    <p:cond delay="0"/>
                                  </p:stCondLst>
                                  <p:childTnLst>
                                    <p:animEffect transition="out" filter="wipe(down)">
                                      <p:cBhvr>
                                        <p:cTn id="139" dur="500"/>
                                        <p:tgtEl>
                                          <p:spTgt spid="10"/>
                                        </p:tgtEl>
                                      </p:cBhvr>
                                    </p:animEffect>
                                    <p:set>
                                      <p:cBhvr>
                                        <p:cTn id="140" dur="1" fill="hold">
                                          <p:stCondLst>
                                            <p:cond delay="499"/>
                                          </p:stCondLst>
                                        </p:cTn>
                                        <p:tgtEl>
                                          <p:spTgt spid="10"/>
                                        </p:tgtEl>
                                        <p:attrNameLst>
                                          <p:attrName>style.visibility</p:attrName>
                                        </p:attrNameLst>
                                      </p:cBhvr>
                                      <p:to>
                                        <p:strVal val="hidden"/>
                                      </p:to>
                                    </p:set>
                                  </p:childTnLst>
                                </p:cTn>
                              </p:par>
                              <p:par>
                                <p:cTn id="141" presetID="42" presetClass="path" presetSubtype="0" accel="50000" decel="50000" fill="hold" nodeType="withEffect">
                                  <p:stCondLst>
                                    <p:cond delay="0"/>
                                  </p:stCondLst>
                                  <p:childTnLst>
                                    <p:animMotion origin="layout" path="M 3.95833E-6 1.48148E-6 L -0.01146 0.08125 " pathEditMode="relative" rAng="0" ptsTypes="AA">
                                      <p:cBhvr>
                                        <p:cTn id="142" dur="2000" fill="hold"/>
                                        <p:tgtEl>
                                          <p:spTgt spid="26"/>
                                        </p:tgtEl>
                                        <p:attrNameLst>
                                          <p:attrName>ppt_x</p:attrName>
                                          <p:attrName>ppt_y</p:attrName>
                                        </p:attrNameLst>
                                      </p:cBhvr>
                                      <p:rCtr x="-573" y="4051"/>
                                    </p:animMotion>
                                  </p:childTnLst>
                                </p:cTn>
                              </p:par>
                              <p:par>
                                <p:cTn id="143" presetID="42" presetClass="path" presetSubtype="0" accel="50000" decel="50000" fill="hold" nodeType="withEffect">
                                  <p:stCondLst>
                                    <p:cond delay="0"/>
                                  </p:stCondLst>
                                  <p:childTnLst>
                                    <p:animMotion origin="layout" path="M 3.95833E-6 4.07407E-6 L -0.00873 0.07847 " pathEditMode="relative" rAng="0" ptsTypes="AA">
                                      <p:cBhvr>
                                        <p:cTn id="144" dur="2000" fill="hold"/>
                                        <p:tgtEl>
                                          <p:spTgt spid="18"/>
                                        </p:tgtEl>
                                        <p:attrNameLst>
                                          <p:attrName>ppt_x</p:attrName>
                                          <p:attrName>ppt_y</p:attrName>
                                        </p:attrNameLst>
                                      </p:cBhvr>
                                      <p:rCtr x="-443" y="3912"/>
                                    </p:animMotion>
                                  </p:childTnLst>
                                </p:cTn>
                              </p:par>
                              <p:par>
                                <p:cTn id="145" presetID="42" presetClass="path" presetSubtype="0" accel="50000" decel="50000" fill="hold" grpId="0" nodeType="withEffect">
                                  <p:stCondLst>
                                    <p:cond delay="0"/>
                                  </p:stCondLst>
                                  <p:childTnLst>
                                    <p:animMotion origin="layout" path="M 2.08333E-7 -3.7037E-6 L -0.01237 0.07894 " pathEditMode="relative" rAng="0" ptsTypes="AA">
                                      <p:cBhvr>
                                        <p:cTn id="146" dur="2000" fill="hold"/>
                                        <p:tgtEl>
                                          <p:spTgt spid="20"/>
                                        </p:tgtEl>
                                        <p:attrNameLst>
                                          <p:attrName>ppt_x</p:attrName>
                                          <p:attrName>ppt_y</p:attrName>
                                        </p:attrNameLst>
                                      </p:cBhvr>
                                      <p:rCtr x="-625" y="3935"/>
                                    </p:animMotion>
                                  </p:childTnLst>
                                </p:cTn>
                              </p:par>
                              <p:par>
                                <p:cTn id="147" presetID="42" presetClass="path" presetSubtype="0" accel="50000" decel="50000" fill="hold" grpId="0" nodeType="withEffect">
                                  <p:stCondLst>
                                    <p:cond delay="0"/>
                                  </p:stCondLst>
                                  <p:childTnLst>
                                    <p:animMotion origin="layout" path="M 1.25E-6 -1.48148E-6 L 0.00351 0.08658 " pathEditMode="relative" rAng="0" ptsTypes="AA">
                                      <p:cBhvr>
                                        <p:cTn id="148" dur="2000" fill="hold"/>
                                        <p:tgtEl>
                                          <p:spTgt spid="22"/>
                                        </p:tgtEl>
                                        <p:attrNameLst>
                                          <p:attrName>ppt_x</p:attrName>
                                          <p:attrName>ppt_y</p:attrName>
                                        </p:attrNameLst>
                                      </p:cBhvr>
                                      <p:rCtr x="169" y="4329"/>
                                    </p:animMotion>
                                  </p:childTnLst>
                                </p:cTn>
                              </p:par>
                              <p:par>
                                <p:cTn id="149" presetID="10" presetClass="exit" presetSubtype="0" fill="hold" nodeType="withEffect">
                                  <p:stCondLst>
                                    <p:cond delay="0"/>
                                  </p:stCondLst>
                                  <p:childTnLst>
                                    <p:animEffect transition="out" filter="fade">
                                      <p:cBhvr>
                                        <p:cTn id="150" dur="500"/>
                                        <p:tgtEl>
                                          <p:spTgt spid="12"/>
                                        </p:tgtEl>
                                      </p:cBhvr>
                                    </p:animEffect>
                                    <p:set>
                                      <p:cBhvr>
                                        <p:cTn id="151" dur="1" fill="hold">
                                          <p:stCondLst>
                                            <p:cond delay="499"/>
                                          </p:stCondLst>
                                        </p:cTn>
                                        <p:tgtEl>
                                          <p:spTgt spid="12"/>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48"/>
                                        </p:tgtEl>
                                      </p:cBhvr>
                                    </p:animEffect>
                                    <p:set>
                                      <p:cBhvr>
                                        <p:cTn id="154" dur="1" fill="hold">
                                          <p:stCondLst>
                                            <p:cond delay="499"/>
                                          </p:stCondLst>
                                        </p:cTn>
                                        <p:tgtEl>
                                          <p:spTgt spid="48"/>
                                        </p:tgtEl>
                                        <p:attrNameLst>
                                          <p:attrName>style.visibility</p:attrName>
                                        </p:attrNameLst>
                                      </p:cBhvr>
                                      <p:to>
                                        <p:strVal val="hidden"/>
                                      </p:to>
                                    </p:set>
                                  </p:childTnLst>
                                </p:cTn>
                              </p:par>
                              <p:par>
                                <p:cTn id="155" presetID="22" presetClass="entr" presetSubtype="1" fill="hold" nodeType="withEffect">
                                  <p:stCondLst>
                                    <p:cond delay="1000"/>
                                  </p:stCondLst>
                                  <p:childTnLst>
                                    <p:set>
                                      <p:cBhvr>
                                        <p:cTn id="156" dur="1" fill="hold">
                                          <p:stCondLst>
                                            <p:cond delay="0"/>
                                          </p:stCondLst>
                                        </p:cTn>
                                        <p:tgtEl>
                                          <p:spTgt spid="59"/>
                                        </p:tgtEl>
                                        <p:attrNameLst>
                                          <p:attrName>style.visibility</p:attrName>
                                        </p:attrNameLst>
                                      </p:cBhvr>
                                      <p:to>
                                        <p:strVal val="visible"/>
                                      </p:to>
                                    </p:set>
                                    <p:animEffect transition="in" filter="wipe(up)">
                                      <p:cBhvr>
                                        <p:cTn id="157" dur="1000"/>
                                        <p:tgtEl>
                                          <p:spTgt spid="59"/>
                                        </p:tgtEl>
                                      </p:cBhvr>
                                    </p:animEffect>
                                  </p:childTnLst>
                                </p:cTn>
                              </p:par>
                              <p:par>
                                <p:cTn id="158" presetID="22" presetClass="entr" presetSubtype="1" fill="hold" nodeType="withEffect">
                                  <p:stCondLst>
                                    <p:cond delay="1250"/>
                                  </p:stCondLst>
                                  <p:childTnLst>
                                    <p:set>
                                      <p:cBhvr>
                                        <p:cTn id="159" dur="1" fill="hold">
                                          <p:stCondLst>
                                            <p:cond delay="0"/>
                                          </p:stCondLst>
                                        </p:cTn>
                                        <p:tgtEl>
                                          <p:spTgt spid="66"/>
                                        </p:tgtEl>
                                        <p:attrNameLst>
                                          <p:attrName>style.visibility</p:attrName>
                                        </p:attrNameLst>
                                      </p:cBhvr>
                                      <p:to>
                                        <p:strVal val="visible"/>
                                      </p:to>
                                    </p:set>
                                    <p:animEffect transition="in" filter="wipe(up)">
                                      <p:cBhvr>
                                        <p:cTn id="160" dur="500"/>
                                        <p:tgtEl>
                                          <p:spTgt spid="66"/>
                                        </p:tgtEl>
                                      </p:cBhvr>
                                    </p:animEffect>
                                  </p:childTnLst>
                                </p:cTn>
                              </p:par>
                              <p:par>
                                <p:cTn id="161" presetID="10" presetClass="entr" presetSubtype="0" fill="hold" nodeType="withEffect">
                                  <p:stCondLst>
                                    <p:cond delay="1500"/>
                                  </p:stCondLst>
                                  <p:childTnLst>
                                    <p:set>
                                      <p:cBhvr>
                                        <p:cTn id="162" dur="1" fill="hold">
                                          <p:stCondLst>
                                            <p:cond delay="0"/>
                                          </p:stCondLst>
                                        </p:cTn>
                                        <p:tgtEl>
                                          <p:spTgt spid="69"/>
                                        </p:tgtEl>
                                        <p:attrNameLst>
                                          <p:attrName>style.visibility</p:attrName>
                                        </p:attrNameLst>
                                      </p:cBhvr>
                                      <p:to>
                                        <p:strVal val="visible"/>
                                      </p:to>
                                    </p:set>
                                    <p:animEffect transition="in" filter="fade">
                                      <p:cBhvr>
                                        <p:cTn id="163" dur="500"/>
                                        <p:tgtEl>
                                          <p:spTgt spid="69"/>
                                        </p:tgtEl>
                                      </p:cBhvr>
                                    </p:animEffect>
                                  </p:childTnLst>
                                </p:cTn>
                              </p:par>
                              <p:par>
                                <p:cTn id="164" presetID="22" presetClass="entr" presetSubtype="1" fill="hold" nodeType="withEffect">
                                  <p:stCondLst>
                                    <p:cond delay="1500"/>
                                  </p:stCondLst>
                                  <p:childTnLst>
                                    <p:set>
                                      <p:cBhvr>
                                        <p:cTn id="165" dur="1" fill="hold">
                                          <p:stCondLst>
                                            <p:cond delay="0"/>
                                          </p:stCondLst>
                                        </p:cTn>
                                        <p:tgtEl>
                                          <p:spTgt spid="82"/>
                                        </p:tgtEl>
                                        <p:attrNameLst>
                                          <p:attrName>style.visibility</p:attrName>
                                        </p:attrNameLst>
                                      </p:cBhvr>
                                      <p:to>
                                        <p:strVal val="visible"/>
                                      </p:to>
                                    </p:set>
                                    <p:animEffect transition="in" filter="wipe(up)">
                                      <p:cBhvr>
                                        <p:cTn id="166" dur="1000"/>
                                        <p:tgtEl>
                                          <p:spTgt spid="82"/>
                                        </p:tgtEl>
                                      </p:cBhvr>
                                    </p:animEffect>
                                  </p:childTnLst>
                                </p:cTn>
                              </p:par>
                            </p:childTnLst>
                          </p:cTn>
                        </p:par>
                        <p:par>
                          <p:cTn id="167" fill="hold">
                            <p:stCondLst>
                              <p:cond delay="3500"/>
                            </p:stCondLst>
                            <p:childTnLst>
                              <p:par>
                                <p:cTn id="168" presetID="22" presetClass="exit" presetSubtype="1" fill="hold" nodeType="afterEffect">
                                  <p:stCondLst>
                                    <p:cond delay="0"/>
                                  </p:stCondLst>
                                  <p:childTnLst>
                                    <p:animEffect transition="out" filter="wipe(up)">
                                      <p:cBhvr>
                                        <p:cTn id="169" dur="500"/>
                                        <p:tgtEl>
                                          <p:spTgt spid="95"/>
                                        </p:tgtEl>
                                      </p:cBhvr>
                                    </p:animEffect>
                                    <p:set>
                                      <p:cBhvr>
                                        <p:cTn id="170" dur="1" fill="hold">
                                          <p:stCondLst>
                                            <p:cond delay="499"/>
                                          </p:stCondLst>
                                        </p:cTn>
                                        <p:tgtEl>
                                          <p:spTgt spid="95"/>
                                        </p:tgtEl>
                                        <p:attrNameLst>
                                          <p:attrName>style.visibility</p:attrName>
                                        </p:attrNameLst>
                                      </p:cBhvr>
                                      <p:to>
                                        <p:strVal val="hidden"/>
                                      </p:to>
                                    </p:set>
                                  </p:childTnLst>
                                </p:cTn>
                              </p:par>
                            </p:childTnLst>
                          </p:cTn>
                        </p:par>
                        <p:par>
                          <p:cTn id="171" fill="hold">
                            <p:stCondLst>
                              <p:cond delay="4000"/>
                            </p:stCondLst>
                            <p:childTnLst>
                              <p:par>
                                <p:cTn id="172" presetID="22" presetClass="entr" presetSubtype="8" fill="hold" nodeType="afterEffect">
                                  <p:stCondLst>
                                    <p:cond delay="0"/>
                                  </p:stCondLst>
                                  <p:childTnLst>
                                    <p:set>
                                      <p:cBhvr>
                                        <p:cTn id="173" dur="1" fill="hold">
                                          <p:stCondLst>
                                            <p:cond delay="0"/>
                                          </p:stCondLst>
                                        </p:cTn>
                                        <p:tgtEl>
                                          <p:spTgt spid="96"/>
                                        </p:tgtEl>
                                        <p:attrNameLst>
                                          <p:attrName>style.visibility</p:attrName>
                                        </p:attrNameLst>
                                      </p:cBhvr>
                                      <p:to>
                                        <p:strVal val="visible"/>
                                      </p:to>
                                    </p:set>
                                    <p:animEffect transition="in" filter="wipe(left)">
                                      <p:cBhvr>
                                        <p:cTn id="174" dur="500"/>
                                        <p:tgtEl>
                                          <p:spTgt spid="96"/>
                                        </p:tgtEl>
                                      </p:cBhvr>
                                    </p:animEffect>
                                  </p:childTnLst>
                                </p:cTn>
                              </p:par>
                            </p:childTnLst>
                          </p:cTn>
                        </p:par>
                      </p:childTnLst>
                    </p:cTn>
                  </p:par>
                  <p:par>
                    <p:cTn id="175" fill="hold">
                      <p:stCondLst>
                        <p:cond delay="indefinite"/>
                      </p:stCondLst>
                      <p:childTnLst>
                        <p:par>
                          <p:cTn id="176" fill="hold">
                            <p:stCondLst>
                              <p:cond delay="0"/>
                            </p:stCondLst>
                            <p:childTnLst>
                              <p:par>
                                <p:cTn id="177" presetID="7" presetClass="emph" presetSubtype="2" fill="hold" nodeType="clickEffect">
                                  <p:stCondLst>
                                    <p:cond delay="0"/>
                                  </p:stCondLst>
                                  <p:childTnLst>
                                    <p:animClr clrSpc="rgb" dir="cw">
                                      <p:cBhvr>
                                        <p:cTn id="178" dur="1000" fill="hold"/>
                                        <p:tgtEl>
                                          <p:spTgt spid="82"/>
                                        </p:tgtEl>
                                        <p:attrNameLst>
                                          <p:attrName>stroke.color</p:attrName>
                                        </p:attrNameLst>
                                      </p:cBhvr>
                                      <p:to>
                                        <a:srgbClr val="FF0000"/>
                                      </p:to>
                                    </p:animClr>
                                    <p:set>
                                      <p:cBhvr>
                                        <p:cTn id="179" dur="1000" fill="hold"/>
                                        <p:tgtEl>
                                          <p:spTgt spid="82"/>
                                        </p:tgtEl>
                                        <p:attrNameLst>
                                          <p:attrName>stroke.on</p:attrName>
                                        </p:attrNameLst>
                                      </p:cBhvr>
                                      <p:to>
                                        <p:strVal val="true"/>
                                      </p:to>
                                    </p:set>
                                  </p:childTnLst>
                                </p:cTn>
                              </p:par>
                              <p:par>
                                <p:cTn id="180" presetID="6" presetClass="emph" presetSubtype="0" fill="hold" nodeType="withEffect">
                                  <p:stCondLst>
                                    <p:cond delay="0"/>
                                  </p:stCondLst>
                                  <p:childTnLst>
                                    <p:animScale>
                                      <p:cBhvr>
                                        <p:cTn id="181" dur="500" fill="hold"/>
                                        <p:tgtEl>
                                          <p:spTgt spid="82"/>
                                        </p:tgtEl>
                                      </p:cBhvr>
                                      <p:by x="150000" y="150000"/>
                                    </p:animScale>
                                  </p:childTnLst>
                                </p:cTn>
                              </p:par>
                              <p:par>
                                <p:cTn id="182" presetID="22" presetClass="exit" presetSubtype="4" fill="hold" nodeType="withEffect">
                                  <p:stCondLst>
                                    <p:cond delay="0"/>
                                  </p:stCondLst>
                                  <p:childTnLst>
                                    <p:animEffect transition="out" filter="wipe(down)">
                                      <p:cBhvr>
                                        <p:cTn id="183" dur="1000"/>
                                        <p:tgtEl>
                                          <p:spTgt spid="69"/>
                                        </p:tgtEl>
                                      </p:cBhvr>
                                    </p:animEffect>
                                    <p:set>
                                      <p:cBhvr>
                                        <p:cTn id="184" dur="1" fill="hold">
                                          <p:stCondLst>
                                            <p:cond delay="999"/>
                                          </p:stCondLst>
                                        </p:cTn>
                                        <p:tgtEl>
                                          <p:spTgt spid="69"/>
                                        </p:tgtEl>
                                        <p:attrNameLst>
                                          <p:attrName>style.visibility</p:attrName>
                                        </p:attrNameLst>
                                      </p:cBhvr>
                                      <p:to>
                                        <p:strVal val="hidden"/>
                                      </p:to>
                                    </p:set>
                                  </p:childTnLst>
                                </p:cTn>
                              </p:par>
                            </p:childTnLst>
                          </p:cTn>
                        </p:par>
                      </p:childTnLst>
                    </p:cTn>
                  </p:par>
                  <p:par>
                    <p:cTn id="185" fill="hold">
                      <p:stCondLst>
                        <p:cond delay="indefinite"/>
                      </p:stCondLst>
                      <p:childTnLst>
                        <p:par>
                          <p:cTn id="186" fill="hold">
                            <p:stCondLst>
                              <p:cond delay="0"/>
                            </p:stCondLst>
                            <p:childTnLst>
                              <p:par>
                                <p:cTn id="187" presetID="22" presetClass="exit" presetSubtype="1" fill="hold" nodeType="clickEffect">
                                  <p:stCondLst>
                                    <p:cond delay="0"/>
                                  </p:stCondLst>
                                  <p:childTnLst>
                                    <p:animEffect transition="out" filter="wipe(up)">
                                      <p:cBhvr>
                                        <p:cTn id="188" dur="500"/>
                                        <p:tgtEl>
                                          <p:spTgt spid="96"/>
                                        </p:tgtEl>
                                      </p:cBhvr>
                                    </p:animEffect>
                                    <p:set>
                                      <p:cBhvr>
                                        <p:cTn id="189" dur="1" fill="hold">
                                          <p:stCondLst>
                                            <p:cond delay="499"/>
                                          </p:stCondLst>
                                        </p:cTn>
                                        <p:tgtEl>
                                          <p:spTgt spid="96"/>
                                        </p:tgtEl>
                                        <p:attrNameLst>
                                          <p:attrName>style.visibility</p:attrName>
                                        </p:attrNameLst>
                                      </p:cBhvr>
                                      <p:to>
                                        <p:strVal val="hidden"/>
                                      </p:to>
                                    </p:set>
                                  </p:childTnLst>
                                </p:cTn>
                              </p:par>
                            </p:childTnLst>
                          </p:cTn>
                        </p:par>
                        <p:par>
                          <p:cTn id="190" fill="hold">
                            <p:stCondLst>
                              <p:cond delay="500"/>
                            </p:stCondLst>
                            <p:childTnLst>
                              <p:par>
                                <p:cTn id="191" presetID="31" presetClass="exit" presetSubtype="0" fill="hold" grpId="1" nodeType="afterEffect">
                                  <p:stCondLst>
                                    <p:cond delay="0"/>
                                  </p:stCondLst>
                                  <p:childTnLst>
                                    <p:anim calcmode="lin" valueType="num">
                                      <p:cBhvr>
                                        <p:cTn id="192" dur="1000"/>
                                        <p:tgtEl>
                                          <p:spTgt spid="7"/>
                                        </p:tgtEl>
                                        <p:attrNameLst>
                                          <p:attrName>ppt_w</p:attrName>
                                        </p:attrNameLst>
                                      </p:cBhvr>
                                      <p:tavLst>
                                        <p:tav tm="0">
                                          <p:val>
                                            <p:strVal val="ppt_w"/>
                                          </p:val>
                                        </p:tav>
                                        <p:tav tm="100000">
                                          <p:val>
                                            <p:fltVal val="0"/>
                                          </p:val>
                                        </p:tav>
                                      </p:tavLst>
                                    </p:anim>
                                    <p:anim calcmode="lin" valueType="num">
                                      <p:cBhvr>
                                        <p:cTn id="193" dur="1000"/>
                                        <p:tgtEl>
                                          <p:spTgt spid="7"/>
                                        </p:tgtEl>
                                        <p:attrNameLst>
                                          <p:attrName>ppt_h</p:attrName>
                                        </p:attrNameLst>
                                      </p:cBhvr>
                                      <p:tavLst>
                                        <p:tav tm="0">
                                          <p:val>
                                            <p:strVal val="ppt_h"/>
                                          </p:val>
                                        </p:tav>
                                        <p:tav tm="100000">
                                          <p:val>
                                            <p:fltVal val="0"/>
                                          </p:val>
                                        </p:tav>
                                      </p:tavLst>
                                    </p:anim>
                                    <p:anim calcmode="lin" valueType="num">
                                      <p:cBhvr>
                                        <p:cTn id="194" dur="1000"/>
                                        <p:tgtEl>
                                          <p:spTgt spid="7"/>
                                        </p:tgtEl>
                                        <p:attrNameLst>
                                          <p:attrName>style.rotation</p:attrName>
                                        </p:attrNameLst>
                                      </p:cBhvr>
                                      <p:tavLst>
                                        <p:tav tm="0">
                                          <p:val>
                                            <p:fltVal val="0"/>
                                          </p:val>
                                        </p:tav>
                                        <p:tav tm="100000">
                                          <p:val>
                                            <p:fltVal val="90"/>
                                          </p:val>
                                        </p:tav>
                                      </p:tavLst>
                                    </p:anim>
                                    <p:animEffect transition="out" filter="fade">
                                      <p:cBhvr>
                                        <p:cTn id="195" dur="1000"/>
                                        <p:tgtEl>
                                          <p:spTgt spid="7"/>
                                        </p:tgtEl>
                                      </p:cBhvr>
                                    </p:animEffect>
                                    <p:set>
                                      <p:cBhvr>
                                        <p:cTn id="196"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20" grpId="0" animBg="1"/>
      <p:bldP spid="22" grpId="0" animBg="1"/>
      <p:bldP spid="24"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圆角 53">
            <a:extLst>
              <a:ext uri="{FF2B5EF4-FFF2-40B4-BE49-F238E27FC236}">
                <a16:creationId xmlns:a16="http://schemas.microsoft.com/office/drawing/2014/main" id="{05A5FA00-7B6E-4560-9A36-FB71F6A41050}"/>
              </a:ext>
            </a:extLst>
          </p:cNvPr>
          <p:cNvSpPr/>
          <p:nvPr/>
        </p:nvSpPr>
        <p:spPr>
          <a:xfrm>
            <a:off x="10594003" y="978347"/>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53" name="文本框 52">
            <a:extLst>
              <a:ext uri="{FF2B5EF4-FFF2-40B4-BE49-F238E27FC236}">
                <a16:creationId xmlns:a16="http://schemas.microsoft.com/office/drawing/2014/main" id="{69B4C317-0954-4410-93BB-12234E6FD1D0}"/>
              </a:ext>
            </a:extLst>
          </p:cNvPr>
          <p:cNvSpPr txBox="1"/>
          <p:nvPr/>
        </p:nvSpPr>
        <p:spPr>
          <a:xfrm>
            <a:off x="153546" y="261644"/>
            <a:ext cx="9851322" cy="3693319"/>
          </a:xfrm>
          <a:prstGeom prst="rect">
            <a:avLst/>
          </a:prstGeom>
          <a:solidFill>
            <a:schemeClr val="bg2"/>
          </a:solidFill>
          <a:ln w="12700">
            <a:solidFill>
              <a:srgbClr val="002060"/>
            </a:solidFill>
          </a:ln>
        </p:spPr>
        <p:txBody>
          <a:bodyPr wrap="square">
            <a:spAutoFit/>
          </a:bodyPr>
          <a:lstStyle/>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zh-CN" altLang="en-US" b="1" dirty="0">
                <a:latin typeface="Courier New" panose="02070309020205020404" pitchFamily="49" charset="0"/>
                <a:cs typeface="Courier New" panose="02070309020205020404" pitchFamily="49" charset="0"/>
              </a:rPr>
              <a:t> InsertRBT(RBTree T, KeyType key, DataType data)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插入算法</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(SearchRBT_Aux(T, key, parent))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若已存在，则不插入</a:t>
            </a:r>
          </a:p>
          <a:p>
            <a:r>
              <a:rPr lang="zh-CN" altLang="en-US" b="1" dirty="0">
                <a:latin typeface="Courier New" panose="02070309020205020404" pitchFamily="49" charset="0"/>
                <a:cs typeface="Courier New" panose="02070309020205020404" pitchFamily="49" charset="0"/>
              </a:rPr>
              <a:t>  p = New_RBNode(key, data);    </a:t>
            </a:r>
            <a:r>
              <a:rPr lang="zh-CN" altLang="en-US" b="1" dirty="0">
                <a:solidFill>
                  <a:srgbClr val="0070C0"/>
                </a:solidFill>
                <a:latin typeface="Courier New" panose="02070309020205020404" pitchFamily="49" charset="0"/>
                <a:cs typeface="Courier New" panose="02070309020205020404" pitchFamily="49" charset="0"/>
              </a:rPr>
              <a:t>// 生成p结点</a:t>
            </a:r>
          </a:p>
          <a:p>
            <a:r>
              <a:rPr lang="zh-CN" altLang="en-US" b="1" dirty="0">
                <a:latin typeface="Courier New" panose="02070309020205020404" pitchFamily="49" charset="0"/>
                <a:cs typeface="Courier New" panose="02070309020205020404" pitchFamily="49" charset="0"/>
              </a:rPr>
              <a:t>  p-&gt;parent = parent;           </a:t>
            </a:r>
            <a:r>
              <a:rPr lang="zh-CN" altLang="en-US" b="1" dirty="0">
                <a:solidFill>
                  <a:srgbClr val="0070C0"/>
                </a:solidFill>
                <a:latin typeface="Courier New" panose="02070309020205020404" pitchFamily="49" charset="0"/>
                <a:cs typeface="Courier New" panose="02070309020205020404" pitchFamily="49" charset="0"/>
              </a:rPr>
              <a:t>// 在末梢插入</a:t>
            </a:r>
          </a:p>
          <a:p>
            <a:r>
              <a:rPr lang="zh-CN" altLang="en-US" b="1" dirty="0">
                <a:latin typeface="Courier New" panose="02070309020205020404" pitchFamily="49" charset="0"/>
                <a:cs typeface="Courier New" panose="02070309020205020404" pitchFamily="49" charset="0"/>
              </a:rPr>
              <a:t>  p-&gt;lchild = p-&gt;rchild = NULL;</a:t>
            </a:r>
          </a:p>
          <a:p>
            <a:r>
              <a:rPr lang="zh-CN" altLang="en-US" b="1" dirty="0">
                <a:latin typeface="Courier New" panose="02070309020205020404" pitchFamily="49" charset="0"/>
                <a:cs typeface="Courier New" panose="02070309020205020404" pitchFamily="49" charset="0"/>
              </a:rPr>
              <a:t>  p-&gt;color = RED;               </a:t>
            </a:r>
            <a:r>
              <a:rPr lang="zh-CN" altLang="en-US" b="1" dirty="0">
                <a:solidFill>
                  <a:srgbClr val="0070C0"/>
                </a:solidFill>
                <a:latin typeface="Courier New" panose="02070309020205020404" pitchFamily="49" charset="0"/>
                <a:cs typeface="Courier New" panose="02070309020205020404" pitchFamily="49" charset="0"/>
              </a:rPr>
              <a:t>// 标记红色</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(parent) </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(parent-&gt;key &gt; key) parent-&gt;lchild = p; </a:t>
            </a:r>
            <a:r>
              <a:rPr lang="zh-CN" altLang="en-US" b="1" dirty="0">
                <a:solidFill>
                  <a:srgbClr val="0070C0"/>
                </a:solidFill>
                <a:latin typeface="Courier New" panose="02070309020205020404" pitchFamily="49" charset="0"/>
                <a:cs typeface="Courier New" panose="02070309020205020404" pitchFamily="49" charset="0"/>
              </a:rPr>
              <a:t>// 为左孩子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parent-&gt;rchild = p;                  </a:t>
            </a:r>
            <a:r>
              <a:rPr lang="zh-CN" altLang="en-US" b="1" dirty="0">
                <a:solidFill>
                  <a:srgbClr val="0070C0"/>
                </a:solidFill>
                <a:latin typeface="Courier New" panose="02070309020205020404" pitchFamily="49" charset="0"/>
                <a:cs typeface="Courier New" panose="02070309020205020404" pitchFamily="49" charset="0"/>
              </a:rPr>
              <a:t>// 为右孩子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T = p;  </a:t>
            </a:r>
            <a:r>
              <a:rPr lang="zh-CN" altLang="en-US" b="1" dirty="0">
                <a:solidFill>
                  <a:srgbClr val="0070C0"/>
                </a:solidFill>
                <a:latin typeface="Courier New" panose="02070309020205020404" pitchFamily="49" charset="0"/>
                <a:cs typeface="Courier New" panose="02070309020205020404" pitchFamily="49" charset="0"/>
              </a:rPr>
              <a:t>// 为根结点</a:t>
            </a:r>
          </a:p>
          <a:p>
            <a:r>
              <a:rPr lang="zh-CN" altLang="en-US" b="1" dirty="0">
                <a:latin typeface="Courier New" panose="02070309020205020404" pitchFamily="49" charset="0"/>
                <a:cs typeface="Courier New" panose="02070309020205020404" pitchFamily="49" charset="0"/>
              </a:rPr>
              <a:t>  Insert_Rebalance(p, T);   </a:t>
            </a:r>
            <a:r>
              <a:rPr lang="zh-CN" altLang="en-US" b="1" dirty="0">
                <a:solidFill>
                  <a:srgbClr val="0070C0"/>
                </a:solidFill>
                <a:latin typeface="Courier New" panose="02070309020205020404" pitchFamily="49" charset="0"/>
                <a:cs typeface="Courier New" panose="02070309020205020404" pitchFamily="49" charset="0"/>
              </a:rPr>
              <a:t>// 再平衡</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67" name="文本框 66">
            <a:extLst>
              <a:ext uri="{FF2B5EF4-FFF2-40B4-BE49-F238E27FC236}">
                <a16:creationId xmlns:a16="http://schemas.microsoft.com/office/drawing/2014/main" id="{30A9BF58-05AC-406C-9E8A-379F6D8A6363}"/>
              </a:ext>
            </a:extLst>
          </p:cNvPr>
          <p:cNvSpPr txBox="1"/>
          <p:nvPr/>
        </p:nvSpPr>
        <p:spPr>
          <a:xfrm>
            <a:off x="297094" y="499890"/>
            <a:ext cx="10814663" cy="6247864"/>
          </a:xfrm>
          <a:prstGeom prst="rect">
            <a:avLst/>
          </a:prstGeom>
          <a:solidFill>
            <a:srgbClr val="FCF8EE"/>
          </a:solidFill>
          <a:ln w="12700">
            <a:solidFill>
              <a:schemeClr val="accent2">
                <a:lumMod val="60000"/>
                <a:lumOff val="4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Insert</a:t>
            </a:r>
            <a:r>
              <a:rPr lang="en-US" altLang="zh-CN" sz="1600" b="1" dirty="0">
                <a:latin typeface="Courier New" panose="02070309020205020404" pitchFamily="49" charset="0"/>
                <a:cs typeface="Courier New" panose="02070309020205020404" pitchFamily="49" charset="0"/>
              </a:rPr>
              <a:t>Fixup(</a:t>
            </a:r>
            <a:r>
              <a:rPr lang="zh-CN" altLang="en-US" sz="1600" b="1" dirty="0">
                <a:latin typeface="Courier New" panose="02070309020205020404" pitchFamily="49" charset="0"/>
                <a:cs typeface="Courier New" panose="02070309020205020404" pitchFamily="49" charset="0"/>
              </a:rPr>
              <a:t>RBTree T, RBNode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插入后再平衡</a:t>
            </a: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RBNode</a:t>
            </a:r>
            <a:r>
              <a:rPr lang="en-US" altLang="zh-CN" sz="1600" b="1" dirty="0">
                <a:latin typeface="Courier New" panose="02070309020205020404" pitchFamily="49" charset="0"/>
                <a:cs typeface="Courier New" panose="02070309020205020404" pitchFamily="49" charset="0"/>
              </a:rPr>
              <a:t> *uncle;</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latin typeface="Courier New" panose="02070309020205020404" pitchFamily="49" charset="0"/>
                <a:cs typeface="Courier New" panose="02070309020205020404" pitchFamily="49" charset="0"/>
              </a:rPr>
              <a:t>-&gt;parent-&gt;color == RED) { </a:t>
            </a:r>
            <a:r>
              <a:rPr lang="zh-CN" altLang="en-US" sz="1600" b="1" dirty="0">
                <a:solidFill>
                  <a:srgbClr val="0070C0"/>
                </a:solidFill>
                <a:latin typeface="Courier New" panose="02070309020205020404" pitchFamily="49" charset="0"/>
                <a:cs typeface="Courier New" panose="02070309020205020404" pitchFamily="49" charset="0"/>
              </a:rPr>
              <a:t>// p结点不是根且其父为红色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如果其父是祖父的左孩子</a:t>
            </a:r>
          </a:p>
          <a:p>
            <a:r>
              <a:rPr lang="zh-CN" altLang="en-US" sz="1600" b="1" dirty="0">
                <a:latin typeface="Courier New" panose="02070309020205020404" pitchFamily="49" charset="0"/>
                <a:cs typeface="Courier New" panose="02070309020205020404" pitchFamily="49" charset="0"/>
              </a:rPr>
              <a:t>      uncle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solidFill>
                  <a:srgbClr val="0070C0"/>
                </a:solidFill>
                <a:latin typeface="Courier New" panose="02070309020205020404" pitchFamily="49" charset="0"/>
                <a:cs typeface="Courier New" panose="02070309020205020404" pitchFamily="49" charset="0"/>
              </a:rPr>
              <a:t>// 求其叔</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(uncle-&gt;color == RED) {   </a:t>
            </a:r>
            <a:r>
              <a:rPr lang="zh-CN" altLang="en-US" sz="1600" b="1" dirty="0">
                <a:solidFill>
                  <a:srgbClr val="0070C0"/>
                </a:solidFill>
                <a:latin typeface="Courier New" panose="02070309020205020404" pitchFamily="49" charset="0"/>
                <a:cs typeface="Courier New" panose="02070309020205020404" pitchFamily="49" charset="0"/>
              </a:rPr>
              <a:t>// 如果其叔存在且是红色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情况1</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uncle-&gt;color = BLACK;      </a:t>
            </a:r>
            <a:r>
              <a:rPr lang="zh-CN" altLang="en-US" sz="1600" b="1" dirty="0">
                <a:solidFill>
                  <a:srgbClr val="0070C0"/>
                </a:solidFill>
                <a:latin typeface="Courier New" panose="02070309020205020404" pitchFamily="49" charset="0"/>
                <a:cs typeface="Courier New" panose="02070309020205020404" pitchFamily="49" charset="0"/>
              </a:rPr>
              <a:t>// 其叔改为黑色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其父改为黑色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RED;</a:t>
            </a:r>
            <a:r>
              <a:rPr lang="zh-CN" altLang="en-US" sz="1600" b="1" dirty="0">
                <a:solidFill>
                  <a:srgbClr val="0070C0"/>
                </a:solidFill>
                <a:latin typeface="Courier New" panose="02070309020205020404" pitchFamily="49" charset="0"/>
                <a:cs typeface="Courier New" panose="02070309020205020404" pitchFamily="49" charset="0"/>
              </a:rPr>
              <a:t>// 祖父置为红色</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latin typeface="Courier New" panose="02070309020205020404" pitchFamily="49" charset="0"/>
                <a:cs typeface="Courier New" panose="02070309020205020404" pitchFamily="49" charset="0"/>
              </a:rPr>
              <a:t>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solidFill>
                  <a:srgbClr val="0070C0"/>
                </a:solidFill>
                <a:latin typeface="Courier New" panose="02070309020205020404" pitchFamily="49" charset="0"/>
                <a:cs typeface="Courier New" panose="02070309020205020404" pitchFamily="49" charset="0"/>
              </a:rPr>
              <a:t>指向祖父</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                    </a:t>
            </a:r>
            <a:r>
              <a:rPr lang="zh-CN" altLang="en-US" sz="1600" b="1" dirty="0">
                <a:solidFill>
                  <a:srgbClr val="0070C0"/>
                </a:solidFill>
                <a:latin typeface="Courier New" panose="02070309020205020404" pitchFamily="49" charset="0"/>
                <a:cs typeface="Courier New" panose="02070309020205020404" pitchFamily="49" charset="0"/>
              </a:rPr>
              <a:t>// 否则其叔不存在，或者不是红色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情况2</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 ==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又如果</a:t>
            </a:r>
            <a:r>
              <a:rPr lang="en-US" altLang="zh-CN" sz="1600" b="1" dirty="0">
                <a:solidFill>
                  <a:srgbClr val="86229A"/>
                </a:solidFill>
                <a:latin typeface="Courier New" panose="02070309020205020404" pitchFamily="49" charset="0"/>
                <a:cs typeface="Courier New" panose="02070309020205020404" pitchFamily="49" charset="0"/>
              </a:rPr>
              <a:t>current</a:t>
            </a:r>
            <a:r>
              <a:rPr lang="zh-CN" altLang="en-US" sz="1600" b="1" dirty="0">
                <a:solidFill>
                  <a:srgbClr val="0070C0"/>
                </a:solidFill>
                <a:latin typeface="Courier New" panose="02070309020205020404" pitchFamily="49" charset="0"/>
                <a:cs typeface="Courier New" panose="02070309020205020404" pitchFamily="49" charset="0"/>
              </a:rPr>
              <a:t>结点是其父的右孩子 </a:t>
            </a:r>
            <a:endParaRPr lang="en-US" altLang="zh-CN" sz="1600" b="1" dirty="0">
              <a:solidFill>
                <a:srgbClr val="0070C0"/>
              </a:solidFill>
              <a:latin typeface="Courier New" panose="02070309020205020404" pitchFamily="49" charset="0"/>
              <a:cs typeface="Courier New" panose="02070309020205020404" pitchFamily="49" charset="0"/>
            </a:endParaRPr>
          </a:p>
          <a:p>
            <a:r>
              <a:rPr lang="fr-FR" altLang="zh-CN" sz="1600" b="1" dirty="0">
                <a:solidFill>
                  <a:srgbClr val="0070C0"/>
                </a:solidFill>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current</a:t>
            </a:r>
            <a:r>
              <a:rPr lang="fr-FR" altLang="zh-CN" sz="1600" b="1" dirty="0">
                <a:latin typeface="Courier New" panose="02070309020205020404" pitchFamily="49" charset="0"/>
                <a:cs typeface="Courier New" panose="02070309020205020404" pitchFamily="49" charset="0"/>
              </a:rPr>
              <a:t> = </a:t>
            </a:r>
            <a:r>
              <a:rPr lang="fr-FR" altLang="zh-CN" sz="1600" b="1" dirty="0">
                <a:solidFill>
                  <a:srgbClr val="86229A"/>
                </a:solidFill>
                <a:latin typeface="Courier New" panose="02070309020205020404" pitchFamily="49" charset="0"/>
                <a:cs typeface="Courier New" panose="02070309020205020404" pitchFamily="49" charset="0"/>
              </a:rPr>
              <a:t>current</a:t>
            </a:r>
            <a:r>
              <a:rPr lang="fr-FR" altLang="zh-CN" sz="1600" b="1" dirty="0">
                <a:latin typeface="Courier New" panose="02070309020205020404" pitchFamily="49" charset="0"/>
                <a:cs typeface="Courier New" panose="02070309020205020404" pitchFamily="49" charset="0"/>
              </a:rPr>
              <a:t>-&gt;parent;   </a:t>
            </a:r>
            <a:r>
              <a:rPr lang="fr-FR" altLang="zh-CN" sz="1600" b="1" dirty="0">
                <a:solidFill>
                  <a:srgbClr val="0070C0"/>
                </a:solidFill>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current</a:t>
            </a:r>
            <a:r>
              <a:rPr lang="zh-CN" altLang="fr-FR" sz="1600" b="1" dirty="0">
                <a:solidFill>
                  <a:srgbClr val="0070C0"/>
                </a:solidFill>
                <a:latin typeface="Courier New" panose="02070309020205020404" pitchFamily="49" charset="0"/>
                <a:cs typeface="Courier New" panose="02070309020205020404" pitchFamily="49" charset="0"/>
              </a:rPr>
              <a:t>指向其父</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L_Rotate_RBT(</a:t>
            </a:r>
            <a:r>
              <a:rPr lang="en-US" altLang="zh-CN" sz="1600" b="1" dirty="0">
                <a:solidFill>
                  <a:srgbClr val="C00000"/>
                </a:solidFill>
                <a:latin typeface="Courier New" panose="02070309020205020404" pitchFamily="49" charset="0"/>
                <a:cs typeface="Courier New" panose="02070309020205020404" pitchFamily="49" charset="0"/>
              </a:rPr>
              <a:t>T, current</a:t>
            </a:r>
            <a:r>
              <a:rPr lang="zh-CN" altLang="en-US" sz="1600" b="1" dirty="0">
                <a:solidFill>
                  <a:srgbClr val="C0000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对其父为根的子树作左旋</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86229A"/>
                </a:solidFill>
                <a:latin typeface="Courier New" panose="02070309020205020404" pitchFamily="49" charset="0"/>
                <a:cs typeface="Courier New" panose="02070309020205020404" pitchFamily="49" charset="0"/>
              </a:rPr>
              <a:t>current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当前父子关系下，置父结点为黑色</a:t>
            </a:r>
          </a:p>
          <a:p>
            <a:r>
              <a:rPr lang="fr-FR" altLang="zh-CN" sz="1600" b="1" dirty="0">
                <a:latin typeface="Courier New" panose="02070309020205020404" pitchFamily="49" charset="0"/>
                <a:cs typeface="Courier New" panose="02070309020205020404" pitchFamily="49" charset="0"/>
              </a:rPr>
              <a:t>        </a:t>
            </a:r>
            <a:r>
              <a:rPr lang="fr-FR" altLang="zh-CN" sz="1600" b="1" dirty="0">
                <a:solidFill>
                  <a:srgbClr val="86229A"/>
                </a:solidFill>
                <a:latin typeface="Courier New" panose="02070309020205020404" pitchFamily="49" charset="0"/>
                <a:cs typeface="Courier New" panose="02070309020205020404" pitchFamily="49" charset="0"/>
              </a:rPr>
              <a:t>current</a:t>
            </a:r>
            <a:r>
              <a:rPr lang="fr-FR" altLang="zh-CN" sz="1600" b="1" dirty="0">
                <a:latin typeface="Courier New" panose="02070309020205020404" pitchFamily="49" charset="0"/>
                <a:cs typeface="Courier New" panose="02070309020205020404" pitchFamily="49" charset="0"/>
              </a:rPr>
              <a:t>-&gt;parent-&gt;</a:t>
            </a:r>
            <a:r>
              <a:rPr lang="zh-CN" altLang="en-US" sz="1600" b="1" dirty="0">
                <a:latin typeface="Courier New" panose="02070309020205020404" pitchFamily="49" charset="0"/>
                <a:cs typeface="Courier New" panose="02070309020205020404" pitchFamily="49" charset="0"/>
              </a:rPr>
              <a:t>parent-&gt;color = RED; </a:t>
            </a:r>
            <a:r>
              <a:rPr lang="zh-CN" altLang="en-US" sz="1600" b="1" dirty="0">
                <a:solidFill>
                  <a:srgbClr val="0070C0"/>
                </a:solidFill>
                <a:latin typeface="Courier New" panose="02070309020205020404" pitchFamily="49" charset="0"/>
                <a:cs typeface="Courier New" panose="02070309020205020404" pitchFamily="49" charset="0"/>
              </a:rPr>
              <a:t>// 置祖父为红色</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R_Rotate_RBT(</a:t>
            </a:r>
            <a:r>
              <a:rPr lang="en-US" altLang="zh-CN" sz="1600" b="1" dirty="0">
                <a:solidFill>
                  <a:srgbClr val="C00000"/>
                </a:solidFill>
                <a:latin typeface="Courier New" panose="02070309020205020404" pitchFamily="49" charset="0"/>
                <a:cs typeface="Courier New" panose="02070309020205020404" pitchFamily="49" charset="0"/>
              </a:rPr>
              <a:t>T, </a:t>
            </a:r>
            <a:r>
              <a:rPr lang="fr-FR" altLang="zh-CN" sz="1600" b="1" dirty="0">
                <a:solidFill>
                  <a:srgbClr val="C00000"/>
                </a:solidFill>
                <a:latin typeface="Courier New" panose="02070309020205020404" pitchFamily="49" charset="0"/>
                <a:cs typeface="Courier New" panose="02070309020205020404" pitchFamily="49" charset="0"/>
              </a:rPr>
              <a:t>current-&gt;parent-&gt;</a:t>
            </a:r>
            <a:r>
              <a:rPr lang="zh-CN" altLang="en-US" sz="1600" b="1" dirty="0">
                <a:solidFill>
                  <a:srgbClr val="C00000"/>
                </a:solidFill>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对以祖父为根的子树作右旋</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else {</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如果其父结点是祖父的右孩子</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 与左孩子的情形的对称操作 </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//while 结束条件：</a:t>
            </a:r>
            <a:r>
              <a:rPr lang="en-US" altLang="zh-CN" sz="1600" b="1" dirty="0">
                <a:solidFill>
                  <a:srgbClr val="86229A"/>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结点是根结点，或者，其父结点是黑色</a:t>
            </a:r>
          </a:p>
          <a:p>
            <a:r>
              <a:rPr lang="zh-CN" altLang="en-US" sz="1600" b="1" dirty="0">
                <a:latin typeface="Courier New" panose="02070309020205020404" pitchFamily="49" charset="0"/>
                <a:cs typeface="Courier New" panose="02070309020205020404" pitchFamily="49" charset="0"/>
              </a:rPr>
              <a:t>  T</a:t>
            </a:r>
            <a:r>
              <a:rPr lang="en-US" altLang="zh-CN" sz="1600" b="1" dirty="0">
                <a:latin typeface="Courier New" panose="02070309020205020404" pitchFamily="49" charset="0"/>
                <a:cs typeface="Courier New" panose="02070309020205020404" pitchFamily="49" charset="0"/>
              </a:rPr>
              <a:t>-&gt;root</a:t>
            </a:r>
            <a:r>
              <a:rPr lang="zh-CN" altLang="en-US" sz="1600" b="1" dirty="0">
                <a:latin typeface="Courier New" panose="02070309020205020404" pitchFamily="49" charset="0"/>
                <a:cs typeface="Courier New" panose="02070309020205020404" pitchFamily="49" charset="0"/>
              </a:rPr>
              <a:t>-&gt;color = BLACK;    </a:t>
            </a:r>
            <a:r>
              <a:rPr lang="zh-CN" altLang="en-US" sz="1600" b="1" dirty="0">
                <a:solidFill>
                  <a:srgbClr val="0070C0"/>
                </a:solidFill>
                <a:latin typeface="Courier New" panose="02070309020205020404" pitchFamily="49" charset="0"/>
                <a:cs typeface="Courier New" panose="02070309020205020404" pitchFamily="49" charset="0"/>
              </a:rPr>
              <a:t>// 置根结点为黑色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11" name="直接连接符 110">
            <a:extLst>
              <a:ext uri="{FF2B5EF4-FFF2-40B4-BE49-F238E27FC236}">
                <a16:creationId xmlns:a16="http://schemas.microsoft.com/office/drawing/2014/main" id="{FFA0700A-5891-456C-9EDB-91B382DC7CD3}"/>
              </a:ext>
            </a:extLst>
          </p:cNvPr>
          <p:cNvCxnSpPr>
            <a:cxnSpLocks/>
          </p:cNvCxnSpPr>
          <p:nvPr/>
        </p:nvCxnSpPr>
        <p:spPr>
          <a:xfrm flipV="1">
            <a:off x="1329978" y="4191569"/>
            <a:ext cx="3794915" cy="17837"/>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2AD6CA3-185C-4EE0-AC2F-1CF45B24390F}"/>
              </a:ext>
            </a:extLst>
          </p:cNvPr>
          <p:cNvCxnSpPr>
            <a:cxnSpLocks/>
          </p:cNvCxnSpPr>
          <p:nvPr/>
        </p:nvCxnSpPr>
        <p:spPr>
          <a:xfrm>
            <a:off x="1329978" y="4457711"/>
            <a:ext cx="4492617" cy="852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C33A7DF9-6CDB-4436-816A-4B615B46596E}"/>
              </a:ext>
            </a:extLst>
          </p:cNvPr>
          <p:cNvCxnSpPr>
            <a:cxnSpLocks/>
          </p:cNvCxnSpPr>
          <p:nvPr/>
        </p:nvCxnSpPr>
        <p:spPr>
          <a:xfrm flipV="1">
            <a:off x="1358805" y="4701897"/>
            <a:ext cx="5015765" cy="1801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17" name="文本框 116">
            <a:extLst>
              <a:ext uri="{FF2B5EF4-FFF2-40B4-BE49-F238E27FC236}">
                <a16:creationId xmlns:a16="http://schemas.microsoft.com/office/drawing/2014/main" id="{89688130-E427-4098-B983-F26F4819F94D}"/>
              </a:ext>
            </a:extLst>
          </p:cNvPr>
          <p:cNvSpPr txBox="1"/>
          <p:nvPr/>
        </p:nvSpPr>
        <p:spPr>
          <a:xfrm>
            <a:off x="146700" y="767810"/>
            <a:ext cx="11351789" cy="3846438"/>
          </a:xfrm>
          <a:prstGeom prst="rect">
            <a:avLst/>
          </a:prstGeom>
          <a:solidFill>
            <a:srgbClr val="FCF3EE"/>
          </a:solidFill>
          <a:ln w="12700">
            <a:solidFill>
              <a:srgbClr val="002060"/>
            </a:solidFill>
          </a:ln>
        </p:spPr>
        <p:txBody>
          <a:bodyPr wrap="square">
            <a:spAutoFit/>
          </a:bodyPr>
          <a:lstStyle/>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R_Rotate_RBT</a:t>
            </a:r>
            <a:r>
              <a:rPr lang="en-US" altLang="zh-CN" sz="1700" b="1" dirty="0">
                <a:latin typeface="Courier New" panose="02070309020205020404" pitchFamily="49" charset="0"/>
                <a:cs typeface="Courier New" panose="02070309020205020404" pitchFamily="49" charset="0"/>
              </a:rPr>
              <a:t>(</a:t>
            </a:r>
            <a:r>
              <a:rPr lang="en-US" altLang="zh-CN" sz="1700" b="1" dirty="0" err="1">
                <a:latin typeface="Courier New" panose="02070309020205020404" pitchFamily="49" charset="0"/>
                <a:cs typeface="Courier New" panose="02070309020205020404" pitchFamily="49" charset="0"/>
              </a:rPr>
              <a:t>RBTree</a:t>
            </a:r>
            <a:r>
              <a:rPr lang="en-US" altLang="zh-CN" sz="1700" b="1" dirty="0">
                <a:latin typeface="Courier New" panose="02070309020205020404" pitchFamily="49" charset="0"/>
                <a:cs typeface="Courier New" panose="02070309020205020404" pitchFamily="49" charset="0"/>
              </a:rPr>
              <a:t> T, </a:t>
            </a:r>
            <a:r>
              <a:rPr lang="en-US" altLang="zh-CN" sz="1700" b="1" dirty="0" err="1">
                <a:latin typeface="Courier New" panose="02070309020205020404" pitchFamily="49" charset="0"/>
                <a:cs typeface="Courier New" panose="02070309020205020404" pitchFamily="49" charset="0"/>
              </a:rPr>
              <a:t>RBNode</a:t>
            </a:r>
            <a:r>
              <a:rPr lang="en-US" altLang="zh-CN" sz="1700" b="1" dirty="0">
                <a:latin typeface="Courier New" panose="02070309020205020404" pitchFamily="49" charset="0"/>
                <a:cs typeface="Courier New" panose="02070309020205020404" pitchFamily="49" charset="0"/>
              </a:rPr>
              <a:t> *p)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对红黑树</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T</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结点为根的子树进行右旋操作</a:t>
            </a: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RBNode</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lc = p-&gt;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a:t>
            </a:r>
            <a:r>
              <a:rPr lang="zh-CN" altLang="en-US"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lc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指向</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solidFill>
                  <a:srgbClr val="C00000"/>
                </a:solidFill>
                <a:latin typeface="Courier New" panose="02070309020205020404" pitchFamily="49" charset="0"/>
                <a:cs typeface="Courier New" panose="02070309020205020404" pitchFamily="49" charset="0"/>
              </a:rPr>
              <a:t>  p-&gt;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 = lc-&gt;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700" b="1" dirty="0">
                <a:latin typeface="Courier New" panose="02070309020205020404" pitchFamily="49" charset="0"/>
                <a:cs typeface="Courier New" panose="02070309020205020404" pitchFamily="49" charset="0"/>
              </a:rPr>
              <a:t> (lc-&gt;</a:t>
            </a:r>
            <a:r>
              <a:rPr lang="en-US" altLang="zh-CN" sz="1700" b="1" dirty="0" err="1">
                <a:latin typeface="Courier New" panose="02070309020205020404" pitchFamily="49" charset="0"/>
                <a:cs typeface="Courier New" panose="02070309020205020404" pitchFamily="49" charset="0"/>
              </a:rPr>
              <a:t>rchild</a:t>
            </a:r>
            <a:r>
              <a:rPr lang="en-US" altLang="zh-CN" sz="1700" b="1" dirty="0">
                <a:latin typeface="Courier New" panose="02070309020205020404" pitchFamily="49" charset="0"/>
                <a:cs typeface="Courier New" panose="02070309020205020404" pitchFamily="49" charset="0"/>
              </a:rPr>
              <a:t> != T-&gt;nil) lc-&gt;</a:t>
            </a:r>
            <a:r>
              <a:rPr lang="en-US" altLang="zh-CN" sz="1700" b="1" dirty="0" err="1">
                <a:latin typeface="Courier New" panose="02070309020205020404" pitchFamily="49" charset="0"/>
                <a:cs typeface="Courier New" panose="02070309020205020404" pitchFamily="49" charset="0"/>
              </a:rPr>
              <a:t>rchild</a:t>
            </a:r>
            <a:r>
              <a:rPr lang="en-US" altLang="zh-CN" sz="1700" b="1" dirty="0">
                <a:latin typeface="Courier New" panose="02070309020205020404" pitchFamily="49" charset="0"/>
                <a:cs typeface="Courier New" panose="02070309020205020404" pitchFamily="49" charset="0"/>
              </a:rPr>
              <a:t>-&gt;parent = p;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将</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结点的右子树转变为</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结点的左子树</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lc-&gt;parent = p-&gt;parent;</a:t>
            </a:r>
            <a:endPar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sz="1700" b="1" dirty="0">
                <a:latin typeface="Courier New" panose="02070309020205020404" pitchFamily="49" charset="0"/>
                <a:cs typeface="Courier New" panose="02070309020205020404" pitchFamily="49" charset="0"/>
              </a:rPr>
              <a:t> (p-&gt;parent == T-&gt;nil) </a:t>
            </a:r>
            <a:r>
              <a:rPr lang="en-US" altLang="zh-CN" sz="1700" b="1" dirty="0">
                <a:solidFill>
                  <a:srgbClr val="C00000"/>
                </a:solidFill>
                <a:latin typeface="Courier New" panose="02070309020205020404" pitchFamily="49" charset="0"/>
                <a:cs typeface="Courier New" panose="02070309020205020404" pitchFamily="49" charset="0"/>
              </a:rPr>
              <a:t>T-&gt;root = lc;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若</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结点是原来的根，则</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结点成为新的根结点</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700" b="1" dirty="0">
                <a:latin typeface="Courier New" panose="02070309020205020404" pitchFamily="49" charset="0"/>
                <a:cs typeface="Courier New" panose="02070309020205020404" pitchFamily="49" charset="0"/>
              </a:rPr>
              <a:t> (p == p-&gt;parent-&gt;</a:t>
            </a:r>
            <a:r>
              <a:rPr lang="en-US" altLang="zh-CN" sz="1700" b="1" dirty="0" err="1">
                <a:latin typeface="Courier New" panose="02070309020205020404" pitchFamily="49" charset="0"/>
                <a:cs typeface="Courier New" panose="02070309020205020404" pitchFamily="49" charset="0"/>
              </a:rPr>
              <a:t>rchild</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否则若</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结点是其双亲的右孩子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p-&gt;parent-&gt;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 = lc;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则</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结点是其新父结点的右孩子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p-&gt;parent-&gt;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 = lc;</a:t>
            </a:r>
            <a:r>
              <a:rPr lang="zh-CN" altLang="en-US"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否则是左孩子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lc-&gt;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 = p;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将</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结点置为</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lc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结点的右孩子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p-&gt;parent = lc;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lc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结点新的父结点</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19" name="直接连接符 118">
            <a:extLst>
              <a:ext uri="{FF2B5EF4-FFF2-40B4-BE49-F238E27FC236}">
                <a16:creationId xmlns:a16="http://schemas.microsoft.com/office/drawing/2014/main" id="{C4155161-2A32-414C-AD5F-8DF3F715A014}"/>
              </a:ext>
            </a:extLst>
          </p:cNvPr>
          <p:cNvCxnSpPr>
            <a:cxnSpLocks/>
          </p:cNvCxnSpPr>
          <p:nvPr/>
        </p:nvCxnSpPr>
        <p:spPr>
          <a:xfrm>
            <a:off x="491919" y="1737440"/>
            <a:ext cx="295295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F5B1C903-9AF7-4AF9-837F-87F284BC16E6}"/>
              </a:ext>
            </a:extLst>
          </p:cNvPr>
          <p:cNvCxnSpPr>
            <a:cxnSpLocks/>
          </p:cNvCxnSpPr>
          <p:nvPr/>
        </p:nvCxnSpPr>
        <p:spPr>
          <a:xfrm>
            <a:off x="484992" y="2367714"/>
            <a:ext cx="300922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1EEE151C-7566-469D-8667-9E8253236014}"/>
              </a:ext>
            </a:extLst>
          </p:cNvPr>
          <p:cNvCxnSpPr>
            <a:cxnSpLocks/>
          </p:cNvCxnSpPr>
          <p:nvPr/>
        </p:nvCxnSpPr>
        <p:spPr>
          <a:xfrm>
            <a:off x="495977" y="1423048"/>
            <a:ext cx="2998238"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2A6F40D-2AB8-4EAD-A284-99BAC15AE314}"/>
              </a:ext>
            </a:extLst>
          </p:cNvPr>
          <p:cNvCxnSpPr>
            <a:cxnSpLocks/>
          </p:cNvCxnSpPr>
          <p:nvPr/>
        </p:nvCxnSpPr>
        <p:spPr>
          <a:xfrm>
            <a:off x="491919" y="2035311"/>
            <a:ext cx="633837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E58B0572-7BF7-4934-A6F9-DDD5F80433A4}"/>
              </a:ext>
            </a:extLst>
          </p:cNvPr>
          <p:cNvCxnSpPr>
            <a:cxnSpLocks/>
          </p:cNvCxnSpPr>
          <p:nvPr/>
        </p:nvCxnSpPr>
        <p:spPr>
          <a:xfrm>
            <a:off x="484992" y="2684204"/>
            <a:ext cx="501204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AC1985F7-29F0-4D75-BF87-509195FA37DF}"/>
              </a:ext>
            </a:extLst>
          </p:cNvPr>
          <p:cNvCxnSpPr>
            <a:cxnSpLocks/>
          </p:cNvCxnSpPr>
          <p:nvPr/>
        </p:nvCxnSpPr>
        <p:spPr>
          <a:xfrm flipV="1">
            <a:off x="493947" y="4258322"/>
            <a:ext cx="1998063" cy="9243"/>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62" name="矩形: 圆角 61">
            <a:extLst>
              <a:ext uri="{FF2B5EF4-FFF2-40B4-BE49-F238E27FC236}">
                <a16:creationId xmlns:a16="http://schemas.microsoft.com/office/drawing/2014/main" id="{AF60B00B-58F2-44DC-B322-0799AEC439D1}"/>
              </a:ext>
            </a:extLst>
          </p:cNvPr>
          <p:cNvSpPr/>
          <p:nvPr/>
        </p:nvSpPr>
        <p:spPr>
          <a:xfrm>
            <a:off x="7888326" y="3429001"/>
            <a:ext cx="4097990" cy="316930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64" name="直接连接符 63">
            <a:extLst>
              <a:ext uri="{FF2B5EF4-FFF2-40B4-BE49-F238E27FC236}">
                <a16:creationId xmlns:a16="http://schemas.microsoft.com/office/drawing/2014/main" id="{53D01C9B-03DA-4F9D-90A1-E8163B57F4E2}"/>
              </a:ext>
            </a:extLst>
          </p:cNvPr>
          <p:cNvCxnSpPr>
            <a:cxnSpLocks/>
          </p:cNvCxnSpPr>
          <p:nvPr/>
        </p:nvCxnSpPr>
        <p:spPr>
          <a:xfrm flipH="1">
            <a:off x="8875156" y="5707510"/>
            <a:ext cx="244999" cy="5936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9F4CC3A9-E6CF-4F98-9C32-734E9A804A4A}"/>
              </a:ext>
            </a:extLst>
          </p:cNvPr>
          <p:cNvCxnSpPr>
            <a:cxnSpLocks/>
          </p:cNvCxnSpPr>
          <p:nvPr/>
        </p:nvCxnSpPr>
        <p:spPr>
          <a:xfrm>
            <a:off x="9309810" y="4636211"/>
            <a:ext cx="422130" cy="51703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5AD8A1C-C0DB-4A52-BD5F-802D7A2A9B35}"/>
              </a:ext>
            </a:extLst>
          </p:cNvPr>
          <p:cNvCxnSpPr>
            <a:cxnSpLocks/>
          </p:cNvCxnSpPr>
          <p:nvPr/>
        </p:nvCxnSpPr>
        <p:spPr>
          <a:xfrm>
            <a:off x="10083566" y="4236056"/>
            <a:ext cx="958073" cy="3844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614770AC-BAE1-4705-8F14-CD02D9331F52}"/>
              </a:ext>
            </a:extLst>
          </p:cNvPr>
          <p:cNvCxnSpPr>
            <a:cxnSpLocks/>
          </p:cNvCxnSpPr>
          <p:nvPr/>
        </p:nvCxnSpPr>
        <p:spPr>
          <a:xfrm>
            <a:off x="11010421" y="4620532"/>
            <a:ext cx="449717" cy="5330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F2BB4AAD-D761-48C7-9D9F-1E3E9C780D06}"/>
              </a:ext>
            </a:extLst>
          </p:cNvPr>
          <p:cNvCxnSpPr>
            <a:cxnSpLocks/>
          </p:cNvCxnSpPr>
          <p:nvPr/>
        </p:nvCxnSpPr>
        <p:spPr>
          <a:xfrm flipH="1">
            <a:off x="8547629" y="5214888"/>
            <a:ext cx="210085" cy="375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4" name="椭圆 73">
            <a:extLst>
              <a:ext uri="{FF2B5EF4-FFF2-40B4-BE49-F238E27FC236}">
                <a16:creationId xmlns:a16="http://schemas.microsoft.com/office/drawing/2014/main" id="{C5F41BFE-B252-4E51-A568-E4E7F67CBAF2}"/>
              </a:ext>
            </a:extLst>
          </p:cNvPr>
          <p:cNvSpPr/>
          <p:nvPr/>
        </p:nvSpPr>
        <p:spPr>
          <a:xfrm>
            <a:off x="8692616" y="6113590"/>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78" name="组合 77">
            <a:extLst>
              <a:ext uri="{FF2B5EF4-FFF2-40B4-BE49-F238E27FC236}">
                <a16:creationId xmlns:a16="http://schemas.microsoft.com/office/drawing/2014/main" id="{EB62EF25-3DA6-492E-84FC-F649AFC2FC1E}"/>
              </a:ext>
            </a:extLst>
          </p:cNvPr>
          <p:cNvGrpSpPr/>
          <p:nvPr/>
        </p:nvGrpSpPr>
        <p:grpSpPr>
          <a:xfrm>
            <a:off x="9440039" y="3495044"/>
            <a:ext cx="1149922" cy="497441"/>
            <a:chOff x="2665781" y="467425"/>
            <a:chExt cx="1159066" cy="494540"/>
          </a:xfrm>
        </p:grpSpPr>
        <p:sp>
          <p:nvSpPr>
            <p:cNvPr id="79" name="文本框 78">
              <a:extLst>
                <a:ext uri="{FF2B5EF4-FFF2-40B4-BE49-F238E27FC236}">
                  <a16:creationId xmlns:a16="http://schemas.microsoft.com/office/drawing/2014/main" id="{020F5435-9475-4058-8C5A-899BC1DEA438}"/>
                </a:ext>
              </a:extLst>
            </p:cNvPr>
            <p:cNvSpPr txBox="1"/>
            <p:nvPr/>
          </p:nvSpPr>
          <p:spPr>
            <a:xfrm>
              <a:off x="2665781" y="467425"/>
              <a:ext cx="1159066" cy="332363"/>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T-&gt;root</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80" name="直接箭头连接符 79">
              <a:extLst>
                <a:ext uri="{FF2B5EF4-FFF2-40B4-BE49-F238E27FC236}">
                  <a16:creationId xmlns:a16="http://schemas.microsoft.com/office/drawing/2014/main" id="{A82034C6-B8EE-4179-B0DC-2E7A5DD0B2E4}"/>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82" name="直接连接符 81">
            <a:extLst>
              <a:ext uri="{FF2B5EF4-FFF2-40B4-BE49-F238E27FC236}">
                <a16:creationId xmlns:a16="http://schemas.microsoft.com/office/drawing/2014/main" id="{BC074E2C-EAF8-4A9F-B1C8-0223E6BA8C97}"/>
              </a:ext>
            </a:extLst>
          </p:cNvPr>
          <p:cNvCxnSpPr>
            <a:cxnSpLocks/>
          </p:cNvCxnSpPr>
          <p:nvPr/>
        </p:nvCxnSpPr>
        <p:spPr>
          <a:xfrm>
            <a:off x="8817202" y="5219251"/>
            <a:ext cx="286117" cy="5143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5F1563B3-A42B-42CC-9518-A3C8D48E4CC0}"/>
              </a:ext>
            </a:extLst>
          </p:cNvPr>
          <p:cNvCxnSpPr>
            <a:cxnSpLocks/>
          </p:cNvCxnSpPr>
          <p:nvPr/>
        </p:nvCxnSpPr>
        <p:spPr>
          <a:xfrm flipH="1">
            <a:off x="8884488" y="4654750"/>
            <a:ext cx="366542" cy="3609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4" name="组合 83">
            <a:extLst>
              <a:ext uri="{FF2B5EF4-FFF2-40B4-BE49-F238E27FC236}">
                <a16:creationId xmlns:a16="http://schemas.microsoft.com/office/drawing/2014/main" id="{375863F9-6BAB-4C38-8124-2DB070D32778}"/>
              </a:ext>
            </a:extLst>
          </p:cNvPr>
          <p:cNvGrpSpPr/>
          <p:nvPr/>
        </p:nvGrpSpPr>
        <p:grpSpPr>
          <a:xfrm>
            <a:off x="7995617" y="4548125"/>
            <a:ext cx="1102451" cy="409590"/>
            <a:chOff x="2373992" y="504723"/>
            <a:chExt cx="1111217" cy="407202"/>
          </a:xfrm>
        </p:grpSpPr>
        <p:sp>
          <p:nvSpPr>
            <p:cNvPr id="85" name="文本框 84">
              <a:extLst>
                <a:ext uri="{FF2B5EF4-FFF2-40B4-BE49-F238E27FC236}">
                  <a16:creationId xmlns:a16="http://schemas.microsoft.com/office/drawing/2014/main" id="{849EAB75-F3A2-4BFA-8974-B8079180295D}"/>
                </a:ext>
              </a:extLst>
            </p:cNvPr>
            <p:cNvSpPr txBox="1"/>
            <p:nvPr/>
          </p:nvSpPr>
          <p:spPr>
            <a:xfrm>
              <a:off x="2373992" y="504723"/>
              <a:ext cx="1111217"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current</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86" name="直接箭头连接符 85">
              <a:extLst>
                <a:ext uri="{FF2B5EF4-FFF2-40B4-BE49-F238E27FC236}">
                  <a16:creationId xmlns:a16="http://schemas.microsoft.com/office/drawing/2014/main" id="{776A7867-6932-409F-B9E8-14DEA3BA94CC}"/>
                </a:ext>
              </a:extLst>
            </p:cNvPr>
            <p:cNvCxnSpPr>
              <a:cxnSpLocks/>
            </p:cNvCxnSpPr>
            <p:nvPr/>
          </p:nvCxnSpPr>
          <p:spPr>
            <a:xfrm flipH="1">
              <a:off x="3195894" y="731107"/>
              <a:ext cx="102447" cy="18081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87" name="直接连接符 86">
            <a:extLst>
              <a:ext uri="{FF2B5EF4-FFF2-40B4-BE49-F238E27FC236}">
                <a16:creationId xmlns:a16="http://schemas.microsoft.com/office/drawing/2014/main" id="{1172E4BE-3255-4F0D-8B8F-F95A4B285539}"/>
              </a:ext>
            </a:extLst>
          </p:cNvPr>
          <p:cNvCxnSpPr>
            <a:cxnSpLocks/>
            <a:endCxn id="88" idx="7"/>
          </p:cNvCxnSpPr>
          <p:nvPr/>
        </p:nvCxnSpPr>
        <p:spPr>
          <a:xfrm flipH="1">
            <a:off x="9405151" y="4212630"/>
            <a:ext cx="548460" cy="26617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74BF617-128E-47B5-BE32-4061D3AED9AA}"/>
              </a:ext>
            </a:extLst>
          </p:cNvPr>
          <p:cNvSpPr/>
          <p:nvPr/>
        </p:nvSpPr>
        <p:spPr>
          <a:xfrm>
            <a:off x="8575926" y="4954966"/>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0" name="椭圆 89">
            <a:extLst>
              <a:ext uri="{FF2B5EF4-FFF2-40B4-BE49-F238E27FC236}">
                <a16:creationId xmlns:a16="http://schemas.microsoft.com/office/drawing/2014/main" id="{68512C4F-8C67-4909-B026-D4699D879106}"/>
              </a:ext>
            </a:extLst>
          </p:cNvPr>
          <p:cNvSpPr/>
          <p:nvPr/>
        </p:nvSpPr>
        <p:spPr>
          <a:xfrm>
            <a:off x="8889106" y="5531070"/>
            <a:ext cx="422127"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1" name="椭圆 90">
            <a:extLst>
              <a:ext uri="{FF2B5EF4-FFF2-40B4-BE49-F238E27FC236}">
                <a16:creationId xmlns:a16="http://schemas.microsoft.com/office/drawing/2014/main" id="{9E56FA37-898A-496F-905A-A030CF9C2B53}"/>
              </a:ext>
            </a:extLst>
          </p:cNvPr>
          <p:cNvSpPr/>
          <p:nvPr/>
        </p:nvSpPr>
        <p:spPr>
          <a:xfrm>
            <a:off x="8308097" y="5523168"/>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03" name="组合 102">
            <a:extLst>
              <a:ext uri="{FF2B5EF4-FFF2-40B4-BE49-F238E27FC236}">
                <a16:creationId xmlns:a16="http://schemas.microsoft.com/office/drawing/2014/main" id="{370C1C72-DD03-4A10-9AB1-07981CFCAF77}"/>
              </a:ext>
            </a:extLst>
          </p:cNvPr>
          <p:cNvGrpSpPr/>
          <p:nvPr/>
        </p:nvGrpSpPr>
        <p:grpSpPr>
          <a:xfrm>
            <a:off x="10758292" y="4074454"/>
            <a:ext cx="893906" cy="380385"/>
            <a:chOff x="2732764" y="536194"/>
            <a:chExt cx="901013" cy="378167"/>
          </a:xfrm>
        </p:grpSpPr>
        <p:sp>
          <p:nvSpPr>
            <p:cNvPr id="104" name="文本框 103">
              <a:extLst>
                <a:ext uri="{FF2B5EF4-FFF2-40B4-BE49-F238E27FC236}">
                  <a16:creationId xmlns:a16="http://schemas.microsoft.com/office/drawing/2014/main" id="{2646DBFE-B823-4737-9320-EA130D8C0172}"/>
                </a:ext>
              </a:extLst>
            </p:cNvPr>
            <p:cNvSpPr txBox="1"/>
            <p:nvPr/>
          </p:nvSpPr>
          <p:spPr>
            <a:xfrm>
              <a:off x="2732764" y="536194"/>
              <a:ext cx="901013" cy="281991"/>
            </a:xfrm>
            <a:prstGeom prst="rect">
              <a:avLst/>
            </a:prstGeom>
            <a:noFill/>
          </p:spPr>
          <p:txBody>
            <a:bodyPr wrap="square" lIns="36000" tIns="36000" rIns="36000" bIns="36000" rtlCol="0" anchor="ctr" anchorCtr="1">
              <a:spAutoFit/>
            </a:bodyPr>
            <a:lstStyle/>
            <a:p>
              <a:pPr algn="ctr">
                <a:lnSpc>
                  <a:spcPct val="80000"/>
                </a:lnSpc>
              </a:pPr>
              <a:r>
                <a:rPr lang="en-US" altLang="zh-CN" sz="1600" b="1" dirty="0">
                  <a:solidFill>
                    <a:srgbClr val="00B0F0"/>
                  </a:solidFill>
                  <a:latin typeface="Courier New" panose="02070309020205020404" pitchFamily="49" charset="0"/>
                  <a:cs typeface="Courier New" panose="02070309020205020404" pitchFamily="49" charset="0"/>
                </a:rPr>
                <a:t>uncle</a:t>
              </a:r>
              <a:endParaRPr lang="zh-CN" altLang="en-US" sz="1600" b="1" dirty="0">
                <a:solidFill>
                  <a:srgbClr val="00B0F0"/>
                </a:solidFill>
                <a:latin typeface="Courier New" panose="02070309020205020404" pitchFamily="49" charset="0"/>
                <a:cs typeface="Courier New" panose="02070309020205020404" pitchFamily="49" charset="0"/>
              </a:endParaRPr>
            </a:p>
          </p:txBody>
        </p:sp>
        <p:cxnSp>
          <p:nvCxnSpPr>
            <p:cNvPr id="105" name="直接箭头连接符 104">
              <a:extLst>
                <a:ext uri="{FF2B5EF4-FFF2-40B4-BE49-F238E27FC236}">
                  <a16:creationId xmlns:a16="http://schemas.microsoft.com/office/drawing/2014/main" id="{5C3A2E88-C448-43CC-9F44-5E68D5A51860}"/>
                </a:ext>
              </a:extLst>
            </p:cNvPr>
            <p:cNvCxnSpPr>
              <a:cxnSpLocks/>
            </p:cNvCxnSpPr>
            <p:nvPr/>
          </p:nvCxnSpPr>
          <p:spPr>
            <a:xfrm flipH="1">
              <a:off x="3109641" y="718810"/>
              <a:ext cx="86253" cy="19555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29" name="组合 128">
            <a:extLst>
              <a:ext uri="{FF2B5EF4-FFF2-40B4-BE49-F238E27FC236}">
                <a16:creationId xmlns:a16="http://schemas.microsoft.com/office/drawing/2014/main" id="{F95C2496-5ABB-4F32-9EE1-94C9D4A7D947}"/>
              </a:ext>
            </a:extLst>
          </p:cNvPr>
          <p:cNvGrpSpPr/>
          <p:nvPr/>
        </p:nvGrpSpPr>
        <p:grpSpPr>
          <a:xfrm>
            <a:off x="8839041" y="4091910"/>
            <a:ext cx="345672" cy="386897"/>
            <a:chOff x="3019880" y="482334"/>
            <a:chExt cx="348420" cy="379471"/>
          </a:xfrm>
        </p:grpSpPr>
        <p:sp>
          <p:nvSpPr>
            <p:cNvPr id="130" name="文本框 129">
              <a:extLst>
                <a:ext uri="{FF2B5EF4-FFF2-40B4-BE49-F238E27FC236}">
                  <a16:creationId xmlns:a16="http://schemas.microsoft.com/office/drawing/2014/main" id="{CF52F6A1-CC6B-44FE-9AFE-7DF382330B0D}"/>
                </a:ext>
              </a:extLst>
            </p:cNvPr>
            <p:cNvSpPr txBox="1"/>
            <p:nvPr/>
          </p:nvSpPr>
          <p:spPr>
            <a:xfrm>
              <a:off x="3019880" y="482334"/>
              <a:ext cx="348420" cy="308152"/>
            </a:xfrm>
            <a:prstGeom prst="rect">
              <a:avLst/>
            </a:prstGeom>
            <a:noFill/>
          </p:spPr>
          <p:txBody>
            <a:bodyPr wrap="non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lc</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131" name="直接箭头连接符 130">
              <a:extLst>
                <a:ext uri="{FF2B5EF4-FFF2-40B4-BE49-F238E27FC236}">
                  <a16:creationId xmlns:a16="http://schemas.microsoft.com/office/drawing/2014/main" id="{A121DA0C-3F63-4B19-8DFD-04C46C675792}"/>
                </a:ext>
              </a:extLst>
            </p:cNvPr>
            <p:cNvCxnSpPr>
              <a:cxnSpLocks/>
              <a:endCxn id="88" idx="1"/>
            </p:cNvCxnSpPr>
            <p:nvPr/>
          </p:nvCxnSpPr>
          <p:spPr>
            <a:xfrm>
              <a:off x="3208158" y="669544"/>
              <a:ext cx="102318" cy="19226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2" name="组合 131">
            <a:extLst>
              <a:ext uri="{FF2B5EF4-FFF2-40B4-BE49-F238E27FC236}">
                <a16:creationId xmlns:a16="http://schemas.microsoft.com/office/drawing/2014/main" id="{551804F6-67EB-43DC-90AC-B8AD66AE67D7}"/>
              </a:ext>
            </a:extLst>
          </p:cNvPr>
          <p:cNvGrpSpPr/>
          <p:nvPr/>
        </p:nvGrpSpPr>
        <p:grpSpPr>
          <a:xfrm>
            <a:off x="10126269" y="3637421"/>
            <a:ext cx="181961" cy="426493"/>
            <a:chOff x="3069929" y="490355"/>
            <a:chExt cx="183408" cy="424006"/>
          </a:xfrm>
        </p:grpSpPr>
        <p:sp>
          <p:nvSpPr>
            <p:cNvPr id="133" name="文本框 132">
              <a:extLst>
                <a:ext uri="{FF2B5EF4-FFF2-40B4-BE49-F238E27FC236}">
                  <a16:creationId xmlns:a16="http://schemas.microsoft.com/office/drawing/2014/main" id="{9C372D84-53D4-4E30-8A9B-983B5A83E0C8}"/>
                </a:ext>
              </a:extLst>
            </p:cNvPr>
            <p:cNvSpPr txBox="1"/>
            <p:nvPr/>
          </p:nvSpPr>
          <p:spPr>
            <a:xfrm>
              <a:off x="3069929" y="490355"/>
              <a:ext cx="183408" cy="340839"/>
            </a:xfrm>
            <a:prstGeom prst="rect">
              <a:avLst/>
            </a:prstGeom>
            <a:noFill/>
          </p:spPr>
          <p:txBody>
            <a:bodyPr wrap="square" lIns="36000" tIns="36000" rIns="36000" bIns="3600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p</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134" name="直接箭头连接符 133">
              <a:extLst>
                <a:ext uri="{FF2B5EF4-FFF2-40B4-BE49-F238E27FC236}">
                  <a16:creationId xmlns:a16="http://schemas.microsoft.com/office/drawing/2014/main" id="{E70C60A0-89B8-4D36-86B2-94AF1D84B20D}"/>
                </a:ext>
              </a:extLst>
            </p:cNvPr>
            <p:cNvCxnSpPr>
              <a:cxnSpLocks/>
            </p:cNvCxnSpPr>
            <p:nvPr/>
          </p:nvCxnSpPr>
          <p:spPr>
            <a:xfrm flipH="1">
              <a:off x="3109641" y="718810"/>
              <a:ext cx="86253" cy="19555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35" name="直接连接符 134">
            <a:extLst>
              <a:ext uri="{FF2B5EF4-FFF2-40B4-BE49-F238E27FC236}">
                <a16:creationId xmlns:a16="http://schemas.microsoft.com/office/drawing/2014/main" id="{22CACBA8-8A9C-4699-9E40-1C0CEFAA57C0}"/>
              </a:ext>
            </a:extLst>
          </p:cNvPr>
          <p:cNvCxnSpPr>
            <a:cxnSpLocks/>
          </p:cNvCxnSpPr>
          <p:nvPr/>
        </p:nvCxnSpPr>
        <p:spPr>
          <a:xfrm flipH="1">
            <a:off x="9763309" y="4297339"/>
            <a:ext cx="224331" cy="67341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A61F87B6-FB2E-4A99-9234-1DA280BA0C39}"/>
              </a:ext>
            </a:extLst>
          </p:cNvPr>
          <p:cNvCxnSpPr>
            <a:cxnSpLocks/>
          </p:cNvCxnSpPr>
          <p:nvPr/>
        </p:nvCxnSpPr>
        <p:spPr>
          <a:xfrm>
            <a:off x="10535433" y="4358663"/>
            <a:ext cx="269681" cy="47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AAE5A461-B238-455D-AF13-CC0930741EB4}"/>
              </a:ext>
            </a:extLst>
          </p:cNvPr>
          <p:cNvCxnSpPr>
            <a:cxnSpLocks/>
          </p:cNvCxnSpPr>
          <p:nvPr/>
        </p:nvCxnSpPr>
        <p:spPr>
          <a:xfrm flipH="1">
            <a:off x="9753961" y="4454714"/>
            <a:ext cx="213814" cy="4396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3A5181EB-55CB-4DB6-940D-D0F185CAD0C6}"/>
              </a:ext>
            </a:extLst>
          </p:cNvPr>
          <p:cNvCxnSpPr>
            <a:cxnSpLocks/>
          </p:cNvCxnSpPr>
          <p:nvPr/>
        </p:nvCxnSpPr>
        <p:spPr>
          <a:xfrm>
            <a:off x="9378069" y="4692935"/>
            <a:ext cx="1222642" cy="38375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872D9A4-02FC-48F4-9DED-7695DCAEFF75}"/>
              </a:ext>
            </a:extLst>
          </p:cNvPr>
          <p:cNvSpPr/>
          <p:nvPr/>
        </p:nvSpPr>
        <p:spPr>
          <a:xfrm>
            <a:off x="9069810" y="4420474"/>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201" name="直接连接符 200">
            <a:extLst>
              <a:ext uri="{FF2B5EF4-FFF2-40B4-BE49-F238E27FC236}">
                <a16:creationId xmlns:a16="http://schemas.microsoft.com/office/drawing/2014/main" id="{31B9BFC7-AD21-41E8-A217-0B474617F4A2}"/>
              </a:ext>
            </a:extLst>
          </p:cNvPr>
          <p:cNvCxnSpPr>
            <a:cxnSpLocks/>
          </p:cNvCxnSpPr>
          <p:nvPr/>
        </p:nvCxnSpPr>
        <p:spPr>
          <a:xfrm>
            <a:off x="11123853" y="4688398"/>
            <a:ext cx="282568" cy="5232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022B2B16-251C-404F-AF11-A29D0B7C91BE}"/>
              </a:ext>
            </a:extLst>
          </p:cNvPr>
          <p:cNvSpPr/>
          <p:nvPr/>
        </p:nvSpPr>
        <p:spPr>
          <a:xfrm>
            <a:off x="10812798" y="4420209"/>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1" name="椭圆 70">
            <a:extLst>
              <a:ext uri="{FF2B5EF4-FFF2-40B4-BE49-F238E27FC236}">
                <a16:creationId xmlns:a16="http://schemas.microsoft.com/office/drawing/2014/main" id="{942142AE-F885-4028-9773-3E8AD50E6E96}"/>
              </a:ext>
            </a:extLst>
          </p:cNvPr>
          <p:cNvSpPr/>
          <p:nvPr/>
        </p:nvSpPr>
        <p:spPr>
          <a:xfrm>
            <a:off x="11262138" y="4953241"/>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2" name="椭圆 91">
            <a:extLst>
              <a:ext uri="{FF2B5EF4-FFF2-40B4-BE49-F238E27FC236}">
                <a16:creationId xmlns:a16="http://schemas.microsoft.com/office/drawing/2014/main" id="{A80CE0BB-FF41-4171-AD35-B2B8FFEABD23}"/>
              </a:ext>
            </a:extLst>
          </p:cNvPr>
          <p:cNvSpPr/>
          <p:nvPr/>
        </p:nvSpPr>
        <p:spPr>
          <a:xfrm>
            <a:off x="9502370" y="4949734"/>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3" name="椭圆 92">
            <a:extLst>
              <a:ext uri="{FF2B5EF4-FFF2-40B4-BE49-F238E27FC236}">
                <a16:creationId xmlns:a16="http://schemas.microsoft.com/office/drawing/2014/main" id="{D35F7D70-9C1F-4F31-A99B-F7BD26AD4531}"/>
              </a:ext>
            </a:extLst>
          </p:cNvPr>
          <p:cNvSpPr/>
          <p:nvPr/>
        </p:nvSpPr>
        <p:spPr>
          <a:xfrm>
            <a:off x="9814497" y="3985536"/>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24" name="直接连接符 123">
            <a:extLst>
              <a:ext uri="{FF2B5EF4-FFF2-40B4-BE49-F238E27FC236}">
                <a16:creationId xmlns:a16="http://schemas.microsoft.com/office/drawing/2014/main" id="{3AD8B825-8C8D-45E9-B30D-94FC9DD92C92}"/>
              </a:ext>
            </a:extLst>
          </p:cNvPr>
          <p:cNvCxnSpPr>
            <a:cxnSpLocks/>
          </p:cNvCxnSpPr>
          <p:nvPr/>
        </p:nvCxnSpPr>
        <p:spPr>
          <a:xfrm>
            <a:off x="521104" y="3930716"/>
            <a:ext cx="191729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5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wipe(left)">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mph" presetSubtype="2" fill="hold" nodeType="clickEffect">
                                  <p:stCondLst>
                                    <p:cond delay="0"/>
                                  </p:stCondLst>
                                  <p:childTnLst>
                                    <p:animClr clrSpc="rgb" dir="cw">
                                      <p:cBhvr>
                                        <p:cTn id="11" dur="1000" fill="hold"/>
                                        <p:tgtEl>
                                          <p:spTgt spid="88"/>
                                        </p:tgtEl>
                                        <p:attrNameLst>
                                          <p:attrName>fillcolor</p:attrName>
                                        </p:attrNameLst>
                                      </p:cBhvr>
                                      <p:to>
                                        <a:srgbClr val="000000"/>
                                      </p:to>
                                    </p:animClr>
                                    <p:set>
                                      <p:cBhvr>
                                        <p:cTn id="12" dur="1000" fill="hold"/>
                                        <p:tgtEl>
                                          <p:spTgt spid="88"/>
                                        </p:tgtEl>
                                        <p:attrNameLst>
                                          <p:attrName>fill.type</p:attrName>
                                        </p:attrNameLst>
                                      </p:cBhvr>
                                      <p:to>
                                        <p:strVal val="solid"/>
                                      </p:to>
                                    </p:set>
                                    <p:set>
                                      <p:cBhvr>
                                        <p:cTn id="13" dur="1000" fill="hold"/>
                                        <p:tgtEl>
                                          <p:spTgt spid="88"/>
                                        </p:tgtEl>
                                        <p:attrNameLst>
                                          <p:attrName>fill.on</p:attrName>
                                        </p:attrNameLst>
                                      </p:cBhvr>
                                      <p:to>
                                        <p:strVal val="true"/>
                                      </p:to>
                                    </p:set>
                                  </p:childTnLst>
                                </p:cTn>
                              </p:par>
                            </p:childTnLst>
                          </p:cTn>
                        </p:par>
                        <p:par>
                          <p:cTn id="14" fill="hold">
                            <p:stCondLst>
                              <p:cond delay="1000"/>
                            </p:stCondLst>
                            <p:childTnLst>
                              <p:par>
                                <p:cTn id="15" presetID="22" presetClass="exit" presetSubtype="1" fill="hold" nodeType="afterEffect">
                                  <p:stCondLst>
                                    <p:cond delay="0"/>
                                  </p:stCondLst>
                                  <p:childTnLst>
                                    <p:animEffect transition="out" filter="wipe(up)">
                                      <p:cBhvr>
                                        <p:cTn id="16" dur="500"/>
                                        <p:tgtEl>
                                          <p:spTgt spid="111"/>
                                        </p:tgtEl>
                                      </p:cBhvr>
                                    </p:animEffect>
                                    <p:set>
                                      <p:cBhvr>
                                        <p:cTn id="17" dur="1" fill="hold">
                                          <p:stCondLst>
                                            <p:cond delay="499"/>
                                          </p:stCondLst>
                                        </p:cTn>
                                        <p:tgtEl>
                                          <p:spTgt spid="111"/>
                                        </p:tgtEl>
                                        <p:attrNameLst>
                                          <p:attrName>style.visibility</p:attrName>
                                        </p:attrNameLst>
                                      </p:cBhvr>
                                      <p:to>
                                        <p:strVal val="hidden"/>
                                      </p:to>
                                    </p:set>
                                  </p:childTnLst>
                                </p:cTn>
                              </p:par>
                            </p:childTnLst>
                          </p:cTn>
                        </p:par>
                        <p:par>
                          <p:cTn id="18" fill="hold">
                            <p:stCondLst>
                              <p:cond delay="1500"/>
                            </p:stCondLst>
                            <p:childTnLst>
                              <p:par>
                                <p:cTn id="19" presetID="22" presetClass="entr" presetSubtype="8" fill="hold" nodeType="afterEffect">
                                  <p:stCondLst>
                                    <p:cond delay="0"/>
                                  </p:stCondLst>
                                  <p:childTnLst>
                                    <p:set>
                                      <p:cBhvr>
                                        <p:cTn id="20" dur="1" fill="hold">
                                          <p:stCondLst>
                                            <p:cond delay="0"/>
                                          </p:stCondLst>
                                        </p:cTn>
                                        <p:tgtEl>
                                          <p:spTgt spid="113"/>
                                        </p:tgtEl>
                                        <p:attrNameLst>
                                          <p:attrName>style.visibility</p:attrName>
                                        </p:attrNameLst>
                                      </p:cBhvr>
                                      <p:to>
                                        <p:strVal val="visible"/>
                                      </p:to>
                                    </p:set>
                                    <p:animEffect transition="in" filter="wipe(left)">
                                      <p:cBhvr>
                                        <p:cTn id="21" dur="500"/>
                                        <p:tgtEl>
                                          <p:spTgt spid="11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mph" presetSubtype="2" fill="hold" nodeType="clickEffect">
                                  <p:stCondLst>
                                    <p:cond delay="0"/>
                                  </p:stCondLst>
                                  <p:childTnLst>
                                    <p:animClr clrSpc="rgb" dir="cw">
                                      <p:cBhvr>
                                        <p:cTn id="25" dur="1000" fill="hold"/>
                                        <p:tgtEl>
                                          <p:spTgt spid="93"/>
                                        </p:tgtEl>
                                        <p:attrNameLst>
                                          <p:attrName>fillcolor</p:attrName>
                                        </p:attrNameLst>
                                      </p:cBhvr>
                                      <p:to>
                                        <a:srgbClr val="FF0000"/>
                                      </p:to>
                                    </p:animClr>
                                    <p:set>
                                      <p:cBhvr>
                                        <p:cTn id="26" dur="1000" fill="hold"/>
                                        <p:tgtEl>
                                          <p:spTgt spid="93"/>
                                        </p:tgtEl>
                                        <p:attrNameLst>
                                          <p:attrName>fill.type</p:attrName>
                                        </p:attrNameLst>
                                      </p:cBhvr>
                                      <p:to>
                                        <p:strVal val="solid"/>
                                      </p:to>
                                    </p:set>
                                    <p:set>
                                      <p:cBhvr>
                                        <p:cTn id="27" dur="1000" fill="hold"/>
                                        <p:tgtEl>
                                          <p:spTgt spid="93"/>
                                        </p:tgtEl>
                                        <p:attrNameLst>
                                          <p:attrName>fill.on</p:attrName>
                                        </p:attrNameLst>
                                      </p:cBhvr>
                                      <p:to>
                                        <p:strVal val="true"/>
                                      </p:to>
                                    </p:set>
                                  </p:childTnLst>
                                </p:cTn>
                              </p:par>
                            </p:childTnLst>
                          </p:cTn>
                        </p:par>
                        <p:par>
                          <p:cTn id="28" fill="hold">
                            <p:stCondLst>
                              <p:cond delay="1000"/>
                            </p:stCondLst>
                            <p:childTnLst>
                              <p:par>
                                <p:cTn id="29" presetID="22" presetClass="exit" presetSubtype="1" fill="hold" nodeType="afterEffect">
                                  <p:stCondLst>
                                    <p:cond delay="0"/>
                                  </p:stCondLst>
                                  <p:childTnLst>
                                    <p:animEffect transition="out" filter="wipe(up)">
                                      <p:cBhvr>
                                        <p:cTn id="30" dur="500"/>
                                        <p:tgtEl>
                                          <p:spTgt spid="113"/>
                                        </p:tgtEl>
                                      </p:cBhvr>
                                    </p:animEffect>
                                    <p:set>
                                      <p:cBhvr>
                                        <p:cTn id="31" dur="1" fill="hold">
                                          <p:stCondLst>
                                            <p:cond delay="499"/>
                                          </p:stCondLst>
                                        </p:cTn>
                                        <p:tgtEl>
                                          <p:spTgt spid="113"/>
                                        </p:tgtEl>
                                        <p:attrNameLst>
                                          <p:attrName>style.visibility</p:attrName>
                                        </p:attrNameLst>
                                      </p:cBhvr>
                                      <p:to>
                                        <p:strVal val="hidden"/>
                                      </p:to>
                                    </p:set>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115"/>
                                        </p:tgtEl>
                                        <p:attrNameLst>
                                          <p:attrName>style.visibility</p:attrName>
                                        </p:attrNameLst>
                                      </p:cBhvr>
                                      <p:to>
                                        <p:strVal val="visible"/>
                                      </p:to>
                                    </p:set>
                                    <p:animEffect transition="in" filter="wipe(left)">
                                      <p:cBhvr>
                                        <p:cTn id="35" dur="500"/>
                                        <p:tgtEl>
                                          <p:spTgt spid="115"/>
                                        </p:tgtEl>
                                      </p:cBhvr>
                                    </p:animEffect>
                                  </p:childTnLst>
                                </p:cTn>
                              </p:par>
                            </p:childTnLst>
                          </p:cTn>
                        </p:par>
                      </p:childTnLst>
                    </p:cTn>
                  </p:par>
                  <p:par>
                    <p:cTn id="36" fill="hold">
                      <p:stCondLst>
                        <p:cond delay="indefinite"/>
                      </p:stCondLst>
                      <p:childTnLst>
                        <p:par>
                          <p:cTn id="37" fill="hold">
                            <p:stCondLst>
                              <p:cond delay="0"/>
                            </p:stCondLst>
                            <p:childTnLst>
                              <p:par>
                                <p:cTn id="38" presetID="31" presetClass="entr" presetSubtype="0" fill="hold" grpId="0" nodeType="clickEffect">
                                  <p:stCondLst>
                                    <p:cond delay="0"/>
                                  </p:stCondLst>
                                  <p:childTnLst>
                                    <p:set>
                                      <p:cBhvr>
                                        <p:cTn id="39" dur="1" fill="hold">
                                          <p:stCondLst>
                                            <p:cond delay="0"/>
                                          </p:stCondLst>
                                        </p:cTn>
                                        <p:tgtEl>
                                          <p:spTgt spid="117"/>
                                        </p:tgtEl>
                                        <p:attrNameLst>
                                          <p:attrName>style.visibility</p:attrName>
                                        </p:attrNameLst>
                                      </p:cBhvr>
                                      <p:to>
                                        <p:strVal val="visible"/>
                                      </p:to>
                                    </p:set>
                                    <p:anim calcmode="lin" valueType="num">
                                      <p:cBhvr>
                                        <p:cTn id="40" dur="1000" fill="hold"/>
                                        <p:tgtEl>
                                          <p:spTgt spid="117"/>
                                        </p:tgtEl>
                                        <p:attrNameLst>
                                          <p:attrName>ppt_w</p:attrName>
                                        </p:attrNameLst>
                                      </p:cBhvr>
                                      <p:tavLst>
                                        <p:tav tm="0">
                                          <p:val>
                                            <p:fltVal val="0"/>
                                          </p:val>
                                        </p:tav>
                                        <p:tav tm="100000">
                                          <p:val>
                                            <p:strVal val="#ppt_w"/>
                                          </p:val>
                                        </p:tav>
                                      </p:tavLst>
                                    </p:anim>
                                    <p:anim calcmode="lin" valueType="num">
                                      <p:cBhvr>
                                        <p:cTn id="41" dur="1000" fill="hold"/>
                                        <p:tgtEl>
                                          <p:spTgt spid="117"/>
                                        </p:tgtEl>
                                        <p:attrNameLst>
                                          <p:attrName>ppt_h</p:attrName>
                                        </p:attrNameLst>
                                      </p:cBhvr>
                                      <p:tavLst>
                                        <p:tav tm="0">
                                          <p:val>
                                            <p:fltVal val="0"/>
                                          </p:val>
                                        </p:tav>
                                        <p:tav tm="100000">
                                          <p:val>
                                            <p:strVal val="#ppt_h"/>
                                          </p:val>
                                        </p:tav>
                                      </p:tavLst>
                                    </p:anim>
                                    <p:anim calcmode="lin" valueType="num">
                                      <p:cBhvr>
                                        <p:cTn id="42" dur="1000" fill="hold"/>
                                        <p:tgtEl>
                                          <p:spTgt spid="117"/>
                                        </p:tgtEl>
                                        <p:attrNameLst>
                                          <p:attrName>style.rotation</p:attrName>
                                        </p:attrNameLst>
                                      </p:cBhvr>
                                      <p:tavLst>
                                        <p:tav tm="0">
                                          <p:val>
                                            <p:fltVal val="90"/>
                                          </p:val>
                                        </p:tav>
                                        <p:tav tm="100000">
                                          <p:val>
                                            <p:fltVal val="0"/>
                                          </p:val>
                                        </p:tav>
                                      </p:tavLst>
                                    </p:anim>
                                    <p:animEffect transition="in" filter="fade">
                                      <p:cBhvr>
                                        <p:cTn id="43" dur="1000"/>
                                        <p:tgtEl>
                                          <p:spTgt spid="117"/>
                                        </p:tgtEl>
                                      </p:cBhvr>
                                    </p:animEffect>
                                  </p:childTnLst>
                                </p:cTn>
                              </p:par>
                              <p:par>
                                <p:cTn id="44" presetID="10" presetClass="exit" presetSubtype="0" fill="hold" nodeType="withEffect">
                                  <p:stCondLst>
                                    <p:cond delay="0"/>
                                  </p:stCondLst>
                                  <p:childTnLst>
                                    <p:animEffect transition="out" filter="fade">
                                      <p:cBhvr>
                                        <p:cTn id="45" dur="500"/>
                                        <p:tgtEl>
                                          <p:spTgt spid="103"/>
                                        </p:tgtEl>
                                      </p:cBhvr>
                                    </p:animEffect>
                                    <p:set>
                                      <p:cBhvr>
                                        <p:cTn id="46" dur="1" fill="hold">
                                          <p:stCondLst>
                                            <p:cond delay="499"/>
                                          </p:stCondLst>
                                        </p:cTn>
                                        <p:tgtEl>
                                          <p:spTgt spid="10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84"/>
                                        </p:tgtEl>
                                      </p:cBhvr>
                                    </p:animEffect>
                                    <p:set>
                                      <p:cBhvr>
                                        <p:cTn id="49" dur="1" fill="hold">
                                          <p:stCondLst>
                                            <p:cond delay="499"/>
                                          </p:stCondLst>
                                        </p:cTn>
                                        <p:tgtEl>
                                          <p:spTgt spid="84"/>
                                        </p:tgtEl>
                                        <p:attrNameLst>
                                          <p:attrName>style.visibility</p:attrName>
                                        </p:attrNameLst>
                                      </p:cBhvr>
                                      <p:to>
                                        <p:strVal val="hidden"/>
                                      </p:to>
                                    </p:set>
                                  </p:childTnLst>
                                </p:cTn>
                              </p:par>
                            </p:childTnLst>
                          </p:cTn>
                        </p:par>
                        <p:par>
                          <p:cTn id="50" fill="hold">
                            <p:stCondLst>
                              <p:cond delay="1000"/>
                            </p:stCondLst>
                            <p:childTnLst>
                              <p:par>
                                <p:cTn id="51" presetID="47" presetClass="entr" presetSubtype="0" fill="hold" nodeType="afterEffect">
                                  <p:stCondLst>
                                    <p:cond delay="0"/>
                                  </p:stCondLst>
                                  <p:childTnLst>
                                    <p:set>
                                      <p:cBhvr>
                                        <p:cTn id="52" dur="1" fill="hold">
                                          <p:stCondLst>
                                            <p:cond delay="0"/>
                                          </p:stCondLst>
                                        </p:cTn>
                                        <p:tgtEl>
                                          <p:spTgt spid="132"/>
                                        </p:tgtEl>
                                        <p:attrNameLst>
                                          <p:attrName>style.visibility</p:attrName>
                                        </p:attrNameLst>
                                      </p:cBhvr>
                                      <p:to>
                                        <p:strVal val="visible"/>
                                      </p:to>
                                    </p:set>
                                    <p:animEffect transition="in" filter="fade">
                                      <p:cBhvr>
                                        <p:cTn id="53" dur="1000"/>
                                        <p:tgtEl>
                                          <p:spTgt spid="132"/>
                                        </p:tgtEl>
                                      </p:cBhvr>
                                    </p:animEffect>
                                    <p:anim calcmode="lin" valueType="num">
                                      <p:cBhvr>
                                        <p:cTn id="54" dur="1000" fill="hold"/>
                                        <p:tgtEl>
                                          <p:spTgt spid="132"/>
                                        </p:tgtEl>
                                        <p:attrNameLst>
                                          <p:attrName>ppt_x</p:attrName>
                                        </p:attrNameLst>
                                      </p:cBhvr>
                                      <p:tavLst>
                                        <p:tav tm="0">
                                          <p:val>
                                            <p:strVal val="#ppt_x"/>
                                          </p:val>
                                        </p:tav>
                                        <p:tav tm="100000">
                                          <p:val>
                                            <p:strVal val="#ppt_x"/>
                                          </p:val>
                                        </p:tav>
                                      </p:tavLst>
                                    </p:anim>
                                    <p:anim calcmode="lin" valueType="num">
                                      <p:cBhvr>
                                        <p:cTn id="55" dur="1000" fill="hold"/>
                                        <p:tgtEl>
                                          <p:spTgt spid="132"/>
                                        </p:tgtEl>
                                        <p:attrNameLst>
                                          <p:attrName>ppt_y</p:attrName>
                                        </p:attrNameLst>
                                      </p:cBhvr>
                                      <p:tavLst>
                                        <p:tav tm="0">
                                          <p:val>
                                            <p:strVal val="#ppt_y-.1"/>
                                          </p:val>
                                        </p:tav>
                                        <p:tav tm="100000">
                                          <p:val>
                                            <p:strVal val="#ppt_y"/>
                                          </p:val>
                                        </p:tav>
                                      </p:tavLst>
                                    </p:anim>
                                  </p:childTnLst>
                                </p:cTn>
                              </p:par>
                            </p:childTnLst>
                          </p:cTn>
                        </p:par>
                        <p:par>
                          <p:cTn id="56" fill="hold">
                            <p:stCondLst>
                              <p:cond delay="2000"/>
                            </p:stCondLst>
                            <p:childTnLst>
                              <p:par>
                                <p:cTn id="57" presetID="22" presetClass="entr" presetSubtype="8" fill="hold" nodeType="afterEffect">
                                  <p:stCondLst>
                                    <p:cond delay="0"/>
                                  </p:stCondLst>
                                  <p:childTnLst>
                                    <p:set>
                                      <p:cBhvr>
                                        <p:cTn id="58" dur="1" fill="hold">
                                          <p:stCondLst>
                                            <p:cond delay="0"/>
                                          </p:stCondLst>
                                        </p:cTn>
                                        <p:tgtEl>
                                          <p:spTgt spid="118"/>
                                        </p:tgtEl>
                                        <p:attrNameLst>
                                          <p:attrName>style.visibility</p:attrName>
                                        </p:attrNameLst>
                                      </p:cBhvr>
                                      <p:to>
                                        <p:strVal val="visible"/>
                                      </p:to>
                                    </p:set>
                                    <p:animEffect transition="in" filter="wipe(left)">
                                      <p:cBhvr>
                                        <p:cTn id="59" dur="500"/>
                                        <p:tgtEl>
                                          <p:spTgt spid="118"/>
                                        </p:tgtEl>
                                      </p:cBhvr>
                                    </p:animEffect>
                                  </p:childTnLst>
                                </p:cTn>
                              </p:par>
                            </p:childTnLst>
                          </p:cTn>
                        </p:par>
                      </p:childTnLst>
                    </p:cTn>
                  </p:par>
                  <p:par>
                    <p:cTn id="60" fill="hold">
                      <p:stCondLst>
                        <p:cond delay="indefinite"/>
                      </p:stCondLst>
                      <p:childTnLst>
                        <p:par>
                          <p:cTn id="61" fill="hold">
                            <p:stCondLst>
                              <p:cond delay="0"/>
                            </p:stCondLst>
                            <p:childTnLst>
                              <p:par>
                                <p:cTn id="62" presetID="47" presetClass="entr" presetSubtype="0" fill="hold" nodeType="clickEffect">
                                  <p:stCondLst>
                                    <p:cond delay="0"/>
                                  </p:stCondLst>
                                  <p:childTnLst>
                                    <p:set>
                                      <p:cBhvr>
                                        <p:cTn id="63" dur="1" fill="hold">
                                          <p:stCondLst>
                                            <p:cond delay="0"/>
                                          </p:stCondLst>
                                        </p:cTn>
                                        <p:tgtEl>
                                          <p:spTgt spid="129"/>
                                        </p:tgtEl>
                                        <p:attrNameLst>
                                          <p:attrName>style.visibility</p:attrName>
                                        </p:attrNameLst>
                                      </p:cBhvr>
                                      <p:to>
                                        <p:strVal val="visible"/>
                                      </p:to>
                                    </p:set>
                                    <p:animEffect transition="in" filter="fade">
                                      <p:cBhvr>
                                        <p:cTn id="64" dur="1000"/>
                                        <p:tgtEl>
                                          <p:spTgt spid="129"/>
                                        </p:tgtEl>
                                      </p:cBhvr>
                                    </p:animEffect>
                                    <p:anim calcmode="lin" valueType="num">
                                      <p:cBhvr>
                                        <p:cTn id="65" dur="1000" fill="hold"/>
                                        <p:tgtEl>
                                          <p:spTgt spid="129"/>
                                        </p:tgtEl>
                                        <p:attrNameLst>
                                          <p:attrName>ppt_x</p:attrName>
                                        </p:attrNameLst>
                                      </p:cBhvr>
                                      <p:tavLst>
                                        <p:tav tm="0">
                                          <p:val>
                                            <p:strVal val="#ppt_x"/>
                                          </p:val>
                                        </p:tav>
                                        <p:tav tm="100000">
                                          <p:val>
                                            <p:strVal val="#ppt_x"/>
                                          </p:val>
                                        </p:tav>
                                      </p:tavLst>
                                    </p:anim>
                                    <p:anim calcmode="lin" valueType="num">
                                      <p:cBhvr>
                                        <p:cTn id="66" dur="1000" fill="hold"/>
                                        <p:tgtEl>
                                          <p:spTgt spid="129"/>
                                        </p:tgtEl>
                                        <p:attrNameLst>
                                          <p:attrName>ppt_y</p:attrName>
                                        </p:attrNameLst>
                                      </p:cBhvr>
                                      <p:tavLst>
                                        <p:tav tm="0">
                                          <p:val>
                                            <p:strVal val="#ppt_y-.1"/>
                                          </p:val>
                                        </p:tav>
                                        <p:tav tm="100000">
                                          <p:val>
                                            <p:strVal val="#ppt_y"/>
                                          </p:val>
                                        </p:tav>
                                      </p:tavLst>
                                    </p:anim>
                                  </p:childTnLst>
                                </p:cTn>
                              </p:par>
                            </p:childTnLst>
                          </p:cTn>
                        </p:par>
                        <p:par>
                          <p:cTn id="67" fill="hold">
                            <p:stCondLst>
                              <p:cond delay="1000"/>
                            </p:stCondLst>
                            <p:childTnLst>
                              <p:par>
                                <p:cTn id="68" presetID="22" presetClass="exit" presetSubtype="1" fill="hold" nodeType="afterEffect">
                                  <p:stCondLst>
                                    <p:cond delay="0"/>
                                  </p:stCondLst>
                                  <p:childTnLst>
                                    <p:animEffect transition="out" filter="wipe(up)">
                                      <p:cBhvr>
                                        <p:cTn id="69" dur="500"/>
                                        <p:tgtEl>
                                          <p:spTgt spid="118"/>
                                        </p:tgtEl>
                                      </p:cBhvr>
                                    </p:animEffect>
                                    <p:set>
                                      <p:cBhvr>
                                        <p:cTn id="70" dur="1" fill="hold">
                                          <p:stCondLst>
                                            <p:cond delay="499"/>
                                          </p:stCondLst>
                                        </p:cTn>
                                        <p:tgtEl>
                                          <p:spTgt spid="118"/>
                                        </p:tgtEl>
                                        <p:attrNameLst>
                                          <p:attrName>style.visibility</p:attrName>
                                        </p:attrNameLst>
                                      </p:cBhvr>
                                      <p:to>
                                        <p:strVal val="hidden"/>
                                      </p:to>
                                    </p:set>
                                  </p:childTnLst>
                                </p:cTn>
                              </p:par>
                            </p:childTnLst>
                          </p:cTn>
                        </p:par>
                        <p:par>
                          <p:cTn id="71" fill="hold">
                            <p:stCondLst>
                              <p:cond delay="1500"/>
                            </p:stCondLst>
                            <p:childTnLst>
                              <p:par>
                                <p:cTn id="72" presetID="22" presetClass="entr" presetSubtype="8" fill="hold" nodeType="afterEffect">
                                  <p:stCondLst>
                                    <p:cond delay="0"/>
                                  </p:stCondLst>
                                  <p:childTnLst>
                                    <p:set>
                                      <p:cBhvr>
                                        <p:cTn id="73" dur="1" fill="hold">
                                          <p:stCondLst>
                                            <p:cond delay="0"/>
                                          </p:stCondLst>
                                        </p:cTn>
                                        <p:tgtEl>
                                          <p:spTgt spid="119"/>
                                        </p:tgtEl>
                                        <p:attrNameLst>
                                          <p:attrName>style.visibility</p:attrName>
                                        </p:attrNameLst>
                                      </p:cBhvr>
                                      <p:to>
                                        <p:strVal val="visible"/>
                                      </p:to>
                                    </p:set>
                                    <p:animEffect transition="in" filter="wipe(left)">
                                      <p:cBhvr>
                                        <p:cTn id="74" dur="500"/>
                                        <p:tgtEl>
                                          <p:spTgt spid="119"/>
                                        </p:tgtEl>
                                      </p:cBhvr>
                                    </p:animEffect>
                                  </p:childTnLst>
                                </p:cTn>
                              </p:par>
                            </p:childTnLst>
                          </p:cTn>
                        </p:par>
                      </p:childTnLst>
                    </p:cTn>
                  </p:par>
                  <p:par>
                    <p:cTn id="75" fill="hold">
                      <p:stCondLst>
                        <p:cond delay="indefinite"/>
                      </p:stCondLst>
                      <p:childTnLst>
                        <p:par>
                          <p:cTn id="76" fill="hold">
                            <p:stCondLst>
                              <p:cond delay="0"/>
                            </p:stCondLst>
                            <p:childTnLst>
                              <p:par>
                                <p:cTn id="77" presetID="7" presetClass="emph" presetSubtype="2" fill="hold" nodeType="clickEffect">
                                  <p:stCondLst>
                                    <p:cond delay="0"/>
                                  </p:stCondLst>
                                  <p:childTnLst>
                                    <p:animClr clrSpc="rgb" dir="cw">
                                      <p:cBhvr>
                                        <p:cTn id="78" dur="1000" fill="hold"/>
                                        <p:tgtEl>
                                          <p:spTgt spid="87"/>
                                        </p:tgtEl>
                                        <p:attrNameLst>
                                          <p:attrName>stroke.color</p:attrName>
                                        </p:attrNameLst>
                                      </p:cBhvr>
                                      <p:to>
                                        <a:schemeClr val="accent2"/>
                                      </p:to>
                                    </p:animClr>
                                    <p:set>
                                      <p:cBhvr>
                                        <p:cTn id="79" dur="1000" fill="hold"/>
                                        <p:tgtEl>
                                          <p:spTgt spid="87"/>
                                        </p:tgtEl>
                                        <p:attrNameLst>
                                          <p:attrName>stroke.on</p:attrName>
                                        </p:attrNameLst>
                                      </p:cBhvr>
                                      <p:to>
                                        <p:strVal val="true"/>
                                      </p:to>
                                    </p:set>
                                  </p:childTnLst>
                                </p:cTn>
                              </p:par>
                              <p:par>
                                <p:cTn id="80" presetID="22" presetClass="entr" presetSubtype="1" fill="hold" nodeType="withEffect">
                                  <p:stCondLst>
                                    <p:cond delay="0"/>
                                  </p:stCondLst>
                                  <p:childTnLst>
                                    <p:set>
                                      <p:cBhvr>
                                        <p:cTn id="81" dur="1" fill="hold">
                                          <p:stCondLst>
                                            <p:cond delay="0"/>
                                          </p:stCondLst>
                                        </p:cTn>
                                        <p:tgtEl>
                                          <p:spTgt spid="135"/>
                                        </p:tgtEl>
                                        <p:attrNameLst>
                                          <p:attrName>style.visibility</p:attrName>
                                        </p:attrNameLst>
                                      </p:cBhvr>
                                      <p:to>
                                        <p:strVal val="visible"/>
                                      </p:to>
                                    </p:set>
                                    <p:animEffect transition="in" filter="wipe(up)">
                                      <p:cBhvr>
                                        <p:cTn id="82" dur="1000"/>
                                        <p:tgtEl>
                                          <p:spTgt spid="135"/>
                                        </p:tgtEl>
                                      </p:cBhvr>
                                    </p:animEffect>
                                  </p:childTnLst>
                                </p:cTn>
                              </p:par>
                            </p:childTnLst>
                          </p:cTn>
                        </p:par>
                        <p:par>
                          <p:cTn id="83" fill="hold">
                            <p:stCondLst>
                              <p:cond delay="1000"/>
                            </p:stCondLst>
                            <p:childTnLst>
                              <p:par>
                                <p:cTn id="84" presetID="22" presetClass="exit" presetSubtype="1" fill="hold" nodeType="afterEffect">
                                  <p:stCondLst>
                                    <p:cond delay="0"/>
                                  </p:stCondLst>
                                  <p:childTnLst>
                                    <p:animEffect transition="out" filter="wipe(up)">
                                      <p:cBhvr>
                                        <p:cTn id="85" dur="500"/>
                                        <p:tgtEl>
                                          <p:spTgt spid="119"/>
                                        </p:tgtEl>
                                      </p:cBhvr>
                                    </p:animEffect>
                                    <p:set>
                                      <p:cBhvr>
                                        <p:cTn id="86" dur="1" fill="hold">
                                          <p:stCondLst>
                                            <p:cond delay="499"/>
                                          </p:stCondLst>
                                        </p:cTn>
                                        <p:tgtEl>
                                          <p:spTgt spid="119"/>
                                        </p:tgtEl>
                                        <p:attrNameLst>
                                          <p:attrName>style.visibility</p:attrName>
                                        </p:attrNameLst>
                                      </p:cBhvr>
                                      <p:to>
                                        <p:strVal val="hidden"/>
                                      </p:to>
                                    </p:set>
                                  </p:childTnLst>
                                </p:cTn>
                              </p:par>
                            </p:childTnLst>
                          </p:cTn>
                        </p:par>
                        <p:par>
                          <p:cTn id="87" fill="hold">
                            <p:stCondLst>
                              <p:cond delay="1500"/>
                            </p:stCondLst>
                            <p:childTnLst>
                              <p:par>
                                <p:cTn id="88" presetID="22" presetClass="entr" presetSubtype="8" fill="hold" nodeType="afterEffect">
                                  <p:stCondLst>
                                    <p:cond delay="0"/>
                                  </p:stCondLst>
                                  <p:childTnLst>
                                    <p:set>
                                      <p:cBhvr>
                                        <p:cTn id="89" dur="1" fill="hold">
                                          <p:stCondLst>
                                            <p:cond delay="0"/>
                                          </p:stCondLst>
                                        </p:cTn>
                                        <p:tgtEl>
                                          <p:spTgt spid="120"/>
                                        </p:tgtEl>
                                        <p:attrNameLst>
                                          <p:attrName>style.visibility</p:attrName>
                                        </p:attrNameLst>
                                      </p:cBhvr>
                                      <p:to>
                                        <p:strVal val="visible"/>
                                      </p:to>
                                    </p:set>
                                    <p:animEffect transition="in" filter="wipe(left)">
                                      <p:cBhvr>
                                        <p:cTn id="90" dur="500"/>
                                        <p:tgtEl>
                                          <p:spTgt spid="120"/>
                                        </p:tgtEl>
                                      </p:cBhvr>
                                    </p:animEffect>
                                  </p:childTnLst>
                                </p:cTn>
                              </p:par>
                            </p:childTnLst>
                          </p:cTn>
                        </p:par>
                      </p:childTnLst>
                    </p:cTn>
                  </p:par>
                  <p:par>
                    <p:cTn id="91" fill="hold">
                      <p:stCondLst>
                        <p:cond delay="indefinite"/>
                      </p:stCondLst>
                      <p:childTnLst>
                        <p:par>
                          <p:cTn id="92" fill="hold">
                            <p:stCondLst>
                              <p:cond delay="0"/>
                            </p:stCondLst>
                            <p:childTnLst>
                              <p:par>
                                <p:cTn id="93" presetID="7" presetClass="emph" presetSubtype="2" fill="hold" nodeType="clickEffect">
                                  <p:stCondLst>
                                    <p:cond delay="0"/>
                                  </p:stCondLst>
                                  <p:childTnLst>
                                    <p:animClr clrSpc="rgb" dir="cw">
                                      <p:cBhvr>
                                        <p:cTn id="94" dur="1000" fill="hold"/>
                                        <p:tgtEl>
                                          <p:spTgt spid="135"/>
                                        </p:tgtEl>
                                        <p:attrNameLst>
                                          <p:attrName>stroke.color</p:attrName>
                                        </p:attrNameLst>
                                      </p:cBhvr>
                                      <p:to>
                                        <a:srgbClr val="FF0000"/>
                                      </p:to>
                                    </p:animClr>
                                    <p:set>
                                      <p:cBhvr>
                                        <p:cTn id="95" dur="1000" fill="hold"/>
                                        <p:tgtEl>
                                          <p:spTgt spid="135"/>
                                        </p:tgtEl>
                                        <p:attrNameLst>
                                          <p:attrName>stroke.on</p:attrName>
                                        </p:attrNameLst>
                                      </p:cBhvr>
                                      <p:to>
                                        <p:strVal val="true"/>
                                      </p:to>
                                    </p:set>
                                  </p:childTnLst>
                                </p:cTn>
                              </p:par>
                              <p:par>
                                <p:cTn id="96" presetID="6" presetClass="emph" presetSubtype="0" fill="hold" nodeType="withEffect">
                                  <p:stCondLst>
                                    <p:cond delay="0"/>
                                  </p:stCondLst>
                                  <p:childTnLst>
                                    <p:animScale>
                                      <p:cBhvr>
                                        <p:cTn id="97" dur="500" fill="hold"/>
                                        <p:tgtEl>
                                          <p:spTgt spid="135"/>
                                        </p:tgtEl>
                                      </p:cBhvr>
                                      <p:by x="150000" y="150000"/>
                                    </p:animScale>
                                  </p:childTnLst>
                                </p:cTn>
                              </p:par>
                            </p:childTnLst>
                          </p:cTn>
                        </p:par>
                        <p:par>
                          <p:cTn id="98" fill="hold">
                            <p:stCondLst>
                              <p:cond delay="1000"/>
                            </p:stCondLst>
                            <p:childTnLst>
                              <p:par>
                                <p:cTn id="99" presetID="22" presetClass="exit" presetSubtype="1" fill="hold" nodeType="afterEffect">
                                  <p:stCondLst>
                                    <p:cond delay="0"/>
                                  </p:stCondLst>
                                  <p:childTnLst>
                                    <p:animEffect transition="out" filter="wipe(up)">
                                      <p:cBhvr>
                                        <p:cTn id="100" dur="500"/>
                                        <p:tgtEl>
                                          <p:spTgt spid="120"/>
                                        </p:tgtEl>
                                      </p:cBhvr>
                                    </p:animEffect>
                                    <p:set>
                                      <p:cBhvr>
                                        <p:cTn id="101" dur="1" fill="hold">
                                          <p:stCondLst>
                                            <p:cond delay="499"/>
                                          </p:stCondLst>
                                        </p:cTn>
                                        <p:tgtEl>
                                          <p:spTgt spid="120"/>
                                        </p:tgtEl>
                                        <p:attrNameLst>
                                          <p:attrName>style.visibility</p:attrName>
                                        </p:attrNameLst>
                                      </p:cBhvr>
                                      <p:to>
                                        <p:strVal val="hidden"/>
                                      </p:to>
                                    </p:set>
                                  </p:childTnLst>
                                </p:cTn>
                              </p:par>
                            </p:childTnLst>
                          </p:cTn>
                        </p:par>
                        <p:par>
                          <p:cTn id="102" fill="hold">
                            <p:stCondLst>
                              <p:cond delay="1500"/>
                            </p:stCondLst>
                            <p:childTnLst>
                              <p:par>
                                <p:cTn id="103" presetID="22" presetClass="entr" presetSubtype="8" fill="hold" nodeType="afterEffect">
                                  <p:stCondLst>
                                    <p:cond delay="0"/>
                                  </p:stCondLst>
                                  <p:childTnLst>
                                    <p:set>
                                      <p:cBhvr>
                                        <p:cTn id="104" dur="1" fill="hold">
                                          <p:stCondLst>
                                            <p:cond delay="0"/>
                                          </p:stCondLst>
                                        </p:cTn>
                                        <p:tgtEl>
                                          <p:spTgt spid="122"/>
                                        </p:tgtEl>
                                        <p:attrNameLst>
                                          <p:attrName>style.visibility</p:attrName>
                                        </p:attrNameLst>
                                      </p:cBhvr>
                                      <p:to>
                                        <p:strVal val="visible"/>
                                      </p:to>
                                    </p:set>
                                    <p:animEffect transition="in" filter="wipe(left)">
                                      <p:cBhvr>
                                        <p:cTn id="105" dur="500"/>
                                        <p:tgtEl>
                                          <p:spTgt spid="12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xit" presetSubtype="4" fill="hold" nodeType="clickEffect">
                                  <p:stCondLst>
                                    <p:cond delay="0"/>
                                  </p:stCondLst>
                                  <p:childTnLst>
                                    <p:animEffect transition="out" filter="wipe(down)">
                                      <p:cBhvr>
                                        <p:cTn id="109" dur="1000"/>
                                        <p:tgtEl>
                                          <p:spTgt spid="87"/>
                                        </p:tgtEl>
                                      </p:cBhvr>
                                    </p:animEffect>
                                    <p:set>
                                      <p:cBhvr>
                                        <p:cTn id="110" dur="1" fill="hold">
                                          <p:stCondLst>
                                            <p:cond delay="999"/>
                                          </p:stCondLst>
                                        </p:cTn>
                                        <p:tgtEl>
                                          <p:spTgt spid="87"/>
                                        </p:tgtEl>
                                        <p:attrNameLst>
                                          <p:attrName>style.visibility</p:attrName>
                                        </p:attrNameLst>
                                      </p:cBhvr>
                                      <p:to>
                                        <p:strVal val="hidden"/>
                                      </p:to>
                                    </p:set>
                                  </p:childTnLst>
                                </p:cTn>
                              </p:par>
                            </p:childTnLst>
                          </p:cTn>
                        </p:par>
                        <p:par>
                          <p:cTn id="111" fill="hold">
                            <p:stCondLst>
                              <p:cond delay="1000"/>
                            </p:stCondLst>
                            <p:childTnLst>
                              <p:par>
                                <p:cTn id="112" presetID="22" presetClass="exit" presetSubtype="1" fill="hold" nodeType="afterEffect">
                                  <p:stCondLst>
                                    <p:cond delay="0"/>
                                  </p:stCondLst>
                                  <p:childTnLst>
                                    <p:animEffect transition="out" filter="wipe(up)">
                                      <p:cBhvr>
                                        <p:cTn id="113" dur="500"/>
                                        <p:tgtEl>
                                          <p:spTgt spid="122"/>
                                        </p:tgtEl>
                                      </p:cBhvr>
                                    </p:animEffect>
                                    <p:set>
                                      <p:cBhvr>
                                        <p:cTn id="114" dur="1" fill="hold">
                                          <p:stCondLst>
                                            <p:cond delay="499"/>
                                          </p:stCondLst>
                                        </p:cTn>
                                        <p:tgtEl>
                                          <p:spTgt spid="122"/>
                                        </p:tgtEl>
                                        <p:attrNameLst>
                                          <p:attrName>style.visibility</p:attrName>
                                        </p:attrNameLst>
                                      </p:cBhvr>
                                      <p:to>
                                        <p:strVal val="hidden"/>
                                      </p:to>
                                    </p:set>
                                  </p:childTnLst>
                                </p:cTn>
                              </p:par>
                            </p:childTnLst>
                          </p:cTn>
                        </p:par>
                        <p:par>
                          <p:cTn id="115" fill="hold">
                            <p:stCondLst>
                              <p:cond delay="1500"/>
                            </p:stCondLst>
                            <p:childTnLst>
                              <p:par>
                                <p:cTn id="116" presetID="22" presetClass="entr" presetSubtype="8" fill="hold" nodeType="afterEffect">
                                  <p:stCondLst>
                                    <p:cond delay="0"/>
                                  </p:stCondLst>
                                  <p:childTnLst>
                                    <p:set>
                                      <p:cBhvr>
                                        <p:cTn id="117" dur="1" fill="hold">
                                          <p:stCondLst>
                                            <p:cond delay="0"/>
                                          </p:stCondLst>
                                        </p:cTn>
                                        <p:tgtEl>
                                          <p:spTgt spid="123"/>
                                        </p:tgtEl>
                                        <p:attrNameLst>
                                          <p:attrName>style.visibility</p:attrName>
                                        </p:attrNameLst>
                                      </p:cBhvr>
                                      <p:to>
                                        <p:strVal val="visible"/>
                                      </p:to>
                                    </p:set>
                                    <p:animEffect transition="in" filter="wipe(left)">
                                      <p:cBhvr>
                                        <p:cTn id="118" dur="500"/>
                                        <p:tgtEl>
                                          <p:spTgt spid="123"/>
                                        </p:tgtEl>
                                      </p:cBhvr>
                                    </p:animEffect>
                                  </p:childTnLst>
                                </p:cTn>
                              </p:par>
                            </p:childTnLst>
                          </p:cTn>
                        </p:par>
                      </p:childTnLst>
                    </p:cTn>
                  </p:par>
                  <p:par>
                    <p:cTn id="119" fill="hold">
                      <p:stCondLst>
                        <p:cond delay="indefinite"/>
                      </p:stCondLst>
                      <p:childTnLst>
                        <p:par>
                          <p:cTn id="120" fill="hold">
                            <p:stCondLst>
                              <p:cond delay="0"/>
                            </p:stCondLst>
                            <p:childTnLst>
                              <p:par>
                                <p:cTn id="121" presetID="64" presetClass="path" presetSubtype="0" accel="50000" decel="50000" fill="hold" nodeType="clickEffect">
                                  <p:stCondLst>
                                    <p:cond delay="0"/>
                                  </p:stCondLst>
                                  <p:childTnLst>
                                    <p:animMotion origin="layout" path="M -2.70833E-6 2.22222E-6 L -0.06224 0.0625 " pathEditMode="relative" rAng="0" ptsTypes="AA">
                                      <p:cBhvr>
                                        <p:cTn id="122" dur="2000" fill="hold"/>
                                        <p:tgtEl>
                                          <p:spTgt spid="78"/>
                                        </p:tgtEl>
                                        <p:attrNameLst>
                                          <p:attrName>ppt_x</p:attrName>
                                          <p:attrName>ppt_y</p:attrName>
                                        </p:attrNameLst>
                                      </p:cBhvr>
                                      <p:rCtr x="-3073" y="3079"/>
                                    </p:animMotion>
                                  </p:childTnLst>
                                </p:cTn>
                              </p:par>
                            </p:childTnLst>
                          </p:cTn>
                        </p:par>
                        <p:par>
                          <p:cTn id="123" fill="hold">
                            <p:stCondLst>
                              <p:cond delay="2000"/>
                            </p:stCondLst>
                            <p:childTnLst>
                              <p:par>
                                <p:cTn id="124" presetID="22" presetClass="exit" presetSubtype="1" fill="hold" nodeType="afterEffect">
                                  <p:stCondLst>
                                    <p:cond delay="0"/>
                                  </p:stCondLst>
                                  <p:childTnLst>
                                    <p:animEffect transition="out" filter="wipe(up)">
                                      <p:cBhvr>
                                        <p:cTn id="125" dur="500"/>
                                        <p:tgtEl>
                                          <p:spTgt spid="123"/>
                                        </p:tgtEl>
                                      </p:cBhvr>
                                    </p:animEffect>
                                    <p:set>
                                      <p:cBhvr>
                                        <p:cTn id="126" dur="1" fill="hold">
                                          <p:stCondLst>
                                            <p:cond delay="499"/>
                                          </p:stCondLst>
                                        </p:cTn>
                                        <p:tgtEl>
                                          <p:spTgt spid="123"/>
                                        </p:tgtEl>
                                        <p:attrNameLst>
                                          <p:attrName>style.visibility</p:attrName>
                                        </p:attrNameLst>
                                      </p:cBhvr>
                                      <p:to>
                                        <p:strVal val="hidden"/>
                                      </p:to>
                                    </p:set>
                                  </p:childTnLst>
                                </p:cTn>
                              </p:par>
                            </p:childTnLst>
                          </p:cTn>
                        </p:par>
                        <p:par>
                          <p:cTn id="127" fill="hold">
                            <p:stCondLst>
                              <p:cond delay="2500"/>
                            </p:stCondLst>
                            <p:childTnLst>
                              <p:par>
                                <p:cTn id="128" presetID="22" presetClass="entr" presetSubtype="8" fill="hold" nodeType="afterEffect">
                                  <p:stCondLst>
                                    <p:cond delay="0"/>
                                  </p:stCondLst>
                                  <p:childTnLst>
                                    <p:set>
                                      <p:cBhvr>
                                        <p:cTn id="129" dur="1" fill="hold">
                                          <p:stCondLst>
                                            <p:cond delay="0"/>
                                          </p:stCondLst>
                                        </p:cTn>
                                        <p:tgtEl>
                                          <p:spTgt spid="124"/>
                                        </p:tgtEl>
                                        <p:attrNameLst>
                                          <p:attrName>style.visibility</p:attrName>
                                        </p:attrNameLst>
                                      </p:cBhvr>
                                      <p:to>
                                        <p:strVal val="visible"/>
                                      </p:to>
                                    </p:set>
                                    <p:animEffect transition="in" filter="wipe(left)">
                                      <p:cBhvr>
                                        <p:cTn id="130" dur="500"/>
                                        <p:tgtEl>
                                          <p:spTgt spid="124"/>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xit" presetSubtype="4" fill="hold" nodeType="clickEffect">
                                  <p:stCondLst>
                                    <p:cond delay="0"/>
                                  </p:stCondLst>
                                  <p:childTnLst>
                                    <p:animEffect transition="out" filter="wipe(down)">
                                      <p:cBhvr>
                                        <p:cTn id="134" dur="500"/>
                                        <p:tgtEl>
                                          <p:spTgt spid="135"/>
                                        </p:tgtEl>
                                      </p:cBhvr>
                                    </p:animEffect>
                                    <p:set>
                                      <p:cBhvr>
                                        <p:cTn id="135" dur="1" fill="hold">
                                          <p:stCondLst>
                                            <p:cond delay="499"/>
                                          </p:stCondLst>
                                        </p:cTn>
                                        <p:tgtEl>
                                          <p:spTgt spid="135"/>
                                        </p:tgtEl>
                                        <p:attrNameLst>
                                          <p:attrName>style.visibility</p:attrName>
                                        </p:attrNameLst>
                                      </p:cBhvr>
                                      <p:to>
                                        <p:strVal val="hidden"/>
                                      </p:to>
                                    </p:set>
                                  </p:childTnLst>
                                </p:cTn>
                              </p:par>
                              <p:par>
                                <p:cTn id="136" presetID="42" presetClass="path" presetSubtype="0" accel="50000" decel="50000" fill="hold" grpId="0" nodeType="withEffect">
                                  <p:stCondLst>
                                    <p:cond delay="0"/>
                                  </p:stCondLst>
                                  <p:childTnLst>
                                    <p:animMotion origin="layout" path="M -3.75E-6 4.81481E-6 L 0.0599 0.1412 " pathEditMode="relative" rAng="0" ptsTypes="AA">
                                      <p:cBhvr>
                                        <p:cTn id="137" dur="2000" fill="hold"/>
                                        <p:tgtEl>
                                          <p:spTgt spid="93"/>
                                        </p:tgtEl>
                                        <p:attrNameLst>
                                          <p:attrName>ppt_x</p:attrName>
                                          <p:attrName>ppt_y</p:attrName>
                                        </p:attrNameLst>
                                      </p:cBhvr>
                                      <p:rCtr x="2995" y="7060"/>
                                    </p:animMotion>
                                  </p:childTnLst>
                                </p:cTn>
                              </p:par>
                              <p:par>
                                <p:cTn id="138" presetID="42" presetClass="path" presetSubtype="0" accel="50000" decel="50000" fill="hold" nodeType="withEffect">
                                  <p:stCondLst>
                                    <p:cond delay="0"/>
                                  </p:stCondLst>
                                  <p:childTnLst>
                                    <p:animMotion origin="layout" path="M -8.33333E-7 -2.59259E-6 L 0.05586 0.14028 " pathEditMode="relative" rAng="0" ptsTypes="AA">
                                      <p:cBhvr>
                                        <p:cTn id="139" dur="2000" fill="hold"/>
                                        <p:tgtEl>
                                          <p:spTgt spid="132"/>
                                        </p:tgtEl>
                                        <p:attrNameLst>
                                          <p:attrName>ppt_x</p:attrName>
                                          <p:attrName>ppt_y</p:attrName>
                                        </p:attrNameLst>
                                      </p:cBhvr>
                                      <p:rCtr x="2786" y="7014"/>
                                    </p:animMotion>
                                  </p:childTnLst>
                                </p:cTn>
                              </p:par>
                              <p:par>
                                <p:cTn id="140" presetID="42" presetClass="path" presetSubtype="0" accel="50000" decel="50000" fill="hold" grpId="0" nodeType="withEffect">
                                  <p:stCondLst>
                                    <p:cond delay="0"/>
                                  </p:stCondLst>
                                  <p:childTnLst>
                                    <p:animMotion origin="layout" path="M -4.79167E-6 3.7037E-7 L 0.00378 0.1625 " pathEditMode="relative" rAng="0" ptsTypes="AA">
                                      <p:cBhvr>
                                        <p:cTn id="141" dur="2000" fill="hold"/>
                                        <p:tgtEl>
                                          <p:spTgt spid="70"/>
                                        </p:tgtEl>
                                        <p:attrNameLst>
                                          <p:attrName>ppt_x</p:attrName>
                                          <p:attrName>ppt_y</p:attrName>
                                        </p:attrNameLst>
                                      </p:cBhvr>
                                      <p:rCtr x="182" y="8125"/>
                                    </p:animMotion>
                                  </p:childTnLst>
                                </p:cTn>
                              </p:par>
                              <p:par>
                                <p:cTn id="142" presetID="10" presetClass="exit" presetSubtype="0" fill="hold" nodeType="withEffect">
                                  <p:stCondLst>
                                    <p:cond delay="0"/>
                                  </p:stCondLst>
                                  <p:childTnLst>
                                    <p:animEffect transition="out" filter="fade">
                                      <p:cBhvr>
                                        <p:cTn id="143" dur="500"/>
                                        <p:tgtEl>
                                          <p:spTgt spid="68"/>
                                        </p:tgtEl>
                                      </p:cBhvr>
                                    </p:animEffect>
                                    <p:set>
                                      <p:cBhvr>
                                        <p:cTn id="144" dur="1" fill="hold">
                                          <p:stCondLst>
                                            <p:cond delay="499"/>
                                          </p:stCondLst>
                                        </p:cTn>
                                        <p:tgtEl>
                                          <p:spTgt spid="68"/>
                                        </p:tgtEl>
                                        <p:attrNameLst>
                                          <p:attrName>style.visibility</p:attrName>
                                        </p:attrNameLst>
                                      </p:cBhvr>
                                      <p:to>
                                        <p:strVal val="hidden"/>
                                      </p:to>
                                    </p:set>
                                  </p:childTnLst>
                                </p:cTn>
                              </p:par>
                              <p:par>
                                <p:cTn id="145" presetID="1" presetClass="entr" presetSubtype="0" fill="hold" nodeType="withEffect">
                                  <p:stCondLst>
                                    <p:cond delay="0"/>
                                  </p:stCondLst>
                                  <p:childTnLst>
                                    <p:set>
                                      <p:cBhvr>
                                        <p:cTn id="146" dur="1" fill="hold">
                                          <p:stCondLst>
                                            <p:cond delay="0"/>
                                          </p:stCondLst>
                                        </p:cTn>
                                        <p:tgtEl>
                                          <p:spTgt spid="158"/>
                                        </p:tgtEl>
                                        <p:attrNameLst>
                                          <p:attrName>style.visibility</p:attrName>
                                        </p:attrNameLst>
                                      </p:cBhvr>
                                      <p:to>
                                        <p:strVal val="visible"/>
                                      </p:to>
                                    </p:set>
                                  </p:childTnLst>
                                </p:cTn>
                              </p:par>
                              <p:par>
                                <p:cTn id="147" presetID="42" presetClass="path" presetSubtype="0" accel="50000" decel="50000" fill="hold" nodeType="withEffect">
                                  <p:stCondLst>
                                    <p:cond delay="0"/>
                                  </p:stCondLst>
                                  <p:childTnLst>
                                    <p:animMotion origin="layout" path="M -2.08333E-7 1.11111E-6 L 0.0181 0.12014 " pathEditMode="relative" rAng="0" ptsTypes="AA">
                                      <p:cBhvr>
                                        <p:cTn id="148" dur="2000" fill="hold"/>
                                        <p:tgtEl>
                                          <p:spTgt spid="158"/>
                                        </p:tgtEl>
                                        <p:attrNameLst>
                                          <p:attrName>ppt_x</p:attrName>
                                          <p:attrName>ppt_y</p:attrName>
                                        </p:attrNameLst>
                                      </p:cBhvr>
                                      <p:rCtr x="898" y="5995"/>
                                    </p:animMotion>
                                  </p:childTnLst>
                                </p:cTn>
                              </p:par>
                              <p:par>
                                <p:cTn id="149" presetID="42" presetClass="path" presetSubtype="0" accel="50000" decel="50000" fill="hold" grpId="0" nodeType="withEffect">
                                  <p:stCondLst>
                                    <p:cond delay="0"/>
                                  </p:stCondLst>
                                  <p:childTnLst>
                                    <p:animMotion origin="layout" path="M -3.75E-6 2.59259E-6 L -0.00703 0.16736 " pathEditMode="relative" rAng="0" ptsTypes="AA">
                                      <p:cBhvr>
                                        <p:cTn id="150" dur="2000" fill="hold"/>
                                        <p:tgtEl>
                                          <p:spTgt spid="71"/>
                                        </p:tgtEl>
                                        <p:attrNameLst>
                                          <p:attrName>ppt_x</p:attrName>
                                          <p:attrName>ppt_y</p:attrName>
                                        </p:attrNameLst>
                                      </p:cBhvr>
                                      <p:rCtr x="-352" y="8356"/>
                                    </p:animMotion>
                                  </p:childTnLst>
                                </p:cTn>
                              </p:par>
                              <p:par>
                                <p:cTn id="151" presetID="10" presetClass="exit" presetSubtype="0" fill="hold" nodeType="withEffect">
                                  <p:stCondLst>
                                    <p:cond delay="0"/>
                                  </p:stCondLst>
                                  <p:childTnLst>
                                    <p:animEffect transition="out" filter="fade">
                                      <p:cBhvr>
                                        <p:cTn id="152" dur="500"/>
                                        <p:tgtEl>
                                          <p:spTgt spid="69"/>
                                        </p:tgtEl>
                                      </p:cBhvr>
                                    </p:animEffect>
                                    <p:set>
                                      <p:cBhvr>
                                        <p:cTn id="153" dur="1" fill="hold">
                                          <p:stCondLst>
                                            <p:cond delay="499"/>
                                          </p:stCondLst>
                                        </p:cTn>
                                        <p:tgtEl>
                                          <p:spTgt spid="69"/>
                                        </p:tgtEl>
                                        <p:attrNameLst>
                                          <p:attrName>style.visibility</p:attrName>
                                        </p:attrNameLst>
                                      </p:cBhvr>
                                      <p:to>
                                        <p:strVal val="hidden"/>
                                      </p:to>
                                    </p:set>
                                  </p:childTnLst>
                                </p:cTn>
                              </p:par>
                              <p:par>
                                <p:cTn id="154" presetID="1" presetClass="entr" presetSubtype="0" fill="hold" nodeType="withEffect">
                                  <p:stCondLst>
                                    <p:cond delay="0"/>
                                  </p:stCondLst>
                                  <p:childTnLst>
                                    <p:set>
                                      <p:cBhvr>
                                        <p:cTn id="155" dur="1" fill="hold">
                                          <p:stCondLst>
                                            <p:cond delay="0"/>
                                          </p:stCondLst>
                                        </p:cTn>
                                        <p:tgtEl>
                                          <p:spTgt spid="201"/>
                                        </p:tgtEl>
                                        <p:attrNameLst>
                                          <p:attrName>style.visibility</p:attrName>
                                        </p:attrNameLst>
                                      </p:cBhvr>
                                      <p:to>
                                        <p:strVal val="visible"/>
                                      </p:to>
                                    </p:set>
                                  </p:childTnLst>
                                </p:cTn>
                              </p:par>
                              <p:par>
                                <p:cTn id="156" presetID="42" presetClass="path" presetSubtype="0" accel="50000" decel="50000" fill="hold" nodeType="withEffect">
                                  <p:stCondLst>
                                    <p:cond delay="0"/>
                                  </p:stCondLst>
                                  <p:childTnLst>
                                    <p:animMotion origin="layout" path="M 1.66667E-6 7.40741E-7 L -0.00352 0.15463 " pathEditMode="relative" rAng="0" ptsTypes="AA">
                                      <p:cBhvr>
                                        <p:cTn id="157" dur="2000" fill="hold"/>
                                        <p:tgtEl>
                                          <p:spTgt spid="201"/>
                                        </p:tgtEl>
                                        <p:attrNameLst>
                                          <p:attrName>ppt_x</p:attrName>
                                          <p:attrName>ppt_y</p:attrName>
                                        </p:attrNameLst>
                                      </p:cBhvr>
                                      <p:rCtr x="-182" y="7731"/>
                                    </p:animMotion>
                                  </p:childTnLst>
                                </p:cTn>
                              </p:par>
                              <p:par>
                                <p:cTn id="158" presetID="42" presetClass="path" presetSubtype="0" accel="50000" decel="50000" fill="hold" grpId="0" nodeType="withEffect">
                                  <p:stCondLst>
                                    <p:cond delay="0"/>
                                  </p:stCondLst>
                                  <p:childTnLst>
                                    <p:animMotion origin="layout" path="M -2.70833E-6 -4.44444E-6 L 0.06172 0.08519 " pathEditMode="relative" rAng="0" ptsTypes="AA">
                                      <p:cBhvr>
                                        <p:cTn id="159" dur="2000" fill="hold"/>
                                        <p:tgtEl>
                                          <p:spTgt spid="92"/>
                                        </p:tgtEl>
                                        <p:attrNameLst>
                                          <p:attrName>ppt_x</p:attrName>
                                          <p:attrName>ppt_y</p:attrName>
                                        </p:attrNameLst>
                                      </p:cBhvr>
                                      <p:rCtr x="3086" y="4259"/>
                                    </p:animMotion>
                                  </p:childTnLst>
                                </p:cTn>
                              </p:par>
                              <p:par>
                                <p:cTn id="160" presetID="10" presetClass="exit" presetSubtype="0" fill="hold" nodeType="withEffect">
                                  <p:stCondLst>
                                    <p:cond delay="0"/>
                                  </p:stCondLst>
                                  <p:childTnLst>
                                    <p:animEffect transition="out" filter="fade">
                                      <p:cBhvr>
                                        <p:cTn id="161" dur="500"/>
                                        <p:tgtEl>
                                          <p:spTgt spid="135"/>
                                        </p:tgtEl>
                                      </p:cBhvr>
                                    </p:animEffect>
                                    <p:set>
                                      <p:cBhvr>
                                        <p:cTn id="162" dur="1" fill="hold">
                                          <p:stCondLst>
                                            <p:cond delay="499"/>
                                          </p:stCondLst>
                                        </p:cTn>
                                        <p:tgtEl>
                                          <p:spTgt spid="135"/>
                                        </p:tgtEl>
                                        <p:attrNameLst>
                                          <p:attrName>style.visibility</p:attrName>
                                        </p:attrNameLst>
                                      </p:cBhvr>
                                      <p:to>
                                        <p:strVal val="hidden"/>
                                      </p:to>
                                    </p:set>
                                  </p:childTnLst>
                                </p:cTn>
                              </p:par>
                              <p:par>
                                <p:cTn id="163" presetID="1" presetClass="entr" presetSubtype="0" fill="hold" nodeType="withEffect">
                                  <p:stCondLst>
                                    <p:cond delay="0"/>
                                  </p:stCondLst>
                                  <p:childTnLst>
                                    <p:set>
                                      <p:cBhvr>
                                        <p:cTn id="164" dur="1" fill="hold">
                                          <p:stCondLst>
                                            <p:cond delay="0"/>
                                          </p:stCondLst>
                                        </p:cTn>
                                        <p:tgtEl>
                                          <p:spTgt spid="186"/>
                                        </p:tgtEl>
                                        <p:attrNameLst>
                                          <p:attrName>style.visibility</p:attrName>
                                        </p:attrNameLst>
                                      </p:cBhvr>
                                      <p:to>
                                        <p:strVal val="visible"/>
                                      </p:to>
                                    </p:set>
                                  </p:childTnLst>
                                </p:cTn>
                              </p:par>
                              <p:par>
                                <p:cTn id="165" presetID="42" presetClass="path" presetSubtype="0" accel="50000" decel="50000" fill="hold" nodeType="withEffect">
                                  <p:stCondLst>
                                    <p:cond delay="0"/>
                                  </p:stCondLst>
                                  <p:childTnLst>
                                    <p:animMotion origin="layout" path="M -3.95833E-6 -1.48148E-6 L 0.06133 0.1081 " pathEditMode="relative" rAng="0" ptsTypes="AA">
                                      <p:cBhvr>
                                        <p:cTn id="166" dur="2000" fill="hold"/>
                                        <p:tgtEl>
                                          <p:spTgt spid="186"/>
                                        </p:tgtEl>
                                        <p:attrNameLst>
                                          <p:attrName>ppt_x</p:attrName>
                                          <p:attrName>ppt_y</p:attrName>
                                        </p:attrNameLst>
                                      </p:cBhvr>
                                      <p:rCtr x="3060" y="5394"/>
                                    </p:animMotion>
                                  </p:childTnLst>
                                </p:cTn>
                              </p:par>
                              <p:par>
                                <p:cTn id="167" presetID="22" presetClass="exit" presetSubtype="4" fill="hold" nodeType="withEffect">
                                  <p:stCondLst>
                                    <p:cond delay="0"/>
                                  </p:stCondLst>
                                  <p:childTnLst>
                                    <p:animEffect transition="out" filter="wipe(down)">
                                      <p:cBhvr>
                                        <p:cTn id="168" dur="500"/>
                                        <p:tgtEl>
                                          <p:spTgt spid="66"/>
                                        </p:tgtEl>
                                      </p:cBhvr>
                                    </p:animEffect>
                                    <p:set>
                                      <p:cBhvr>
                                        <p:cTn id="169" dur="1" fill="hold">
                                          <p:stCondLst>
                                            <p:cond delay="499"/>
                                          </p:stCondLst>
                                        </p:cTn>
                                        <p:tgtEl>
                                          <p:spTgt spid="66"/>
                                        </p:tgtEl>
                                        <p:attrNameLst>
                                          <p:attrName>style.visibility</p:attrName>
                                        </p:attrNameLst>
                                      </p:cBhvr>
                                      <p:to>
                                        <p:strVal val="hidden"/>
                                      </p:to>
                                    </p:set>
                                  </p:childTnLst>
                                </p:cTn>
                              </p:par>
                              <p:par>
                                <p:cTn id="170" presetID="22" presetClass="entr" presetSubtype="1" fill="hold" nodeType="withEffect">
                                  <p:stCondLst>
                                    <p:cond delay="0"/>
                                  </p:stCondLst>
                                  <p:childTnLst>
                                    <p:set>
                                      <p:cBhvr>
                                        <p:cTn id="171" dur="1" fill="hold">
                                          <p:stCondLst>
                                            <p:cond delay="0"/>
                                          </p:stCondLst>
                                        </p:cTn>
                                        <p:tgtEl>
                                          <p:spTgt spid="198"/>
                                        </p:tgtEl>
                                        <p:attrNameLst>
                                          <p:attrName>style.visibility</p:attrName>
                                        </p:attrNameLst>
                                      </p:cBhvr>
                                      <p:to>
                                        <p:strVal val="visible"/>
                                      </p:to>
                                    </p:set>
                                    <p:animEffect transition="in" filter="wipe(up)">
                                      <p:cBhvr>
                                        <p:cTn id="172" dur="2000"/>
                                        <p:tgtEl>
                                          <p:spTgt spid="198"/>
                                        </p:tgtEl>
                                      </p:cBhvr>
                                    </p:animEffect>
                                  </p:childTnLst>
                                </p:cTn>
                              </p:par>
                            </p:childTnLst>
                          </p:cTn>
                        </p:par>
                        <p:par>
                          <p:cTn id="173" fill="hold">
                            <p:stCondLst>
                              <p:cond delay="2000"/>
                            </p:stCondLst>
                            <p:childTnLst>
                              <p:par>
                                <p:cTn id="174" presetID="22" presetClass="exit" presetSubtype="1" fill="hold" nodeType="afterEffect">
                                  <p:stCondLst>
                                    <p:cond delay="0"/>
                                  </p:stCondLst>
                                  <p:childTnLst>
                                    <p:animEffect transition="out" filter="wipe(up)">
                                      <p:cBhvr>
                                        <p:cTn id="175" dur="500"/>
                                        <p:tgtEl>
                                          <p:spTgt spid="124"/>
                                        </p:tgtEl>
                                      </p:cBhvr>
                                    </p:animEffect>
                                    <p:set>
                                      <p:cBhvr>
                                        <p:cTn id="176" dur="1" fill="hold">
                                          <p:stCondLst>
                                            <p:cond delay="499"/>
                                          </p:stCondLst>
                                        </p:cTn>
                                        <p:tgtEl>
                                          <p:spTgt spid="124"/>
                                        </p:tgtEl>
                                        <p:attrNameLst>
                                          <p:attrName>style.visibility</p:attrName>
                                        </p:attrNameLst>
                                      </p:cBhvr>
                                      <p:to>
                                        <p:strVal val="hidden"/>
                                      </p:to>
                                    </p:set>
                                  </p:childTnLst>
                                </p:cTn>
                              </p:par>
                            </p:childTnLst>
                          </p:cTn>
                        </p:par>
                        <p:par>
                          <p:cTn id="177" fill="hold">
                            <p:stCondLst>
                              <p:cond delay="2500"/>
                            </p:stCondLst>
                            <p:childTnLst>
                              <p:par>
                                <p:cTn id="178" presetID="22" presetClass="entr" presetSubtype="8" fill="hold" nodeType="afterEffect">
                                  <p:stCondLst>
                                    <p:cond delay="0"/>
                                  </p:stCondLst>
                                  <p:childTnLst>
                                    <p:set>
                                      <p:cBhvr>
                                        <p:cTn id="179" dur="1" fill="hold">
                                          <p:stCondLst>
                                            <p:cond delay="0"/>
                                          </p:stCondLst>
                                        </p:cTn>
                                        <p:tgtEl>
                                          <p:spTgt spid="125"/>
                                        </p:tgtEl>
                                        <p:attrNameLst>
                                          <p:attrName>style.visibility</p:attrName>
                                        </p:attrNameLst>
                                      </p:cBhvr>
                                      <p:to>
                                        <p:strVal val="visible"/>
                                      </p:to>
                                    </p:set>
                                    <p:animEffect transition="in" filter="wipe(left)">
                                      <p:cBhvr>
                                        <p:cTn id="180" dur="500"/>
                                        <p:tgtEl>
                                          <p:spTgt spid="125"/>
                                        </p:tgtEl>
                                      </p:cBhvr>
                                    </p:animEffect>
                                  </p:childTnLst>
                                </p:cTn>
                              </p:par>
                            </p:childTnLst>
                          </p:cTn>
                        </p:par>
                      </p:childTnLst>
                    </p:cTn>
                  </p:par>
                  <p:par>
                    <p:cTn id="181" fill="hold">
                      <p:stCondLst>
                        <p:cond delay="indefinite"/>
                      </p:stCondLst>
                      <p:childTnLst>
                        <p:par>
                          <p:cTn id="182" fill="hold">
                            <p:stCondLst>
                              <p:cond delay="0"/>
                            </p:stCondLst>
                            <p:childTnLst>
                              <p:par>
                                <p:cTn id="183" presetID="7" presetClass="emph" presetSubtype="2" fill="hold" nodeType="clickEffect">
                                  <p:stCondLst>
                                    <p:cond delay="0"/>
                                  </p:stCondLst>
                                  <p:childTnLst>
                                    <p:animClr clrSpc="rgb" dir="cw">
                                      <p:cBhvr>
                                        <p:cTn id="184" dur="1000" fill="hold"/>
                                        <p:tgtEl>
                                          <p:spTgt spid="198"/>
                                        </p:tgtEl>
                                        <p:attrNameLst>
                                          <p:attrName>stroke.color</p:attrName>
                                        </p:attrNameLst>
                                      </p:cBhvr>
                                      <p:to>
                                        <a:srgbClr val="FF0000"/>
                                      </p:to>
                                    </p:animClr>
                                    <p:set>
                                      <p:cBhvr>
                                        <p:cTn id="185" dur="1000" fill="hold"/>
                                        <p:tgtEl>
                                          <p:spTgt spid="198"/>
                                        </p:tgtEl>
                                        <p:attrNameLst>
                                          <p:attrName>stroke.on</p:attrName>
                                        </p:attrNameLst>
                                      </p:cBhvr>
                                      <p:to>
                                        <p:strVal val="true"/>
                                      </p:to>
                                    </p:set>
                                  </p:childTnLst>
                                </p:cTn>
                              </p:par>
                              <p:par>
                                <p:cTn id="186" presetID="6" presetClass="emph" presetSubtype="0" fill="hold" nodeType="withEffect">
                                  <p:stCondLst>
                                    <p:cond delay="0"/>
                                  </p:stCondLst>
                                  <p:childTnLst>
                                    <p:animScale>
                                      <p:cBhvr>
                                        <p:cTn id="187" dur="500" fill="hold"/>
                                        <p:tgtEl>
                                          <p:spTgt spid="198"/>
                                        </p:tgtEl>
                                      </p:cBhvr>
                                      <p:by x="150000" y="150000"/>
                                    </p:animScale>
                                  </p:childTnLst>
                                </p:cTn>
                              </p:par>
                            </p:childTnLst>
                          </p:cTn>
                        </p:par>
                      </p:childTnLst>
                    </p:cTn>
                  </p:par>
                  <p:par>
                    <p:cTn id="188" fill="hold">
                      <p:stCondLst>
                        <p:cond delay="indefinite"/>
                      </p:stCondLst>
                      <p:childTnLst>
                        <p:par>
                          <p:cTn id="189" fill="hold">
                            <p:stCondLst>
                              <p:cond delay="0"/>
                            </p:stCondLst>
                            <p:childTnLst>
                              <p:par>
                                <p:cTn id="190" presetID="22" presetClass="exit" presetSubtype="1" fill="hold" nodeType="clickEffect">
                                  <p:stCondLst>
                                    <p:cond delay="0"/>
                                  </p:stCondLst>
                                  <p:childTnLst>
                                    <p:animEffect transition="out" filter="wipe(up)">
                                      <p:cBhvr>
                                        <p:cTn id="191" dur="500"/>
                                        <p:tgtEl>
                                          <p:spTgt spid="125"/>
                                        </p:tgtEl>
                                      </p:cBhvr>
                                    </p:animEffect>
                                    <p:set>
                                      <p:cBhvr>
                                        <p:cTn id="192" dur="1" fill="hold">
                                          <p:stCondLst>
                                            <p:cond delay="499"/>
                                          </p:stCondLst>
                                        </p:cTn>
                                        <p:tgtEl>
                                          <p:spTgt spid="125"/>
                                        </p:tgtEl>
                                        <p:attrNameLst>
                                          <p:attrName>style.visibility</p:attrName>
                                        </p:attrNameLst>
                                      </p:cBhvr>
                                      <p:to>
                                        <p:strVal val="hidden"/>
                                      </p:to>
                                    </p:set>
                                  </p:childTnLst>
                                </p:cTn>
                              </p:par>
                            </p:childTnLst>
                          </p:cTn>
                        </p:par>
                        <p:par>
                          <p:cTn id="193" fill="hold">
                            <p:stCondLst>
                              <p:cond delay="500"/>
                            </p:stCondLst>
                            <p:childTnLst>
                              <p:par>
                                <p:cTn id="194" presetID="31" presetClass="exit" presetSubtype="0" fill="hold" grpId="1" nodeType="afterEffect">
                                  <p:stCondLst>
                                    <p:cond delay="0"/>
                                  </p:stCondLst>
                                  <p:childTnLst>
                                    <p:anim calcmode="lin" valueType="num">
                                      <p:cBhvr>
                                        <p:cTn id="195" dur="1000"/>
                                        <p:tgtEl>
                                          <p:spTgt spid="117"/>
                                        </p:tgtEl>
                                        <p:attrNameLst>
                                          <p:attrName>ppt_w</p:attrName>
                                        </p:attrNameLst>
                                      </p:cBhvr>
                                      <p:tavLst>
                                        <p:tav tm="0">
                                          <p:val>
                                            <p:strVal val="ppt_w"/>
                                          </p:val>
                                        </p:tav>
                                        <p:tav tm="100000">
                                          <p:val>
                                            <p:fltVal val="0"/>
                                          </p:val>
                                        </p:tav>
                                      </p:tavLst>
                                    </p:anim>
                                    <p:anim calcmode="lin" valueType="num">
                                      <p:cBhvr>
                                        <p:cTn id="196" dur="1000"/>
                                        <p:tgtEl>
                                          <p:spTgt spid="117"/>
                                        </p:tgtEl>
                                        <p:attrNameLst>
                                          <p:attrName>ppt_h</p:attrName>
                                        </p:attrNameLst>
                                      </p:cBhvr>
                                      <p:tavLst>
                                        <p:tav tm="0">
                                          <p:val>
                                            <p:strVal val="ppt_h"/>
                                          </p:val>
                                        </p:tav>
                                        <p:tav tm="100000">
                                          <p:val>
                                            <p:fltVal val="0"/>
                                          </p:val>
                                        </p:tav>
                                      </p:tavLst>
                                    </p:anim>
                                    <p:anim calcmode="lin" valueType="num">
                                      <p:cBhvr>
                                        <p:cTn id="197" dur="1000"/>
                                        <p:tgtEl>
                                          <p:spTgt spid="117"/>
                                        </p:tgtEl>
                                        <p:attrNameLst>
                                          <p:attrName>style.rotation</p:attrName>
                                        </p:attrNameLst>
                                      </p:cBhvr>
                                      <p:tavLst>
                                        <p:tav tm="0">
                                          <p:val>
                                            <p:fltVal val="0"/>
                                          </p:val>
                                        </p:tav>
                                        <p:tav tm="100000">
                                          <p:val>
                                            <p:fltVal val="90"/>
                                          </p:val>
                                        </p:tav>
                                      </p:tavLst>
                                    </p:anim>
                                    <p:animEffect transition="out" filter="fade">
                                      <p:cBhvr>
                                        <p:cTn id="198" dur="1000"/>
                                        <p:tgtEl>
                                          <p:spTgt spid="117"/>
                                        </p:tgtEl>
                                      </p:cBhvr>
                                    </p:animEffect>
                                    <p:set>
                                      <p:cBhvr>
                                        <p:cTn id="199" dur="1" fill="hold">
                                          <p:stCondLst>
                                            <p:cond delay="999"/>
                                          </p:stCondLst>
                                        </p:cTn>
                                        <p:tgtEl>
                                          <p:spTgt spid="117"/>
                                        </p:tgtEl>
                                        <p:attrNameLst>
                                          <p:attrName>style.visibility</p:attrName>
                                        </p:attrNameLst>
                                      </p:cBhvr>
                                      <p:to>
                                        <p:strVal val="hidden"/>
                                      </p:to>
                                    </p:set>
                                  </p:childTnLst>
                                </p:cTn>
                              </p:par>
                            </p:childTnLst>
                          </p:cTn>
                        </p:par>
                      </p:childTnLst>
                    </p:cTn>
                  </p:par>
                  <p:par>
                    <p:cTn id="200" fill="hold">
                      <p:stCondLst>
                        <p:cond delay="indefinite"/>
                      </p:stCondLst>
                      <p:childTnLst>
                        <p:par>
                          <p:cTn id="201" fill="hold">
                            <p:stCondLst>
                              <p:cond delay="0"/>
                            </p:stCondLst>
                            <p:childTnLst>
                              <p:par>
                                <p:cTn id="202" presetID="22" presetClass="exit" presetSubtype="1" fill="hold" nodeType="clickEffect">
                                  <p:stCondLst>
                                    <p:cond delay="0"/>
                                  </p:stCondLst>
                                  <p:childTnLst>
                                    <p:animEffect transition="out" filter="wipe(up)">
                                      <p:cBhvr>
                                        <p:cTn id="203" dur="500"/>
                                        <p:tgtEl>
                                          <p:spTgt spid="115"/>
                                        </p:tgtEl>
                                      </p:cBhvr>
                                    </p:animEffect>
                                    <p:set>
                                      <p:cBhvr>
                                        <p:cTn id="204" dur="1" fill="hold">
                                          <p:stCondLst>
                                            <p:cond delay="499"/>
                                          </p:stCondLst>
                                        </p:cTn>
                                        <p:tgtEl>
                                          <p:spTgt spid="1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P spid="117" grpId="1" animBg="1"/>
      <p:bldP spid="70" grpId="0" animBg="1"/>
      <p:bldP spid="71" grpId="0" animBg="1"/>
      <p:bldP spid="92" grpId="0" animBg="1"/>
      <p:bldP spid="9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3E9798B-73CC-4B4E-8354-4A9D1634C915}"/>
              </a:ext>
            </a:extLst>
          </p:cNvPr>
          <p:cNvSpPr/>
          <p:nvPr/>
        </p:nvSpPr>
        <p:spPr>
          <a:xfrm>
            <a:off x="10478367" y="845213"/>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5" name="文本框 4">
            <a:extLst>
              <a:ext uri="{FF2B5EF4-FFF2-40B4-BE49-F238E27FC236}">
                <a16:creationId xmlns:a16="http://schemas.microsoft.com/office/drawing/2014/main" id="{1554DDDD-0614-4818-B358-5A2E609D7596}"/>
              </a:ext>
            </a:extLst>
          </p:cNvPr>
          <p:cNvSpPr txBox="1"/>
          <p:nvPr/>
        </p:nvSpPr>
        <p:spPr>
          <a:xfrm>
            <a:off x="205684" y="224716"/>
            <a:ext cx="9851322" cy="3693319"/>
          </a:xfrm>
          <a:prstGeom prst="rect">
            <a:avLst/>
          </a:prstGeom>
          <a:solidFill>
            <a:schemeClr val="bg2"/>
          </a:solidFill>
          <a:ln w="12700">
            <a:solidFill>
              <a:srgbClr val="002060"/>
            </a:solidFill>
          </a:ln>
        </p:spPr>
        <p:txBody>
          <a:bodyPr wrap="square">
            <a:spAutoFit/>
          </a:bodyPr>
          <a:lstStyle/>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zh-CN" altLang="en-US" b="1" dirty="0">
                <a:latin typeface="Courier New" panose="02070309020205020404" pitchFamily="49" charset="0"/>
                <a:cs typeface="Courier New" panose="02070309020205020404" pitchFamily="49" charset="0"/>
              </a:rPr>
              <a:t> InsertRBT(RBTree T, KeyType key, DataType data)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插入算法</a:t>
            </a:r>
          </a:p>
          <a:p>
            <a:r>
              <a:rPr lang="zh-CN" altLang="en-US"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 *n, *p = </a:t>
            </a:r>
            <a:r>
              <a:rPr lang="zh-CN" altLang="en-US" b="1" dirty="0">
                <a:latin typeface="Courier New" panose="02070309020205020404" pitchFamily="49" charset="0"/>
                <a:cs typeface="Courier New" panose="02070309020205020404" pitchFamily="49" charset="0"/>
              </a:rPr>
              <a:t>SearchRBT_Aux(T, key)</a:t>
            </a:r>
            <a:r>
              <a:rPr lang="en-US" altLang="zh-CN" b="1" dirty="0">
                <a:latin typeface="Courier New" panose="02070309020205020404" pitchFamily="49" charset="0"/>
                <a:cs typeface="Courier New" panose="02070309020205020404" pitchFamily="49" charset="0"/>
              </a:rPr>
              <a:t>;</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p!=T-&gt;nil &amp;&amp; p-&gt;key==key</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若已存在，则不插入</a:t>
            </a:r>
          </a:p>
          <a:p>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b="1" dirty="0">
                <a:latin typeface="Courier New" panose="02070309020205020404" pitchFamily="49" charset="0"/>
                <a:cs typeface="Courier New" panose="02070309020205020404" pitchFamily="49" charset="0"/>
              </a:rPr>
              <a:t> (!(n</a:t>
            </a:r>
            <a:r>
              <a:rPr lang="zh-CN" altLang="en-US" b="1" dirty="0">
                <a:latin typeface="Courier New" panose="02070309020205020404" pitchFamily="49" charset="0"/>
                <a:cs typeface="Courier New" panose="02070309020205020404" pitchFamily="49" charset="0"/>
              </a:rPr>
              <a:t> = </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b="1" dirty="0">
                <a:latin typeface="Courier New" panose="02070309020205020404" pitchFamily="49" charset="0"/>
                <a:cs typeface="Courier New" panose="02070309020205020404" pitchFamily="49" charset="0"/>
              </a:rPr>
              <a:t>(</a:t>
            </a:r>
            <a:r>
              <a:rPr lang="en-US" altLang="zh-CN"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b="1" dirty="0">
                <a:latin typeface="Courier New" panose="02070309020205020404" pitchFamily="49" charset="0"/>
                <a:cs typeface="Courier New" panose="02070309020205020404" pitchFamily="49" charset="0"/>
              </a:rPr>
              <a:t>(OVERFLOW)</a:t>
            </a:r>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分配</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n-&gt;key = key;  n</a:t>
            </a:r>
            <a:r>
              <a:rPr lang="zh-CN" altLang="en-US" b="1" dirty="0">
                <a:latin typeface="Courier New" panose="02070309020205020404" pitchFamily="49" charset="0"/>
                <a:cs typeface="Courier New" panose="02070309020205020404" pitchFamily="49" charset="0"/>
              </a:rPr>
              <a:t>-&gt;parent = p; </a:t>
            </a:r>
            <a:r>
              <a:rPr lang="zh-CN" altLang="en-US" b="1" dirty="0">
                <a:solidFill>
                  <a:srgbClr val="0070C0"/>
                </a:solidFill>
                <a:latin typeface="Courier New" panose="02070309020205020404" pitchFamily="49" charset="0"/>
                <a:cs typeface="Courier New" panose="02070309020205020404" pitchFamily="49" charset="0"/>
              </a:rPr>
              <a:t>// 在末梢插入</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-&gt;lchild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-&gt;rchild = </a:t>
            </a:r>
            <a:r>
              <a:rPr lang="en-US" altLang="zh-CN" b="1" dirty="0">
                <a:latin typeface="Courier New" panose="02070309020205020404" pitchFamily="49" charset="0"/>
                <a:cs typeface="Courier New" panose="02070309020205020404" pitchFamily="49" charset="0"/>
              </a:rPr>
              <a:t>T-&gt;nil</a:t>
            </a:r>
            <a:r>
              <a:rPr lang="zh-CN" altLang="en-US" b="1" dirty="0">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-&gt;color = RED;                </a:t>
            </a:r>
            <a:r>
              <a:rPr lang="zh-CN" altLang="en-US" b="1" dirty="0">
                <a:solidFill>
                  <a:srgbClr val="0070C0"/>
                </a:solidFill>
                <a:latin typeface="Courier New" panose="02070309020205020404" pitchFamily="49" charset="0"/>
                <a:cs typeface="Courier New" panose="02070309020205020404" pitchFamily="49" charset="0"/>
              </a:rPr>
              <a:t>// 标记红色</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(p </a:t>
            </a:r>
            <a:r>
              <a:rPr lang="en-US" altLang="zh-CN" b="1" dirty="0">
                <a:latin typeface="Courier New" panose="02070309020205020404" pitchFamily="49" charset="0"/>
                <a:cs typeface="Courier New" panose="02070309020205020404" pitchFamily="49" charset="0"/>
              </a:rPr>
              <a:t>== T-&gt;nil</a:t>
            </a:r>
            <a:r>
              <a:rPr lang="zh-CN" altLang="en-US" b="1" dirty="0">
                <a:latin typeface="Courier New" panose="02070309020205020404" pitchFamily="49" charset="0"/>
                <a:cs typeface="Courier New" panose="02070309020205020404" pitchFamily="49" charset="0"/>
              </a:rPr>
              <a:t>) T</a:t>
            </a:r>
            <a:r>
              <a:rPr lang="en-US" altLang="zh-CN" b="1" dirty="0">
                <a:latin typeface="Courier New" panose="02070309020205020404" pitchFamily="49" charset="0"/>
                <a:cs typeface="Courier New" panose="02070309020205020404" pitchFamily="49" charset="0"/>
              </a:rPr>
              <a:t>-&gt;root</a:t>
            </a:r>
            <a:r>
              <a:rPr lang="zh-CN" altLang="en-US" b="1" dirty="0">
                <a:latin typeface="Courier New" panose="02070309020205020404" pitchFamily="49" charset="0"/>
                <a:cs typeface="Courier New" panose="02070309020205020404" pitchFamily="49" charset="0"/>
              </a:rPr>
              <a:t>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为根结点</a:t>
            </a:r>
            <a:endParaRPr lang="zh-CN" altLang="en-US"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key &lt; </a:t>
            </a:r>
            <a:r>
              <a:rPr lang="zh-CN" altLang="en-US" b="1" dirty="0">
                <a:latin typeface="Courier New" panose="02070309020205020404" pitchFamily="49" charset="0"/>
                <a:cs typeface="Courier New" panose="02070309020205020404" pitchFamily="49" charset="0"/>
              </a:rPr>
              <a:t>p-&gt;key) p-&gt;lchild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为左孩子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p-&gt;rchild = </a:t>
            </a:r>
            <a:r>
              <a:rPr lang="en-US" altLang="zh-CN" b="1" dirty="0">
                <a:latin typeface="Courier New" panose="02070309020205020404" pitchFamily="49" charset="0"/>
                <a:cs typeface="Courier New" panose="02070309020205020404" pitchFamily="49" charset="0"/>
              </a:rPr>
              <a:t>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为右孩子</a:t>
            </a:r>
          </a:p>
          <a:p>
            <a:r>
              <a:rPr lang="zh-CN" altLang="en-US" b="1" dirty="0">
                <a:latin typeface="Courier New" panose="02070309020205020404" pitchFamily="49" charset="0"/>
                <a:cs typeface="Courier New" panose="02070309020205020404" pitchFamily="49" charset="0"/>
              </a:rPr>
              <a:t>  Insert</a:t>
            </a:r>
            <a:r>
              <a:rPr lang="en-US" altLang="zh-CN" b="1" dirty="0">
                <a:latin typeface="Courier New" panose="02070309020205020404" pitchFamily="49" charset="0"/>
                <a:cs typeface="Courier New" panose="02070309020205020404" pitchFamily="49" charset="0"/>
              </a:rPr>
              <a:t>Fixup</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T, n</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维护红黑性质</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cxnSp>
        <p:nvCxnSpPr>
          <p:cNvPr id="58" name="直接连接符 57">
            <a:extLst>
              <a:ext uri="{FF2B5EF4-FFF2-40B4-BE49-F238E27FC236}">
                <a16:creationId xmlns:a16="http://schemas.microsoft.com/office/drawing/2014/main" id="{BA6289BA-5193-4AE4-971C-68AB2C33BA66}"/>
              </a:ext>
            </a:extLst>
          </p:cNvPr>
          <p:cNvCxnSpPr>
            <a:cxnSpLocks/>
          </p:cNvCxnSpPr>
          <p:nvPr/>
        </p:nvCxnSpPr>
        <p:spPr>
          <a:xfrm>
            <a:off x="516578" y="3282302"/>
            <a:ext cx="2561548"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B0CAEC22-FDB9-4E17-8FA8-AA213799E368}"/>
              </a:ext>
            </a:extLst>
          </p:cNvPr>
          <p:cNvSpPr txBox="1"/>
          <p:nvPr/>
        </p:nvSpPr>
        <p:spPr>
          <a:xfrm>
            <a:off x="284805" y="497389"/>
            <a:ext cx="10127629" cy="6247864"/>
          </a:xfrm>
          <a:prstGeom prst="rect">
            <a:avLst/>
          </a:prstGeom>
          <a:solidFill>
            <a:srgbClr val="FCF8EE"/>
          </a:solidFill>
          <a:ln w="12700">
            <a:solidFill>
              <a:schemeClr val="accent2">
                <a:lumMod val="60000"/>
                <a:lumOff val="40000"/>
              </a:schemeClr>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zh-CN" altLang="en-US" sz="1600" b="1" dirty="0">
                <a:latin typeface="Courier New" panose="02070309020205020404" pitchFamily="49" charset="0"/>
                <a:cs typeface="Courier New" panose="02070309020205020404" pitchFamily="49" charset="0"/>
              </a:rPr>
              <a:t> Insert</a:t>
            </a:r>
            <a:r>
              <a:rPr lang="en-US" altLang="zh-CN" sz="1600" b="1" dirty="0">
                <a:latin typeface="Courier New" panose="02070309020205020404" pitchFamily="49" charset="0"/>
                <a:cs typeface="Courier New" panose="02070309020205020404" pitchFamily="49" charset="0"/>
              </a:rPr>
              <a:t>Fixup</a:t>
            </a:r>
            <a:r>
              <a:rPr lang="zh-CN" altLang="en-US" sz="1600" b="1" dirty="0">
                <a:latin typeface="Courier New" panose="02070309020205020404" pitchFamily="49" charset="0"/>
                <a:cs typeface="Courier New" panose="02070309020205020404" pitchFamily="49" charset="0"/>
              </a:rPr>
              <a:t>(RBTree T, RBNode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Courier New" panose="02070309020205020404" pitchFamily="49" charset="0"/>
                <a:cs typeface="Courier New" panose="02070309020205020404" pitchFamily="49" charset="0"/>
              </a:rPr>
              <a:t>9.17  </a:t>
            </a:r>
            <a:r>
              <a:rPr lang="zh-CN" altLang="en-US" sz="1600" b="1" dirty="0">
                <a:solidFill>
                  <a:srgbClr val="0070C0"/>
                </a:solidFill>
                <a:latin typeface="Courier New" panose="02070309020205020404" pitchFamily="49" charset="0"/>
                <a:cs typeface="Courier New" panose="02070309020205020404" pitchFamily="49" charset="0"/>
              </a:rPr>
              <a:t>插入后再平衡</a:t>
            </a: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RBNode</a:t>
            </a:r>
            <a:r>
              <a:rPr lang="en-US" altLang="zh-CN" sz="1600" b="1" dirty="0">
                <a:latin typeface="Courier New" panose="02070309020205020404" pitchFamily="49" charset="0"/>
                <a:cs typeface="Courier New" panose="02070309020205020404" pitchFamily="49" charset="0"/>
              </a:rPr>
              <a:t> *uncle;</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-&gt;parent-&gt;color == RED) { </a:t>
            </a:r>
            <a:r>
              <a:rPr lang="zh-CN" altLang="en-US" sz="1600" b="1" dirty="0">
                <a:solidFill>
                  <a:srgbClr val="0070C0"/>
                </a:solidFill>
                <a:latin typeface="Courier New" panose="02070309020205020404" pitchFamily="49" charset="0"/>
                <a:cs typeface="Courier New" panose="02070309020205020404" pitchFamily="49" charset="0"/>
              </a:rPr>
              <a:t>// p结点不是根且其父为红色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parent-&gt;lchild)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如果其父是祖父的左孩子</a:t>
            </a:r>
          </a:p>
          <a:p>
            <a:r>
              <a:rPr lang="zh-CN" altLang="en-US" sz="1600" b="1" dirty="0">
                <a:latin typeface="Courier New" panose="02070309020205020404" pitchFamily="49" charset="0"/>
                <a:cs typeface="Courier New" panose="02070309020205020404" pitchFamily="49" charset="0"/>
              </a:rPr>
              <a:t>      uncle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solidFill>
                  <a:srgbClr val="0070C0"/>
                </a:solidFill>
                <a:latin typeface="Courier New" panose="02070309020205020404" pitchFamily="49" charset="0"/>
                <a:cs typeface="Courier New" panose="02070309020205020404" pitchFamily="49" charset="0"/>
              </a:rPr>
              <a:t>// 求其叔</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(uncle-&gt;color == RED) {   </a:t>
            </a:r>
            <a:r>
              <a:rPr lang="zh-CN" altLang="en-US" sz="1600" b="1" dirty="0">
                <a:solidFill>
                  <a:srgbClr val="0070C0"/>
                </a:solidFill>
                <a:latin typeface="Courier New" panose="02070309020205020404" pitchFamily="49" charset="0"/>
                <a:cs typeface="Courier New" panose="02070309020205020404" pitchFamily="49" charset="0"/>
              </a:rPr>
              <a:t>// 如果其叔存在且是红色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情况1</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uncle-&gt;color = BLACK;                 </a:t>
            </a:r>
            <a:r>
              <a:rPr lang="zh-CN" altLang="en-US" sz="1600" b="1" dirty="0">
                <a:solidFill>
                  <a:srgbClr val="0070C0"/>
                </a:solidFill>
                <a:latin typeface="Courier New" panose="02070309020205020404" pitchFamily="49" charset="0"/>
                <a:cs typeface="Courier New" panose="02070309020205020404" pitchFamily="49" charset="0"/>
              </a:rPr>
              <a:t>// 其叔改为黑色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其父改为黑色</a:t>
            </a:r>
          </a:p>
          <a:p>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 </a:t>
            </a:r>
            <a:r>
              <a:rPr lang="zh-CN" altLang="en-US" sz="1600" b="1" dirty="0">
                <a:latin typeface="Courier New" panose="02070309020205020404" pitchFamily="49" charset="0"/>
                <a:cs typeface="Courier New" panose="02070309020205020404" pitchFamily="49" charset="0"/>
              </a:rPr>
              <a:t>parent-&gt;color = RED;   </a:t>
            </a:r>
            <a:r>
              <a:rPr lang="zh-CN" altLang="en-US" sz="1600" b="1" dirty="0">
                <a:solidFill>
                  <a:srgbClr val="0070C0"/>
                </a:solidFill>
                <a:latin typeface="Courier New" panose="02070309020205020404" pitchFamily="49" charset="0"/>
                <a:cs typeface="Courier New" panose="02070309020205020404" pitchFamily="49" charset="0"/>
              </a:rPr>
              <a:t>// 祖父置为红色</a:t>
            </a:r>
          </a:p>
          <a:p>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latin typeface="Courier New" panose="02070309020205020404" pitchFamily="49" charset="0"/>
                <a:cs typeface="Courier New" panose="02070309020205020404" pitchFamily="49" charset="0"/>
              </a:rPr>
              <a:t>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指向祖父</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                    </a:t>
            </a:r>
            <a:r>
              <a:rPr lang="zh-CN" altLang="en-US" sz="1600" b="1" dirty="0">
                <a:solidFill>
                  <a:srgbClr val="0070C0"/>
                </a:solidFill>
                <a:latin typeface="Courier New" panose="02070309020205020404" pitchFamily="49" charset="0"/>
                <a:cs typeface="Courier New" panose="02070309020205020404" pitchFamily="49" charset="0"/>
              </a:rPr>
              <a:t>// 否则其叔不存在，或者不是红色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情况2</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parent-&gt;rchild)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又如果</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结点是其父的右孩子 </a:t>
            </a:r>
            <a:endParaRPr lang="en-US" altLang="zh-CN" sz="1600" b="1" dirty="0">
              <a:solidFill>
                <a:srgbClr val="0070C0"/>
              </a:solidFill>
              <a:latin typeface="Courier New" panose="02070309020205020404" pitchFamily="49" charset="0"/>
              <a:cs typeface="Courier New" panose="02070309020205020404" pitchFamily="49" charset="0"/>
            </a:endParaRPr>
          </a:p>
          <a:p>
            <a:r>
              <a:rPr lang="fr-FR" altLang="zh-CN" sz="1600" b="1"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fr-FR" altLang="zh-CN" sz="1600" b="1" dirty="0">
                <a:latin typeface="Courier New" panose="02070309020205020404" pitchFamily="49" charset="0"/>
                <a:cs typeface="Courier New" panose="02070309020205020404" pitchFamily="49" charset="0"/>
              </a:rPr>
              <a:t> = </a:t>
            </a:r>
            <a:r>
              <a:rPr lang="en-US" altLang="zh-CN" sz="1600" b="1" dirty="0" err="1">
                <a:solidFill>
                  <a:srgbClr val="86229A"/>
                </a:solidFill>
                <a:latin typeface="Courier New" panose="02070309020205020404" pitchFamily="49" charset="0"/>
                <a:cs typeface="Courier New" panose="02070309020205020404" pitchFamily="49" charset="0"/>
              </a:rPr>
              <a:t>curr</a:t>
            </a:r>
            <a:r>
              <a:rPr lang="fr-FR" altLang="zh-CN" sz="1600" b="1" dirty="0">
                <a:latin typeface="Courier New" panose="02070309020205020404" pitchFamily="49" charset="0"/>
                <a:cs typeface="Courier New" panose="02070309020205020404" pitchFamily="49" charset="0"/>
              </a:rPr>
              <a:t>-&gt;parent;       </a:t>
            </a:r>
            <a:r>
              <a:rPr lang="fr-FR" altLang="zh-CN" sz="1600" b="1" dirty="0">
                <a:solidFill>
                  <a:srgbClr val="0070C0"/>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fr-FR" sz="1600" b="1" dirty="0">
                <a:solidFill>
                  <a:srgbClr val="0070C0"/>
                </a:solidFill>
                <a:latin typeface="Courier New" panose="02070309020205020404" pitchFamily="49" charset="0"/>
                <a:cs typeface="Courier New" panose="02070309020205020404" pitchFamily="49" charset="0"/>
              </a:rPr>
              <a:t>指向其父</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L_Rotate_RBT(</a:t>
            </a:r>
            <a:r>
              <a:rPr lang="en-US" altLang="zh-CN" sz="1600" b="1" dirty="0">
                <a:solidFill>
                  <a:srgbClr val="C00000"/>
                </a:solidFill>
                <a:latin typeface="Courier New" panose="02070309020205020404" pitchFamily="49" charset="0"/>
                <a:cs typeface="Courier New" panose="02070309020205020404" pitchFamily="49" charset="0"/>
              </a:rPr>
              <a:t>T, </a:t>
            </a:r>
            <a:r>
              <a:rPr lang="en-US" altLang="zh-CN" sz="1600" b="1" dirty="0" err="1">
                <a:solidFill>
                  <a:srgbClr val="C00000"/>
                </a:solidFill>
                <a:latin typeface="Courier New" panose="02070309020205020404" pitchFamily="49" charset="0"/>
                <a:cs typeface="Courier New" panose="02070309020205020404" pitchFamily="49" charset="0"/>
              </a:rPr>
              <a:t>curr</a:t>
            </a:r>
            <a:r>
              <a:rPr lang="zh-CN" altLang="en-US" sz="1600" b="1" dirty="0">
                <a:solidFill>
                  <a:srgbClr val="C0000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对其父为根的子树作左旋</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r>
              <a:rPr lang="zh-CN" altLang="en-US"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en-US" altLang="zh-CN" sz="1600" b="1" dirty="0">
                <a:latin typeface="Courier New" panose="02070309020205020404" pitchFamily="49" charset="0"/>
                <a:cs typeface="Courier New" panose="02070309020205020404" pitchFamily="49" charset="0"/>
              </a:rPr>
              <a:t>-&gt;</a:t>
            </a:r>
            <a:r>
              <a:rPr lang="zh-CN" altLang="en-US" sz="1600" b="1" dirty="0">
                <a:latin typeface="Courier New" panose="02070309020205020404" pitchFamily="49" charset="0"/>
                <a:cs typeface="Courier New" panose="02070309020205020404" pitchFamily="49" charset="0"/>
              </a:rPr>
              <a:t>parent-&gt;color = BLACK;       </a:t>
            </a:r>
            <a:r>
              <a:rPr lang="zh-CN" altLang="en-US" sz="1600" b="1" dirty="0">
                <a:solidFill>
                  <a:srgbClr val="0070C0"/>
                </a:solidFill>
                <a:latin typeface="Courier New" panose="02070309020205020404" pitchFamily="49" charset="0"/>
                <a:cs typeface="Courier New" panose="02070309020205020404" pitchFamily="49" charset="0"/>
              </a:rPr>
              <a:t>// 当前父子关系下，置父结点为黑色</a:t>
            </a:r>
          </a:p>
          <a:p>
            <a:r>
              <a:rPr lang="fr-FR" altLang="zh-CN" sz="1600" b="1" dirty="0">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fr-FR" altLang="zh-CN" sz="1600" b="1" dirty="0">
                <a:latin typeface="Courier New" panose="02070309020205020404" pitchFamily="49" charset="0"/>
                <a:cs typeface="Courier New" panose="02070309020205020404" pitchFamily="49" charset="0"/>
              </a:rPr>
              <a:t>-&gt;parent-&gt;</a:t>
            </a:r>
            <a:r>
              <a:rPr lang="zh-CN" altLang="en-US" sz="1600" b="1" dirty="0">
                <a:latin typeface="Courier New" panose="02070309020205020404" pitchFamily="49" charset="0"/>
                <a:cs typeface="Courier New" panose="02070309020205020404" pitchFamily="49" charset="0"/>
              </a:rPr>
              <a:t>parent-&gt;color = RED; </a:t>
            </a:r>
            <a:r>
              <a:rPr lang="zh-CN" altLang="en-US" sz="1600" b="1" dirty="0">
                <a:solidFill>
                  <a:srgbClr val="0070C0"/>
                </a:solidFill>
                <a:latin typeface="Courier New" panose="02070309020205020404" pitchFamily="49" charset="0"/>
                <a:cs typeface="Courier New" panose="02070309020205020404" pitchFamily="49" charset="0"/>
              </a:rPr>
              <a:t>// 置祖父为红色</a:t>
            </a: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R_Rotate_RBT(</a:t>
            </a:r>
            <a:r>
              <a:rPr lang="en-US" altLang="zh-CN" sz="1600" b="1" dirty="0">
                <a:solidFill>
                  <a:srgbClr val="C00000"/>
                </a:solidFill>
                <a:latin typeface="Courier New" panose="02070309020205020404" pitchFamily="49" charset="0"/>
                <a:cs typeface="Courier New" panose="02070309020205020404" pitchFamily="49" charset="0"/>
              </a:rPr>
              <a:t>T, </a:t>
            </a:r>
            <a:r>
              <a:rPr lang="fr-FR" altLang="zh-CN" sz="1600" b="1" dirty="0">
                <a:solidFill>
                  <a:srgbClr val="C00000"/>
                </a:solidFill>
                <a:latin typeface="Courier New" panose="02070309020205020404" pitchFamily="49" charset="0"/>
                <a:cs typeface="Courier New" panose="02070309020205020404" pitchFamily="49" charset="0"/>
              </a:rPr>
              <a:t>curr-&gt;parent-&gt;</a:t>
            </a:r>
            <a:r>
              <a:rPr lang="zh-CN" altLang="en-US" sz="1600" b="1" dirty="0">
                <a:solidFill>
                  <a:srgbClr val="C00000"/>
                </a:solidFill>
                <a:latin typeface="Courier New" panose="02070309020205020404" pitchFamily="49" charset="0"/>
                <a:cs typeface="Courier New" panose="02070309020205020404" pitchFamily="49" charset="0"/>
              </a:rPr>
              <a:t>parent); </a:t>
            </a:r>
            <a:r>
              <a:rPr lang="zh-CN" altLang="en-US" sz="1600" b="1" dirty="0">
                <a:solidFill>
                  <a:srgbClr val="0070C0"/>
                </a:solidFill>
                <a:latin typeface="Courier New" panose="02070309020205020404" pitchFamily="49" charset="0"/>
                <a:cs typeface="Courier New" panose="02070309020205020404" pitchFamily="49" charset="0"/>
              </a:rPr>
              <a:t>// 对以祖父为根的子树作右旋</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else {</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如果其父结点是祖父的右孩子</a:t>
            </a:r>
            <a:endParaRPr lang="en-US" altLang="zh-CN"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 与左孩子的情形的对称操作 </a:t>
            </a:r>
            <a:r>
              <a:rPr lang="en-US" altLang="zh-CN" sz="1600" b="1" dirty="0">
                <a:solidFill>
                  <a:srgbClr val="0070C0"/>
                </a:solidFill>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//while 结束条件：</a:t>
            </a:r>
            <a:r>
              <a:rPr lang="en-US" altLang="zh-CN" sz="1600" b="1" dirty="0">
                <a:solidFill>
                  <a:srgbClr val="86229A"/>
                </a:solidFill>
                <a:latin typeface="Courier New" panose="02070309020205020404" pitchFamily="49" charset="0"/>
                <a:cs typeface="Courier New" panose="02070309020205020404" pitchFamily="49" charset="0"/>
              </a:rPr>
              <a:t> </a:t>
            </a:r>
            <a:r>
              <a:rPr lang="en-US" altLang="zh-CN" sz="1600" b="1" dirty="0" err="1">
                <a:solidFill>
                  <a:srgbClr val="86229A"/>
                </a:solidFill>
                <a:latin typeface="Courier New" panose="02070309020205020404" pitchFamily="49" charset="0"/>
                <a:cs typeface="Courier New" panose="02070309020205020404" pitchFamily="49" charset="0"/>
              </a:rPr>
              <a:t>curr</a:t>
            </a:r>
            <a:r>
              <a:rPr lang="zh-CN" altLang="en-US" sz="1600" b="1" dirty="0">
                <a:solidFill>
                  <a:srgbClr val="0070C0"/>
                </a:solidFill>
                <a:latin typeface="Courier New" panose="02070309020205020404" pitchFamily="49" charset="0"/>
                <a:cs typeface="Courier New" panose="02070309020205020404" pitchFamily="49" charset="0"/>
              </a:rPr>
              <a:t>结点是根结点，或者，其父结点是黑色</a:t>
            </a:r>
          </a:p>
          <a:p>
            <a:r>
              <a:rPr lang="zh-CN" altLang="en-US" sz="1600" b="1" dirty="0">
                <a:latin typeface="Courier New" panose="02070309020205020404" pitchFamily="49" charset="0"/>
                <a:cs typeface="Courier New" panose="02070309020205020404" pitchFamily="49" charset="0"/>
              </a:rPr>
              <a:t>  T</a:t>
            </a:r>
            <a:r>
              <a:rPr lang="en-US" altLang="zh-CN" sz="1600" b="1" dirty="0">
                <a:latin typeface="Courier New" panose="02070309020205020404" pitchFamily="49" charset="0"/>
                <a:cs typeface="Courier New" panose="02070309020205020404" pitchFamily="49" charset="0"/>
              </a:rPr>
              <a:t>-&gt;root</a:t>
            </a:r>
            <a:r>
              <a:rPr lang="zh-CN" altLang="en-US" sz="1600" b="1" dirty="0">
                <a:latin typeface="Courier New" panose="02070309020205020404" pitchFamily="49" charset="0"/>
                <a:cs typeface="Courier New" panose="02070309020205020404" pitchFamily="49" charset="0"/>
              </a:rPr>
              <a:t>-&gt;color = BLACK;    </a:t>
            </a:r>
            <a:r>
              <a:rPr lang="zh-CN" altLang="en-US" sz="1600" b="1" dirty="0">
                <a:solidFill>
                  <a:srgbClr val="0070C0"/>
                </a:solidFill>
                <a:latin typeface="Courier New" panose="02070309020205020404" pitchFamily="49" charset="0"/>
                <a:cs typeface="Courier New" panose="02070309020205020404" pitchFamily="49" charset="0"/>
              </a:rPr>
              <a:t>// 置根结点为黑色</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55" name="直接连接符 54">
            <a:extLst>
              <a:ext uri="{FF2B5EF4-FFF2-40B4-BE49-F238E27FC236}">
                <a16:creationId xmlns:a16="http://schemas.microsoft.com/office/drawing/2014/main" id="{DBC8D4BA-F8F8-4CD8-BADD-B714326BE2C0}"/>
              </a:ext>
            </a:extLst>
          </p:cNvPr>
          <p:cNvCxnSpPr>
            <a:cxnSpLocks/>
          </p:cNvCxnSpPr>
          <p:nvPr/>
        </p:nvCxnSpPr>
        <p:spPr>
          <a:xfrm>
            <a:off x="623881" y="1277642"/>
            <a:ext cx="422988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9AD11544-1CD0-4A57-84D3-0D1BEE4A0181}"/>
              </a:ext>
            </a:extLst>
          </p:cNvPr>
          <p:cNvCxnSpPr>
            <a:cxnSpLocks/>
          </p:cNvCxnSpPr>
          <p:nvPr/>
        </p:nvCxnSpPr>
        <p:spPr>
          <a:xfrm>
            <a:off x="623881" y="6372177"/>
            <a:ext cx="283701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8" name="矩形: 圆角 7">
            <a:extLst>
              <a:ext uri="{FF2B5EF4-FFF2-40B4-BE49-F238E27FC236}">
                <a16:creationId xmlns:a16="http://schemas.microsoft.com/office/drawing/2014/main" id="{58FAAA0D-75F2-4410-8FCB-F9FB66AD9C68}"/>
              </a:ext>
            </a:extLst>
          </p:cNvPr>
          <p:cNvSpPr/>
          <p:nvPr/>
        </p:nvSpPr>
        <p:spPr>
          <a:xfrm>
            <a:off x="7888326" y="3429001"/>
            <a:ext cx="4097990" cy="316930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9" name="直接连接符 8">
            <a:extLst>
              <a:ext uri="{FF2B5EF4-FFF2-40B4-BE49-F238E27FC236}">
                <a16:creationId xmlns:a16="http://schemas.microsoft.com/office/drawing/2014/main" id="{06598532-1E1A-4F10-8E16-4C9818C4864E}"/>
              </a:ext>
            </a:extLst>
          </p:cNvPr>
          <p:cNvCxnSpPr>
            <a:cxnSpLocks/>
          </p:cNvCxnSpPr>
          <p:nvPr/>
        </p:nvCxnSpPr>
        <p:spPr>
          <a:xfrm flipH="1">
            <a:off x="8875156" y="5707510"/>
            <a:ext cx="244999" cy="5936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25E0E4C-04EC-4DFF-ADCE-D2B4D0D39A85}"/>
              </a:ext>
            </a:extLst>
          </p:cNvPr>
          <p:cNvCxnSpPr>
            <a:cxnSpLocks/>
          </p:cNvCxnSpPr>
          <p:nvPr/>
        </p:nvCxnSpPr>
        <p:spPr>
          <a:xfrm>
            <a:off x="10846815" y="5768000"/>
            <a:ext cx="265271" cy="5141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6DC766ED-EAFB-4A60-80B7-2B0252FD21D9}"/>
              </a:ext>
            </a:extLst>
          </p:cNvPr>
          <p:cNvCxnSpPr>
            <a:cxnSpLocks/>
          </p:cNvCxnSpPr>
          <p:nvPr/>
        </p:nvCxnSpPr>
        <p:spPr>
          <a:xfrm flipH="1">
            <a:off x="8547629" y="5214888"/>
            <a:ext cx="210085" cy="375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122A15CB-78E8-4262-8C4B-A65E2ADE88DF}"/>
              </a:ext>
            </a:extLst>
          </p:cNvPr>
          <p:cNvSpPr/>
          <p:nvPr/>
        </p:nvSpPr>
        <p:spPr>
          <a:xfrm>
            <a:off x="8692616" y="6113590"/>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8" name="组合 17">
            <a:extLst>
              <a:ext uri="{FF2B5EF4-FFF2-40B4-BE49-F238E27FC236}">
                <a16:creationId xmlns:a16="http://schemas.microsoft.com/office/drawing/2014/main" id="{DD14DCEB-D823-4BF9-A018-E586C4431136}"/>
              </a:ext>
            </a:extLst>
          </p:cNvPr>
          <p:cNvGrpSpPr/>
          <p:nvPr/>
        </p:nvGrpSpPr>
        <p:grpSpPr>
          <a:xfrm>
            <a:off x="8745102" y="3848798"/>
            <a:ext cx="1149921" cy="586720"/>
            <a:chOff x="2688371" y="378667"/>
            <a:chExt cx="1159064" cy="583298"/>
          </a:xfrm>
        </p:grpSpPr>
        <p:sp>
          <p:nvSpPr>
            <p:cNvPr id="19" name="文本框 18">
              <a:extLst>
                <a:ext uri="{FF2B5EF4-FFF2-40B4-BE49-F238E27FC236}">
                  <a16:creationId xmlns:a16="http://schemas.microsoft.com/office/drawing/2014/main" id="{96F2B451-6C14-4137-A0AA-DF3B158454A6}"/>
                </a:ext>
              </a:extLst>
            </p:cNvPr>
            <p:cNvSpPr txBox="1"/>
            <p:nvPr/>
          </p:nvSpPr>
          <p:spPr>
            <a:xfrm>
              <a:off x="2688371" y="378667"/>
              <a:ext cx="1159064" cy="332364"/>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C00000"/>
                  </a:solidFill>
                  <a:latin typeface="Courier New" panose="02070309020205020404" pitchFamily="49" charset="0"/>
                  <a:cs typeface="Courier New" panose="02070309020205020404" pitchFamily="49" charset="0"/>
                </a:rPr>
                <a:t>T-&gt;root</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20" name="直接箭头连接符 19">
              <a:extLst>
                <a:ext uri="{FF2B5EF4-FFF2-40B4-BE49-F238E27FC236}">
                  <a16:creationId xmlns:a16="http://schemas.microsoft.com/office/drawing/2014/main" id="{A8C2F1DF-3A39-4DCE-98C4-A60970E45EEF}"/>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21" name="直接连接符 20">
            <a:extLst>
              <a:ext uri="{FF2B5EF4-FFF2-40B4-BE49-F238E27FC236}">
                <a16:creationId xmlns:a16="http://schemas.microsoft.com/office/drawing/2014/main" id="{2008C268-D709-4027-A87D-1B193D91634E}"/>
              </a:ext>
            </a:extLst>
          </p:cNvPr>
          <p:cNvCxnSpPr>
            <a:cxnSpLocks/>
          </p:cNvCxnSpPr>
          <p:nvPr/>
        </p:nvCxnSpPr>
        <p:spPr>
          <a:xfrm>
            <a:off x="8817202" y="5219251"/>
            <a:ext cx="286117" cy="5143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6715A989-3A06-425E-9880-4E660B2E3915}"/>
              </a:ext>
            </a:extLst>
          </p:cNvPr>
          <p:cNvCxnSpPr>
            <a:cxnSpLocks/>
          </p:cNvCxnSpPr>
          <p:nvPr/>
        </p:nvCxnSpPr>
        <p:spPr>
          <a:xfrm flipH="1">
            <a:off x="8884488" y="4654750"/>
            <a:ext cx="366542" cy="3609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845631B8-CA3E-4252-AB41-B0DF78B4C7C1}"/>
              </a:ext>
            </a:extLst>
          </p:cNvPr>
          <p:cNvGrpSpPr/>
          <p:nvPr/>
        </p:nvGrpSpPr>
        <p:grpSpPr>
          <a:xfrm>
            <a:off x="7975079" y="4524914"/>
            <a:ext cx="1092211" cy="418136"/>
            <a:chOff x="2394563" y="496227"/>
            <a:chExt cx="1100896" cy="415698"/>
          </a:xfrm>
        </p:grpSpPr>
        <p:sp>
          <p:nvSpPr>
            <p:cNvPr id="24" name="文本框 23">
              <a:extLst>
                <a:ext uri="{FF2B5EF4-FFF2-40B4-BE49-F238E27FC236}">
                  <a16:creationId xmlns:a16="http://schemas.microsoft.com/office/drawing/2014/main" id="{66287FC7-D818-4989-A96D-746F7FB01D8B}"/>
                </a:ext>
              </a:extLst>
            </p:cNvPr>
            <p:cNvSpPr txBox="1"/>
            <p:nvPr/>
          </p:nvSpPr>
          <p:spPr>
            <a:xfrm>
              <a:off x="2394563" y="496227"/>
              <a:ext cx="1100896"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current</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25" name="直接箭头连接符 24">
              <a:extLst>
                <a:ext uri="{FF2B5EF4-FFF2-40B4-BE49-F238E27FC236}">
                  <a16:creationId xmlns:a16="http://schemas.microsoft.com/office/drawing/2014/main" id="{D6F395D3-8471-4322-99BA-ED21F5BB2012}"/>
                </a:ext>
              </a:extLst>
            </p:cNvPr>
            <p:cNvCxnSpPr>
              <a:cxnSpLocks/>
            </p:cNvCxnSpPr>
            <p:nvPr/>
          </p:nvCxnSpPr>
          <p:spPr>
            <a:xfrm flipH="1">
              <a:off x="3195894" y="731107"/>
              <a:ext cx="102447" cy="18081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27" name="椭圆 26">
            <a:extLst>
              <a:ext uri="{FF2B5EF4-FFF2-40B4-BE49-F238E27FC236}">
                <a16:creationId xmlns:a16="http://schemas.microsoft.com/office/drawing/2014/main" id="{46F7C464-C12E-48F4-B6FB-F5E73C88E41C}"/>
              </a:ext>
            </a:extLst>
          </p:cNvPr>
          <p:cNvSpPr/>
          <p:nvPr/>
        </p:nvSpPr>
        <p:spPr>
          <a:xfrm>
            <a:off x="8575926" y="4954966"/>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8" name="椭圆 27">
            <a:extLst>
              <a:ext uri="{FF2B5EF4-FFF2-40B4-BE49-F238E27FC236}">
                <a16:creationId xmlns:a16="http://schemas.microsoft.com/office/drawing/2014/main" id="{F5B51AD1-74FF-47E4-BC2D-EF07981149DF}"/>
              </a:ext>
            </a:extLst>
          </p:cNvPr>
          <p:cNvSpPr/>
          <p:nvPr/>
        </p:nvSpPr>
        <p:spPr>
          <a:xfrm>
            <a:off x="8889106" y="5531070"/>
            <a:ext cx="422127"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9" name="椭圆 28">
            <a:extLst>
              <a:ext uri="{FF2B5EF4-FFF2-40B4-BE49-F238E27FC236}">
                <a16:creationId xmlns:a16="http://schemas.microsoft.com/office/drawing/2014/main" id="{823149A5-6B82-4F79-983D-4E95EFC1FBC2}"/>
              </a:ext>
            </a:extLst>
          </p:cNvPr>
          <p:cNvSpPr/>
          <p:nvPr/>
        </p:nvSpPr>
        <p:spPr>
          <a:xfrm>
            <a:off x="8308097" y="5523168"/>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0" name="组合 29">
            <a:extLst>
              <a:ext uri="{FF2B5EF4-FFF2-40B4-BE49-F238E27FC236}">
                <a16:creationId xmlns:a16="http://schemas.microsoft.com/office/drawing/2014/main" id="{B5C5E8FD-F8AA-4EA2-9624-00EB827F14CC}"/>
              </a:ext>
            </a:extLst>
          </p:cNvPr>
          <p:cNvGrpSpPr/>
          <p:nvPr/>
        </p:nvGrpSpPr>
        <p:grpSpPr>
          <a:xfrm>
            <a:off x="10594686" y="5221922"/>
            <a:ext cx="893906" cy="380385"/>
            <a:chOff x="2732764" y="536194"/>
            <a:chExt cx="901013" cy="378167"/>
          </a:xfrm>
        </p:grpSpPr>
        <p:sp>
          <p:nvSpPr>
            <p:cNvPr id="31" name="文本框 30">
              <a:extLst>
                <a:ext uri="{FF2B5EF4-FFF2-40B4-BE49-F238E27FC236}">
                  <a16:creationId xmlns:a16="http://schemas.microsoft.com/office/drawing/2014/main" id="{81040D53-522C-4691-AA39-B4B23D406BC5}"/>
                </a:ext>
              </a:extLst>
            </p:cNvPr>
            <p:cNvSpPr txBox="1"/>
            <p:nvPr/>
          </p:nvSpPr>
          <p:spPr>
            <a:xfrm>
              <a:off x="2732764" y="536194"/>
              <a:ext cx="901013" cy="281991"/>
            </a:xfrm>
            <a:prstGeom prst="rect">
              <a:avLst/>
            </a:prstGeom>
            <a:noFill/>
          </p:spPr>
          <p:txBody>
            <a:bodyPr wrap="square" lIns="36000" tIns="36000" rIns="36000" bIns="36000" rtlCol="0" anchor="ctr" anchorCtr="1">
              <a:spAutoFit/>
            </a:bodyPr>
            <a:lstStyle/>
            <a:p>
              <a:pPr algn="ctr">
                <a:lnSpc>
                  <a:spcPct val="80000"/>
                </a:lnSpc>
              </a:pPr>
              <a:r>
                <a:rPr lang="en-US" altLang="zh-CN" sz="1600" b="1" dirty="0">
                  <a:solidFill>
                    <a:srgbClr val="00B0F0"/>
                  </a:solidFill>
                  <a:latin typeface="Courier New" panose="02070309020205020404" pitchFamily="49" charset="0"/>
                  <a:cs typeface="Courier New" panose="02070309020205020404" pitchFamily="49" charset="0"/>
                </a:rPr>
                <a:t>uncle</a:t>
              </a:r>
              <a:endParaRPr lang="zh-CN" altLang="en-US" sz="1600" b="1" dirty="0">
                <a:solidFill>
                  <a:srgbClr val="00B0F0"/>
                </a:solidFill>
                <a:latin typeface="Courier New" panose="02070309020205020404" pitchFamily="49" charset="0"/>
                <a:cs typeface="Courier New" panose="02070309020205020404" pitchFamily="49" charset="0"/>
              </a:endParaRPr>
            </a:p>
          </p:txBody>
        </p:sp>
        <p:cxnSp>
          <p:nvCxnSpPr>
            <p:cNvPr id="32" name="直接箭头连接符 31">
              <a:extLst>
                <a:ext uri="{FF2B5EF4-FFF2-40B4-BE49-F238E27FC236}">
                  <a16:creationId xmlns:a16="http://schemas.microsoft.com/office/drawing/2014/main" id="{B46BE540-CAD9-4BDA-861B-92E4C48C82E7}"/>
                </a:ext>
              </a:extLst>
            </p:cNvPr>
            <p:cNvCxnSpPr>
              <a:cxnSpLocks/>
            </p:cNvCxnSpPr>
            <p:nvPr/>
          </p:nvCxnSpPr>
          <p:spPr>
            <a:xfrm flipH="1">
              <a:off x="3109641" y="718810"/>
              <a:ext cx="86253" cy="19555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43" name="直接连接符 42">
            <a:extLst>
              <a:ext uri="{FF2B5EF4-FFF2-40B4-BE49-F238E27FC236}">
                <a16:creationId xmlns:a16="http://schemas.microsoft.com/office/drawing/2014/main" id="{2B5DB091-A6D4-457D-9CB0-AFF3721AD242}"/>
              </a:ext>
            </a:extLst>
          </p:cNvPr>
          <p:cNvCxnSpPr>
            <a:cxnSpLocks/>
          </p:cNvCxnSpPr>
          <p:nvPr/>
        </p:nvCxnSpPr>
        <p:spPr>
          <a:xfrm>
            <a:off x="10535135" y="5194696"/>
            <a:ext cx="269681" cy="47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5E682404-E963-4A94-A18F-F7EC2EDC9EEA}"/>
              </a:ext>
            </a:extLst>
          </p:cNvPr>
          <p:cNvCxnSpPr>
            <a:cxnSpLocks/>
          </p:cNvCxnSpPr>
          <p:nvPr/>
        </p:nvCxnSpPr>
        <p:spPr>
          <a:xfrm flipH="1">
            <a:off x="10324966" y="5187371"/>
            <a:ext cx="213814" cy="4396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CC36B53-33F3-4953-807D-7ECCFDA6941A}"/>
              </a:ext>
            </a:extLst>
          </p:cNvPr>
          <p:cNvCxnSpPr>
            <a:cxnSpLocks/>
          </p:cNvCxnSpPr>
          <p:nvPr/>
        </p:nvCxnSpPr>
        <p:spPr>
          <a:xfrm>
            <a:off x="9378069" y="4692935"/>
            <a:ext cx="1222642" cy="38375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CEC8597E-70E7-4BCD-9F1E-ECA0D1CFE13A}"/>
              </a:ext>
            </a:extLst>
          </p:cNvPr>
          <p:cNvSpPr/>
          <p:nvPr/>
        </p:nvSpPr>
        <p:spPr>
          <a:xfrm>
            <a:off x="9069810" y="4420474"/>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8" name="椭圆 47">
            <a:extLst>
              <a:ext uri="{FF2B5EF4-FFF2-40B4-BE49-F238E27FC236}">
                <a16:creationId xmlns:a16="http://schemas.microsoft.com/office/drawing/2014/main" id="{A31931B1-F701-4FBF-9D3E-8D00480A1ABA}"/>
              </a:ext>
            </a:extLst>
          </p:cNvPr>
          <p:cNvSpPr/>
          <p:nvPr/>
        </p:nvSpPr>
        <p:spPr>
          <a:xfrm>
            <a:off x="10649192" y="5567677"/>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9" name="椭圆 48">
            <a:extLst>
              <a:ext uri="{FF2B5EF4-FFF2-40B4-BE49-F238E27FC236}">
                <a16:creationId xmlns:a16="http://schemas.microsoft.com/office/drawing/2014/main" id="{100828E3-ED54-4798-B575-FACB3F395136}"/>
              </a:ext>
            </a:extLst>
          </p:cNvPr>
          <p:cNvSpPr/>
          <p:nvPr/>
        </p:nvSpPr>
        <p:spPr>
          <a:xfrm>
            <a:off x="10915648" y="6100709"/>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0" name="椭圆 49">
            <a:extLst>
              <a:ext uri="{FF2B5EF4-FFF2-40B4-BE49-F238E27FC236}">
                <a16:creationId xmlns:a16="http://schemas.microsoft.com/office/drawing/2014/main" id="{CD4B1F5E-FCC8-4AC9-B830-CAAF40D27707}"/>
              </a:ext>
            </a:extLst>
          </p:cNvPr>
          <p:cNvSpPr/>
          <p:nvPr/>
        </p:nvSpPr>
        <p:spPr>
          <a:xfrm>
            <a:off x="10035816" y="5561175"/>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1" name="椭圆 50">
            <a:extLst>
              <a:ext uri="{FF2B5EF4-FFF2-40B4-BE49-F238E27FC236}">
                <a16:creationId xmlns:a16="http://schemas.microsoft.com/office/drawing/2014/main" id="{B6E4D284-7D30-4F88-B80A-66CCB78A5081}"/>
              </a:ext>
            </a:extLst>
          </p:cNvPr>
          <p:cNvSpPr/>
          <p:nvPr/>
        </p:nvSpPr>
        <p:spPr>
          <a:xfrm>
            <a:off x="10343466" y="4955498"/>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4DA0A8CA-A843-271D-FD24-7B9CE3AAAFDC}"/>
              </a:ext>
            </a:extLst>
          </p:cNvPr>
          <p:cNvSpPr txBox="1"/>
          <p:nvPr/>
        </p:nvSpPr>
        <p:spPr>
          <a:xfrm>
            <a:off x="10527532" y="1473464"/>
            <a:ext cx="1217000" cy="400110"/>
          </a:xfrm>
          <a:prstGeom prst="rect">
            <a:avLst/>
          </a:prstGeom>
          <a:noFill/>
        </p:spPr>
        <p:txBody>
          <a:bodyPr wrap="none" rtlCol="0">
            <a:spAutoFit/>
          </a:bodyPr>
          <a:lstStyle/>
          <a:p>
            <a:r>
              <a:rPr lang="zh-CN" altLang="en-US" sz="2000" b="1" dirty="0">
                <a:solidFill>
                  <a:srgbClr val="86229A"/>
                </a:solidFill>
                <a:effectLst>
                  <a:outerShdw blurRad="38100" dist="38100" dir="2700000" algn="tl">
                    <a:srgbClr val="000000">
                      <a:alpha val="43137"/>
                    </a:srgbClr>
                  </a:outerShdw>
                </a:effectLst>
              </a:rPr>
              <a:t>插入算法</a:t>
            </a:r>
          </a:p>
        </p:txBody>
      </p:sp>
    </p:spTree>
    <p:extLst>
      <p:ext uri="{BB962C8B-B14F-4D97-AF65-F5344CB8AC3E}">
        <p14:creationId xmlns:p14="http://schemas.microsoft.com/office/powerpoint/2010/main" val="213268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10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mph" presetSubtype="0" fill="remove" grpId="0" nodeType="clickEffect">
                                  <p:stCondLst>
                                    <p:cond delay="0"/>
                                  </p:stCondLst>
                                  <p:childTnLst>
                                    <p:animClr clrSpc="rgb" dir="cw">
                                      <p:cBhvr override="childStyle">
                                        <p:cTn id="11" dur="500" autoRev="1" fill="remove"/>
                                        <p:tgtEl>
                                          <p:spTgt spid="46"/>
                                        </p:tgtEl>
                                        <p:attrNameLst>
                                          <p:attrName>style.color</p:attrName>
                                        </p:attrNameLst>
                                      </p:cBhvr>
                                      <p:to>
                                        <a:schemeClr val="bg1"/>
                                      </p:to>
                                    </p:animClr>
                                    <p:animClr clrSpc="rgb" dir="cw">
                                      <p:cBhvr>
                                        <p:cTn id="12" dur="500" autoRev="1" fill="remove"/>
                                        <p:tgtEl>
                                          <p:spTgt spid="46"/>
                                        </p:tgtEl>
                                        <p:attrNameLst>
                                          <p:attrName>fillcolor</p:attrName>
                                        </p:attrNameLst>
                                      </p:cBhvr>
                                      <p:to>
                                        <a:schemeClr val="bg1"/>
                                      </p:to>
                                    </p:animClr>
                                    <p:set>
                                      <p:cBhvr>
                                        <p:cTn id="13" dur="500" autoRev="1" fill="remove"/>
                                        <p:tgtEl>
                                          <p:spTgt spid="46"/>
                                        </p:tgtEl>
                                        <p:attrNameLst>
                                          <p:attrName>fill.type</p:attrName>
                                        </p:attrNameLst>
                                      </p:cBhvr>
                                      <p:to>
                                        <p:strVal val="solid"/>
                                      </p:to>
                                    </p:set>
                                    <p:set>
                                      <p:cBhvr>
                                        <p:cTn id="14" dur="500" autoRev="1" fill="remove"/>
                                        <p:tgtEl>
                                          <p:spTgt spid="46"/>
                                        </p:tgtEl>
                                        <p:attrNameLst>
                                          <p:attrName>fill.on</p:attrName>
                                        </p:attrNameLst>
                                      </p:cBhvr>
                                      <p:to>
                                        <p:strVal val="true"/>
                                      </p:to>
                                    </p:set>
                                  </p:childTnLst>
                                </p:cTn>
                              </p:par>
                            </p:childTnLst>
                          </p:cTn>
                        </p:par>
                        <p:par>
                          <p:cTn id="15" fill="hold">
                            <p:stCondLst>
                              <p:cond delay="1000"/>
                            </p:stCondLst>
                            <p:childTnLst>
                              <p:par>
                                <p:cTn id="16" presetID="32" presetClass="emph" presetSubtype="0" fill="hold" nodeType="afterEffect">
                                  <p:stCondLst>
                                    <p:cond delay="0"/>
                                  </p:stCondLst>
                                  <p:childTnLst>
                                    <p:animRot by="120000">
                                      <p:cBhvr>
                                        <p:cTn id="17" dur="100" fill="hold">
                                          <p:stCondLst>
                                            <p:cond delay="0"/>
                                          </p:stCondLst>
                                        </p:cTn>
                                        <p:tgtEl>
                                          <p:spTgt spid="55"/>
                                        </p:tgtEl>
                                        <p:attrNameLst>
                                          <p:attrName>r</p:attrName>
                                        </p:attrNameLst>
                                      </p:cBhvr>
                                    </p:animRot>
                                    <p:animRot by="-240000">
                                      <p:cBhvr>
                                        <p:cTn id="18" dur="200" fill="hold">
                                          <p:stCondLst>
                                            <p:cond delay="200"/>
                                          </p:stCondLst>
                                        </p:cTn>
                                        <p:tgtEl>
                                          <p:spTgt spid="55"/>
                                        </p:tgtEl>
                                        <p:attrNameLst>
                                          <p:attrName>r</p:attrName>
                                        </p:attrNameLst>
                                      </p:cBhvr>
                                    </p:animRot>
                                    <p:animRot by="240000">
                                      <p:cBhvr>
                                        <p:cTn id="19" dur="200" fill="hold">
                                          <p:stCondLst>
                                            <p:cond delay="400"/>
                                          </p:stCondLst>
                                        </p:cTn>
                                        <p:tgtEl>
                                          <p:spTgt spid="55"/>
                                        </p:tgtEl>
                                        <p:attrNameLst>
                                          <p:attrName>r</p:attrName>
                                        </p:attrNameLst>
                                      </p:cBhvr>
                                    </p:animRot>
                                    <p:animRot by="-240000">
                                      <p:cBhvr>
                                        <p:cTn id="20" dur="200" fill="hold">
                                          <p:stCondLst>
                                            <p:cond delay="600"/>
                                          </p:stCondLst>
                                        </p:cTn>
                                        <p:tgtEl>
                                          <p:spTgt spid="55"/>
                                        </p:tgtEl>
                                        <p:attrNameLst>
                                          <p:attrName>r</p:attrName>
                                        </p:attrNameLst>
                                      </p:cBhvr>
                                    </p:animRot>
                                    <p:animRot by="120000">
                                      <p:cBhvr>
                                        <p:cTn id="21" dur="200" fill="hold">
                                          <p:stCondLst>
                                            <p:cond delay="800"/>
                                          </p:stCondLst>
                                        </p:cTn>
                                        <p:tgtEl>
                                          <p:spTgt spid="55"/>
                                        </p:tgtEl>
                                        <p:attrNameLst>
                                          <p:attrName>r</p:attrName>
                                        </p:attrNameLst>
                                      </p:cBhvr>
                                    </p:animRot>
                                  </p:childTnLst>
                                </p:cTn>
                              </p:par>
                            </p:childTnLst>
                          </p:cTn>
                        </p:par>
                        <p:par>
                          <p:cTn id="22" fill="hold">
                            <p:stCondLst>
                              <p:cond delay="2000"/>
                            </p:stCondLst>
                            <p:childTnLst>
                              <p:par>
                                <p:cTn id="23" presetID="22" presetClass="exit" presetSubtype="1" fill="hold" nodeType="afterEffect">
                                  <p:stCondLst>
                                    <p:cond delay="0"/>
                                  </p:stCondLst>
                                  <p:childTnLst>
                                    <p:animEffect transition="out" filter="wipe(up)">
                                      <p:cBhvr>
                                        <p:cTn id="24" dur="500"/>
                                        <p:tgtEl>
                                          <p:spTgt spid="55"/>
                                        </p:tgtEl>
                                      </p:cBhvr>
                                    </p:animEffect>
                                    <p:set>
                                      <p:cBhvr>
                                        <p:cTn id="25" dur="1" fill="hold">
                                          <p:stCondLst>
                                            <p:cond delay="499"/>
                                          </p:stCondLst>
                                        </p:cTn>
                                        <p:tgtEl>
                                          <p:spTgt spid="55"/>
                                        </p:tgtEl>
                                        <p:attrNameLst>
                                          <p:attrName>style.visibility</p:attrName>
                                        </p:attrNameLst>
                                      </p:cBhvr>
                                      <p:to>
                                        <p:strVal val="hidden"/>
                                      </p:to>
                                    </p:se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wipe(left)">
                                      <p:cBhvr>
                                        <p:cTn id="29" dur="1000"/>
                                        <p:tgtEl>
                                          <p:spTgt spid="57"/>
                                        </p:tgtEl>
                                      </p:cBhvr>
                                    </p:animEffect>
                                  </p:childTnLst>
                                </p:cTn>
                              </p:par>
                            </p:childTnLst>
                          </p:cTn>
                        </p:par>
                      </p:childTnLst>
                    </p:cTn>
                  </p:par>
                  <p:par>
                    <p:cTn id="30" fill="hold">
                      <p:stCondLst>
                        <p:cond delay="indefinite"/>
                      </p:stCondLst>
                      <p:childTnLst>
                        <p:par>
                          <p:cTn id="31" fill="hold">
                            <p:stCondLst>
                              <p:cond delay="0"/>
                            </p:stCondLst>
                            <p:childTnLst>
                              <p:par>
                                <p:cTn id="32" presetID="27" presetClass="emph" presetSubtype="0" fill="remove" grpId="1" nodeType="clickEffect">
                                  <p:stCondLst>
                                    <p:cond delay="0"/>
                                  </p:stCondLst>
                                  <p:childTnLst>
                                    <p:animClr clrSpc="rgb" dir="cw">
                                      <p:cBhvr override="childStyle">
                                        <p:cTn id="33" dur="250" autoRev="1" fill="remove"/>
                                        <p:tgtEl>
                                          <p:spTgt spid="46"/>
                                        </p:tgtEl>
                                        <p:attrNameLst>
                                          <p:attrName>style.color</p:attrName>
                                        </p:attrNameLst>
                                      </p:cBhvr>
                                      <p:to>
                                        <a:schemeClr val="bg1"/>
                                      </p:to>
                                    </p:animClr>
                                    <p:animClr clrSpc="rgb" dir="cw">
                                      <p:cBhvr>
                                        <p:cTn id="34" dur="250" autoRev="1" fill="remove"/>
                                        <p:tgtEl>
                                          <p:spTgt spid="46"/>
                                        </p:tgtEl>
                                        <p:attrNameLst>
                                          <p:attrName>fillcolor</p:attrName>
                                        </p:attrNameLst>
                                      </p:cBhvr>
                                      <p:to>
                                        <a:schemeClr val="bg1"/>
                                      </p:to>
                                    </p:animClr>
                                    <p:set>
                                      <p:cBhvr>
                                        <p:cTn id="35" dur="250" autoRev="1" fill="remove"/>
                                        <p:tgtEl>
                                          <p:spTgt spid="46"/>
                                        </p:tgtEl>
                                        <p:attrNameLst>
                                          <p:attrName>fill.type</p:attrName>
                                        </p:attrNameLst>
                                      </p:cBhvr>
                                      <p:to>
                                        <p:strVal val="solid"/>
                                      </p:to>
                                    </p:set>
                                    <p:set>
                                      <p:cBhvr>
                                        <p:cTn id="36" dur="250" autoRev="1" fill="remove"/>
                                        <p:tgtEl>
                                          <p:spTgt spid="46"/>
                                        </p:tgtEl>
                                        <p:attrNameLst>
                                          <p:attrName>fill.on</p:attrName>
                                        </p:attrNameLst>
                                      </p:cBhvr>
                                      <p:to>
                                        <p:strVal val="true"/>
                                      </p:to>
                                    </p:set>
                                  </p:childTnLst>
                                </p:cTn>
                              </p:par>
                            </p:childTnLst>
                          </p:cTn>
                        </p:par>
                        <p:par>
                          <p:cTn id="37" fill="hold">
                            <p:stCondLst>
                              <p:cond delay="500"/>
                            </p:stCondLst>
                            <p:childTnLst>
                              <p:par>
                                <p:cTn id="38" presetID="22" presetClass="exit" presetSubtype="1" fill="hold" nodeType="afterEffect">
                                  <p:stCondLst>
                                    <p:cond delay="0"/>
                                  </p:stCondLst>
                                  <p:childTnLst>
                                    <p:animEffect transition="out" filter="wipe(up)">
                                      <p:cBhvr>
                                        <p:cTn id="39" dur="500"/>
                                        <p:tgtEl>
                                          <p:spTgt spid="57"/>
                                        </p:tgtEl>
                                      </p:cBhvr>
                                    </p:animEffect>
                                    <p:set>
                                      <p:cBhvr>
                                        <p:cTn id="40" dur="1" fill="hold">
                                          <p:stCondLst>
                                            <p:cond delay="499"/>
                                          </p:stCondLst>
                                        </p:cTn>
                                        <p:tgtEl>
                                          <p:spTgt spid="5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1" presetClass="exit" presetSubtype="0" fill="hold" grpId="0" nodeType="clickEffect">
                                  <p:stCondLst>
                                    <p:cond delay="0"/>
                                  </p:stCondLst>
                                  <p:childTnLst>
                                    <p:anim calcmode="lin" valueType="num">
                                      <p:cBhvr>
                                        <p:cTn id="44" dur="1000"/>
                                        <p:tgtEl>
                                          <p:spTgt spid="42"/>
                                        </p:tgtEl>
                                        <p:attrNameLst>
                                          <p:attrName>ppt_w</p:attrName>
                                        </p:attrNameLst>
                                      </p:cBhvr>
                                      <p:tavLst>
                                        <p:tav tm="0">
                                          <p:val>
                                            <p:strVal val="ppt_w"/>
                                          </p:val>
                                        </p:tav>
                                        <p:tav tm="100000">
                                          <p:val>
                                            <p:fltVal val="0"/>
                                          </p:val>
                                        </p:tav>
                                      </p:tavLst>
                                    </p:anim>
                                    <p:anim calcmode="lin" valueType="num">
                                      <p:cBhvr>
                                        <p:cTn id="45" dur="1000"/>
                                        <p:tgtEl>
                                          <p:spTgt spid="42"/>
                                        </p:tgtEl>
                                        <p:attrNameLst>
                                          <p:attrName>ppt_h</p:attrName>
                                        </p:attrNameLst>
                                      </p:cBhvr>
                                      <p:tavLst>
                                        <p:tav tm="0">
                                          <p:val>
                                            <p:strVal val="ppt_h"/>
                                          </p:val>
                                        </p:tav>
                                        <p:tav tm="100000">
                                          <p:val>
                                            <p:fltVal val="0"/>
                                          </p:val>
                                        </p:tav>
                                      </p:tavLst>
                                    </p:anim>
                                    <p:anim calcmode="lin" valueType="num">
                                      <p:cBhvr>
                                        <p:cTn id="46" dur="1000"/>
                                        <p:tgtEl>
                                          <p:spTgt spid="42"/>
                                        </p:tgtEl>
                                        <p:attrNameLst>
                                          <p:attrName>style.rotation</p:attrName>
                                        </p:attrNameLst>
                                      </p:cBhvr>
                                      <p:tavLst>
                                        <p:tav tm="0">
                                          <p:val>
                                            <p:fltVal val="0"/>
                                          </p:val>
                                        </p:tav>
                                        <p:tav tm="100000">
                                          <p:val>
                                            <p:fltVal val="90"/>
                                          </p:val>
                                        </p:tav>
                                      </p:tavLst>
                                    </p:anim>
                                    <p:animEffect transition="out" filter="fade">
                                      <p:cBhvr>
                                        <p:cTn id="47" dur="1000"/>
                                        <p:tgtEl>
                                          <p:spTgt spid="42"/>
                                        </p:tgtEl>
                                      </p:cBhvr>
                                    </p:animEffect>
                                    <p:set>
                                      <p:cBhvr>
                                        <p:cTn id="48" dur="1" fill="hold">
                                          <p:stCondLst>
                                            <p:cond delay="9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6" grpId="0" animBg="1"/>
      <p:bldP spid="46"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6841B6-AA7F-48F1-9975-71B5670DB0EE}"/>
              </a:ext>
            </a:extLst>
          </p:cNvPr>
          <p:cNvSpPr txBox="1"/>
          <p:nvPr/>
        </p:nvSpPr>
        <p:spPr>
          <a:xfrm>
            <a:off x="1766455" y="454345"/>
            <a:ext cx="10296182" cy="4524315"/>
          </a:xfrm>
          <a:prstGeom prst="rect">
            <a:avLst/>
          </a:prstGeom>
          <a:solidFill>
            <a:schemeClr val="bg2"/>
          </a:solidFill>
          <a:ln w="12700">
            <a:solidFill>
              <a:schemeClr val="tx1"/>
            </a:solidFill>
          </a:ln>
        </p:spPr>
        <p:txBody>
          <a:bodyPr wrap="square">
            <a:spAutoFit/>
          </a:bodyPr>
          <a:lstStyle/>
          <a:p>
            <a:r>
              <a:rPr lang="zh-CN" altLang="en-US" b="1" dirty="0">
                <a:latin typeface="Courier New" panose="02070309020205020404" pitchFamily="49" charset="0"/>
                <a:cs typeface="Courier New" panose="02070309020205020404" pitchFamily="49" charset="0"/>
              </a:rPr>
              <a:t>Status DeleteRBT(RBTree T, KeyType key)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C00000"/>
                </a:solidFill>
                <a:latin typeface="Courier New" panose="02070309020205020404" pitchFamily="49" charset="0"/>
                <a:cs typeface="Courier New" panose="02070309020205020404" pitchFamily="49" charset="0"/>
              </a:rPr>
              <a:t>算法</a:t>
            </a:r>
            <a:r>
              <a:rPr lang="en-US" altLang="zh-CN" b="1" dirty="0">
                <a:solidFill>
                  <a:srgbClr val="C00000"/>
                </a:solidFill>
                <a:latin typeface="Courier New" panose="02070309020205020404" pitchFamily="49" charset="0"/>
                <a:cs typeface="Courier New" panose="02070309020205020404" pitchFamily="49" charset="0"/>
              </a:rPr>
              <a:t>9.18 </a:t>
            </a:r>
            <a:r>
              <a:rPr lang="zh-CN" altLang="en-US" b="1" dirty="0">
                <a:solidFill>
                  <a:srgbClr val="0070C0"/>
                </a:solidFill>
                <a:latin typeface="Courier New" panose="02070309020205020404" pitchFamily="49" charset="0"/>
                <a:cs typeface="Courier New" panose="02070309020205020404" pitchFamily="49" charset="0"/>
              </a:rPr>
              <a:t>在红黑树</a:t>
            </a:r>
            <a:r>
              <a:rPr lang="en-US" altLang="zh-CN" b="1" dirty="0">
                <a:solidFill>
                  <a:srgbClr val="86229A"/>
                </a:solidFill>
                <a:latin typeface="Courier New" panose="02070309020205020404" pitchFamily="49" charset="0"/>
                <a:cs typeface="Courier New" panose="02070309020205020404" pitchFamily="49" charset="0"/>
              </a:rPr>
              <a:t>T</a:t>
            </a:r>
            <a:r>
              <a:rPr lang="zh-CN" altLang="en-US" b="1" dirty="0">
                <a:solidFill>
                  <a:srgbClr val="0070C0"/>
                </a:solidFill>
                <a:latin typeface="Courier New" panose="02070309020205020404" pitchFamily="49" charset="0"/>
                <a:cs typeface="Courier New" panose="02070309020205020404" pitchFamily="49" charset="0"/>
              </a:rPr>
              <a:t>中删除结点</a:t>
            </a:r>
            <a:r>
              <a:rPr lang="en-US" altLang="zh-CN" b="1" dirty="0">
                <a:solidFill>
                  <a:srgbClr val="86229A"/>
                </a:solidFill>
                <a:latin typeface="Courier New" panose="02070309020205020404" pitchFamily="49" charset="0"/>
                <a:cs typeface="Courier New" panose="02070309020205020404" pitchFamily="49" charset="0"/>
              </a:rPr>
              <a:t>key</a:t>
            </a:r>
            <a:endParaRPr lang="zh-CN" altLang="en-US"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 *p = </a:t>
            </a:r>
            <a:r>
              <a:rPr lang="zh-CN" altLang="en-US" b="1" dirty="0">
                <a:latin typeface="Courier New" panose="02070309020205020404" pitchFamily="49" charset="0"/>
                <a:cs typeface="Courier New" panose="02070309020205020404" pitchFamily="49" charset="0"/>
              </a:rPr>
              <a:t>SearchRBT_Aux(T, key</a:t>
            </a:r>
            <a:r>
              <a:rPr lang="en-US" altLang="zh-CN" b="1" dirty="0">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p==T-&gt;nil</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p-&gt;key!=key</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要删除的结点不存在，返回</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(p-&gt;lchild==T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 p-&gt;rchild==T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s = p; </a:t>
            </a:r>
            <a:r>
              <a:rPr lang="en-US" altLang="zh-CN" b="1" dirty="0">
                <a:solidFill>
                  <a:srgbClr val="0070C0"/>
                </a:solidFill>
                <a:latin typeface="Courier New" panose="02070309020205020404" pitchFamily="49" charset="0"/>
                <a:cs typeface="Courier New" panose="02070309020205020404" pitchFamily="49" charset="0"/>
              </a:rPr>
              <a:t>// p</a:t>
            </a:r>
            <a:r>
              <a:rPr lang="zh-CN" altLang="en-US" b="1" dirty="0">
                <a:solidFill>
                  <a:srgbClr val="0070C0"/>
                </a:solidFill>
                <a:latin typeface="Courier New" panose="02070309020205020404" pitchFamily="49" charset="0"/>
                <a:cs typeface="Courier New" panose="02070309020205020404" pitchFamily="49" charset="0"/>
              </a:rPr>
              <a:t>结点孩子不全则</a:t>
            </a:r>
            <a:r>
              <a:rPr lang="en-US" altLang="zh-CN" b="1" dirty="0">
                <a:solidFill>
                  <a:srgbClr val="0070C0"/>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指向它</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 = </a:t>
            </a:r>
            <a:r>
              <a:rPr lang="zh-CN" altLang="en-US" b="1" dirty="0">
                <a:solidFill>
                  <a:srgbClr val="C00000"/>
                </a:solidFill>
                <a:latin typeface="Courier New" panose="02070309020205020404" pitchFamily="49" charset="0"/>
                <a:cs typeface="Courier New" panose="02070309020205020404" pitchFamily="49" charset="0"/>
              </a:rPr>
              <a:t>SuccessorRBT(p);</a:t>
            </a:r>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否则求</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结点的按序后继（</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结点的右子树的最小结点）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c = s-&gt;lchild;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c = s-&gt;rchild;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结点的右孩子（可能是</a:t>
            </a:r>
            <a:r>
              <a:rPr lang="zh-CN" altLang="en-US" b="1" dirty="0">
                <a:solidFill>
                  <a:srgbClr val="86229A"/>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c-&gt;parent = s-&gt;parent;   </a:t>
            </a:r>
            <a:r>
              <a:rPr lang="zh-CN" altLang="en-US" b="1" dirty="0">
                <a:solidFill>
                  <a:srgbClr val="0070C0"/>
                </a:solidFill>
                <a:latin typeface="Courier New" panose="02070309020205020404" pitchFamily="49" charset="0"/>
                <a:cs typeface="Courier New" panose="02070309020205020404" pitchFamily="49" charset="0"/>
              </a:rPr>
              <a:t>// 删除s结点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(s-&gt;parent==T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root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(s==s-&gt;parent-&gt;lchild) s-&gt;parent-&gt;lchild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s-&gt;parent-&gt;rchild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(s!=p){ p-&gt;key = s-&gt;key;  </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用</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结点值顶替被删结点值</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(s-&gt;color==BLACK) </a:t>
            </a:r>
            <a:r>
              <a:rPr lang="zh-CN" altLang="en-US" b="1" dirty="0">
                <a:solidFill>
                  <a:srgbClr val="C00000"/>
                </a:solidFill>
                <a:latin typeface="Courier New" panose="02070309020205020404" pitchFamily="49" charset="0"/>
                <a:cs typeface="Courier New" panose="02070309020205020404" pitchFamily="49" charset="0"/>
              </a:rPr>
              <a:t>DeleteFixup(T, c);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若</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结点为黑色，则对</a:t>
            </a:r>
            <a:r>
              <a:rPr lang="en-US" altLang="zh-CN"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启动</a:t>
            </a:r>
            <a:r>
              <a:rPr lang="zh-CN" altLang="en-US" b="1" dirty="0">
                <a:solidFill>
                  <a:srgbClr val="86229A"/>
                </a:solidFill>
                <a:latin typeface="Courier New" panose="02070309020205020404" pitchFamily="49" charset="0"/>
                <a:cs typeface="Courier New" panose="02070309020205020404" pitchFamily="49" charset="0"/>
              </a:rPr>
              <a:t>修复</a:t>
            </a:r>
          </a:p>
          <a:p>
            <a:r>
              <a:rPr lang="zh-CN" altLang="en-US" b="1" dirty="0">
                <a:latin typeface="Courier New" panose="02070309020205020404" pitchFamily="49" charset="0"/>
                <a:cs typeface="Courier New" panose="02070309020205020404" pitchFamily="49" charset="0"/>
              </a:rPr>
              <a:t>  free(s);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释放</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p:txBody>
      </p:sp>
      <p:sp>
        <p:nvSpPr>
          <p:cNvPr id="6" name="矩形: 圆角 5">
            <a:extLst>
              <a:ext uri="{FF2B5EF4-FFF2-40B4-BE49-F238E27FC236}">
                <a16:creationId xmlns:a16="http://schemas.microsoft.com/office/drawing/2014/main" id="{62874CCA-9CC2-4486-B48F-03451532B7F2}"/>
              </a:ext>
            </a:extLst>
          </p:cNvPr>
          <p:cNvSpPr/>
          <p:nvPr/>
        </p:nvSpPr>
        <p:spPr>
          <a:xfrm>
            <a:off x="7812126" y="3865418"/>
            <a:ext cx="4097990" cy="275366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7" name="直接连接符 6">
            <a:extLst>
              <a:ext uri="{FF2B5EF4-FFF2-40B4-BE49-F238E27FC236}">
                <a16:creationId xmlns:a16="http://schemas.microsoft.com/office/drawing/2014/main" id="{85284A8F-D663-4F17-B980-98A1DC621B85}"/>
              </a:ext>
            </a:extLst>
          </p:cNvPr>
          <p:cNvCxnSpPr>
            <a:cxnSpLocks/>
          </p:cNvCxnSpPr>
          <p:nvPr/>
        </p:nvCxnSpPr>
        <p:spPr>
          <a:xfrm flipH="1">
            <a:off x="8798956" y="5728292"/>
            <a:ext cx="244999" cy="59366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0BEF0DB-792B-4BE0-A475-128FE8F1492E}"/>
              </a:ext>
            </a:extLst>
          </p:cNvPr>
          <p:cNvCxnSpPr>
            <a:cxnSpLocks/>
          </p:cNvCxnSpPr>
          <p:nvPr/>
        </p:nvCxnSpPr>
        <p:spPr>
          <a:xfrm>
            <a:off x="10770615" y="5788782"/>
            <a:ext cx="265271" cy="5141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77A5F99-5855-46B5-B021-4806D42F1666}"/>
              </a:ext>
            </a:extLst>
          </p:cNvPr>
          <p:cNvCxnSpPr>
            <a:cxnSpLocks/>
          </p:cNvCxnSpPr>
          <p:nvPr/>
        </p:nvCxnSpPr>
        <p:spPr>
          <a:xfrm flipH="1">
            <a:off x="8471429" y="5235670"/>
            <a:ext cx="210085" cy="375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48705EAF-B2AB-4772-849C-7D585B66BAE1}"/>
              </a:ext>
            </a:extLst>
          </p:cNvPr>
          <p:cNvSpPr/>
          <p:nvPr/>
        </p:nvSpPr>
        <p:spPr>
          <a:xfrm>
            <a:off x="8616416" y="6134372"/>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1" name="组合 10">
            <a:extLst>
              <a:ext uri="{FF2B5EF4-FFF2-40B4-BE49-F238E27FC236}">
                <a16:creationId xmlns:a16="http://schemas.microsoft.com/office/drawing/2014/main" id="{7016E3B8-AD69-4391-AE18-2AE029DE085F}"/>
              </a:ext>
            </a:extLst>
          </p:cNvPr>
          <p:cNvGrpSpPr/>
          <p:nvPr/>
        </p:nvGrpSpPr>
        <p:grpSpPr>
          <a:xfrm>
            <a:off x="9006132" y="3934759"/>
            <a:ext cx="1149922" cy="521541"/>
            <a:chOff x="2623308" y="443466"/>
            <a:chExt cx="1159066" cy="518499"/>
          </a:xfrm>
        </p:grpSpPr>
        <p:sp>
          <p:nvSpPr>
            <p:cNvPr id="12" name="文本框 11">
              <a:extLst>
                <a:ext uri="{FF2B5EF4-FFF2-40B4-BE49-F238E27FC236}">
                  <a16:creationId xmlns:a16="http://schemas.microsoft.com/office/drawing/2014/main" id="{120D84EC-B59B-456B-938B-8B6EED7ED654}"/>
                </a:ext>
              </a:extLst>
            </p:cNvPr>
            <p:cNvSpPr txBox="1"/>
            <p:nvPr/>
          </p:nvSpPr>
          <p:spPr>
            <a:xfrm>
              <a:off x="2623308" y="443466"/>
              <a:ext cx="1159066" cy="332363"/>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T-&gt;root</a:t>
              </a:r>
              <a:endParaRPr lang="zh-CN" altLang="en-US"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3" name="直接箭头连接符 12">
              <a:extLst>
                <a:ext uri="{FF2B5EF4-FFF2-40B4-BE49-F238E27FC236}">
                  <a16:creationId xmlns:a16="http://schemas.microsoft.com/office/drawing/2014/main" id="{F8DF2457-2F9C-4B08-B115-4C2409B86235}"/>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4" name="直接连接符 13">
            <a:extLst>
              <a:ext uri="{FF2B5EF4-FFF2-40B4-BE49-F238E27FC236}">
                <a16:creationId xmlns:a16="http://schemas.microsoft.com/office/drawing/2014/main" id="{19A8E02D-66F8-45C6-A3EA-DE03D06E1612}"/>
              </a:ext>
            </a:extLst>
          </p:cNvPr>
          <p:cNvCxnSpPr>
            <a:cxnSpLocks/>
          </p:cNvCxnSpPr>
          <p:nvPr/>
        </p:nvCxnSpPr>
        <p:spPr>
          <a:xfrm>
            <a:off x="8741002" y="5240033"/>
            <a:ext cx="286117" cy="51430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616E825-ADD0-4298-8C23-D541281662B4}"/>
              </a:ext>
            </a:extLst>
          </p:cNvPr>
          <p:cNvCxnSpPr>
            <a:cxnSpLocks/>
          </p:cNvCxnSpPr>
          <p:nvPr/>
        </p:nvCxnSpPr>
        <p:spPr>
          <a:xfrm flipH="1">
            <a:off x="8787507" y="4621527"/>
            <a:ext cx="832877" cy="41499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C2FB688C-FED1-448F-8760-74BF4CE6DD33}"/>
              </a:ext>
            </a:extLst>
          </p:cNvPr>
          <p:cNvGrpSpPr/>
          <p:nvPr/>
        </p:nvGrpSpPr>
        <p:grpSpPr>
          <a:xfrm>
            <a:off x="9776434" y="4162867"/>
            <a:ext cx="126391" cy="420347"/>
            <a:chOff x="3195894" y="494029"/>
            <a:chExt cx="127396" cy="417896"/>
          </a:xfrm>
        </p:grpSpPr>
        <p:sp>
          <p:nvSpPr>
            <p:cNvPr id="17" name="文本框 16">
              <a:extLst>
                <a:ext uri="{FF2B5EF4-FFF2-40B4-BE49-F238E27FC236}">
                  <a16:creationId xmlns:a16="http://schemas.microsoft.com/office/drawing/2014/main" id="{1FB1124B-D238-4A73-A36F-4416A2D3350C}"/>
                </a:ext>
              </a:extLst>
            </p:cNvPr>
            <p:cNvSpPr txBox="1"/>
            <p:nvPr/>
          </p:nvSpPr>
          <p:spPr>
            <a:xfrm>
              <a:off x="3238841" y="494029"/>
              <a:ext cx="84449" cy="310748"/>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p</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18" name="直接箭头连接符 17">
              <a:extLst>
                <a:ext uri="{FF2B5EF4-FFF2-40B4-BE49-F238E27FC236}">
                  <a16:creationId xmlns:a16="http://schemas.microsoft.com/office/drawing/2014/main" id="{4779F73E-2C38-47AD-A0D5-80CADC893D92}"/>
                </a:ext>
              </a:extLst>
            </p:cNvPr>
            <p:cNvCxnSpPr>
              <a:cxnSpLocks/>
            </p:cNvCxnSpPr>
            <p:nvPr/>
          </p:nvCxnSpPr>
          <p:spPr>
            <a:xfrm flipH="1">
              <a:off x="3195894" y="731107"/>
              <a:ext cx="102447" cy="18081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19" name="椭圆 18">
            <a:extLst>
              <a:ext uri="{FF2B5EF4-FFF2-40B4-BE49-F238E27FC236}">
                <a16:creationId xmlns:a16="http://schemas.microsoft.com/office/drawing/2014/main" id="{9755CDD4-F6FD-4B6E-8DD1-CEF906B3A07A}"/>
              </a:ext>
            </a:extLst>
          </p:cNvPr>
          <p:cNvSpPr/>
          <p:nvPr/>
        </p:nvSpPr>
        <p:spPr>
          <a:xfrm>
            <a:off x="8499726" y="4975748"/>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0" name="椭圆 19">
            <a:extLst>
              <a:ext uri="{FF2B5EF4-FFF2-40B4-BE49-F238E27FC236}">
                <a16:creationId xmlns:a16="http://schemas.microsoft.com/office/drawing/2014/main" id="{99B5A71E-34AE-4092-AECC-BABB3B7BC2F4}"/>
              </a:ext>
            </a:extLst>
          </p:cNvPr>
          <p:cNvSpPr/>
          <p:nvPr/>
        </p:nvSpPr>
        <p:spPr>
          <a:xfrm>
            <a:off x="8812906" y="5551852"/>
            <a:ext cx="422127"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1" name="椭圆 20">
            <a:extLst>
              <a:ext uri="{FF2B5EF4-FFF2-40B4-BE49-F238E27FC236}">
                <a16:creationId xmlns:a16="http://schemas.microsoft.com/office/drawing/2014/main" id="{A2471201-D7E4-4EE9-AE03-64BA7F229317}"/>
              </a:ext>
            </a:extLst>
          </p:cNvPr>
          <p:cNvSpPr/>
          <p:nvPr/>
        </p:nvSpPr>
        <p:spPr>
          <a:xfrm>
            <a:off x="8231897" y="5543950"/>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23E981B6-F09F-44F0-A311-292E44B671C4}"/>
              </a:ext>
            </a:extLst>
          </p:cNvPr>
          <p:cNvGrpSpPr/>
          <p:nvPr/>
        </p:nvGrpSpPr>
        <p:grpSpPr>
          <a:xfrm>
            <a:off x="10518486" y="5242704"/>
            <a:ext cx="893906" cy="380385"/>
            <a:chOff x="2732764" y="536194"/>
            <a:chExt cx="901013" cy="378167"/>
          </a:xfrm>
        </p:grpSpPr>
        <p:sp>
          <p:nvSpPr>
            <p:cNvPr id="23" name="文本框 22">
              <a:extLst>
                <a:ext uri="{FF2B5EF4-FFF2-40B4-BE49-F238E27FC236}">
                  <a16:creationId xmlns:a16="http://schemas.microsoft.com/office/drawing/2014/main" id="{DEE3282C-8ADF-4F8C-9EF5-2996CA41C9EB}"/>
                </a:ext>
              </a:extLst>
            </p:cNvPr>
            <p:cNvSpPr txBox="1"/>
            <p:nvPr/>
          </p:nvSpPr>
          <p:spPr>
            <a:xfrm>
              <a:off x="2732764" y="536194"/>
              <a:ext cx="901013" cy="281991"/>
            </a:xfrm>
            <a:prstGeom prst="rect">
              <a:avLst/>
            </a:prstGeom>
            <a:noFill/>
          </p:spPr>
          <p:txBody>
            <a:bodyPr wrap="square" lIns="36000" tIns="36000" rIns="36000" bIns="36000" rtlCol="0" anchor="ctr" anchorCtr="1">
              <a:spAutoFit/>
            </a:bodyPr>
            <a:lstStyle/>
            <a:p>
              <a:pPr algn="ctr">
                <a:lnSpc>
                  <a:spcPct val="80000"/>
                </a:lnSpc>
              </a:pPr>
              <a:r>
                <a:rPr lang="en-US" altLang="zh-CN" sz="1600" b="1" dirty="0">
                  <a:solidFill>
                    <a:srgbClr val="00B0F0"/>
                  </a:solidFill>
                  <a:latin typeface="Courier New" panose="02070309020205020404" pitchFamily="49" charset="0"/>
                  <a:cs typeface="Courier New" panose="02070309020205020404" pitchFamily="49" charset="0"/>
                </a:rPr>
                <a:t>uncle</a:t>
              </a:r>
              <a:endParaRPr lang="zh-CN" altLang="en-US" sz="1600" b="1" dirty="0">
                <a:solidFill>
                  <a:srgbClr val="00B0F0"/>
                </a:solidFill>
                <a:latin typeface="Courier New" panose="02070309020205020404" pitchFamily="49" charset="0"/>
                <a:cs typeface="Courier New" panose="02070309020205020404" pitchFamily="49" charset="0"/>
              </a:endParaRPr>
            </a:p>
          </p:txBody>
        </p:sp>
        <p:cxnSp>
          <p:nvCxnSpPr>
            <p:cNvPr id="24" name="直接箭头连接符 23">
              <a:extLst>
                <a:ext uri="{FF2B5EF4-FFF2-40B4-BE49-F238E27FC236}">
                  <a16:creationId xmlns:a16="http://schemas.microsoft.com/office/drawing/2014/main" id="{5572B610-8642-4B8E-B409-81EE6D3F6A0C}"/>
                </a:ext>
              </a:extLst>
            </p:cNvPr>
            <p:cNvCxnSpPr>
              <a:cxnSpLocks/>
            </p:cNvCxnSpPr>
            <p:nvPr/>
          </p:nvCxnSpPr>
          <p:spPr>
            <a:xfrm flipH="1">
              <a:off x="3109641" y="718810"/>
              <a:ext cx="86253" cy="19555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25" name="直接连接符 24">
            <a:extLst>
              <a:ext uri="{FF2B5EF4-FFF2-40B4-BE49-F238E27FC236}">
                <a16:creationId xmlns:a16="http://schemas.microsoft.com/office/drawing/2014/main" id="{01795123-E5C4-4AA4-8EDD-82132DD94278}"/>
              </a:ext>
            </a:extLst>
          </p:cNvPr>
          <p:cNvCxnSpPr>
            <a:cxnSpLocks/>
          </p:cNvCxnSpPr>
          <p:nvPr/>
        </p:nvCxnSpPr>
        <p:spPr>
          <a:xfrm>
            <a:off x="10458935" y="5215478"/>
            <a:ext cx="269681" cy="47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8ADC97C-C2F1-4BE0-8BB3-E8FBC42D54F9}"/>
              </a:ext>
            </a:extLst>
          </p:cNvPr>
          <p:cNvCxnSpPr>
            <a:cxnSpLocks/>
          </p:cNvCxnSpPr>
          <p:nvPr/>
        </p:nvCxnSpPr>
        <p:spPr>
          <a:xfrm flipH="1">
            <a:off x="10248766" y="5208153"/>
            <a:ext cx="213814" cy="43966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AB56BB0-9CBC-49D2-ADFB-F10AC996B17A}"/>
              </a:ext>
            </a:extLst>
          </p:cNvPr>
          <p:cNvCxnSpPr>
            <a:cxnSpLocks/>
          </p:cNvCxnSpPr>
          <p:nvPr/>
        </p:nvCxnSpPr>
        <p:spPr>
          <a:xfrm>
            <a:off x="9612611" y="4657800"/>
            <a:ext cx="911900" cy="43967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30A5970A-1AF9-4222-BF61-0D9799C12ECF}"/>
              </a:ext>
            </a:extLst>
          </p:cNvPr>
          <p:cNvSpPr/>
          <p:nvPr/>
        </p:nvSpPr>
        <p:spPr>
          <a:xfrm>
            <a:off x="9395392" y="4441256"/>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9" name="椭圆 28">
            <a:extLst>
              <a:ext uri="{FF2B5EF4-FFF2-40B4-BE49-F238E27FC236}">
                <a16:creationId xmlns:a16="http://schemas.microsoft.com/office/drawing/2014/main" id="{947ECB71-1A84-42FD-A917-4D566CE675A0}"/>
              </a:ext>
            </a:extLst>
          </p:cNvPr>
          <p:cNvSpPr/>
          <p:nvPr/>
        </p:nvSpPr>
        <p:spPr>
          <a:xfrm>
            <a:off x="10572992" y="5588459"/>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0" name="椭圆 29">
            <a:extLst>
              <a:ext uri="{FF2B5EF4-FFF2-40B4-BE49-F238E27FC236}">
                <a16:creationId xmlns:a16="http://schemas.microsoft.com/office/drawing/2014/main" id="{E9586C8A-499E-45CD-A2C6-0310E3F4C3E2}"/>
              </a:ext>
            </a:extLst>
          </p:cNvPr>
          <p:cNvSpPr/>
          <p:nvPr/>
        </p:nvSpPr>
        <p:spPr>
          <a:xfrm>
            <a:off x="10839448" y="6121491"/>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 name="椭圆 30">
            <a:extLst>
              <a:ext uri="{FF2B5EF4-FFF2-40B4-BE49-F238E27FC236}">
                <a16:creationId xmlns:a16="http://schemas.microsoft.com/office/drawing/2014/main" id="{4DE487EE-D645-4936-9B61-6DBB8E601F20}"/>
              </a:ext>
            </a:extLst>
          </p:cNvPr>
          <p:cNvSpPr/>
          <p:nvPr/>
        </p:nvSpPr>
        <p:spPr>
          <a:xfrm>
            <a:off x="9959616" y="5581957"/>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2" name="椭圆 31">
            <a:extLst>
              <a:ext uri="{FF2B5EF4-FFF2-40B4-BE49-F238E27FC236}">
                <a16:creationId xmlns:a16="http://schemas.microsoft.com/office/drawing/2014/main" id="{E9B260E3-741B-4455-850E-3EB4982C7995}"/>
              </a:ext>
            </a:extLst>
          </p:cNvPr>
          <p:cNvSpPr/>
          <p:nvPr/>
        </p:nvSpPr>
        <p:spPr>
          <a:xfrm>
            <a:off x="10267266" y="4976280"/>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3" name="矩形: 圆角 32">
            <a:extLst>
              <a:ext uri="{FF2B5EF4-FFF2-40B4-BE49-F238E27FC236}">
                <a16:creationId xmlns:a16="http://schemas.microsoft.com/office/drawing/2014/main" id="{8DF10F5E-1AE2-4EE1-8F25-F83A8EFC11FC}"/>
              </a:ext>
            </a:extLst>
          </p:cNvPr>
          <p:cNvSpPr/>
          <p:nvPr/>
        </p:nvSpPr>
        <p:spPr>
          <a:xfrm>
            <a:off x="360325" y="321381"/>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34" name="文本框 33">
            <a:extLst>
              <a:ext uri="{FF2B5EF4-FFF2-40B4-BE49-F238E27FC236}">
                <a16:creationId xmlns:a16="http://schemas.microsoft.com/office/drawing/2014/main" id="{C7EF8ED3-DB71-412A-A56C-993CD184AF97}"/>
              </a:ext>
            </a:extLst>
          </p:cNvPr>
          <p:cNvSpPr txBox="1"/>
          <p:nvPr/>
        </p:nvSpPr>
        <p:spPr>
          <a:xfrm>
            <a:off x="463991" y="935181"/>
            <a:ext cx="1107996" cy="369332"/>
          </a:xfrm>
          <a:prstGeom prst="rect">
            <a:avLst/>
          </a:prstGeom>
          <a:noFill/>
        </p:spPr>
        <p:txBody>
          <a:bodyPr wrap="none" rtlCol="0">
            <a:spAutoFit/>
          </a:bodyPr>
          <a:lstStyle/>
          <a:p>
            <a:r>
              <a:rPr lang="zh-CN" altLang="en-US" b="1" dirty="0">
                <a:solidFill>
                  <a:srgbClr val="86229A"/>
                </a:solidFill>
              </a:rPr>
              <a:t>删除算法</a:t>
            </a:r>
          </a:p>
        </p:txBody>
      </p:sp>
      <p:sp>
        <p:nvSpPr>
          <p:cNvPr id="35" name="文本框 34">
            <a:extLst>
              <a:ext uri="{FF2B5EF4-FFF2-40B4-BE49-F238E27FC236}">
                <a16:creationId xmlns:a16="http://schemas.microsoft.com/office/drawing/2014/main" id="{1B84D687-9A30-4B2E-8D21-EE8C888DFEC7}"/>
              </a:ext>
            </a:extLst>
          </p:cNvPr>
          <p:cNvSpPr txBox="1"/>
          <p:nvPr/>
        </p:nvSpPr>
        <p:spPr>
          <a:xfrm>
            <a:off x="6617276" y="316428"/>
            <a:ext cx="516083" cy="400110"/>
          </a:xfrm>
          <a:prstGeom prst="rect">
            <a:avLst/>
          </a:prstGeom>
          <a:noFill/>
        </p:spPr>
        <p:txBody>
          <a:bodyPr wrap="square" rtlCol="0">
            <a:spAutoFit/>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46</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36" name="直接连接符 35">
            <a:extLst>
              <a:ext uri="{FF2B5EF4-FFF2-40B4-BE49-F238E27FC236}">
                <a16:creationId xmlns:a16="http://schemas.microsoft.com/office/drawing/2014/main" id="{409C6F84-5792-4F74-A17C-8A1EB05B74B4}"/>
              </a:ext>
            </a:extLst>
          </p:cNvPr>
          <p:cNvCxnSpPr>
            <a:cxnSpLocks/>
          </p:cNvCxnSpPr>
          <p:nvPr/>
        </p:nvCxnSpPr>
        <p:spPr>
          <a:xfrm>
            <a:off x="2120174" y="1048559"/>
            <a:ext cx="465276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D429B92A-590F-4D81-9629-69191A3E55B8}"/>
              </a:ext>
            </a:extLst>
          </p:cNvPr>
          <p:cNvCxnSpPr>
            <a:cxnSpLocks/>
          </p:cNvCxnSpPr>
          <p:nvPr/>
        </p:nvCxnSpPr>
        <p:spPr>
          <a:xfrm>
            <a:off x="2099390" y="1307054"/>
            <a:ext cx="578465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2DE7E482-49A3-4B57-8CDA-68362977F908}"/>
              </a:ext>
            </a:extLst>
          </p:cNvPr>
          <p:cNvCxnSpPr>
            <a:cxnSpLocks/>
          </p:cNvCxnSpPr>
          <p:nvPr/>
        </p:nvCxnSpPr>
        <p:spPr>
          <a:xfrm>
            <a:off x="2120174" y="1568104"/>
            <a:ext cx="666733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73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grpId="0" nodeType="clickEffect">
                                  <p:stCondLst>
                                    <p:cond delay="0"/>
                                  </p:stCondLst>
                                  <p:childTnLst>
                                    <p:animClr clrSpc="rgb" dir="cw">
                                      <p:cBhvr override="childStyle">
                                        <p:cTn id="13" dur="500" autoRev="1" fill="remove"/>
                                        <p:tgtEl>
                                          <p:spTgt spid="28"/>
                                        </p:tgtEl>
                                        <p:attrNameLst>
                                          <p:attrName>style.color</p:attrName>
                                        </p:attrNameLst>
                                      </p:cBhvr>
                                      <p:to>
                                        <a:schemeClr val="bg1"/>
                                      </p:to>
                                    </p:animClr>
                                    <p:animClr clrSpc="rgb" dir="cw">
                                      <p:cBhvr>
                                        <p:cTn id="14" dur="500" autoRev="1" fill="remove"/>
                                        <p:tgtEl>
                                          <p:spTgt spid="28"/>
                                        </p:tgtEl>
                                        <p:attrNameLst>
                                          <p:attrName>fillcolor</p:attrName>
                                        </p:attrNameLst>
                                      </p:cBhvr>
                                      <p:to>
                                        <a:schemeClr val="bg1"/>
                                      </p:to>
                                    </p:animClr>
                                    <p:set>
                                      <p:cBhvr>
                                        <p:cTn id="15" dur="500" autoRev="1" fill="remove"/>
                                        <p:tgtEl>
                                          <p:spTgt spid="28"/>
                                        </p:tgtEl>
                                        <p:attrNameLst>
                                          <p:attrName>fill.type</p:attrName>
                                        </p:attrNameLst>
                                      </p:cBhvr>
                                      <p:to>
                                        <p:strVal val="solid"/>
                                      </p:to>
                                    </p:set>
                                    <p:set>
                                      <p:cBhvr>
                                        <p:cTn id="16" dur="500" autoRev="1" fill="remove"/>
                                        <p:tgtEl>
                                          <p:spTgt spid="28"/>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7" presetClass="emph" presetSubtype="0" fill="remove" grpId="1" nodeType="clickEffect">
                                  <p:stCondLst>
                                    <p:cond delay="0"/>
                                  </p:stCondLst>
                                  <p:childTnLst>
                                    <p:animClr clrSpc="rgb" dir="cw">
                                      <p:cBhvr override="childStyle">
                                        <p:cTn id="20" dur="250" autoRev="1" fill="remove"/>
                                        <p:tgtEl>
                                          <p:spTgt spid="28"/>
                                        </p:tgtEl>
                                        <p:attrNameLst>
                                          <p:attrName>style.color</p:attrName>
                                        </p:attrNameLst>
                                      </p:cBhvr>
                                      <p:to>
                                        <a:schemeClr val="bg1"/>
                                      </p:to>
                                    </p:animClr>
                                    <p:animClr clrSpc="rgb" dir="cw">
                                      <p:cBhvr>
                                        <p:cTn id="21" dur="250" autoRev="1" fill="remove"/>
                                        <p:tgtEl>
                                          <p:spTgt spid="28"/>
                                        </p:tgtEl>
                                        <p:attrNameLst>
                                          <p:attrName>fillcolor</p:attrName>
                                        </p:attrNameLst>
                                      </p:cBhvr>
                                      <p:to>
                                        <a:schemeClr val="bg1"/>
                                      </p:to>
                                    </p:animClr>
                                    <p:set>
                                      <p:cBhvr>
                                        <p:cTn id="22" dur="250" autoRev="1" fill="remove"/>
                                        <p:tgtEl>
                                          <p:spTgt spid="28"/>
                                        </p:tgtEl>
                                        <p:attrNameLst>
                                          <p:attrName>fill.type</p:attrName>
                                        </p:attrNameLst>
                                      </p:cBhvr>
                                      <p:to>
                                        <p:strVal val="solid"/>
                                      </p:to>
                                    </p:set>
                                    <p:set>
                                      <p:cBhvr>
                                        <p:cTn id="23" dur="250" autoRev="1" fill="remove"/>
                                        <p:tgtEl>
                                          <p:spTgt spid="28"/>
                                        </p:tgtEl>
                                        <p:attrNameLst>
                                          <p:attrName>fill.on</p:attrName>
                                        </p:attrNameLst>
                                      </p:cBhvr>
                                      <p:to>
                                        <p:strVal val="true"/>
                                      </p:to>
                                    </p:se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10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32" presetClass="emph" presetSubtype="0" fill="hold" nodeType="clickEffect">
                                  <p:stCondLst>
                                    <p:cond delay="0"/>
                                  </p:stCondLst>
                                  <p:childTnLst>
                                    <p:animRot by="120000">
                                      <p:cBhvr>
                                        <p:cTn id="31" dur="100" fill="hold">
                                          <p:stCondLst>
                                            <p:cond delay="0"/>
                                          </p:stCondLst>
                                        </p:cTn>
                                        <p:tgtEl>
                                          <p:spTgt spid="36"/>
                                        </p:tgtEl>
                                        <p:attrNameLst>
                                          <p:attrName>r</p:attrName>
                                        </p:attrNameLst>
                                      </p:cBhvr>
                                    </p:animRot>
                                    <p:animRot by="-240000">
                                      <p:cBhvr>
                                        <p:cTn id="32" dur="200" fill="hold">
                                          <p:stCondLst>
                                            <p:cond delay="200"/>
                                          </p:stCondLst>
                                        </p:cTn>
                                        <p:tgtEl>
                                          <p:spTgt spid="36"/>
                                        </p:tgtEl>
                                        <p:attrNameLst>
                                          <p:attrName>r</p:attrName>
                                        </p:attrNameLst>
                                      </p:cBhvr>
                                    </p:animRot>
                                    <p:animRot by="240000">
                                      <p:cBhvr>
                                        <p:cTn id="33" dur="200" fill="hold">
                                          <p:stCondLst>
                                            <p:cond delay="400"/>
                                          </p:stCondLst>
                                        </p:cTn>
                                        <p:tgtEl>
                                          <p:spTgt spid="36"/>
                                        </p:tgtEl>
                                        <p:attrNameLst>
                                          <p:attrName>r</p:attrName>
                                        </p:attrNameLst>
                                      </p:cBhvr>
                                    </p:animRot>
                                    <p:animRot by="-240000">
                                      <p:cBhvr>
                                        <p:cTn id="34" dur="200" fill="hold">
                                          <p:stCondLst>
                                            <p:cond delay="600"/>
                                          </p:stCondLst>
                                        </p:cTn>
                                        <p:tgtEl>
                                          <p:spTgt spid="36"/>
                                        </p:tgtEl>
                                        <p:attrNameLst>
                                          <p:attrName>r</p:attrName>
                                        </p:attrNameLst>
                                      </p:cBhvr>
                                    </p:animRot>
                                    <p:animRot by="120000">
                                      <p:cBhvr>
                                        <p:cTn id="35" dur="200" fill="hold">
                                          <p:stCondLst>
                                            <p:cond delay="800"/>
                                          </p:stCondLst>
                                        </p:cTn>
                                        <p:tgtEl>
                                          <p:spTgt spid="36"/>
                                        </p:tgtEl>
                                        <p:attrNameLst>
                                          <p:attrName>r</p:attrName>
                                        </p:attrNameLst>
                                      </p:cBhvr>
                                    </p:animRot>
                                  </p:childTnLst>
                                </p:cTn>
                              </p:par>
                            </p:childTnLst>
                          </p:cTn>
                        </p:par>
                        <p:par>
                          <p:cTn id="36" fill="hold">
                            <p:stCondLst>
                              <p:cond delay="1000"/>
                            </p:stCondLst>
                            <p:childTnLst>
                              <p:par>
                                <p:cTn id="37" presetID="22" presetClass="exit" presetSubtype="1" fill="hold" nodeType="afterEffect">
                                  <p:stCondLst>
                                    <p:cond delay="0"/>
                                  </p:stCondLst>
                                  <p:childTnLst>
                                    <p:animEffect transition="out" filter="wipe(up)">
                                      <p:cBhvr>
                                        <p:cTn id="38" dur="500"/>
                                        <p:tgtEl>
                                          <p:spTgt spid="36"/>
                                        </p:tgtEl>
                                      </p:cBhvr>
                                    </p:animEffect>
                                    <p:set>
                                      <p:cBhvr>
                                        <p:cTn id="39" dur="1" fill="hold">
                                          <p:stCondLst>
                                            <p:cond delay="499"/>
                                          </p:stCondLst>
                                        </p:cTn>
                                        <p:tgtEl>
                                          <p:spTgt spid="36"/>
                                        </p:tgtEl>
                                        <p:attrNameLst>
                                          <p:attrName>style.visibility</p:attrName>
                                        </p:attrNameLst>
                                      </p:cBhvr>
                                      <p:to>
                                        <p:strVal val="hidden"/>
                                      </p:to>
                                    </p:set>
                                  </p:childTnLst>
                                </p:cTn>
                              </p:par>
                            </p:childTnLst>
                          </p:cTn>
                        </p:par>
                        <p:par>
                          <p:cTn id="40" fill="hold">
                            <p:stCondLst>
                              <p:cond delay="1500"/>
                            </p:stCondLst>
                            <p:childTnLst>
                              <p:par>
                                <p:cTn id="41" presetID="22" presetClass="entr" presetSubtype="8"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1000"/>
                                        <p:tgtEl>
                                          <p:spTgt spid="38"/>
                                        </p:tgtEl>
                                      </p:cBhvr>
                                    </p:animEffect>
                                  </p:childTnLst>
                                </p:cTn>
                              </p:par>
                            </p:childTnLst>
                          </p:cTn>
                        </p:par>
                      </p:childTnLst>
                    </p:cTn>
                  </p:par>
                  <p:par>
                    <p:cTn id="44" fill="hold">
                      <p:stCondLst>
                        <p:cond delay="indefinite"/>
                      </p:stCondLst>
                      <p:childTnLst>
                        <p:par>
                          <p:cTn id="45" fill="hold">
                            <p:stCondLst>
                              <p:cond delay="0"/>
                            </p:stCondLst>
                            <p:childTnLst>
                              <p:par>
                                <p:cTn id="46" presetID="32" presetClass="emph" presetSubtype="0" fill="hold" nodeType="clickEffect">
                                  <p:stCondLst>
                                    <p:cond delay="0"/>
                                  </p:stCondLst>
                                  <p:childTnLst>
                                    <p:animRot by="120000">
                                      <p:cBhvr>
                                        <p:cTn id="47" dur="100" fill="hold">
                                          <p:stCondLst>
                                            <p:cond delay="0"/>
                                          </p:stCondLst>
                                        </p:cTn>
                                        <p:tgtEl>
                                          <p:spTgt spid="38"/>
                                        </p:tgtEl>
                                        <p:attrNameLst>
                                          <p:attrName>r</p:attrName>
                                        </p:attrNameLst>
                                      </p:cBhvr>
                                    </p:animRot>
                                    <p:animRot by="-240000">
                                      <p:cBhvr>
                                        <p:cTn id="48" dur="200" fill="hold">
                                          <p:stCondLst>
                                            <p:cond delay="200"/>
                                          </p:stCondLst>
                                        </p:cTn>
                                        <p:tgtEl>
                                          <p:spTgt spid="38"/>
                                        </p:tgtEl>
                                        <p:attrNameLst>
                                          <p:attrName>r</p:attrName>
                                        </p:attrNameLst>
                                      </p:cBhvr>
                                    </p:animRot>
                                    <p:animRot by="240000">
                                      <p:cBhvr>
                                        <p:cTn id="49" dur="200" fill="hold">
                                          <p:stCondLst>
                                            <p:cond delay="400"/>
                                          </p:stCondLst>
                                        </p:cTn>
                                        <p:tgtEl>
                                          <p:spTgt spid="38"/>
                                        </p:tgtEl>
                                        <p:attrNameLst>
                                          <p:attrName>r</p:attrName>
                                        </p:attrNameLst>
                                      </p:cBhvr>
                                    </p:animRot>
                                    <p:animRot by="-240000">
                                      <p:cBhvr>
                                        <p:cTn id="50" dur="200" fill="hold">
                                          <p:stCondLst>
                                            <p:cond delay="600"/>
                                          </p:stCondLst>
                                        </p:cTn>
                                        <p:tgtEl>
                                          <p:spTgt spid="38"/>
                                        </p:tgtEl>
                                        <p:attrNameLst>
                                          <p:attrName>r</p:attrName>
                                        </p:attrNameLst>
                                      </p:cBhvr>
                                    </p:animRot>
                                    <p:animRot by="120000">
                                      <p:cBhvr>
                                        <p:cTn id="51" dur="200" fill="hold">
                                          <p:stCondLst>
                                            <p:cond delay="800"/>
                                          </p:stCondLst>
                                        </p:cTn>
                                        <p:tgtEl>
                                          <p:spTgt spid="38"/>
                                        </p:tgtEl>
                                        <p:attrNameLst>
                                          <p:attrName>r</p:attrName>
                                        </p:attrNameLst>
                                      </p:cBhvr>
                                    </p:animRot>
                                  </p:childTnLst>
                                </p:cTn>
                              </p:par>
                            </p:childTnLst>
                          </p:cTn>
                        </p:par>
                        <p:par>
                          <p:cTn id="52" fill="hold">
                            <p:stCondLst>
                              <p:cond delay="1000"/>
                            </p:stCondLst>
                            <p:childTnLst>
                              <p:par>
                                <p:cTn id="53" presetID="22" presetClass="exit" presetSubtype="1" fill="hold" nodeType="afterEffect">
                                  <p:stCondLst>
                                    <p:cond delay="0"/>
                                  </p:stCondLst>
                                  <p:childTnLst>
                                    <p:animEffect transition="out" filter="wipe(up)">
                                      <p:cBhvr>
                                        <p:cTn id="54" dur="500"/>
                                        <p:tgtEl>
                                          <p:spTgt spid="38"/>
                                        </p:tgtEl>
                                      </p:cBhvr>
                                    </p:animEffect>
                                    <p:set>
                                      <p:cBhvr>
                                        <p:cTn id="55" dur="1" fill="hold">
                                          <p:stCondLst>
                                            <p:cond delay="499"/>
                                          </p:stCondLst>
                                        </p:cTn>
                                        <p:tgtEl>
                                          <p:spTgt spid="38"/>
                                        </p:tgtEl>
                                        <p:attrNameLst>
                                          <p:attrName>style.visibility</p:attrName>
                                        </p:attrNameLst>
                                      </p:cBhvr>
                                      <p:to>
                                        <p:strVal val="hidden"/>
                                      </p:to>
                                    </p:set>
                                  </p:childTnLst>
                                </p:cTn>
                              </p:par>
                            </p:childTnLst>
                          </p:cTn>
                        </p:par>
                        <p:par>
                          <p:cTn id="56" fill="hold">
                            <p:stCondLst>
                              <p:cond delay="1500"/>
                            </p:stCondLst>
                            <p:childTnLst>
                              <p:par>
                                <p:cTn id="57" presetID="22" presetClass="entr" presetSubtype="8" fill="hold" nodeType="after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wipe(left)">
                                      <p:cBhvr>
                                        <p:cTn id="59" dur="1000"/>
                                        <p:tgtEl>
                                          <p:spTgt spid="42"/>
                                        </p:tgtEl>
                                      </p:cBhvr>
                                    </p:animEffect>
                                  </p:childTnLst>
                                </p:cTn>
                              </p:par>
                            </p:childTnLst>
                          </p:cTn>
                        </p:par>
                        <p:par>
                          <p:cTn id="60" fill="hold">
                            <p:stCondLst>
                              <p:cond delay="2500"/>
                            </p:stCondLst>
                            <p:childTnLst>
                              <p:par>
                                <p:cTn id="61" presetID="22" presetClass="exit" presetSubtype="1" fill="hold" nodeType="afterEffect">
                                  <p:stCondLst>
                                    <p:cond delay="0"/>
                                  </p:stCondLst>
                                  <p:childTnLst>
                                    <p:animEffect transition="out" filter="wipe(up)">
                                      <p:cBhvr>
                                        <p:cTn id="62" dur="500"/>
                                        <p:tgtEl>
                                          <p:spTgt spid="42"/>
                                        </p:tgtEl>
                                      </p:cBhvr>
                                    </p:animEffect>
                                    <p:set>
                                      <p:cBhvr>
                                        <p:cTn id="63"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9A4A71D-8E35-4A78-9296-06C016FA434E}"/>
              </a:ext>
            </a:extLst>
          </p:cNvPr>
          <p:cNvSpPr txBox="1"/>
          <p:nvPr/>
        </p:nvSpPr>
        <p:spPr>
          <a:xfrm>
            <a:off x="1766455" y="454345"/>
            <a:ext cx="10297819" cy="4524315"/>
          </a:xfrm>
          <a:prstGeom prst="rect">
            <a:avLst/>
          </a:prstGeom>
          <a:solidFill>
            <a:schemeClr val="bg2"/>
          </a:solidFill>
          <a:ln w="12700">
            <a:solidFill>
              <a:schemeClr val="tx1"/>
            </a:solidFill>
          </a:ln>
        </p:spPr>
        <p:txBody>
          <a:bodyPr wrap="square">
            <a:spAutoFit/>
          </a:bodyPr>
          <a:lstStyle/>
          <a:p>
            <a:r>
              <a:rPr lang="zh-CN" altLang="en-US" b="1" dirty="0">
                <a:latin typeface="Courier New" panose="02070309020205020404" pitchFamily="49" charset="0"/>
                <a:cs typeface="Courier New" panose="02070309020205020404" pitchFamily="49" charset="0"/>
              </a:rPr>
              <a:t>Status DeleteRBT(RBTree T, KeyType key)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在红黑树</a:t>
            </a:r>
            <a:r>
              <a:rPr lang="en-US" altLang="zh-CN" b="1" dirty="0">
                <a:solidFill>
                  <a:srgbClr val="86229A"/>
                </a:solidFill>
                <a:latin typeface="Courier New" panose="02070309020205020404" pitchFamily="49" charset="0"/>
                <a:cs typeface="Courier New" panose="02070309020205020404" pitchFamily="49" charset="0"/>
              </a:rPr>
              <a:t>T</a:t>
            </a:r>
            <a:r>
              <a:rPr lang="zh-CN" altLang="en-US" b="1" dirty="0">
                <a:solidFill>
                  <a:srgbClr val="0070C0"/>
                </a:solidFill>
                <a:latin typeface="Courier New" panose="02070309020205020404" pitchFamily="49" charset="0"/>
                <a:cs typeface="Courier New" panose="02070309020205020404" pitchFamily="49" charset="0"/>
              </a:rPr>
              <a:t>中删除结点</a:t>
            </a:r>
            <a:r>
              <a:rPr lang="en-US" altLang="zh-CN" b="1" dirty="0">
                <a:solidFill>
                  <a:srgbClr val="86229A"/>
                </a:solidFill>
                <a:latin typeface="Courier New" panose="02070309020205020404" pitchFamily="49" charset="0"/>
                <a:cs typeface="Courier New" panose="02070309020205020404" pitchFamily="49" charset="0"/>
              </a:rPr>
              <a:t>key</a:t>
            </a:r>
            <a:endParaRPr lang="zh-CN" altLang="en-US"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 *p = </a:t>
            </a:r>
            <a:r>
              <a:rPr lang="zh-CN" altLang="en-US" b="1" dirty="0">
                <a:latin typeface="Courier New" panose="02070309020205020404" pitchFamily="49" charset="0"/>
                <a:cs typeface="Courier New" panose="02070309020205020404" pitchFamily="49" charset="0"/>
              </a:rPr>
              <a:t>SearchRBT_Aux(T, key</a:t>
            </a:r>
            <a:r>
              <a:rPr lang="en-US" altLang="zh-CN" b="1" dirty="0">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p==T-&gt;nil</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p-&gt;key!=key</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要删除的结点不存在，返回</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(p-&gt;lchild==T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 p-&gt;rchild==T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s = p; </a:t>
            </a:r>
            <a:r>
              <a:rPr lang="en-US" altLang="zh-CN" b="1" dirty="0">
                <a:solidFill>
                  <a:srgbClr val="0070C0"/>
                </a:solidFill>
                <a:latin typeface="Courier New" panose="02070309020205020404" pitchFamily="49" charset="0"/>
                <a:cs typeface="Courier New" panose="02070309020205020404" pitchFamily="49" charset="0"/>
              </a:rPr>
              <a:t>// p</a:t>
            </a:r>
            <a:r>
              <a:rPr lang="zh-CN" altLang="en-US" b="1" dirty="0">
                <a:solidFill>
                  <a:srgbClr val="0070C0"/>
                </a:solidFill>
                <a:latin typeface="Courier New" panose="02070309020205020404" pitchFamily="49" charset="0"/>
                <a:cs typeface="Courier New" panose="02070309020205020404" pitchFamily="49" charset="0"/>
              </a:rPr>
              <a:t>结点孩子不全则</a:t>
            </a:r>
            <a:r>
              <a:rPr lang="en-US" altLang="zh-CN" b="1" dirty="0">
                <a:solidFill>
                  <a:srgbClr val="0070C0"/>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指向它</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 = </a:t>
            </a:r>
            <a:r>
              <a:rPr lang="zh-CN" altLang="en-US" b="1" dirty="0">
                <a:solidFill>
                  <a:srgbClr val="C00000"/>
                </a:solidFill>
                <a:latin typeface="Courier New" panose="02070309020205020404" pitchFamily="49" charset="0"/>
                <a:cs typeface="Courier New" panose="02070309020205020404" pitchFamily="49" charset="0"/>
              </a:rPr>
              <a:t>SuccessorRBT(p);</a:t>
            </a:r>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否则求</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结点的按序后继（</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结点的右子树的最小结点）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c = s-&gt;lchild;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c = s-&gt;rchild;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结点的右孩子（可能是</a:t>
            </a:r>
            <a:r>
              <a:rPr lang="zh-CN" altLang="en-US" b="1" dirty="0">
                <a:solidFill>
                  <a:srgbClr val="86229A"/>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c-&gt;parent = s-&gt;parent;   </a:t>
            </a:r>
            <a:r>
              <a:rPr lang="zh-CN" altLang="en-US" b="1" dirty="0">
                <a:solidFill>
                  <a:srgbClr val="0070C0"/>
                </a:solidFill>
                <a:latin typeface="Courier New" panose="02070309020205020404" pitchFamily="49" charset="0"/>
                <a:cs typeface="Courier New" panose="02070309020205020404" pitchFamily="49" charset="0"/>
              </a:rPr>
              <a:t>// 删除s结点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(s-&gt;parent==T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root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(s==s-&gt;parent-&gt;lchild) s-&gt;parent-&gt;lchild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s-&gt;parent-&gt;rchild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(s!=p){ p-&gt;key = s-&gt;key;  </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用</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结点值顶替被删结点值</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(s-&gt;color==BLACK) </a:t>
            </a:r>
            <a:r>
              <a:rPr lang="zh-CN" altLang="en-US" b="1" dirty="0">
                <a:solidFill>
                  <a:srgbClr val="C00000"/>
                </a:solidFill>
                <a:latin typeface="Courier New" panose="02070309020205020404" pitchFamily="49" charset="0"/>
                <a:cs typeface="Courier New" panose="02070309020205020404" pitchFamily="49" charset="0"/>
              </a:rPr>
              <a:t>DeleteFixup(T, c);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若</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结点为黑色，则对</a:t>
            </a:r>
            <a:r>
              <a:rPr lang="en-US" altLang="zh-CN"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启动</a:t>
            </a:r>
            <a:r>
              <a:rPr lang="zh-CN" altLang="en-US" b="1" dirty="0">
                <a:solidFill>
                  <a:srgbClr val="86229A"/>
                </a:solidFill>
                <a:latin typeface="Courier New" panose="02070309020205020404" pitchFamily="49" charset="0"/>
                <a:cs typeface="Courier New" panose="02070309020205020404" pitchFamily="49" charset="0"/>
              </a:rPr>
              <a:t>修复</a:t>
            </a:r>
          </a:p>
          <a:p>
            <a:r>
              <a:rPr lang="zh-CN" altLang="en-US" b="1" dirty="0">
                <a:latin typeface="Courier New" panose="02070309020205020404" pitchFamily="49" charset="0"/>
                <a:cs typeface="Courier New" panose="02070309020205020404" pitchFamily="49" charset="0"/>
              </a:rPr>
              <a:t>  free(s);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释放</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p:txBody>
      </p:sp>
      <p:cxnSp>
        <p:nvCxnSpPr>
          <p:cNvPr id="14" name="直接连接符 13">
            <a:extLst>
              <a:ext uri="{FF2B5EF4-FFF2-40B4-BE49-F238E27FC236}">
                <a16:creationId xmlns:a16="http://schemas.microsoft.com/office/drawing/2014/main" id="{26BC4FA0-877E-4BCB-AE8C-86AFB73B61CF}"/>
              </a:ext>
            </a:extLst>
          </p:cNvPr>
          <p:cNvCxnSpPr>
            <a:cxnSpLocks/>
          </p:cNvCxnSpPr>
          <p:nvPr/>
        </p:nvCxnSpPr>
        <p:spPr>
          <a:xfrm>
            <a:off x="2092466" y="1861626"/>
            <a:ext cx="349091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7" name="矩形: 圆角 6">
            <a:extLst>
              <a:ext uri="{FF2B5EF4-FFF2-40B4-BE49-F238E27FC236}">
                <a16:creationId xmlns:a16="http://schemas.microsoft.com/office/drawing/2014/main" id="{A3123780-F242-4D7B-AEB5-FC9644CFA744}"/>
              </a:ext>
            </a:extLst>
          </p:cNvPr>
          <p:cNvSpPr/>
          <p:nvPr/>
        </p:nvSpPr>
        <p:spPr>
          <a:xfrm>
            <a:off x="360325" y="321381"/>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8" name="文本框 7">
            <a:extLst>
              <a:ext uri="{FF2B5EF4-FFF2-40B4-BE49-F238E27FC236}">
                <a16:creationId xmlns:a16="http://schemas.microsoft.com/office/drawing/2014/main" id="{AE3C4227-FEC9-4AA8-A0E2-B751D75AFE9E}"/>
              </a:ext>
            </a:extLst>
          </p:cNvPr>
          <p:cNvSpPr txBox="1"/>
          <p:nvPr/>
        </p:nvSpPr>
        <p:spPr>
          <a:xfrm>
            <a:off x="463991" y="935181"/>
            <a:ext cx="1107996" cy="369332"/>
          </a:xfrm>
          <a:prstGeom prst="rect">
            <a:avLst/>
          </a:prstGeom>
          <a:noFill/>
        </p:spPr>
        <p:txBody>
          <a:bodyPr wrap="none" rtlCol="0">
            <a:spAutoFit/>
          </a:bodyPr>
          <a:lstStyle/>
          <a:p>
            <a:r>
              <a:rPr lang="zh-CN" altLang="en-US" b="1" dirty="0">
                <a:solidFill>
                  <a:srgbClr val="86229A"/>
                </a:solidFill>
              </a:rPr>
              <a:t>删除算法</a:t>
            </a:r>
          </a:p>
        </p:txBody>
      </p:sp>
      <p:sp>
        <p:nvSpPr>
          <p:cNvPr id="9" name="文本框 8">
            <a:extLst>
              <a:ext uri="{FF2B5EF4-FFF2-40B4-BE49-F238E27FC236}">
                <a16:creationId xmlns:a16="http://schemas.microsoft.com/office/drawing/2014/main" id="{D44017C9-C5A9-41EE-B7D0-EECD58CFB949}"/>
              </a:ext>
            </a:extLst>
          </p:cNvPr>
          <p:cNvSpPr txBox="1"/>
          <p:nvPr/>
        </p:nvSpPr>
        <p:spPr>
          <a:xfrm>
            <a:off x="6605476" y="272198"/>
            <a:ext cx="516083" cy="400110"/>
          </a:xfrm>
          <a:prstGeom prst="rect">
            <a:avLst/>
          </a:prstGeom>
          <a:noFill/>
        </p:spPr>
        <p:txBody>
          <a:bodyPr wrap="square" rtlCol="0">
            <a:spAutoFit/>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46</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1" name="文本框 10">
            <a:extLst>
              <a:ext uri="{FF2B5EF4-FFF2-40B4-BE49-F238E27FC236}">
                <a16:creationId xmlns:a16="http://schemas.microsoft.com/office/drawing/2014/main" id="{35D5D2A4-C812-4166-B5A3-DF1ED3470686}"/>
              </a:ext>
            </a:extLst>
          </p:cNvPr>
          <p:cNvSpPr txBox="1"/>
          <p:nvPr/>
        </p:nvSpPr>
        <p:spPr>
          <a:xfrm>
            <a:off x="360325" y="1660244"/>
            <a:ext cx="11350336" cy="2308324"/>
          </a:xfrm>
          <a:prstGeom prst="rect">
            <a:avLst/>
          </a:prstGeom>
          <a:solidFill>
            <a:srgbClr val="F9F2E1"/>
          </a:solidFill>
          <a:ln w="12700">
            <a:solidFill>
              <a:schemeClr val="tx1"/>
            </a:solidFill>
          </a:ln>
        </p:spPr>
        <p:txBody>
          <a:bodyPr wrap="square">
            <a:spAutoFit/>
          </a:bodyPr>
          <a:lstStyle/>
          <a:p>
            <a:r>
              <a:rPr lang="zh-CN" altLang="en-US" b="1" dirty="0">
                <a:latin typeface="Courier New" panose="02070309020205020404" pitchFamily="49" charset="0"/>
                <a:cs typeface="Courier New" panose="02070309020205020404" pitchFamily="49" charset="0"/>
              </a:rPr>
              <a:t>RBNode *SuccessorRBT(RBTree T, RBNode *s)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求</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结点的按序后继结点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(s-&gt;rchild!=T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a:t>
            </a:r>
            <a:r>
              <a:rPr lang="zh-CN" altLang="en-US" b="1" dirty="0">
                <a:solidFill>
                  <a:srgbClr val="C00000"/>
                </a:solidFill>
                <a:latin typeface="Courier New" panose="02070309020205020404" pitchFamily="49" charset="0"/>
                <a:cs typeface="Courier New" panose="02070309020205020404" pitchFamily="49" charset="0"/>
              </a:rPr>
              <a:t>MinimumRBT(T, s-&gt;rchild); </a:t>
            </a:r>
            <a:r>
              <a:rPr lang="zh-CN" altLang="en-US" b="1" dirty="0">
                <a:solidFill>
                  <a:srgbClr val="0070C0"/>
                </a:solidFill>
                <a:latin typeface="Courier New" panose="02070309020205020404" pitchFamily="49" charset="0"/>
                <a:cs typeface="Courier New" panose="02070309020205020404" pitchFamily="49" charset="0"/>
              </a:rPr>
              <a:t>// 在非空右子树找到</a:t>
            </a:r>
          </a:p>
          <a:p>
            <a:r>
              <a:rPr lang="zh-CN" altLang="en-US" b="1" dirty="0">
                <a:latin typeface="Courier New" panose="02070309020205020404" pitchFamily="49" charset="0"/>
                <a:cs typeface="Courier New" panose="02070309020205020404" pitchFamily="49" charset="0"/>
              </a:rPr>
              <a:t>  p = s-&gt;parent;  </a:t>
            </a:r>
            <a:r>
              <a:rPr lang="zh-CN" altLang="en-US" b="1" dirty="0">
                <a:solidFill>
                  <a:srgbClr val="0070C0"/>
                </a:solidFill>
                <a:latin typeface="Courier New" panose="02070309020205020404" pitchFamily="49" charset="0"/>
                <a:cs typeface="Courier New" panose="02070309020205020404" pitchFamily="49" charset="0"/>
              </a:rPr>
              <a:t>// 否则p指向s结点的父结点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b="1" dirty="0">
                <a:latin typeface="Courier New" panose="02070309020205020404" pitchFamily="49" charset="0"/>
                <a:cs typeface="Courier New" panose="02070309020205020404" pitchFamily="49" charset="0"/>
              </a:rPr>
              <a:t>(p!=T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&amp;&amp; p-&gt;rchild==s) {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向上走，直到为</a:t>
            </a:r>
            <a:r>
              <a:rPr lang="zh-CN" altLang="en-US" b="1" dirty="0">
                <a:solidFill>
                  <a:srgbClr val="86229A"/>
                </a:solidFill>
                <a:latin typeface="Courier New" panose="02070309020205020404" pitchFamily="49" charset="0"/>
                <a:cs typeface="Courier New" panose="02070309020205020404" pitchFamily="49" charset="0"/>
              </a:rPr>
              <a:t>T</a:t>
            </a:r>
            <a:r>
              <a:rPr lang="en-US" altLang="zh-CN" b="1" dirty="0">
                <a:solidFill>
                  <a:srgbClr val="86229A"/>
                </a:solidFill>
                <a:latin typeface="Courier New" panose="02070309020205020404" pitchFamily="49" charset="0"/>
                <a:cs typeface="Courier New" panose="02070309020205020404" pitchFamily="49" charset="0"/>
              </a:rPr>
              <a:t>-&gt;</a:t>
            </a:r>
            <a:r>
              <a:rPr lang="zh-CN" altLang="en-US" b="1" dirty="0">
                <a:solidFill>
                  <a:srgbClr val="86229A"/>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,则</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结点是做大的，无后继</a:t>
            </a:r>
          </a:p>
          <a:p>
            <a:r>
              <a:rPr lang="zh-CN" altLang="en-US" b="1" dirty="0">
                <a:latin typeface="Courier New" panose="02070309020205020404" pitchFamily="49" charset="0"/>
                <a:cs typeface="Courier New" panose="02070309020205020404" pitchFamily="49" charset="0"/>
              </a:rPr>
              <a:t>    s = p;  p = p-&gt;parent;          </a:t>
            </a:r>
            <a:r>
              <a:rPr lang="zh-CN" altLang="en-US" b="1" dirty="0">
                <a:solidFill>
                  <a:srgbClr val="0070C0"/>
                </a:solidFill>
                <a:latin typeface="Courier New" panose="02070309020205020404" pitchFamily="49" charset="0"/>
                <a:cs typeface="Courier New" panose="02070309020205020404" pitchFamily="49" charset="0"/>
              </a:rPr>
              <a:t>// 或者p结点的前一个结点是其左孩子，则找到</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结点的后继</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p; </a:t>
            </a:r>
            <a:r>
              <a:rPr lang="zh-CN" altLang="en-US" b="1" dirty="0">
                <a:solidFill>
                  <a:srgbClr val="0070C0"/>
                </a:solidFill>
                <a:latin typeface="Courier New" panose="02070309020205020404" pitchFamily="49" charset="0"/>
                <a:cs typeface="Courier New" panose="02070309020205020404" pitchFamily="49" charset="0"/>
              </a:rPr>
              <a:t>// 返回指向后继的指针（若</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结点已是最大，则返回</a:t>
            </a:r>
            <a:r>
              <a:rPr lang="en-US" altLang="zh-CN" b="1" dirty="0">
                <a:solidFill>
                  <a:srgbClr val="86229A"/>
                </a:solidFill>
                <a:latin typeface="Courier New" panose="02070309020205020404" pitchFamily="49" charset="0"/>
                <a:cs typeface="Courier New" panose="02070309020205020404" pitchFamily="49" charset="0"/>
              </a:rPr>
              <a:t>T-&gt;nil</a:t>
            </a:r>
            <a:r>
              <a:rPr lang="zh-CN" altLang="en-US" b="1" dirty="0">
                <a:solidFill>
                  <a:srgbClr val="0070C0"/>
                </a:solidFill>
                <a:latin typeface="Courier New" panose="02070309020205020404" pitchFamily="49" charset="0"/>
                <a:cs typeface="Courier New" panose="02070309020205020404" pitchFamily="49" charset="0"/>
              </a:rPr>
              <a:t>）</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13" name="文本框 12">
            <a:extLst>
              <a:ext uri="{FF2B5EF4-FFF2-40B4-BE49-F238E27FC236}">
                <a16:creationId xmlns:a16="http://schemas.microsoft.com/office/drawing/2014/main" id="{CB5D6517-82E3-4AE0-B283-C9250FBEF912}"/>
              </a:ext>
            </a:extLst>
          </p:cNvPr>
          <p:cNvSpPr txBox="1"/>
          <p:nvPr/>
        </p:nvSpPr>
        <p:spPr>
          <a:xfrm>
            <a:off x="181185" y="3879286"/>
            <a:ext cx="7495310" cy="1477328"/>
          </a:xfrm>
          <a:prstGeom prst="rect">
            <a:avLst/>
          </a:prstGeom>
          <a:solidFill>
            <a:srgbClr val="FCF3EE"/>
          </a:solidFill>
          <a:ln w="12700">
            <a:solidFill>
              <a:schemeClr val="tx1"/>
            </a:solidFill>
          </a:ln>
        </p:spPr>
        <p:txBody>
          <a:bodyPr wrap="square">
            <a:spAutoFit/>
          </a:bodyPr>
          <a:lstStyle/>
          <a:p>
            <a:r>
              <a:rPr lang="zh-CN" altLang="en-US" b="1" dirty="0">
                <a:latin typeface="Courier New" panose="02070309020205020404" pitchFamily="49" charset="0"/>
                <a:cs typeface="Courier New" panose="02070309020205020404" pitchFamily="49" charset="0"/>
              </a:rPr>
              <a:t>RBNode *MinimumRBT(RBTree T, RBNode *q)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求q子树的最小值结点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b="1" dirty="0">
                <a:latin typeface="Courier New" panose="02070309020205020404" pitchFamily="49" charset="0"/>
                <a:cs typeface="Courier New" panose="02070309020205020404" pitchFamily="49" charset="0"/>
              </a:rPr>
              <a:t>(q-&gt;lchild!=T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q = q-&gt;lchild; </a:t>
            </a:r>
            <a:r>
              <a:rPr lang="zh-CN" altLang="en-US" b="1" dirty="0">
                <a:solidFill>
                  <a:srgbClr val="0070C0"/>
                </a:solidFill>
                <a:latin typeface="Courier New" panose="02070309020205020404" pitchFamily="49" charset="0"/>
                <a:cs typeface="Courier New" panose="02070309020205020404" pitchFamily="49" charset="0"/>
              </a:rPr>
              <a:t>// 向左到尽头</a:t>
            </a:r>
            <a:endParaRPr lang="en-US" altLang="zh-CN" b="1" dirty="0">
              <a:solidFill>
                <a:srgbClr val="0070C0"/>
              </a:solidFill>
              <a:latin typeface="Courier New" panose="02070309020205020404" pitchFamily="49" charset="0"/>
              <a:cs typeface="Courier New" panose="02070309020205020404" pitchFamily="49" charset="0"/>
            </a:endParaRP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return</a:t>
            </a:r>
            <a:r>
              <a:rPr lang="zh-CN" altLang="en-US" b="1" dirty="0">
                <a:latin typeface="Courier New" panose="02070309020205020404" pitchFamily="49" charset="0"/>
                <a:cs typeface="Courier New" panose="02070309020205020404" pitchFamily="49" charset="0"/>
              </a:rPr>
              <a:t> q;</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15" name="矩形: 圆角 14">
            <a:extLst>
              <a:ext uri="{FF2B5EF4-FFF2-40B4-BE49-F238E27FC236}">
                <a16:creationId xmlns:a16="http://schemas.microsoft.com/office/drawing/2014/main" id="{05C250FE-07C3-4DC6-9767-D6102839E059}"/>
              </a:ext>
            </a:extLst>
          </p:cNvPr>
          <p:cNvSpPr/>
          <p:nvPr/>
        </p:nvSpPr>
        <p:spPr>
          <a:xfrm>
            <a:off x="7812126" y="3865418"/>
            <a:ext cx="3901892" cy="275366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16" name="直接连接符 15">
            <a:extLst>
              <a:ext uri="{FF2B5EF4-FFF2-40B4-BE49-F238E27FC236}">
                <a16:creationId xmlns:a16="http://schemas.microsoft.com/office/drawing/2014/main" id="{2E28B709-7600-4429-AA26-E2CB41043587}"/>
              </a:ext>
            </a:extLst>
          </p:cNvPr>
          <p:cNvCxnSpPr>
            <a:cxnSpLocks/>
          </p:cNvCxnSpPr>
          <p:nvPr/>
        </p:nvCxnSpPr>
        <p:spPr>
          <a:xfrm flipH="1">
            <a:off x="8798956" y="5728292"/>
            <a:ext cx="244999" cy="59366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49E9025-96A6-456B-BE24-5147195AE9D5}"/>
              </a:ext>
            </a:extLst>
          </p:cNvPr>
          <p:cNvCxnSpPr>
            <a:cxnSpLocks/>
          </p:cNvCxnSpPr>
          <p:nvPr/>
        </p:nvCxnSpPr>
        <p:spPr>
          <a:xfrm>
            <a:off x="10770615" y="5788782"/>
            <a:ext cx="265271" cy="5141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C2E4FD9-5C96-4625-ACA8-7AAED58DD743}"/>
              </a:ext>
            </a:extLst>
          </p:cNvPr>
          <p:cNvCxnSpPr>
            <a:cxnSpLocks/>
          </p:cNvCxnSpPr>
          <p:nvPr/>
        </p:nvCxnSpPr>
        <p:spPr>
          <a:xfrm flipH="1">
            <a:off x="8471429" y="5235670"/>
            <a:ext cx="210085" cy="375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9EE5DC8E-FCB8-4451-BC55-E6C330C63FD0}"/>
              </a:ext>
            </a:extLst>
          </p:cNvPr>
          <p:cNvSpPr/>
          <p:nvPr/>
        </p:nvSpPr>
        <p:spPr>
          <a:xfrm>
            <a:off x="8616416" y="6134372"/>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20" name="组合 19">
            <a:extLst>
              <a:ext uri="{FF2B5EF4-FFF2-40B4-BE49-F238E27FC236}">
                <a16:creationId xmlns:a16="http://schemas.microsoft.com/office/drawing/2014/main" id="{581219A7-AB44-40D2-A6B7-36FD74C2FE3A}"/>
              </a:ext>
            </a:extLst>
          </p:cNvPr>
          <p:cNvGrpSpPr/>
          <p:nvPr/>
        </p:nvGrpSpPr>
        <p:grpSpPr>
          <a:xfrm>
            <a:off x="8995703" y="3942947"/>
            <a:ext cx="1149922" cy="513352"/>
            <a:chOff x="2612796" y="451607"/>
            <a:chExt cx="1159066" cy="510358"/>
          </a:xfrm>
        </p:grpSpPr>
        <p:sp>
          <p:nvSpPr>
            <p:cNvPr id="21" name="文本框 20">
              <a:extLst>
                <a:ext uri="{FF2B5EF4-FFF2-40B4-BE49-F238E27FC236}">
                  <a16:creationId xmlns:a16="http://schemas.microsoft.com/office/drawing/2014/main" id="{9C8FD7AA-5311-4EDD-902B-EF78086729B0}"/>
                </a:ext>
              </a:extLst>
            </p:cNvPr>
            <p:cNvSpPr txBox="1"/>
            <p:nvPr/>
          </p:nvSpPr>
          <p:spPr>
            <a:xfrm>
              <a:off x="2612796" y="451607"/>
              <a:ext cx="1159066" cy="332363"/>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T-&gt;root</a:t>
              </a:r>
              <a:endParaRPr lang="zh-CN" altLang="en-US"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22" name="直接箭头连接符 21">
              <a:extLst>
                <a:ext uri="{FF2B5EF4-FFF2-40B4-BE49-F238E27FC236}">
                  <a16:creationId xmlns:a16="http://schemas.microsoft.com/office/drawing/2014/main" id="{6EA6B767-B469-42EE-B5D5-E8E3EF2E8902}"/>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23" name="直接连接符 22">
            <a:extLst>
              <a:ext uri="{FF2B5EF4-FFF2-40B4-BE49-F238E27FC236}">
                <a16:creationId xmlns:a16="http://schemas.microsoft.com/office/drawing/2014/main" id="{B24C8685-746A-483F-B95C-912260956339}"/>
              </a:ext>
            </a:extLst>
          </p:cNvPr>
          <p:cNvCxnSpPr>
            <a:cxnSpLocks/>
          </p:cNvCxnSpPr>
          <p:nvPr/>
        </p:nvCxnSpPr>
        <p:spPr>
          <a:xfrm>
            <a:off x="8741002" y="5240033"/>
            <a:ext cx="286117" cy="51430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7E24122-7D75-4786-9512-C82523D7FFF3}"/>
              </a:ext>
            </a:extLst>
          </p:cNvPr>
          <p:cNvCxnSpPr>
            <a:cxnSpLocks/>
          </p:cNvCxnSpPr>
          <p:nvPr/>
        </p:nvCxnSpPr>
        <p:spPr>
          <a:xfrm flipH="1">
            <a:off x="8787507" y="4621527"/>
            <a:ext cx="832877" cy="41499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9B036383-131B-4341-B061-E9A53829042B}"/>
              </a:ext>
            </a:extLst>
          </p:cNvPr>
          <p:cNvGrpSpPr/>
          <p:nvPr/>
        </p:nvGrpSpPr>
        <p:grpSpPr>
          <a:xfrm>
            <a:off x="9776434" y="4162867"/>
            <a:ext cx="126391" cy="420347"/>
            <a:chOff x="3195894" y="494029"/>
            <a:chExt cx="127396" cy="417896"/>
          </a:xfrm>
        </p:grpSpPr>
        <p:sp>
          <p:nvSpPr>
            <p:cNvPr id="26" name="文本框 25">
              <a:extLst>
                <a:ext uri="{FF2B5EF4-FFF2-40B4-BE49-F238E27FC236}">
                  <a16:creationId xmlns:a16="http://schemas.microsoft.com/office/drawing/2014/main" id="{7021BC48-AB60-4031-B4A9-B399262FEDAA}"/>
                </a:ext>
              </a:extLst>
            </p:cNvPr>
            <p:cNvSpPr txBox="1"/>
            <p:nvPr/>
          </p:nvSpPr>
          <p:spPr>
            <a:xfrm>
              <a:off x="3238841" y="494029"/>
              <a:ext cx="84449" cy="310748"/>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p</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27" name="直接箭头连接符 26">
              <a:extLst>
                <a:ext uri="{FF2B5EF4-FFF2-40B4-BE49-F238E27FC236}">
                  <a16:creationId xmlns:a16="http://schemas.microsoft.com/office/drawing/2014/main" id="{0B11DFC1-328F-4E94-A980-278331B647A5}"/>
                </a:ext>
              </a:extLst>
            </p:cNvPr>
            <p:cNvCxnSpPr>
              <a:cxnSpLocks/>
            </p:cNvCxnSpPr>
            <p:nvPr/>
          </p:nvCxnSpPr>
          <p:spPr>
            <a:xfrm flipH="1">
              <a:off x="3195894" y="731107"/>
              <a:ext cx="102447" cy="18081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28" name="椭圆 27">
            <a:extLst>
              <a:ext uri="{FF2B5EF4-FFF2-40B4-BE49-F238E27FC236}">
                <a16:creationId xmlns:a16="http://schemas.microsoft.com/office/drawing/2014/main" id="{752404E6-9515-407C-ABEF-E7D0F7FD4D51}"/>
              </a:ext>
            </a:extLst>
          </p:cNvPr>
          <p:cNvSpPr/>
          <p:nvPr/>
        </p:nvSpPr>
        <p:spPr>
          <a:xfrm>
            <a:off x="8499726" y="4975748"/>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9" name="椭圆 28">
            <a:extLst>
              <a:ext uri="{FF2B5EF4-FFF2-40B4-BE49-F238E27FC236}">
                <a16:creationId xmlns:a16="http://schemas.microsoft.com/office/drawing/2014/main" id="{EBEDF0DD-9A06-4322-92D5-FC21760E2EB9}"/>
              </a:ext>
            </a:extLst>
          </p:cNvPr>
          <p:cNvSpPr/>
          <p:nvPr/>
        </p:nvSpPr>
        <p:spPr>
          <a:xfrm>
            <a:off x="8812906" y="5551852"/>
            <a:ext cx="422127"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0" name="椭圆 29">
            <a:extLst>
              <a:ext uri="{FF2B5EF4-FFF2-40B4-BE49-F238E27FC236}">
                <a16:creationId xmlns:a16="http://schemas.microsoft.com/office/drawing/2014/main" id="{E17B711A-E8A8-4DD0-A6B0-10A4F650F5AE}"/>
              </a:ext>
            </a:extLst>
          </p:cNvPr>
          <p:cNvSpPr/>
          <p:nvPr/>
        </p:nvSpPr>
        <p:spPr>
          <a:xfrm>
            <a:off x="8231897" y="5543950"/>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1" name="组合 30">
            <a:extLst>
              <a:ext uri="{FF2B5EF4-FFF2-40B4-BE49-F238E27FC236}">
                <a16:creationId xmlns:a16="http://schemas.microsoft.com/office/drawing/2014/main" id="{B9B73399-AEE6-4322-9788-CE788D3C1945}"/>
              </a:ext>
            </a:extLst>
          </p:cNvPr>
          <p:cNvGrpSpPr/>
          <p:nvPr/>
        </p:nvGrpSpPr>
        <p:grpSpPr>
          <a:xfrm>
            <a:off x="9066916" y="4195452"/>
            <a:ext cx="375362" cy="366564"/>
            <a:chOff x="3051852" y="470826"/>
            <a:chExt cx="378345" cy="364427"/>
          </a:xfrm>
        </p:grpSpPr>
        <p:sp>
          <p:nvSpPr>
            <p:cNvPr id="32" name="文本框 31">
              <a:extLst>
                <a:ext uri="{FF2B5EF4-FFF2-40B4-BE49-F238E27FC236}">
                  <a16:creationId xmlns:a16="http://schemas.microsoft.com/office/drawing/2014/main" id="{A9F04A85-F7C0-4CAF-A39E-ABCD973037BD}"/>
                </a:ext>
              </a:extLst>
            </p:cNvPr>
            <p:cNvSpPr txBox="1"/>
            <p:nvPr/>
          </p:nvSpPr>
          <p:spPr>
            <a:xfrm>
              <a:off x="3051852" y="470826"/>
              <a:ext cx="284421" cy="332364"/>
            </a:xfrm>
            <a:prstGeom prst="rect">
              <a:avLst/>
            </a:prstGeom>
            <a:noFill/>
          </p:spPr>
          <p:txBody>
            <a:bodyPr wrap="square" lIns="36000" tIns="36000" rIns="36000" bIns="36000" rtlCol="0" anchor="ctr" anchorCtr="1">
              <a:spAutoFit/>
            </a:bodyPr>
            <a:lstStyle/>
            <a:p>
              <a:pPr algn="ctr">
                <a:lnSpc>
                  <a:spcPct val="80000"/>
                </a:lnSpc>
              </a:pPr>
              <a:r>
                <a:rPr lang="en-US" altLang="zh-CN" sz="2000" b="1" dirty="0">
                  <a:solidFill>
                    <a:srgbClr val="86229A"/>
                  </a:solidFill>
                  <a:latin typeface="Courier New" panose="02070309020205020404" pitchFamily="49" charset="0"/>
                  <a:cs typeface="Courier New" panose="02070309020205020404" pitchFamily="49" charset="0"/>
                </a:rPr>
                <a:t>s</a:t>
              </a:r>
              <a:endParaRPr lang="zh-CN" altLang="en-US" sz="2000" b="1" dirty="0">
                <a:solidFill>
                  <a:srgbClr val="86229A"/>
                </a:solidFill>
                <a:latin typeface="Courier New" panose="02070309020205020404" pitchFamily="49" charset="0"/>
                <a:cs typeface="Courier New" panose="02070309020205020404" pitchFamily="49" charset="0"/>
              </a:endParaRPr>
            </a:p>
          </p:txBody>
        </p:sp>
        <p:cxnSp>
          <p:nvCxnSpPr>
            <p:cNvPr id="33" name="直接箭头连接符 32">
              <a:extLst>
                <a:ext uri="{FF2B5EF4-FFF2-40B4-BE49-F238E27FC236}">
                  <a16:creationId xmlns:a16="http://schemas.microsoft.com/office/drawing/2014/main" id="{6980DD04-2198-40B9-B513-FD56AE0CF351}"/>
                </a:ext>
              </a:extLst>
            </p:cNvPr>
            <p:cNvCxnSpPr>
              <a:cxnSpLocks/>
            </p:cNvCxnSpPr>
            <p:nvPr/>
          </p:nvCxnSpPr>
          <p:spPr>
            <a:xfrm>
              <a:off x="3236648" y="676794"/>
              <a:ext cx="193549" cy="158459"/>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3B3FA999-60F5-4C56-95C3-F7BED477AFB2}"/>
              </a:ext>
            </a:extLst>
          </p:cNvPr>
          <p:cNvCxnSpPr>
            <a:cxnSpLocks/>
          </p:cNvCxnSpPr>
          <p:nvPr/>
        </p:nvCxnSpPr>
        <p:spPr>
          <a:xfrm>
            <a:off x="10458935" y="5215478"/>
            <a:ext cx="269681" cy="47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C08C4D52-E1C7-4E18-B98B-092E9BA6929D}"/>
              </a:ext>
            </a:extLst>
          </p:cNvPr>
          <p:cNvCxnSpPr>
            <a:cxnSpLocks/>
          </p:cNvCxnSpPr>
          <p:nvPr/>
        </p:nvCxnSpPr>
        <p:spPr>
          <a:xfrm flipH="1">
            <a:off x="10248766" y="5208153"/>
            <a:ext cx="213814" cy="43966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B97957E-3FA8-465A-A45F-2946302E034F}"/>
              </a:ext>
            </a:extLst>
          </p:cNvPr>
          <p:cNvCxnSpPr>
            <a:cxnSpLocks/>
          </p:cNvCxnSpPr>
          <p:nvPr/>
        </p:nvCxnSpPr>
        <p:spPr>
          <a:xfrm>
            <a:off x="9612611" y="4657800"/>
            <a:ext cx="911900" cy="43967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55260633-B585-47B5-BD90-D252C0B4A6B9}"/>
              </a:ext>
            </a:extLst>
          </p:cNvPr>
          <p:cNvSpPr/>
          <p:nvPr/>
        </p:nvSpPr>
        <p:spPr>
          <a:xfrm>
            <a:off x="9395392" y="4441256"/>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8" name="椭圆 37">
            <a:extLst>
              <a:ext uri="{FF2B5EF4-FFF2-40B4-BE49-F238E27FC236}">
                <a16:creationId xmlns:a16="http://schemas.microsoft.com/office/drawing/2014/main" id="{C0E24D3A-1E18-4DEF-AF6F-D44E1E5F0952}"/>
              </a:ext>
            </a:extLst>
          </p:cNvPr>
          <p:cNvSpPr/>
          <p:nvPr/>
        </p:nvSpPr>
        <p:spPr>
          <a:xfrm>
            <a:off x="10572992" y="5588459"/>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9" name="椭圆 38">
            <a:extLst>
              <a:ext uri="{FF2B5EF4-FFF2-40B4-BE49-F238E27FC236}">
                <a16:creationId xmlns:a16="http://schemas.microsoft.com/office/drawing/2014/main" id="{03C59594-C504-43F4-9EE8-6EE0FC415D04}"/>
              </a:ext>
            </a:extLst>
          </p:cNvPr>
          <p:cNvSpPr/>
          <p:nvPr/>
        </p:nvSpPr>
        <p:spPr>
          <a:xfrm>
            <a:off x="10839448" y="6121491"/>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0" name="椭圆 39">
            <a:extLst>
              <a:ext uri="{FF2B5EF4-FFF2-40B4-BE49-F238E27FC236}">
                <a16:creationId xmlns:a16="http://schemas.microsoft.com/office/drawing/2014/main" id="{13669C51-4339-448D-B50B-4A920F10E2DB}"/>
              </a:ext>
            </a:extLst>
          </p:cNvPr>
          <p:cNvSpPr/>
          <p:nvPr/>
        </p:nvSpPr>
        <p:spPr>
          <a:xfrm>
            <a:off x="9959616" y="5581957"/>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1" name="椭圆 40">
            <a:extLst>
              <a:ext uri="{FF2B5EF4-FFF2-40B4-BE49-F238E27FC236}">
                <a16:creationId xmlns:a16="http://schemas.microsoft.com/office/drawing/2014/main" id="{B15D838A-2324-4CCF-BB75-287855CBD5CC}"/>
              </a:ext>
            </a:extLst>
          </p:cNvPr>
          <p:cNvSpPr/>
          <p:nvPr/>
        </p:nvSpPr>
        <p:spPr>
          <a:xfrm>
            <a:off x="10267266" y="4976280"/>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70" name="直接连接符 69">
            <a:extLst>
              <a:ext uri="{FF2B5EF4-FFF2-40B4-BE49-F238E27FC236}">
                <a16:creationId xmlns:a16="http://schemas.microsoft.com/office/drawing/2014/main" id="{78FC988F-7822-431D-94CE-C6AFA1325210}"/>
              </a:ext>
            </a:extLst>
          </p:cNvPr>
          <p:cNvCxnSpPr>
            <a:cxnSpLocks/>
          </p:cNvCxnSpPr>
          <p:nvPr/>
        </p:nvCxnSpPr>
        <p:spPr>
          <a:xfrm>
            <a:off x="713938" y="2240050"/>
            <a:ext cx="727320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75" name="组合 74">
            <a:extLst>
              <a:ext uri="{FF2B5EF4-FFF2-40B4-BE49-F238E27FC236}">
                <a16:creationId xmlns:a16="http://schemas.microsoft.com/office/drawing/2014/main" id="{AB2FB572-F03D-47D4-A52A-B22075AEF4A7}"/>
              </a:ext>
            </a:extLst>
          </p:cNvPr>
          <p:cNvGrpSpPr/>
          <p:nvPr/>
        </p:nvGrpSpPr>
        <p:grpSpPr>
          <a:xfrm>
            <a:off x="9828703" y="4974374"/>
            <a:ext cx="446336" cy="308152"/>
            <a:chOff x="-244620" y="1533177"/>
            <a:chExt cx="449883" cy="306355"/>
          </a:xfrm>
        </p:grpSpPr>
        <p:sp>
          <p:nvSpPr>
            <p:cNvPr id="76" name="文本框 75">
              <a:extLst>
                <a:ext uri="{FF2B5EF4-FFF2-40B4-BE49-F238E27FC236}">
                  <a16:creationId xmlns:a16="http://schemas.microsoft.com/office/drawing/2014/main" id="{779156DB-F699-43B3-9330-3B88620A6F96}"/>
                </a:ext>
              </a:extLst>
            </p:cNvPr>
            <p:cNvSpPr txBox="1"/>
            <p:nvPr/>
          </p:nvSpPr>
          <p:spPr>
            <a:xfrm>
              <a:off x="-244620" y="1533177"/>
              <a:ext cx="284421"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00B0F0"/>
                  </a:solidFill>
                  <a:latin typeface="Courier New" panose="02070309020205020404" pitchFamily="49" charset="0"/>
                  <a:cs typeface="Courier New" panose="02070309020205020404" pitchFamily="49" charset="0"/>
                </a:rPr>
                <a:t>q</a:t>
              </a:r>
              <a:endParaRPr lang="zh-CN" altLang="en-US" b="1" dirty="0">
                <a:solidFill>
                  <a:srgbClr val="00B0F0"/>
                </a:solidFill>
                <a:latin typeface="Courier New" panose="02070309020205020404" pitchFamily="49" charset="0"/>
                <a:cs typeface="Courier New" panose="02070309020205020404" pitchFamily="49" charset="0"/>
              </a:endParaRPr>
            </a:p>
          </p:txBody>
        </p:sp>
        <p:cxnSp>
          <p:nvCxnSpPr>
            <p:cNvPr id="77" name="直接箭头连接符 76">
              <a:extLst>
                <a:ext uri="{FF2B5EF4-FFF2-40B4-BE49-F238E27FC236}">
                  <a16:creationId xmlns:a16="http://schemas.microsoft.com/office/drawing/2014/main" id="{175A180C-6974-4536-B48D-33BAB632AD59}"/>
                </a:ext>
              </a:extLst>
            </p:cNvPr>
            <p:cNvCxnSpPr>
              <a:cxnSpLocks/>
            </p:cNvCxnSpPr>
            <p:nvPr/>
          </p:nvCxnSpPr>
          <p:spPr>
            <a:xfrm>
              <a:off x="-30871" y="1691490"/>
              <a:ext cx="236134" cy="4506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79" name="直接连接符 78">
            <a:extLst>
              <a:ext uri="{FF2B5EF4-FFF2-40B4-BE49-F238E27FC236}">
                <a16:creationId xmlns:a16="http://schemas.microsoft.com/office/drawing/2014/main" id="{EE5658A0-07DA-4845-9610-9A470AFD76C9}"/>
              </a:ext>
            </a:extLst>
          </p:cNvPr>
          <p:cNvCxnSpPr>
            <a:cxnSpLocks/>
          </p:cNvCxnSpPr>
          <p:nvPr/>
        </p:nvCxnSpPr>
        <p:spPr>
          <a:xfrm>
            <a:off x="496258" y="4760949"/>
            <a:ext cx="532752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A96FC05-1645-4307-8260-48E381767B66}"/>
              </a:ext>
            </a:extLst>
          </p:cNvPr>
          <p:cNvCxnSpPr>
            <a:cxnSpLocks/>
          </p:cNvCxnSpPr>
          <p:nvPr/>
        </p:nvCxnSpPr>
        <p:spPr>
          <a:xfrm>
            <a:off x="489544" y="5015350"/>
            <a:ext cx="131759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254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1000"/>
                                        <p:tgtEl>
                                          <p:spTgt spid="31"/>
                                        </p:tgtEl>
                                      </p:cBhvr>
                                    </p:animEffect>
                                    <p:anim calcmode="lin" valueType="num">
                                      <p:cBhvr>
                                        <p:cTn id="16" dur="1000" fill="hold"/>
                                        <p:tgtEl>
                                          <p:spTgt spid="31"/>
                                        </p:tgtEl>
                                        <p:attrNameLst>
                                          <p:attrName>ppt_x</p:attrName>
                                        </p:attrNameLst>
                                      </p:cBhvr>
                                      <p:tavLst>
                                        <p:tav tm="0">
                                          <p:val>
                                            <p:strVal val="#ppt_x"/>
                                          </p:val>
                                        </p:tav>
                                        <p:tav tm="100000">
                                          <p:val>
                                            <p:strVal val="#ppt_x"/>
                                          </p:val>
                                        </p:tav>
                                      </p:tavLst>
                                    </p:anim>
                                    <p:anim calcmode="lin" valueType="num">
                                      <p:cBhvr>
                                        <p:cTn id="17" dur="1000" fill="hold"/>
                                        <p:tgtEl>
                                          <p:spTgt spid="31"/>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70"/>
                                        </p:tgtEl>
                                        <p:attrNameLst>
                                          <p:attrName>style.visibility</p:attrName>
                                        </p:attrNameLst>
                                      </p:cBhvr>
                                      <p:to>
                                        <p:strVal val="visible"/>
                                      </p:to>
                                    </p:set>
                                    <p:animEffect transition="in" filter="wipe(left)">
                                      <p:cBhvr>
                                        <p:cTn id="21" dur="1000"/>
                                        <p:tgtEl>
                                          <p:spTgt spid="70"/>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1000" fill="hold"/>
                                        <p:tgtEl>
                                          <p:spTgt spid="13"/>
                                        </p:tgtEl>
                                        <p:attrNameLst>
                                          <p:attrName>ppt_w</p:attrName>
                                        </p:attrNameLst>
                                      </p:cBhvr>
                                      <p:tavLst>
                                        <p:tav tm="0">
                                          <p:val>
                                            <p:fltVal val="0"/>
                                          </p:val>
                                        </p:tav>
                                        <p:tav tm="100000">
                                          <p:val>
                                            <p:strVal val="#ppt_w"/>
                                          </p:val>
                                        </p:tav>
                                      </p:tavLst>
                                    </p:anim>
                                    <p:anim calcmode="lin" valueType="num">
                                      <p:cBhvr>
                                        <p:cTn id="27" dur="1000" fill="hold"/>
                                        <p:tgtEl>
                                          <p:spTgt spid="13"/>
                                        </p:tgtEl>
                                        <p:attrNameLst>
                                          <p:attrName>ppt_h</p:attrName>
                                        </p:attrNameLst>
                                      </p:cBhvr>
                                      <p:tavLst>
                                        <p:tav tm="0">
                                          <p:val>
                                            <p:fltVal val="0"/>
                                          </p:val>
                                        </p:tav>
                                        <p:tav tm="100000">
                                          <p:val>
                                            <p:strVal val="#ppt_h"/>
                                          </p:val>
                                        </p:tav>
                                      </p:tavLst>
                                    </p:anim>
                                    <p:anim calcmode="lin" valueType="num">
                                      <p:cBhvr>
                                        <p:cTn id="28" dur="1000" fill="hold"/>
                                        <p:tgtEl>
                                          <p:spTgt spid="13"/>
                                        </p:tgtEl>
                                        <p:attrNameLst>
                                          <p:attrName>style.rotation</p:attrName>
                                        </p:attrNameLst>
                                      </p:cBhvr>
                                      <p:tavLst>
                                        <p:tav tm="0">
                                          <p:val>
                                            <p:fltVal val="90"/>
                                          </p:val>
                                        </p:tav>
                                        <p:tav tm="100000">
                                          <p:val>
                                            <p:fltVal val="0"/>
                                          </p:val>
                                        </p:tav>
                                      </p:tavLst>
                                    </p:anim>
                                    <p:animEffect transition="in" filter="fade">
                                      <p:cBhvr>
                                        <p:cTn id="29" dur="10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nodeType="click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fade">
                                      <p:cBhvr>
                                        <p:cTn id="34" dur="1000"/>
                                        <p:tgtEl>
                                          <p:spTgt spid="75"/>
                                        </p:tgtEl>
                                      </p:cBhvr>
                                    </p:animEffect>
                                    <p:anim calcmode="lin" valueType="num">
                                      <p:cBhvr>
                                        <p:cTn id="35" dur="1000" fill="hold"/>
                                        <p:tgtEl>
                                          <p:spTgt spid="75"/>
                                        </p:tgtEl>
                                        <p:attrNameLst>
                                          <p:attrName>ppt_x</p:attrName>
                                        </p:attrNameLst>
                                      </p:cBhvr>
                                      <p:tavLst>
                                        <p:tav tm="0">
                                          <p:val>
                                            <p:strVal val="#ppt_x"/>
                                          </p:val>
                                        </p:tav>
                                        <p:tav tm="100000">
                                          <p:val>
                                            <p:strVal val="#ppt_x"/>
                                          </p:val>
                                        </p:tav>
                                      </p:tavLst>
                                    </p:anim>
                                    <p:anim calcmode="lin" valueType="num">
                                      <p:cBhvr>
                                        <p:cTn id="36" dur="1000" fill="hold"/>
                                        <p:tgtEl>
                                          <p:spTgt spid="75"/>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9"/>
                                        </p:tgtEl>
                                        <p:attrNameLst>
                                          <p:attrName>style.visibility</p:attrName>
                                        </p:attrNameLst>
                                      </p:cBhvr>
                                      <p:to>
                                        <p:strVal val="visible"/>
                                      </p:to>
                                    </p:set>
                                    <p:animEffect transition="in" filter="wipe(left)">
                                      <p:cBhvr>
                                        <p:cTn id="40" dur="1000"/>
                                        <p:tgtEl>
                                          <p:spTgt spid="79"/>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nodeType="clickEffect">
                                  <p:stCondLst>
                                    <p:cond delay="0"/>
                                  </p:stCondLst>
                                  <p:childTnLst>
                                    <p:animMotion origin="layout" path="M 1.04167E-6 4.81481E-6 L -0.02448 0.07708 " pathEditMode="relative" rAng="0" ptsTypes="AA">
                                      <p:cBhvr>
                                        <p:cTn id="44" dur="2000" fill="hold"/>
                                        <p:tgtEl>
                                          <p:spTgt spid="75"/>
                                        </p:tgtEl>
                                        <p:attrNameLst>
                                          <p:attrName>ppt_x</p:attrName>
                                          <p:attrName>ppt_y</p:attrName>
                                        </p:attrNameLst>
                                      </p:cBhvr>
                                      <p:rCtr x="-1224" y="3843"/>
                                    </p:animMotion>
                                  </p:childTnLst>
                                </p:cTn>
                              </p:par>
                            </p:childTnLst>
                          </p:cTn>
                        </p:par>
                        <p:par>
                          <p:cTn id="45" fill="hold">
                            <p:stCondLst>
                              <p:cond delay="2000"/>
                            </p:stCondLst>
                            <p:childTnLst>
                              <p:par>
                                <p:cTn id="46" presetID="22" presetClass="exit" presetSubtype="1" fill="hold" nodeType="afterEffect">
                                  <p:stCondLst>
                                    <p:cond delay="0"/>
                                  </p:stCondLst>
                                  <p:childTnLst>
                                    <p:animEffect transition="out" filter="wipe(up)">
                                      <p:cBhvr>
                                        <p:cTn id="47" dur="1000"/>
                                        <p:tgtEl>
                                          <p:spTgt spid="79"/>
                                        </p:tgtEl>
                                      </p:cBhvr>
                                    </p:animEffect>
                                    <p:set>
                                      <p:cBhvr>
                                        <p:cTn id="48" dur="1" fill="hold">
                                          <p:stCondLst>
                                            <p:cond delay="999"/>
                                          </p:stCondLst>
                                        </p:cTn>
                                        <p:tgtEl>
                                          <p:spTgt spid="79"/>
                                        </p:tgtEl>
                                        <p:attrNameLst>
                                          <p:attrName>style.visibility</p:attrName>
                                        </p:attrNameLst>
                                      </p:cBhvr>
                                      <p:to>
                                        <p:strVal val="hidden"/>
                                      </p:to>
                                    </p:set>
                                  </p:childTnLst>
                                </p:cTn>
                              </p:par>
                            </p:childTnLst>
                          </p:cTn>
                        </p:par>
                        <p:par>
                          <p:cTn id="49" fill="hold">
                            <p:stCondLst>
                              <p:cond delay="3000"/>
                            </p:stCondLst>
                            <p:childTnLst>
                              <p:par>
                                <p:cTn id="50" presetID="22" presetClass="entr" presetSubtype="8" fill="hold" nodeType="afterEffect">
                                  <p:stCondLst>
                                    <p:cond delay="1000"/>
                                  </p:stCondLst>
                                  <p:childTnLst>
                                    <p:set>
                                      <p:cBhvr>
                                        <p:cTn id="51" dur="1" fill="hold">
                                          <p:stCondLst>
                                            <p:cond delay="0"/>
                                          </p:stCondLst>
                                        </p:cTn>
                                        <p:tgtEl>
                                          <p:spTgt spid="79"/>
                                        </p:tgtEl>
                                        <p:attrNameLst>
                                          <p:attrName>style.visibility</p:attrName>
                                        </p:attrNameLst>
                                      </p:cBhvr>
                                      <p:to>
                                        <p:strVal val="visible"/>
                                      </p:to>
                                    </p:set>
                                    <p:animEffect transition="in" filter="wipe(left)">
                                      <p:cBhvr>
                                        <p:cTn id="52" dur="1000"/>
                                        <p:tgtEl>
                                          <p:spTgt spid="79"/>
                                        </p:tgtEl>
                                      </p:cBhvr>
                                    </p:animEffect>
                                  </p:childTnLst>
                                </p:cTn>
                              </p:par>
                            </p:childTnLst>
                          </p:cTn>
                        </p:par>
                      </p:childTnLst>
                    </p:cTn>
                  </p:par>
                  <p:par>
                    <p:cTn id="53" fill="hold">
                      <p:stCondLst>
                        <p:cond delay="indefinite"/>
                      </p:stCondLst>
                      <p:childTnLst>
                        <p:par>
                          <p:cTn id="54" fill="hold">
                            <p:stCondLst>
                              <p:cond delay="0"/>
                            </p:stCondLst>
                            <p:childTnLst>
                              <p:par>
                                <p:cTn id="55" presetID="32" presetClass="emph" presetSubtype="0" fill="hold" nodeType="clickEffect">
                                  <p:stCondLst>
                                    <p:cond delay="0"/>
                                  </p:stCondLst>
                                  <p:childTnLst>
                                    <p:animRot by="120000">
                                      <p:cBhvr>
                                        <p:cTn id="56" dur="100" fill="hold">
                                          <p:stCondLst>
                                            <p:cond delay="0"/>
                                          </p:stCondLst>
                                        </p:cTn>
                                        <p:tgtEl>
                                          <p:spTgt spid="79"/>
                                        </p:tgtEl>
                                        <p:attrNameLst>
                                          <p:attrName>r</p:attrName>
                                        </p:attrNameLst>
                                      </p:cBhvr>
                                    </p:animRot>
                                    <p:animRot by="-240000">
                                      <p:cBhvr>
                                        <p:cTn id="57" dur="200" fill="hold">
                                          <p:stCondLst>
                                            <p:cond delay="200"/>
                                          </p:stCondLst>
                                        </p:cTn>
                                        <p:tgtEl>
                                          <p:spTgt spid="79"/>
                                        </p:tgtEl>
                                        <p:attrNameLst>
                                          <p:attrName>r</p:attrName>
                                        </p:attrNameLst>
                                      </p:cBhvr>
                                    </p:animRot>
                                    <p:animRot by="240000">
                                      <p:cBhvr>
                                        <p:cTn id="58" dur="200" fill="hold">
                                          <p:stCondLst>
                                            <p:cond delay="400"/>
                                          </p:stCondLst>
                                        </p:cTn>
                                        <p:tgtEl>
                                          <p:spTgt spid="79"/>
                                        </p:tgtEl>
                                        <p:attrNameLst>
                                          <p:attrName>r</p:attrName>
                                        </p:attrNameLst>
                                      </p:cBhvr>
                                    </p:animRot>
                                    <p:animRot by="-240000">
                                      <p:cBhvr>
                                        <p:cTn id="59" dur="200" fill="hold">
                                          <p:stCondLst>
                                            <p:cond delay="600"/>
                                          </p:stCondLst>
                                        </p:cTn>
                                        <p:tgtEl>
                                          <p:spTgt spid="79"/>
                                        </p:tgtEl>
                                        <p:attrNameLst>
                                          <p:attrName>r</p:attrName>
                                        </p:attrNameLst>
                                      </p:cBhvr>
                                    </p:animRot>
                                    <p:animRot by="120000">
                                      <p:cBhvr>
                                        <p:cTn id="60" dur="200" fill="hold">
                                          <p:stCondLst>
                                            <p:cond delay="800"/>
                                          </p:stCondLst>
                                        </p:cTn>
                                        <p:tgtEl>
                                          <p:spTgt spid="79"/>
                                        </p:tgtEl>
                                        <p:attrNameLst>
                                          <p:attrName>r</p:attrName>
                                        </p:attrNameLst>
                                      </p:cBhvr>
                                    </p:animRot>
                                  </p:childTnLst>
                                </p:cTn>
                              </p:par>
                            </p:childTnLst>
                          </p:cTn>
                        </p:par>
                        <p:par>
                          <p:cTn id="61" fill="hold">
                            <p:stCondLst>
                              <p:cond delay="1000"/>
                            </p:stCondLst>
                            <p:childTnLst>
                              <p:par>
                                <p:cTn id="62" presetID="22" presetClass="exit" presetSubtype="1" fill="hold" nodeType="afterEffect">
                                  <p:stCondLst>
                                    <p:cond delay="0"/>
                                  </p:stCondLst>
                                  <p:childTnLst>
                                    <p:animEffect transition="out" filter="wipe(up)">
                                      <p:cBhvr>
                                        <p:cTn id="63" dur="500"/>
                                        <p:tgtEl>
                                          <p:spTgt spid="79"/>
                                        </p:tgtEl>
                                      </p:cBhvr>
                                    </p:animEffect>
                                    <p:set>
                                      <p:cBhvr>
                                        <p:cTn id="64" dur="1" fill="hold">
                                          <p:stCondLst>
                                            <p:cond delay="499"/>
                                          </p:stCondLst>
                                        </p:cTn>
                                        <p:tgtEl>
                                          <p:spTgt spid="79"/>
                                        </p:tgtEl>
                                        <p:attrNameLst>
                                          <p:attrName>style.visibility</p:attrName>
                                        </p:attrNameLst>
                                      </p:cBhvr>
                                      <p:to>
                                        <p:strVal val="hidden"/>
                                      </p:to>
                                    </p:set>
                                  </p:childTnLst>
                                </p:cTn>
                              </p:par>
                            </p:childTnLst>
                          </p:cTn>
                        </p:par>
                        <p:par>
                          <p:cTn id="65" fill="hold">
                            <p:stCondLst>
                              <p:cond delay="2000"/>
                            </p:stCondLst>
                            <p:childTnLst>
                              <p:par>
                                <p:cTn id="66" presetID="22" presetClass="entr" presetSubtype="8" fill="hold" nodeType="after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wipe(left)">
                                      <p:cBhvr>
                                        <p:cTn id="68" dur="1000"/>
                                        <p:tgtEl>
                                          <p:spTgt spid="81"/>
                                        </p:tgtEl>
                                      </p:cBhvr>
                                    </p:animEffect>
                                  </p:childTnLst>
                                </p:cTn>
                              </p:par>
                            </p:childTnLst>
                          </p:cTn>
                        </p:par>
                      </p:childTnLst>
                    </p:cTn>
                  </p:par>
                  <p:par>
                    <p:cTn id="69" fill="hold">
                      <p:stCondLst>
                        <p:cond delay="indefinite"/>
                      </p:stCondLst>
                      <p:childTnLst>
                        <p:par>
                          <p:cTn id="70" fill="hold">
                            <p:stCondLst>
                              <p:cond delay="0"/>
                            </p:stCondLst>
                            <p:childTnLst>
                              <p:par>
                                <p:cTn id="71" presetID="31" presetClass="exit" presetSubtype="0" fill="hold" grpId="1" nodeType="clickEffect">
                                  <p:stCondLst>
                                    <p:cond delay="0"/>
                                  </p:stCondLst>
                                  <p:childTnLst>
                                    <p:anim calcmode="lin" valueType="num">
                                      <p:cBhvr>
                                        <p:cTn id="72" dur="1000"/>
                                        <p:tgtEl>
                                          <p:spTgt spid="13"/>
                                        </p:tgtEl>
                                        <p:attrNameLst>
                                          <p:attrName>ppt_w</p:attrName>
                                        </p:attrNameLst>
                                      </p:cBhvr>
                                      <p:tavLst>
                                        <p:tav tm="0">
                                          <p:val>
                                            <p:strVal val="ppt_w"/>
                                          </p:val>
                                        </p:tav>
                                        <p:tav tm="100000">
                                          <p:val>
                                            <p:fltVal val="0"/>
                                          </p:val>
                                        </p:tav>
                                      </p:tavLst>
                                    </p:anim>
                                    <p:anim calcmode="lin" valueType="num">
                                      <p:cBhvr>
                                        <p:cTn id="73" dur="1000"/>
                                        <p:tgtEl>
                                          <p:spTgt spid="13"/>
                                        </p:tgtEl>
                                        <p:attrNameLst>
                                          <p:attrName>ppt_h</p:attrName>
                                        </p:attrNameLst>
                                      </p:cBhvr>
                                      <p:tavLst>
                                        <p:tav tm="0">
                                          <p:val>
                                            <p:strVal val="ppt_h"/>
                                          </p:val>
                                        </p:tav>
                                        <p:tav tm="100000">
                                          <p:val>
                                            <p:fltVal val="0"/>
                                          </p:val>
                                        </p:tav>
                                      </p:tavLst>
                                    </p:anim>
                                    <p:anim calcmode="lin" valueType="num">
                                      <p:cBhvr>
                                        <p:cTn id="74" dur="1000"/>
                                        <p:tgtEl>
                                          <p:spTgt spid="13"/>
                                        </p:tgtEl>
                                        <p:attrNameLst>
                                          <p:attrName>style.rotation</p:attrName>
                                        </p:attrNameLst>
                                      </p:cBhvr>
                                      <p:tavLst>
                                        <p:tav tm="0">
                                          <p:val>
                                            <p:fltVal val="0"/>
                                          </p:val>
                                        </p:tav>
                                        <p:tav tm="100000">
                                          <p:val>
                                            <p:fltVal val="90"/>
                                          </p:val>
                                        </p:tav>
                                      </p:tavLst>
                                    </p:anim>
                                    <p:animEffect transition="out" filter="fade">
                                      <p:cBhvr>
                                        <p:cTn id="75" dur="1000"/>
                                        <p:tgtEl>
                                          <p:spTgt spid="13"/>
                                        </p:tgtEl>
                                      </p:cBhvr>
                                    </p:animEffect>
                                    <p:set>
                                      <p:cBhvr>
                                        <p:cTn id="76" dur="1" fill="hold">
                                          <p:stCondLst>
                                            <p:cond delay="999"/>
                                          </p:stCondLst>
                                        </p:cTn>
                                        <p:tgtEl>
                                          <p:spTgt spid="13"/>
                                        </p:tgtEl>
                                        <p:attrNameLst>
                                          <p:attrName>style.visibility</p:attrName>
                                        </p:attrNameLst>
                                      </p:cBhvr>
                                      <p:to>
                                        <p:strVal val="hidden"/>
                                      </p:to>
                                    </p:set>
                                  </p:childTnLst>
                                </p:cTn>
                              </p:par>
                              <p:par>
                                <p:cTn id="77" presetID="22" presetClass="exit" presetSubtype="1" fill="hold" nodeType="withEffect">
                                  <p:stCondLst>
                                    <p:cond delay="0"/>
                                  </p:stCondLst>
                                  <p:childTnLst>
                                    <p:animEffect transition="out" filter="wipe(up)">
                                      <p:cBhvr>
                                        <p:cTn id="78" dur="500"/>
                                        <p:tgtEl>
                                          <p:spTgt spid="81"/>
                                        </p:tgtEl>
                                      </p:cBhvr>
                                    </p:animEffect>
                                    <p:set>
                                      <p:cBhvr>
                                        <p:cTn id="79" dur="1" fill="hold">
                                          <p:stCondLst>
                                            <p:cond delay="499"/>
                                          </p:stCondLst>
                                        </p:cTn>
                                        <p:tgtEl>
                                          <p:spTgt spid="81"/>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22" presetClass="exit" presetSubtype="1" fill="hold" nodeType="clickEffect">
                                  <p:stCondLst>
                                    <p:cond delay="0"/>
                                  </p:stCondLst>
                                  <p:childTnLst>
                                    <p:animEffect transition="out" filter="wipe(up)">
                                      <p:cBhvr>
                                        <p:cTn id="83" dur="500"/>
                                        <p:tgtEl>
                                          <p:spTgt spid="70"/>
                                        </p:tgtEl>
                                      </p:cBhvr>
                                    </p:animEffect>
                                    <p:set>
                                      <p:cBhvr>
                                        <p:cTn id="84" dur="1" fill="hold">
                                          <p:stCondLst>
                                            <p:cond delay="499"/>
                                          </p:stCondLst>
                                        </p:cTn>
                                        <p:tgtEl>
                                          <p:spTgt spid="70"/>
                                        </p:tgtEl>
                                        <p:attrNameLst>
                                          <p:attrName>style.visibility</p:attrName>
                                        </p:attrNameLst>
                                      </p:cBhvr>
                                      <p:to>
                                        <p:strVal val="hidden"/>
                                      </p:to>
                                    </p:set>
                                  </p:childTnLst>
                                </p:cTn>
                              </p:par>
                            </p:childTnLst>
                          </p:cTn>
                        </p:par>
                        <p:par>
                          <p:cTn id="85" fill="hold">
                            <p:stCondLst>
                              <p:cond delay="500"/>
                            </p:stCondLst>
                            <p:childTnLst>
                              <p:par>
                                <p:cTn id="86" presetID="31" presetClass="exit" presetSubtype="0" fill="hold" grpId="1" nodeType="afterEffect">
                                  <p:stCondLst>
                                    <p:cond delay="0"/>
                                  </p:stCondLst>
                                  <p:childTnLst>
                                    <p:anim calcmode="lin" valueType="num">
                                      <p:cBhvr>
                                        <p:cTn id="87" dur="1000"/>
                                        <p:tgtEl>
                                          <p:spTgt spid="11"/>
                                        </p:tgtEl>
                                        <p:attrNameLst>
                                          <p:attrName>ppt_w</p:attrName>
                                        </p:attrNameLst>
                                      </p:cBhvr>
                                      <p:tavLst>
                                        <p:tav tm="0">
                                          <p:val>
                                            <p:strVal val="ppt_w"/>
                                          </p:val>
                                        </p:tav>
                                        <p:tav tm="100000">
                                          <p:val>
                                            <p:fltVal val="0"/>
                                          </p:val>
                                        </p:tav>
                                      </p:tavLst>
                                    </p:anim>
                                    <p:anim calcmode="lin" valueType="num">
                                      <p:cBhvr>
                                        <p:cTn id="88" dur="1000"/>
                                        <p:tgtEl>
                                          <p:spTgt spid="11"/>
                                        </p:tgtEl>
                                        <p:attrNameLst>
                                          <p:attrName>ppt_h</p:attrName>
                                        </p:attrNameLst>
                                      </p:cBhvr>
                                      <p:tavLst>
                                        <p:tav tm="0">
                                          <p:val>
                                            <p:strVal val="ppt_h"/>
                                          </p:val>
                                        </p:tav>
                                        <p:tav tm="100000">
                                          <p:val>
                                            <p:fltVal val="0"/>
                                          </p:val>
                                        </p:tav>
                                      </p:tavLst>
                                    </p:anim>
                                    <p:anim calcmode="lin" valueType="num">
                                      <p:cBhvr>
                                        <p:cTn id="89" dur="1000"/>
                                        <p:tgtEl>
                                          <p:spTgt spid="11"/>
                                        </p:tgtEl>
                                        <p:attrNameLst>
                                          <p:attrName>style.rotation</p:attrName>
                                        </p:attrNameLst>
                                      </p:cBhvr>
                                      <p:tavLst>
                                        <p:tav tm="0">
                                          <p:val>
                                            <p:fltVal val="0"/>
                                          </p:val>
                                        </p:tav>
                                        <p:tav tm="100000">
                                          <p:val>
                                            <p:fltVal val="90"/>
                                          </p:val>
                                        </p:tav>
                                      </p:tavLst>
                                    </p:anim>
                                    <p:animEffect transition="out" filter="fade">
                                      <p:cBhvr>
                                        <p:cTn id="90" dur="1000"/>
                                        <p:tgtEl>
                                          <p:spTgt spid="11"/>
                                        </p:tgtEl>
                                      </p:cBhvr>
                                    </p:animEffect>
                                    <p:set>
                                      <p:cBhvr>
                                        <p:cTn id="91" dur="1" fill="hold">
                                          <p:stCondLst>
                                            <p:cond delay="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3" grpId="0" animBg="1"/>
      <p:bldP spid="13"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F385915-5EBA-4514-BCC7-04DAAADE5851}"/>
              </a:ext>
            </a:extLst>
          </p:cNvPr>
          <p:cNvSpPr txBox="1"/>
          <p:nvPr/>
        </p:nvSpPr>
        <p:spPr>
          <a:xfrm>
            <a:off x="1766455" y="454345"/>
            <a:ext cx="10425545" cy="4524315"/>
          </a:xfrm>
          <a:prstGeom prst="rect">
            <a:avLst/>
          </a:prstGeom>
          <a:solidFill>
            <a:schemeClr val="bg2"/>
          </a:solidFill>
          <a:ln w="12700">
            <a:solidFill>
              <a:schemeClr val="tx1"/>
            </a:solidFill>
          </a:ln>
        </p:spPr>
        <p:txBody>
          <a:bodyPr wrap="square">
            <a:spAutoFit/>
          </a:bodyPr>
          <a:lstStyle/>
          <a:p>
            <a:r>
              <a:rPr lang="zh-CN" altLang="en-US" b="1" dirty="0">
                <a:latin typeface="Courier New" panose="02070309020205020404" pitchFamily="49" charset="0"/>
                <a:cs typeface="Courier New" panose="02070309020205020404" pitchFamily="49" charset="0"/>
              </a:rPr>
              <a:t>Status DeleteRBT(RBTree T, KeyType key)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a:t>
            </a:r>
            <a:r>
              <a:rPr lang="zh-CN" altLang="en-US" b="1" dirty="0">
                <a:solidFill>
                  <a:srgbClr val="C00000"/>
                </a:solidFill>
                <a:latin typeface="Courier New" panose="02070309020205020404" pitchFamily="49" charset="0"/>
                <a:cs typeface="Courier New" panose="02070309020205020404" pitchFamily="49" charset="0"/>
              </a:rPr>
              <a:t>算法</a:t>
            </a:r>
            <a:r>
              <a:rPr lang="en-US" altLang="zh-CN" b="1" dirty="0">
                <a:solidFill>
                  <a:srgbClr val="C00000"/>
                </a:solidFill>
                <a:latin typeface="Courier New" panose="02070309020205020404" pitchFamily="49" charset="0"/>
                <a:cs typeface="Courier New" panose="02070309020205020404" pitchFamily="49" charset="0"/>
              </a:rPr>
              <a:t>9.18  </a:t>
            </a:r>
            <a:r>
              <a:rPr lang="zh-CN" altLang="en-US" b="1" dirty="0">
                <a:solidFill>
                  <a:srgbClr val="0070C0"/>
                </a:solidFill>
                <a:latin typeface="Courier New" panose="02070309020205020404" pitchFamily="49" charset="0"/>
                <a:cs typeface="Courier New" panose="02070309020205020404" pitchFamily="49" charset="0"/>
              </a:rPr>
              <a:t>在红黑树</a:t>
            </a:r>
            <a:r>
              <a:rPr lang="en-US" altLang="zh-CN" b="1" dirty="0">
                <a:solidFill>
                  <a:srgbClr val="86229A"/>
                </a:solidFill>
                <a:latin typeface="Courier New" panose="02070309020205020404" pitchFamily="49" charset="0"/>
                <a:cs typeface="Courier New" panose="02070309020205020404" pitchFamily="49" charset="0"/>
              </a:rPr>
              <a:t>T</a:t>
            </a:r>
            <a:r>
              <a:rPr lang="zh-CN" altLang="en-US" b="1" dirty="0">
                <a:solidFill>
                  <a:srgbClr val="0070C0"/>
                </a:solidFill>
                <a:latin typeface="Courier New" panose="02070309020205020404" pitchFamily="49" charset="0"/>
                <a:cs typeface="Courier New" panose="02070309020205020404" pitchFamily="49" charset="0"/>
              </a:rPr>
              <a:t>中删除结点</a:t>
            </a:r>
            <a:r>
              <a:rPr lang="en-US" altLang="zh-CN" b="1" dirty="0">
                <a:solidFill>
                  <a:srgbClr val="86229A"/>
                </a:solidFill>
                <a:latin typeface="Courier New" panose="02070309020205020404" pitchFamily="49" charset="0"/>
                <a:cs typeface="Courier New" panose="02070309020205020404" pitchFamily="49" charset="0"/>
              </a:rPr>
              <a:t>key</a:t>
            </a:r>
            <a:endParaRPr lang="zh-CN" altLang="en-US"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 *p = </a:t>
            </a:r>
            <a:r>
              <a:rPr lang="zh-CN" altLang="en-US" b="1" dirty="0">
                <a:latin typeface="Courier New" panose="02070309020205020404" pitchFamily="49" charset="0"/>
                <a:cs typeface="Courier New" panose="02070309020205020404" pitchFamily="49" charset="0"/>
              </a:rPr>
              <a:t>SearchRBT_Aux(T, key</a:t>
            </a:r>
            <a:r>
              <a:rPr lang="en-US" altLang="zh-CN" b="1" dirty="0">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p==T-&gt;nil</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p-&gt;key!=key</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要删除的结点不存在，返回</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(p-&gt;lchild==T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 p-&gt;rchild==T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s = p; </a:t>
            </a:r>
            <a:r>
              <a:rPr lang="en-US" altLang="zh-CN" b="1" dirty="0">
                <a:solidFill>
                  <a:srgbClr val="0070C0"/>
                </a:solidFill>
                <a:latin typeface="Courier New" panose="02070309020205020404" pitchFamily="49" charset="0"/>
                <a:cs typeface="Courier New" panose="02070309020205020404" pitchFamily="49" charset="0"/>
              </a:rPr>
              <a:t>// p</a:t>
            </a:r>
            <a:r>
              <a:rPr lang="zh-CN" altLang="en-US" b="1" dirty="0">
                <a:solidFill>
                  <a:srgbClr val="0070C0"/>
                </a:solidFill>
                <a:latin typeface="Courier New" panose="02070309020205020404" pitchFamily="49" charset="0"/>
                <a:cs typeface="Courier New" panose="02070309020205020404" pitchFamily="49" charset="0"/>
              </a:rPr>
              <a:t>结点孩子不全则</a:t>
            </a:r>
            <a:r>
              <a:rPr lang="en-US" altLang="zh-CN" b="1" dirty="0">
                <a:solidFill>
                  <a:srgbClr val="0070C0"/>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指向它</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 = </a:t>
            </a:r>
            <a:r>
              <a:rPr lang="zh-CN" altLang="en-US" b="1" dirty="0">
                <a:solidFill>
                  <a:srgbClr val="C00000"/>
                </a:solidFill>
                <a:latin typeface="Courier New" panose="02070309020205020404" pitchFamily="49" charset="0"/>
                <a:cs typeface="Courier New" panose="02070309020205020404" pitchFamily="49" charset="0"/>
              </a:rPr>
              <a:t>SuccessorRBT(p);</a:t>
            </a:r>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否则求</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结点的按序后继（</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结点的右子树的最小结点）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c = s-&gt;lchild;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c = s-&gt;rchild;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结点的右孩子（可能是</a:t>
            </a:r>
            <a:r>
              <a:rPr lang="zh-CN" altLang="en-US" b="1" dirty="0">
                <a:solidFill>
                  <a:srgbClr val="86229A"/>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c-&gt;parent = s-&gt;parent;   </a:t>
            </a:r>
            <a:r>
              <a:rPr lang="zh-CN" altLang="en-US" b="1" dirty="0">
                <a:solidFill>
                  <a:srgbClr val="0070C0"/>
                </a:solidFill>
                <a:latin typeface="Courier New" panose="02070309020205020404" pitchFamily="49" charset="0"/>
                <a:cs typeface="Courier New" panose="02070309020205020404" pitchFamily="49" charset="0"/>
              </a:rPr>
              <a:t>// 删除s结点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(s-&gt;parent==T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root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(s==s-&gt;parent-&gt;lchild) s-&gt;parent-&gt;lchild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s-&gt;parent-&gt;rchild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(s!=p){ p-&gt;key = s-&gt;key;  </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用</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结点值顶替被删结点值</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(s-&gt;color==BLACK) </a:t>
            </a:r>
            <a:r>
              <a:rPr lang="zh-CN" altLang="en-US" b="1" dirty="0">
                <a:solidFill>
                  <a:srgbClr val="C00000"/>
                </a:solidFill>
                <a:latin typeface="Courier New" panose="02070309020205020404" pitchFamily="49" charset="0"/>
                <a:cs typeface="Courier New" panose="02070309020205020404" pitchFamily="49" charset="0"/>
              </a:rPr>
              <a:t>DeleteFixup(T, c);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若</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结点为黑色，则对</a:t>
            </a:r>
            <a:r>
              <a:rPr lang="en-US" altLang="zh-CN"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启动</a:t>
            </a:r>
            <a:r>
              <a:rPr lang="zh-CN" altLang="en-US" b="1" dirty="0">
                <a:solidFill>
                  <a:srgbClr val="86229A"/>
                </a:solidFill>
                <a:latin typeface="Courier New" panose="02070309020205020404" pitchFamily="49" charset="0"/>
                <a:cs typeface="Courier New" panose="02070309020205020404" pitchFamily="49" charset="0"/>
              </a:rPr>
              <a:t>修复</a:t>
            </a:r>
          </a:p>
          <a:p>
            <a:r>
              <a:rPr lang="zh-CN" altLang="en-US" b="1" dirty="0">
                <a:latin typeface="Courier New" panose="02070309020205020404" pitchFamily="49" charset="0"/>
                <a:cs typeface="Courier New" panose="02070309020205020404" pitchFamily="49" charset="0"/>
              </a:rPr>
              <a:t>  free(s);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释放</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p:txBody>
      </p:sp>
      <p:sp>
        <p:nvSpPr>
          <p:cNvPr id="5" name="矩形: 圆角 4">
            <a:extLst>
              <a:ext uri="{FF2B5EF4-FFF2-40B4-BE49-F238E27FC236}">
                <a16:creationId xmlns:a16="http://schemas.microsoft.com/office/drawing/2014/main" id="{E3E4E787-BF26-4608-9532-F7410133F95F}"/>
              </a:ext>
            </a:extLst>
          </p:cNvPr>
          <p:cNvSpPr/>
          <p:nvPr/>
        </p:nvSpPr>
        <p:spPr>
          <a:xfrm>
            <a:off x="360325" y="321381"/>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6" name="文本框 5">
            <a:extLst>
              <a:ext uri="{FF2B5EF4-FFF2-40B4-BE49-F238E27FC236}">
                <a16:creationId xmlns:a16="http://schemas.microsoft.com/office/drawing/2014/main" id="{9EB9936F-0851-40BB-8792-669759497545}"/>
              </a:ext>
            </a:extLst>
          </p:cNvPr>
          <p:cNvSpPr txBox="1"/>
          <p:nvPr/>
        </p:nvSpPr>
        <p:spPr>
          <a:xfrm>
            <a:off x="463991" y="935181"/>
            <a:ext cx="1107996" cy="369332"/>
          </a:xfrm>
          <a:prstGeom prst="rect">
            <a:avLst/>
          </a:prstGeom>
          <a:noFill/>
        </p:spPr>
        <p:txBody>
          <a:bodyPr wrap="none" rtlCol="0">
            <a:spAutoFit/>
          </a:bodyPr>
          <a:lstStyle/>
          <a:p>
            <a:r>
              <a:rPr lang="zh-CN" altLang="en-US" b="1" dirty="0">
                <a:solidFill>
                  <a:srgbClr val="86229A"/>
                </a:solidFill>
              </a:rPr>
              <a:t>删除算法</a:t>
            </a:r>
          </a:p>
        </p:txBody>
      </p:sp>
      <p:sp>
        <p:nvSpPr>
          <p:cNvPr id="7" name="文本框 6">
            <a:extLst>
              <a:ext uri="{FF2B5EF4-FFF2-40B4-BE49-F238E27FC236}">
                <a16:creationId xmlns:a16="http://schemas.microsoft.com/office/drawing/2014/main" id="{135CB5F8-E0BE-4AE5-86F8-07E7D4309D3D}"/>
              </a:ext>
            </a:extLst>
          </p:cNvPr>
          <p:cNvSpPr txBox="1"/>
          <p:nvPr/>
        </p:nvSpPr>
        <p:spPr>
          <a:xfrm>
            <a:off x="6589527" y="295019"/>
            <a:ext cx="516083" cy="400110"/>
          </a:xfrm>
          <a:prstGeom prst="rect">
            <a:avLst/>
          </a:prstGeom>
          <a:noFill/>
        </p:spPr>
        <p:txBody>
          <a:bodyPr wrap="square" rtlCol="0">
            <a:spAutoFit/>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46</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8" name="直接连接符 7">
            <a:extLst>
              <a:ext uri="{FF2B5EF4-FFF2-40B4-BE49-F238E27FC236}">
                <a16:creationId xmlns:a16="http://schemas.microsoft.com/office/drawing/2014/main" id="{EE8BA289-92D8-4190-8EE2-0B37E8FA9143}"/>
              </a:ext>
            </a:extLst>
          </p:cNvPr>
          <p:cNvCxnSpPr>
            <a:cxnSpLocks/>
          </p:cNvCxnSpPr>
          <p:nvPr/>
        </p:nvCxnSpPr>
        <p:spPr>
          <a:xfrm>
            <a:off x="2099393" y="1872258"/>
            <a:ext cx="349091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9" name="矩形: 圆角 8">
            <a:extLst>
              <a:ext uri="{FF2B5EF4-FFF2-40B4-BE49-F238E27FC236}">
                <a16:creationId xmlns:a16="http://schemas.microsoft.com/office/drawing/2014/main" id="{33419489-768B-4579-A1B5-9364CE37A6A1}"/>
              </a:ext>
            </a:extLst>
          </p:cNvPr>
          <p:cNvSpPr/>
          <p:nvPr/>
        </p:nvSpPr>
        <p:spPr>
          <a:xfrm>
            <a:off x="7812126" y="3865418"/>
            <a:ext cx="3901892" cy="275366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10" name="直接连接符 9">
            <a:extLst>
              <a:ext uri="{FF2B5EF4-FFF2-40B4-BE49-F238E27FC236}">
                <a16:creationId xmlns:a16="http://schemas.microsoft.com/office/drawing/2014/main" id="{B8B50570-A2D8-4257-9E9D-3E3ED065FA5A}"/>
              </a:ext>
            </a:extLst>
          </p:cNvPr>
          <p:cNvCxnSpPr>
            <a:cxnSpLocks/>
          </p:cNvCxnSpPr>
          <p:nvPr/>
        </p:nvCxnSpPr>
        <p:spPr>
          <a:xfrm flipH="1">
            <a:off x="8798956" y="5728292"/>
            <a:ext cx="244999" cy="59366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A5732AC5-218B-465D-B441-FF10881E8C2A}"/>
              </a:ext>
            </a:extLst>
          </p:cNvPr>
          <p:cNvCxnSpPr>
            <a:cxnSpLocks/>
          </p:cNvCxnSpPr>
          <p:nvPr/>
        </p:nvCxnSpPr>
        <p:spPr>
          <a:xfrm>
            <a:off x="10770615" y="5788782"/>
            <a:ext cx="265271" cy="5141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9D1B13C2-5831-4F01-8044-0F07E08CC829}"/>
              </a:ext>
            </a:extLst>
          </p:cNvPr>
          <p:cNvCxnSpPr>
            <a:cxnSpLocks/>
          </p:cNvCxnSpPr>
          <p:nvPr/>
        </p:nvCxnSpPr>
        <p:spPr>
          <a:xfrm flipH="1">
            <a:off x="8471429" y="5235670"/>
            <a:ext cx="210085" cy="375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07B93F30-9477-4D6C-AA1F-0ABF07201584}"/>
              </a:ext>
            </a:extLst>
          </p:cNvPr>
          <p:cNvSpPr/>
          <p:nvPr/>
        </p:nvSpPr>
        <p:spPr>
          <a:xfrm>
            <a:off x="8616416" y="6134372"/>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4" name="组合 13">
            <a:extLst>
              <a:ext uri="{FF2B5EF4-FFF2-40B4-BE49-F238E27FC236}">
                <a16:creationId xmlns:a16="http://schemas.microsoft.com/office/drawing/2014/main" id="{697DA45E-1C7C-4019-9CE8-AFEA288C88A2}"/>
              </a:ext>
            </a:extLst>
          </p:cNvPr>
          <p:cNvGrpSpPr/>
          <p:nvPr/>
        </p:nvGrpSpPr>
        <p:grpSpPr>
          <a:xfrm>
            <a:off x="9145999" y="3958858"/>
            <a:ext cx="996033" cy="497441"/>
            <a:chOff x="2764284" y="467425"/>
            <a:chExt cx="1003952" cy="494540"/>
          </a:xfrm>
        </p:grpSpPr>
        <p:sp>
          <p:nvSpPr>
            <p:cNvPr id="15" name="文本框 14">
              <a:extLst>
                <a:ext uri="{FF2B5EF4-FFF2-40B4-BE49-F238E27FC236}">
                  <a16:creationId xmlns:a16="http://schemas.microsoft.com/office/drawing/2014/main" id="{70B2DDB7-182A-41EC-9153-5F248093EBA7}"/>
                </a:ext>
              </a:extLst>
            </p:cNvPr>
            <p:cNvSpPr txBox="1"/>
            <p:nvPr/>
          </p:nvSpPr>
          <p:spPr>
            <a:xfrm>
              <a:off x="2764284" y="467425"/>
              <a:ext cx="1003952" cy="332364"/>
            </a:xfrm>
            <a:prstGeom prst="rect">
              <a:avLst/>
            </a:prstGeom>
            <a:noFill/>
          </p:spPr>
          <p:txBody>
            <a:bodyPr wrap="none" lIns="36000" tIns="36000" rIns="36000" bIns="36000" rtlCol="0" anchor="ctr" anchorCtr="1">
              <a:spAutoFit/>
            </a:bodyPr>
            <a:lstStyle/>
            <a:p>
              <a:pPr algn="ctr">
                <a:lnSpc>
                  <a:spcPct val="80000"/>
                </a:lnSpc>
              </a:pPr>
              <a:r>
                <a:rPr lang="en-US" altLang="zh-CN" sz="2000" b="1" dirty="0" err="1">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T.root</a:t>
              </a:r>
              <a:endParaRPr lang="zh-CN" altLang="en-US"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6" name="直接箭头连接符 15">
              <a:extLst>
                <a:ext uri="{FF2B5EF4-FFF2-40B4-BE49-F238E27FC236}">
                  <a16:creationId xmlns:a16="http://schemas.microsoft.com/office/drawing/2014/main" id="{8AE4D293-944C-4B24-A38F-C203E8CDDE0D}"/>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7" name="直接连接符 16">
            <a:extLst>
              <a:ext uri="{FF2B5EF4-FFF2-40B4-BE49-F238E27FC236}">
                <a16:creationId xmlns:a16="http://schemas.microsoft.com/office/drawing/2014/main" id="{C86CBF1C-FC75-489D-AEA8-04032CFE5073}"/>
              </a:ext>
            </a:extLst>
          </p:cNvPr>
          <p:cNvCxnSpPr>
            <a:cxnSpLocks/>
          </p:cNvCxnSpPr>
          <p:nvPr/>
        </p:nvCxnSpPr>
        <p:spPr>
          <a:xfrm>
            <a:off x="8741002" y="5240033"/>
            <a:ext cx="286117" cy="51430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21FEA96-A9F0-4226-AE07-E7256E186BBA}"/>
              </a:ext>
            </a:extLst>
          </p:cNvPr>
          <p:cNvCxnSpPr>
            <a:cxnSpLocks/>
          </p:cNvCxnSpPr>
          <p:nvPr/>
        </p:nvCxnSpPr>
        <p:spPr>
          <a:xfrm flipH="1">
            <a:off x="8787507" y="4621527"/>
            <a:ext cx="832877" cy="41499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6B665D50-EC03-4661-B38A-B3B9BA1F0B8E}"/>
              </a:ext>
            </a:extLst>
          </p:cNvPr>
          <p:cNvGrpSpPr/>
          <p:nvPr/>
        </p:nvGrpSpPr>
        <p:grpSpPr>
          <a:xfrm>
            <a:off x="9776434" y="4162867"/>
            <a:ext cx="126391" cy="420347"/>
            <a:chOff x="3195894" y="494029"/>
            <a:chExt cx="127396" cy="417896"/>
          </a:xfrm>
        </p:grpSpPr>
        <p:sp>
          <p:nvSpPr>
            <p:cNvPr id="20" name="文本框 19">
              <a:extLst>
                <a:ext uri="{FF2B5EF4-FFF2-40B4-BE49-F238E27FC236}">
                  <a16:creationId xmlns:a16="http://schemas.microsoft.com/office/drawing/2014/main" id="{77EBA97F-512B-48DC-9C8A-309CE98D16BA}"/>
                </a:ext>
              </a:extLst>
            </p:cNvPr>
            <p:cNvSpPr txBox="1"/>
            <p:nvPr/>
          </p:nvSpPr>
          <p:spPr>
            <a:xfrm>
              <a:off x="3238841" y="494029"/>
              <a:ext cx="84449" cy="310748"/>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p</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21" name="直接箭头连接符 20">
              <a:extLst>
                <a:ext uri="{FF2B5EF4-FFF2-40B4-BE49-F238E27FC236}">
                  <a16:creationId xmlns:a16="http://schemas.microsoft.com/office/drawing/2014/main" id="{856259AB-3154-48F5-8A38-1B0802F6D2E4}"/>
                </a:ext>
              </a:extLst>
            </p:cNvPr>
            <p:cNvCxnSpPr>
              <a:cxnSpLocks/>
            </p:cNvCxnSpPr>
            <p:nvPr/>
          </p:nvCxnSpPr>
          <p:spPr>
            <a:xfrm flipH="1">
              <a:off x="3195894" y="731107"/>
              <a:ext cx="102447" cy="18081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22" name="椭圆 21">
            <a:extLst>
              <a:ext uri="{FF2B5EF4-FFF2-40B4-BE49-F238E27FC236}">
                <a16:creationId xmlns:a16="http://schemas.microsoft.com/office/drawing/2014/main" id="{91547219-E1B4-46AB-BC12-4A6AA7A721C0}"/>
              </a:ext>
            </a:extLst>
          </p:cNvPr>
          <p:cNvSpPr/>
          <p:nvPr/>
        </p:nvSpPr>
        <p:spPr>
          <a:xfrm>
            <a:off x="8499726" y="4975748"/>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 name="椭圆 22">
            <a:extLst>
              <a:ext uri="{FF2B5EF4-FFF2-40B4-BE49-F238E27FC236}">
                <a16:creationId xmlns:a16="http://schemas.microsoft.com/office/drawing/2014/main" id="{B02C4DD0-0C5B-4371-AC4E-6097EC1D3871}"/>
              </a:ext>
            </a:extLst>
          </p:cNvPr>
          <p:cNvSpPr/>
          <p:nvPr/>
        </p:nvSpPr>
        <p:spPr>
          <a:xfrm>
            <a:off x="8812906" y="5551852"/>
            <a:ext cx="422127"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4" name="椭圆 23">
            <a:extLst>
              <a:ext uri="{FF2B5EF4-FFF2-40B4-BE49-F238E27FC236}">
                <a16:creationId xmlns:a16="http://schemas.microsoft.com/office/drawing/2014/main" id="{B0885843-7198-48CB-9078-10FCB7CC4FF7}"/>
              </a:ext>
            </a:extLst>
          </p:cNvPr>
          <p:cNvSpPr/>
          <p:nvPr/>
        </p:nvSpPr>
        <p:spPr>
          <a:xfrm>
            <a:off x="8231897" y="5543950"/>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25" name="组合 24">
            <a:extLst>
              <a:ext uri="{FF2B5EF4-FFF2-40B4-BE49-F238E27FC236}">
                <a16:creationId xmlns:a16="http://schemas.microsoft.com/office/drawing/2014/main" id="{A4030A7B-C2F8-4761-B7ED-99B144D89268}"/>
              </a:ext>
            </a:extLst>
          </p:cNvPr>
          <p:cNvGrpSpPr/>
          <p:nvPr/>
        </p:nvGrpSpPr>
        <p:grpSpPr>
          <a:xfrm>
            <a:off x="9647278" y="5290594"/>
            <a:ext cx="375362" cy="353484"/>
            <a:chOff x="3051852" y="483830"/>
            <a:chExt cx="378345" cy="351423"/>
          </a:xfrm>
        </p:grpSpPr>
        <p:sp>
          <p:nvSpPr>
            <p:cNvPr id="26" name="文本框 25">
              <a:extLst>
                <a:ext uri="{FF2B5EF4-FFF2-40B4-BE49-F238E27FC236}">
                  <a16:creationId xmlns:a16="http://schemas.microsoft.com/office/drawing/2014/main" id="{7006AE44-76D7-4A67-9B29-3C68FF86FB20}"/>
                </a:ext>
              </a:extLst>
            </p:cNvPr>
            <p:cNvSpPr txBox="1"/>
            <p:nvPr/>
          </p:nvSpPr>
          <p:spPr>
            <a:xfrm>
              <a:off x="3051852" y="483830"/>
              <a:ext cx="284421"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86229A"/>
                  </a:solidFill>
                  <a:latin typeface="Courier New" panose="02070309020205020404" pitchFamily="49" charset="0"/>
                  <a:cs typeface="Courier New" panose="02070309020205020404" pitchFamily="49" charset="0"/>
                </a:rPr>
                <a:t>s</a:t>
              </a:r>
              <a:endParaRPr lang="zh-CN" altLang="en-US" b="1" dirty="0">
                <a:solidFill>
                  <a:srgbClr val="86229A"/>
                </a:solidFill>
                <a:latin typeface="Courier New" panose="02070309020205020404" pitchFamily="49" charset="0"/>
                <a:cs typeface="Courier New" panose="02070309020205020404" pitchFamily="49" charset="0"/>
              </a:endParaRPr>
            </a:p>
          </p:txBody>
        </p:sp>
        <p:cxnSp>
          <p:nvCxnSpPr>
            <p:cNvPr id="27" name="直接箭头连接符 26">
              <a:extLst>
                <a:ext uri="{FF2B5EF4-FFF2-40B4-BE49-F238E27FC236}">
                  <a16:creationId xmlns:a16="http://schemas.microsoft.com/office/drawing/2014/main" id="{9504DAC8-EAA2-431A-83DA-788A24D63D68}"/>
                </a:ext>
              </a:extLst>
            </p:cNvPr>
            <p:cNvCxnSpPr>
              <a:cxnSpLocks/>
            </p:cNvCxnSpPr>
            <p:nvPr/>
          </p:nvCxnSpPr>
          <p:spPr>
            <a:xfrm>
              <a:off x="3236648" y="676794"/>
              <a:ext cx="193549" cy="158459"/>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28" name="直接连接符 27">
            <a:extLst>
              <a:ext uri="{FF2B5EF4-FFF2-40B4-BE49-F238E27FC236}">
                <a16:creationId xmlns:a16="http://schemas.microsoft.com/office/drawing/2014/main" id="{8500B2D0-1A2A-4C94-B137-794CBA05D62E}"/>
              </a:ext>
            </a:extLst>
          </p:cNvPr>
          <p:cNvCxnSpPr>
            <a:cxnSpLocks/>
          </p:cNvCxnSpPr>
          <p:nvPr/>
        </p:nvCxnSpPr>
        <p:spPr>
          <a:xfrm>
            <a:off x="10458935" y="5215478"/>
            <a:ext cx="269681" cy="47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29A6BE0-4164-428D-A79B-C2A76D400788}"/>
              </a:ext>
            </a:extLst>
          </p:cNvPr>
          <p:cNvCxnSpPr>
            <a:cxnSpLocks/>
          </p:cNvCxnSpPr>
          <p:nvPr/>
        </p:nvCxnSpPr>
        <p:spPr>
          <a:xfrm flipH="1">
            <a:off x="10248766" y="5208153"/>
            <a:ext cx="213814" cy="43966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C286FB7-41E8-41D9-B534-F1D21E5D79CA}"/>
              </a:ext>
            </a:extLst>
          </p:cNvPr>
          <p:cNvCxnSpPr>
            <a:cxnSpLocks/>
          </p:cNvCxnSpPr>
          <p:nvPr/>
        </p:nvCxnSpPr>
        <p:spPr>
          <a:xfrm>
            <a:off x="9612611" y="4657800"/>
            <a:ext cx="911900" cy="43967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823E31DC-C8BD-4868-80DD-756DAD8E1944}"/>
              </a:ext>
            </a:extLst>
          </p:cNvPr>
          <p:cNvSpPr/>
          <p:nvPr/>
        </p:nvSpPr>
        <p:spPr>
          <a:xfrm>
            <a:off x="9395392" y="4441256"/>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46</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2" name="椭圆 31">
            <a:extLst>
              <a:ext uri="{FF2B5EF4-FFF2-40B4-BE49-F238E27FC236}">
                <a16:creationId xmlns:a16="http://schemas.microsoft.com/office/drawing/2014/main" id="{92BA61B9-415B-46DA-97B2-601196AE4BE5}"/>
              </a:ext>
            </a:extLst>
          </p:cNvPr>
          <p:cNvSpPr/>
          <p:nvPr/>
        </p:nvSpPr>
        <p:spPr>
          <a:xfrm>
            <a:off x="10572992" y="5588459"/>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3" name="椭圆 32">
            <a:extLst>
              <a:ext uri="{FF2B5EF4-FFF2-40B4-BE49-F238E27FC236}">
                <a16:creationId xmlns:a16="http://schemas.microsoft.com/office/drawing/2014/main" id="{0C09E7C0-2BF4-4C78-964E-875566874CF1}"/>
              </a:ext>
            </a:extLst>
          </p:cNvPr>
          <p:cNvSpPr/>
          <p:nvPr/>
        </p:nvSpPr>
        <p:spPr>
          <a:xfrm>
            <a:off x="10839448" y="6121491"/>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6" name="组合 35">
            <a:extLst>
              <a:ext uri="{FF2B5EF4-FFF2-40B4-BE49-F238E27FC236}">
                <a16:creationId xmlns:a16="http://schemas.microsoft.com/office/drawing/2014/main" id="{BF27022B-4890-430E-87A7-F451B80AED8C}"/>
              </a:ext>
            </a:extLst>
          </p:cNvPr>
          <p:cNvGrpSpPr/>
          <p:nvPr/>
        </p:nvGrpSpPr>
        <p:grpSpPr>
          <a:xfrm>
            <a:off x="9522482" y="5519648"/>
            <a:ext cx="446336" cy="308152"/>
            <a:chOff x="-244620" y="1533177"/>
            <a:chExt cx="449883" cy="306355"/>
          </a:xfrm>
        </p:grpSpPr>
        <p:sp>
          <p:nvSpPr>
            <p:cNvPr id="37" name="文本框 36">
              <a:extLst>
                <a:ext uri="{FF2B5EF4-FFF2-40B4-BE49-F238E27FC236}">
                  <a16:creationId xmlns:a16="http://schemas.microsoft.com/office/drawing/2014/main" id="{1F185BA6-A08E-4AB3-8AD2-E820A612AFB6}"/>
                </a:ext>
              </a:extLst>
            </p:cNvPr>
            <p:cNvSpPr txBox="1"/>
            <p:nvPr/>
          </p:nvSpPr>
          <p:spPr>
            <a:xfrm>
              <a:off x="-244620" y="1533177"/>
              <a:ext cx="284421"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00B0F0"/>
                  </a:solidFill>
                  <a:latin typeface="Courier New" panose="02070309020205020404" pitchFamily="49" charset="0"/>
                  <a:cs typeface="Courier New" panose="02070309020205020404" pitchFamily="49" charset="0"/>
                </a:rPr>
                <a:t>q</a:t>
              </a:r>
              <a:endParaRPr lang="zh-CN" altLang="en-US" b="1" dirty="0">
                <a:solidFill>
                  <a:srgbClr val="00B0F0"/>
                </a:solidFill>
                <a:latin typeface="Courier New" panose="02070309020205020404" pitchFamily="49" charset="0"/>
                <a:cs typeface="Courier New" panose="02070309020205020404" pitchFamily="49" charset="0"/>
              </a:endParaRPr>
            </a:p>
          </p:txBody>
        </p:sp>
        <p:cxnSp>
          <p:nvCxnSpPr>
            <p:cNvPr id="38" name="直接箭头连接符 37">
              <a:extLst>
                <a:ext uri="{FF2B5EF4-FFF2-40B4-BE49-F238E27FC236}">
                  <a16:creationId xmlns:a16="http://schemas.microsoft.com/office/drawing/2014/main" id="{9844AB27-0EEA-428E-850E-408FD24D9786}"/>
                </a:ext>
              </a:extLst>
            </p:cNvPr>
            <p:cNvCxnSpPr>
              <a:cxnSpLocks/>
            </p:cNvCxnSpPr>
            <p:nvPr/>
          </p:nvCxnSpPr>
          <p:spPr>
            <a:xfrm>
              <a:off x="-30871" y="1691490"/>
              <a:ext cx="236134" cy="4506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39" name="直接连接符 38">
            <a:extLst>
              <a:ext uri="{FF2B5EF4-FFF2-40B4-BE49-F238E27FC236}">
                <a16:creationId xmlns:a16="http://schemas.microsoft.com/office/drawing/2014/main" id="{810E6AD2-08A2-48D2-817E-A638F70FDCA5}"/>
              </a:ext>
            </a:extLst>
          </p:cNvPr>
          <p:cNvCxnSpPr>
            <a:cxnSpLocks/>
          </p:cNvCxnSpPr>
          <p:nvPr/>
        </p:nvCxnSpPr>
        <p:spPr>
          <a:xfrm>
            <a:off x="2099393" y="2135496"/>
            <a:ext cx="480017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7AEBA268-54C7-4A7A-BFE4-31336509885B}"/>
              </a:ext>
            </a:extLst>
          </p:cNvPr>
          <p:cNvCxnSpPr>
            <a:cxnSpLocks/>
          </p:cNvCxnSpPr>
          <p:nvPr/>
        </p:nvCxnSpPr>
        <p:spPr>
          <a:xfrm>
            <a:off x="2099393" y="2405660"/>
            <a:ext cx="2680425"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61F2799D-F922-43DB-9477-641227F1CA30}"/>
              </a:ext>
            </a:extLst>
          </p:cNvPr>
          <p:cNvGrpSpPr/>
          <p:nvPr/>
        </p:nvGrpSpPr>
        <p:grpSpPr>
          <a:xfrm>
            <a:off x="9745650" y="6080932"/>
            <a:ext cx="446336" cy="308152"/>
            <a:chOff x="-244620" y="1533177"/>
            <a:chExt cx="449883" cy="306355"/>
          </a:xfrm>
        </p:grpSpPr>
        <p:sp>
          <p:nvSpPr>
            <p:cNvPr id="44" name="文本框 43">
              <a:extLst>
                <a:ext uri="{FF2B5EF4-FFF2-40B4-BE49-F238E27FC236}">
                  <a16:creationId xmlns:a16="http://schemas.microsoft.com/office/drawing/2014/main" id="{C8F31F27-0661-4575-9528-0B4C846F9CF3}"/>
                </a:ext>
              </a:extLst>
            </p:cNvPr>
            <p:cNvSpPr txBox="1"/>
            <p:nvPr/>
          </p:nvSpPr>
          <p:spPr>
            <a:xfrm>
              <a:off x="-244620" y="1533177"/>
              <a:ext cx="284421"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00B0F0"/>
                  </a:solidFill>
                  <a:latin typeface="Courier New" panose="02070309020205020404" pitchFamily="49" charset="0"/>
                  <a:cs typeface="Courier New" panose="02070309020205020404" pitchFamily="49" charset="0"/>
                </a:rPr>
                <a:t>c</a:t>
              </a:r>
              <a:endParaRPr lang="zh-CN" altLang="en-US" b="1" dirty="0">
                <a:solidFill>
                  <a:srgbClr val="00B0F0"/>
                </a:solidFill>
                <a:latin typeface="Courier New" panose="02070309020205020404" pitchFamily="49" charset="0"/>
                <a:cs typeface="Courier New" panose="02070309020205020404" pitchFamily="49" charset="0"/>
              </a:endParaRPr>
            </a:p>
          </p:txBody>
        </p:sp>
        <p:cxnSp>
          <p:nvCxnSpPr>
            <p:cNvPr id="45" name="直接箭头连接符 44">
              <a:extLst>
                <a:ext uri="{FF2B5EF4-FFF2-40B4-BE49-F238E27FC236}">
                  <a16:creationId xmlns:a16="http://schemas.microsoft.com/office/drawing/2014/main" id="{11A2EC9A-A9F4-4A1C-A8EE-4F93D20C6C14}"/>
                </a:ext>
              </a:extLst>
            </p:cNvPr>
            <p:cNvCxnSpPr>
              <a:cxnSpLocks/>
            </p:cNvCxnSpPr>
            <p:nvPr/>
          </p:nvCxnSpPr>
          <p:spPr>
            <a:xfrm>
              <a:off x="-30871" y="1691490"/>
              <a:ext cx="236134" cy="4506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47" name="直接连接符 46">
            <a:extLst>
              <a:ext uri="{FF2B5EF4-FFF2-40B4-BE49-F238E27FC236}">
                <a16:creationId xmlns:a16="http://schemas.microsoft.com/office/drawing/2014/main" id="{F4DC7F13-7E17-4222-A02B-D5D623FE9AAC}"/>
              </a:ext>
            </a:extLst>
          </p:cNvPr>
          <p:cNvCxnSpPr>
            <a:cxnSpLocks/>
          </p:cNvCxnSpPr>
          <p:nvPr/>
        </p:nvCxnSpPr>
        <p:spPr>
          <a:xfrm>
            <a:off x="10174593" y="5798475"/>
            <a:ext cx="265271" cy="514151"/>
          </a:xfrm>
          <a:prstGeom prst="line">
            <a:avLst/>
          </a:prstGeom>
          <a:ln w="1905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34" name="椭圆 33">
            <a:extLst>
              <a:ext uri="{FF2B5EF4-FFF2-40B4-BE49-F238E27FC236}">
                <a16:creationId xmlns:a16="http://schemas.microsoft.com/office/drawing/2014/main" id="{DAD47EF4-E725-416A-9BF0-6242D33AE96D}"/>
              </a:ext>
            </a:extLst>
          </p:cNvPr>
          <p:cNvSpPr/>
          <p:nvPr/>
        </p:nvSpPr>
        <p:spPr>
          <a:xfrm>
            <a:off x="9959616" y="5581957"/>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48" name="直接连接符 47">
            <a:extLst>
              <a:ext uri="{FF2B5EF4-FFF2-40B4-BE49-F238E27FC236}">
                <a16:creationId xmlns:a16="http://schemas.microsoft.com/office/drawing/2014/main" id="{5E74029E-9AAE-4CF4-BF2D-E09C55B6513B}"/>
              </a:ext>
            </a:extLst>
          </p:cNvPr>
          <p:cNvCxnSpPr>
            <a:cxnSpLocks/>
          </p:cNvCxnSpPr>
          <p:nvPr/>
        </p:nvCxnSpPr>
        <p:spPr>
          <a:xfrm>
            <a:off x="2099393" y="2696606"/>
            <a:ext cx="304757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47D839F-10E5-41A5-9651-79E46F93939C}"/>
              </a:ext>
            </a:extLst>
          </p:cNvPr>
          <p:cNvCxnSpPr>
            <a:cxnSpLocks/>
            <a:stCxn id="35" idx="4"/>
            <a:endCxn id="46" idx="0"/>
          </p:cNvCxnSpPr>
          <p:nvPr/>
        </p:nvCxnSpPr>
        <p:spPr>
          <a:xfrm flipH="1">
            <a:off x="10384558" y="5374603"/>
            <a:ext cx="79146" cy="801969"/>
          </a:xfrm>
          <a:prstGeom prst="line">
            <a:avLst/>
          </a:prstGeom>
          <a:ln w="19050">
            <a:solidFill>
              <a:schemeClr val="accent2"/>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763A9087-44E8-4483-A8A7-E8E08DDFE166}"/>
              </a:ext>
            </a:extLst>
          </p:cNvPr>
          <p:cNvCxnSpPr>
            <a:cxnSpLocks/>
          </p:cNvCxnSpPr>
          <p:nvPr/>
        </p:nvCxnSpPr>
        <p:spPr>
          <a:xfrm>
            <a:off x="2099393" y="2973696"/>
            <a:ext cx="272891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AE5FB09-D9D8-4BDB-8698-DB1A44853112}"/>
              </a:ext>
            </a:extLst>
          </p:cNvPr>
          <p:cNvCxnSpPr>
            <a:cxnSpLocks/>
          </p:cNvCxnSpPr>
          <p:nvPr/>
        </p:nvCxnSpPr>
        <p:spPr>
          <a:xfrm>
            <a:off x="2099393" y="3243860"/>
            <a:ext cx="713564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54C1D0F7-2AE5-4537-88A0-776E4C320436}"/>
              </a:ext>
            </a:extLst>
          </p:cNvPr>
          <p:cNvCxnSpPr>
            <a:cxnSpLocks/>
          </p:cNvCxnSpPr>
          <p:nvPr/>
        </p:nvCxnSpPr>
        <p:spPr>
          <a:xfrm>
            <a:off x="2132297" y="3786353"/>
            <a:ext cx="5182903"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D42D5616-DEB6-4988-AA4C-FCFD1D5FEBB1}"/>
              </a:ext>
            </a:extLst>
          </p:cNvPr>
          <p:cNvSpPr txBox="1"/>
          <p:nvPr/>
        </p:nvSpPr>
        <p:spPr>
          <a:xfrm>
            <a:off x="9602956" y="6156880"/>
            <a:ext cx="230832" cy="276999"/>
          </a:xfrm>
          <a:prstGeom prst="rect">
            <a:avLst/>
          </a:prstGeom>
          <a:solidFill>
            <a:schemeClr val="tx1"/>
          </a:solidFill>
        </p:spPr>
        <p:txBody>
          <a:bodyPr wrap="none" lIns="0" tIns="0" rIns="0" bIns="0" rtlCol="0">
            <a:spAutoFit/>
          </a:bodyPr>
          <a:lstStyle/>
          <a:p>
            <a:r>
              <a:rPr lang="en-US" altLang="zh-CN" b="1" dirty="0">
                <a:solidFill>
                  <a:srgbClr val="FFFA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rgbClr val="FFFA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62" name="直接连接符 61">
            <a:extLst>
              <a:ext uri="{FF2B5EF4-FFF2-40B4-BE49-F238E27FC236}">
                <a16:creationId xmlns:a16="http://schemas.microsoft.com/office/drawing/2014/main" id="{663A3D79-D8F9-4974-8992-DEEED2663CD8}"/>
              </a:ext>
            </a:extLst>
          </p:cNvPr>
          <p:cNvCxnSpPr>
            <a:cxnSpLocks/>
          </p:cNvCxnSpPr>
          <p:nvPr/>
        </p:nvCxnSpPr>
        <p:spPr>
          <a:xfrm>
            <a:off x="2123940" y="4058328"/>
            <a:ext cx="523910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D48504FD-5254-45A0-A526-554289687F05}"/>
              </a:ext>
            </a:extLst>
          </p:cNvPr>
          <p:cNvCxnSpPr>
            <a:cxnSpLocks/>
          </p:cNvCxnSpPr>
          <p:nvPr/>
        </p:nvCxnSpPr>
        <p:spPr>
          <a:xfrm flipH="1">
            <a:off x="10216905" y="5278963"/>
            <a:ext cx="211288" cy="464148"/>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46" name="矩形: 圆角 45">
            <a:extLst>
              <a:ext uri="{FF2B5EF4-FFF2-40B4-BE49-F238E27FC236}">
                <a16:creationId xmlns:a16="http://schemas.microsoft.com/office/drawing/2014/main" id="{AAA4038A-2D47-4FAD-85D9-AC2B41F2BA29}"/>
              </a:ext>
            </a:extLst>
          </p:cNvPr>
          <p:cNvSpPr/>
          <p:nvPr/>
        </p:nvSpPr>
        <p:spPr>
          <a:xfrm>
            <a:off x="10186557" y="6176572"/>
            <a:ext cx="396001" cy="26161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NIL</a:t>
            </a:r>
            <a:endPar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5" name="椭圆 34">
            <a:extLst>
              <a:ext uri="{FF2B5EF4-FFF2-40B4-BE49-F238E27FC236}">
                <a16:creationId xmlns:a16="http://schemas.microsoft.com/office/drawing/2014/main" id="{01A54ED8-F6F5-4786-B6DA-AD20DA7A6EB5}"/>
              </a:ext>
            </a:extLst>
          </p:cNvPr>
          <p:cNvSpPr/>
          <p:nvPr/>
        </p:nvSpPr>
        <p:spPr>
          <a:xfrm>
            <a:off x="10267266" y="4976280"/>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9EFAE03F-E7B2-4FC4-37C6-1CD938896201}"/>
              </a:ext>
            </a:extLst>
          </p:cNvPr>
          <p:cNvSpPr txBox="1"/>
          <p:nvPr/>
        </p:nvSpPr>
        <p:spPr>
          <a:xfrm>
            <a:off x="689084" y="5526774"/>
            <a:ext cx="5884944" cy="830997"/>
          </a:xfrm>
          <a:prstGeom prst="rect">
            <a:avLst/>
          </a:prstGeom>
          <a:noFill/>
        </p:spPr>
        <p:txBody>
          <a:bodyPr wrap="none" rtlCol="0">
            <a:spAutoFit/>
          </a:bodyPr>
          <a:lstStyle/>
          <a:p>
            <a:pPr algn="ctr"/>
            <a:r>
              <a:rPr lang="zh-CN" altLang="en-US" sz="2400" b="1" dirty="0">
                <a:solidFill>
                  <a:schemeClr val="accent5">
                    <a:lumMod val="75000"/>
                  </a:schemeClr>
                </a:solidFill>
              </a:rPr>
              <a:t>课外在</a:t>
            </a:r>
            <a:r>
              <a:rPr lang="en-US" altLang="zh-CN" sz="2400" b="1" dirty="0" err="1">
                <a:solidFill>
                  <a:schemeClr val="accent5">
                    <a:lumMod val="75000"/>
                  </a:schemeClr>
                </a:solidFill>
              </a:rPr>
              <a:t>AnyviewC</a:t>
            </a:r>
            <a:r>
              <a:rPr lang="zh-CN" altLang="en-US" sz="2400" b="1" dirty="0">
                <a:solidFill>
                  <a:schemeClr val="accent5">
                    <a:lumMod val="75000"/>
                  </a:schemeClr>
                </a:solidFill>
              </a:rPr>
              <a:t>可视跟踪观察算法过程中</a:t>
            </a:r>
            <a:endParaRPr lang="en-US" altLang="zh-CN" sz="2400" b="1" dirty="0">
              <a:solidFill>
                <a:schemeClr val="accent5">
                  <a:lumMod val="75000"/>
                </a:schemeClr>
              </a:solidFill>
            </a:endParaRPr>
          </a:p>
          <a:p>
            <a:pPr algn="ctr"/>
            <a:r>
              <a:rPr lang="zh-CN" altLang="en-US" sz="2400" b="1" dirty="0">
                <a:solidFill>
                  <a:schemeClr val="accent5">
                    <a:lumMod val="75000"/>
                  </a:schemeClr>
                </a:solidFill>
              </a:rPr>
              <a:t>红黑树的形态变化</a:t>
            </a:r>
          </a:p>
        </p:txBody>
      </p:sp>
    </p:spTree>
    <p:extLst>
      <p:ext uri="{BB962C8B-B14F-4D97-AF65-F5344CB8AC3E}">
        <p14:creationId xmlns:p14="http://schemas.microsoft.com/office/powerpoint/2010/main" val="335750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xit" presetSubtype="0" fill="hold" nodeType="afterEffect">
                                  <p:stCondLst>
                                    <p:cond delay="0"/>
                                  </p:stCondLst>
                                  <p:childTnLst>
                                    <p:animEffect transition="out" filter="fade">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childTnLst>
                          </p:cTn>
                        </p:par>
                        <p:par>
                          <p:cTn id="14" fill="hold">
                            <p:stCondLst>
                              <p:cond delay="1500"/>
                            </p:stCondLst>
                            <p:childTnLst>
                              <p:par>
                                <p:cTn id="15" presetID="22" presetClass="exit" presetSubtype="1" fill="hold" nodeType="afterEffect">
                                  <p:stCondLst>
                                    <p:cond delay="0"/>
                                  </p:stCondLst>
                                  <p:childTnLst>
                                    <p:animEffect transition="out" filter="wipe(up)">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par>
                          <p:cTn id="18" fill="hold">
                            <p:stCondLst>
                              <p:cond delay="2000"/>
                            </p:stCondLst>
                            <p:childTnLst>
                              <p:par>
                                <p:cTn id="19" presetID="22" presetClass="entr" presetSubtype="8" fill="hold" nodeType="after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left)">
                                      <p:cBhvr>
                                        <p:cTn id="21" dur="1000"/>
                                        <p:tgtEl>
                                          <p:spTgt spid="39"/>
                                        </p:tgtEl>
                                      </p:cBhvr>
                                    </p:animEffect>
                                  </p:childTnLst>
                                </p:cTn>
                              </p:par>
                            </p:childTnLst>
                          </p:cTn>
                        </p:par>
                      </p:childTnLst>
                    </p:cTn>
                  </p:par>
                  <p:par>
                    <p:cTn id="22" fill="hold">
                      <p:stCondLst>
                        <p:cond delay="indefinite"/>
                      </p:stCondLst>
                      <p:childTnLst>
                        <p:par>
                          <p:cTn id="23" fill="hold">
                            <p:stCondLst>
                              <p:cond delay="0"/>
                            </p:stCondLst>
                            <p:childTnLst>
                              <p:par>
                                <p:cTn id="24" presetID="32" presetClass="emph" presetSubtype="0" fill="hold" nodeType="clickEffect">
                                  <p:stCondLst>
                                    <p:cond delay="0"/>
                                  </p:stCondLst>
                                  <p:childTnLst>
                                    <p:animRot by="120000">
                                      <p:cBhvr>
                                        <p:cTn id="25" dur="100" fill="hold">
                                          <p:stCondLst>
                                            <p:cond delay="0"/>
                                          </p:stCondLst>
                                        </p:cTn>
                                        <p:tgtEl>
                                          <p:spTgt spid="39"/>
                                        </p:tgtEl>
                                        <p:attrNameLst>
                                          <p:attrName>r</p:attrName>
                                        </p:attrNameLst>
                                      </p:cBhvr>
                                    </p:animRot>
                                    <p:animRot by="-240000">
                                      <p:cBhvr>
                                        <p:cTn id="26" dur="200" fill="hold">
                                          <p:stCondLst>
                                            <p:cond delay="200"/>
                                          </p:stCondLst>
                                        </p:cTn>
                                        <p:tgtEl>
                                          <p:spTgt spid="39"/>
                                        </p:tgtEl>
                                        <p:attrNameLst>
                                          <p:attrName>r</p:attrName>
                                        </p:attrNameLst>
                                      </p:cBhvr>
                                    </p:animRot>
                                    <p:animRot by="240000">
                                      <p:cBhvr>
                                        <p:cTn id="27" dur="200" fill="hold">
                                          <p:stCondLst>
                                            <p:cond delay="400"/>
                                          </p:stCondLst>
                                        </p:cTn>
                                        <p:tgtEl>
                                          <p:spTgt spid="39"/>
                                        </p:tgtEl>
                                        <p:attrNameLst>
                                          <p:attrName>r</p:attrName>
                                        </p:attrNameLst>
                                      </p:cBhvr>
                                    </p:animRot>
                                    <p:animRot by="-240000">
                                      <p:cBhvr>
                                        <p:cTn id="28" dur="200" fill="hold">
                                          <p:stCondLst>
                                            <p:cond delay="600"/>
                                          </p:stCondLst>
                                        </p:cTn>
                                        <p:tgtEl>
                                          <p:spTgt spid="39"/>
                                        </p:tgtEl>
                                        <p:attrNameLst>
                                          <p:attrName>r</p:attrName>
                                        </p:attrNameLst>
                                      </p:cBhvr>
                                    </p:animRot>
                                    <p:animRot by="120000">
                                      <p:cBhvr>
                                        <p:cTn id="29" dur="200" fill="hold">
                                          <p:stCondLst>
                                            <p:cond delay="800"/>
                                          </p:stCondLst>
                                        </p:cTn>
                                        <p:tgtEl>
                                          <p:spTgt spid="39"/>
                                        </p:tgtEl>
                                        <p:attrNameLst>
                                          <p:attrName>r</p:attrName>
                                        </p:attrNameLst>
                                      </p:cBhvr>
                                    </p:animRot>
                                  </p:childTnLst>
                                </p:cTn>
                              </p:par>
                            </p:childTnLst>
                          </p:cTn>
                        </p:par>
                        <p:par>
                          <p:cTn id="30" fill="hold">
                            <p:stCondLst>
                              <p:cond delay="1000"/>
                            </p:stCondLst>
                            <p:childTnLst>
                              <p:par>
                                <p:cTn id="31" presetID="22" presetClass="exit" presetSubtype="1" fill="hold" nodeType="afterEffect">
                                  <p:stCondLst>
                                    <p:cond delay="0"/>
                                  </p:stCondLst>
                                  <p:childTnLst>
                                    <p:animEffect transition="out" filter="wipe(up)">
                                      <p:cBhvr>
                                        <p:cTn id="32" dur="500"/>
                                        <p:tgtEl>
                                          <p:spTgt spid="39"/>
                                        </p:tgtEl>
                                      </p:cBhvr>
                                    </p:animEffect>
                                    <p:set>
                                      <p:cBhvr>
                                        <p:cTn id="33" dur="1" fill="hold">
                                          <p:stCondLst>
                                            <p:cond delay="499"/>
                                          </p:stCondLst>
                                        </p:cTn>
                                        <p:tgtEl>
                                          <p:spTgt spid="39"/>
                                        </p:tgtEl>
                                        <p:attrNameLst>
                                          <p:attrName>style.visibility</p:attrName>
                                        </p:attrNameLst>
                                      </p:cBhvr>
                                      <p:to>
                                        <p:strVal val="hidden"/>
                                      </p:to>
                                    </p:se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ipe(left)">
                                      <p:cBhvr>
                                        <p:cTn id="37" dur="1000"/>
                                        <p:tgtEl>
                                          <p:spTgt spid="41"/>
                                        </p:tgtEl>
                                      </p:cBhvr>
                                    </p:animEffect>
                                  </p:childTnLst>
                                </p:cTn>
                              </p:par>
                            </p:childTnLst>
                          </p:cTn>
                        </p:par>
                        <p:par>
                          <p:cTn id="38" fill="hold">
                            <p:stCondLst>
                              <p:cond delay="2500"/>
                            </p:stCondLst>
                            <p:childTnLst>
                              <p:par>
                                <p:cTn id="39" presetID="22" presetClass="exit" presetSubtype="1" fill="hold" nodeType="afterEffect">
                                  <p:stCondLst>
                                    <p:cond delay="0"/>
                                  </p:stCondLst>
                                  <p:childTnLst>
                                    <p:animEffect transition="out" filter="wipe(up)">
                                      <p:cBhvr>
                                        <p:cTn id="40" dur="500"/>
                                        <p:tgtEl>
                                          <p:spTgt spid="41"/>
                                        </p:tgtEl>
                                      </p:cBhvr>
                                    </p:animEffect>
                                    <p:set>
                                      <p:cBhvr>
                                        <p:cTn id="41" dur="1" fill="hold">
                                          <p:stCondLst>
                                            <p:cond delay="499"/>
                                          </p:stCondLst>
                                        </p:cTn>
                                        <p:tgtEl>
                                          <p:spTgt spid="41"/>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wipe(up)">
                                      <p:cBhvr>
                                        <p:cTn id="46" dur="1000"/>
                                        <p:tgtEl>
                                          <p:spTgt spid="47"/>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wipe(up)">
                                      <p:cBhvr>
                                        <p:cTn id="49" dur="1000"/>
                                        <p:tgtEl>
                                          <p:spTgt spid="46"/>
                                        </p:tgtEl>
                                      </p:cBhvr>
                                    </p:animEffect>
                                  </p:childTnLst>
                                </p:cTn>
                              </p:par>
                              <p:par>
                                <p:cTn id="50" presetID="47" presetClass="entr" presetSubtype="0" fill="hold"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1000"/>
                                        <p:tgtEl>
                                          <p:spTgt spid="43"/>
                                        </p:tgtEl>
                                      </p:cBhvr>
                                    </p:animEffect>
                                    <p:anim calcmode="lin" valueType="num">
                                      <p:cBhvr>
                                        <p:cTn id="53" dur="1000" fill="hold"/>
                                        <p:tgtEl>
                                          <p:spTgt spid="43"/>
                                        </p:tgtEl>
                                        <p:attrNameLst>
                                          <p:attrName>ppt_x</p:attrName>
                                        </p:attrNameLst>
                                      </p:cBhvr>
                                      <p:tavLst>
                                        <p:tav tm="0">
                                          <p:val>
                                            <p:strVal val="#ppt_x"/>
                                          </p:val>
                                        </p:tav>
                                        <p:tav tm="100000">
                                          <p:val>
                                            <p:strVal val="#ppt_x"/>
                                          </p:val>
                                        </p:tav>
                                      </p:tavLst>
                                    </p:anim>
                                    <p:anim calcmode="lin" valueType="num">
                                      <p:cBhvr>
                                        <p:cTn id="54" dur="1000" fill="hold"/>
                                        <p:tgtEl>
                                          <p:spTgt spid="43"/>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wipe(left)">
                                      <p:cBhvr>
                                        <p:cTn id="58" dur="1000"/>
                                        <p:tgtEl>
                                          <p:spTgt spid="4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500"/>
                                        <p:tgtEl>
                                          <p:spTgt spid="47"/>
                                        </p:tgtEl>
                                      </p:cBhvr>
                                    </p:animEffect>
                                    <p:set>
                                      <p:cBhvr>
                                        <p:cTn id="63" dur="1" fill="hold">
                                          <p:stCondLst>
                                            <p:cond delay="499"/>
                                          </p:stCondLst>
                                        </p:cTn>
                                        <p:tgtEl>
                                          <p:spTgt spid="47"/>
                                        </p:tgtEl>
                                        <p:attrNameLst>
                                          <p:attrName>style.visibility</p:attrName>
                                        </p:attrNameLst>
                                      </p:cBhvr>
                                      <p:to>
                                        <p:strVal val="hidden"/>
                                      </p:to>
                                    </p:set>
                                  </p:childTnLst>
                                </p:cTn>
                              </p:par>
                              <p:par>
                                <p:cTn id="64" presetID="22" presetClass="entr" presetSubtype="4" fill="hold"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wipe(down)">
                                      <p:cBhvr>
                                        <p:cTn id="66" dur="1000"/>
                                        <p:tgtEl>
                                          <p:spTgt spid="50"/>
                                        </p:tgtEl>
                                      </p:cBhvr>
                                    </p:animEffect>
                                  </p:childTnLst>
                                </p:cTn>
                              </p:par>
                            </p:childTnLst>
                          </p:cTn>
                        </p:par>
                        <p:par>
                          <p:cTn id="67" fill="hold">
                            <p:stCondLst>
                              <p:cond delay="1000"/>
                            </p:stCondLst>
                            <p:childTnLst>
                              <p:par>
                                <p:cTn id="68" presetID="22" presetClass="exit" presetSubtype="1" fill="hold" nodeType="afterEffect">
                                  <p:stCondLst>
                                    <p:cond delay="0"/>
                                  </p:stCondLst>
                                  <p:childTnLst>
                                    <p:animEffect transition="out" filter="wipe(up)">
                                      <p:cBhvr>
                                        <p:cTn id="69" dur="500"/>
                                        <p:tgtEl>
                                          <p:spTgt spid="48"/>
                                        </p:tgtEl>
                                      </p:cBhvr>
                                    </p:animEffect>
                                    <p:set>
                                      <p:cBhvr>
                                        <p:cTn id="70" dur="1" fill="hold">
                                          <p:stCondLst>
                                            <p:cond delay="499"/>
                                          </p:stCondLst>
                                        </p:cTn>
                                        <p:tgtEl>
                                          <p:spTgt spid="48"/>
                                        </p:tgtEl>
                                        <p:attrNameLst>
                                          <p:attrName>style.visibility</p:attrName>
                                        </p:attrNameLst>
                                      </p:cBhvr>
                                      <p:to>
                                        <p:strVal val="hidden"/>
                                      </p:to>
                                    </p:set>
                                  </p:childTnLst>
                                </p:cTn>
                              </p:par>
                            </p:childTnLst>
                          </p:cTn>
                        </p:par>
                        <p:par>
                          <p:cTn id="71" fill="hold">
                            <p:stCondLst>
                              <p:cond delay="1500"/>
                            </p:stCondLst>
                            <p:childTnLst>
                              <p:par>
                                <p:cTn id="72" presetID="22" presetClass="entr" presetSubtype="8" fill="hold" nodeType="after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wipe(left)">
                                      <p:cBhvr>
                                        <p:cTn id="74" dur="1000"/>
                                        <p:tgtEl>
                                          <p:spTgt spid="53"/>
                                        </p:tgtEl>
                                      </p:cBhvr>
                                    </p:animEffect>
                                  </p:childTnLst>
                                </p:cTn>
                              </p:par>
                            </p:childTnLst>
                          </p:cTn>
                        </p:par>
                      </p:childTnLst>
                    </p:cTn>
                  </p:par>
                  <p:par>
                    <p:cTn id="75" fill="hold">
                      <p:stCondLst>
                        <p:cond delay="indefinite"/>
                      </p:stCondLst>
                      <p:childTnLst>
                        <p:par>
                          <p:cTn id="76" fill="hold">
                            <p:stCondLst>
                              <p:cond delay="0"/>
                            </p:stCondLst>
                            <p:childTnLst>
                              <p:par>
                                <p:cTn id="77" presetID="32" presetClass="emph" presetSubtype="0" fill="hold" nodeType="clickEffect">
                                  <p:stCondLst>
                                    <p:cond delay="0"/>
                                  </p:stCondLst>
                                  <p:childTnLst>
                                    <p:animRot by="120000">
                                      <p:cBhvr>
                                        <p:cTn id="78" dur="100" fill="hold">
                                          <p:stCondLst>
                                            <p:cond delay="0"/>
                                          </p:stCondLst>
                                        </p:cTn>
                                        <p:tgtEl>
                                          <p:spTgt spid="53"/>
                                        </p:tgtEl>
                                        <p:attrNameLst>
                                          <p:attrName>r</p:attrName>
                                        </p:attrNameLst>
                                      </p:cBhvr>
                                    </p:animRot>
                                    <p:animRot by="-240000">
                                      <p:cBhvr>
                                        <p:cTn id="79" dur="200" fill="hold">
                                          <p:stCondLst>
                                            <p:cond delay="200"/>
                                          </p:stCondLst>
                                        </p:cTn>
                                        <p:tgtEl>
                                          <p:spTgt spid="53"/>
                                        </p:tgtEl>
                                        <p:attrNameLst>
                                          <p:attrName>r</p:attrName>
                                        </p:attrNameLst>
                                      </p:cBhvr>
                                    </p:animRot>
                                    <p:animRot by="240000">
                                      <p:cBhvr>
                                        <p:cTn id="80" dur="200" fill="hold">
                                          <p:stCondLst>
                                            <p:cond delay="400"/>
                                          </p:stCondLst>
                                        </p:cTn>
                                        <p:tgtEl>
                                          <p:spTgt spid="53"/>
                                        </p:tgtEl>
                                        <p:attrNameLst>
                                          <p:attrName>r</p:attrName>
                                        </p:attrNameLst>
                                      </p:cBhvr>
                                    </p:animRot>
                                    <p:animRot by="-240000">
                                      <p:cBhvr>
                                        <p:cTn id="81" dur="200" fill="hold">
                                          <p:stCondLst>
                                            <p:cond delay="600"/>
                                          </p:stCondLst>
                                        </p:cTn>
                                        <p:tgtEl>
                                          <p:spTgt spid="53"/>
                                        </p:tgtEl>
                                        <p:attrNameLst>
                                          <p:attrName>r</p:attrName>
                                        </p:attrNameLst>
                                      </p:cBhvr>
                                    </p:animRot>
                                    <p:animRot by="120000">
                                      <p:cBhvr>
                                        <p:cTn id="82" dur="200" fill="hold">
                                          <p:stCondLst>
                                            <p:cond delay="800"/>
                                          </p:stCondLst>
                                        </p:cTn>
                                        <p:tgtEl>
                                          <p:spTgt spid="53"/>
                                        </p:tgtEl>
                                        <p:attrNameLst>
                                          <p:attrName>r</p:attrName>
                                        </p:attrNameLst>
                                      </p:cBhvr>
                                    </p:animRot>
                                  </p:childTnLst>
                                </p:cTn>
                              </p:par>
                            </p:childTnLst>
                          </p:cTn>
                        </p:par>
                        <p:par>
                          <p:cTn id="83" fill="hold">
                            <p:stCondLst>
                              <p:cond delay="1000"/>
                            </p:stCondLst>
                            <p:childTnLst>
                              <p:par>
                                <p:cTn id="84" presetID="22" presetClass="exit" presetSubtype="1" fill="hold" nodeType="afterEffect">
                                  <p:stCondLst>
                                    <p:cond delay="0"/>
                                  </p:stCondLst>
                                  <p:childTnLst>
                                    <p:animEffect transition="out" filter="wipe(up)">
                                      <p:cBhvr>
                                        <p:cTn id="85" dur="500"/>
                                        <p:tgtEl>
                                          <p:spTgt spid="53"/>
                                        </p:tgtEl>
                                      </p:cBhvr>
                                    </p:animEffect>
                                    <p:set>
                                      <p:cBhvr>
                                        <p:cTn id="86" dur="1" fill="hold">
                                          <p:stCondLst>
                                            <p:cond delay="499"/>
                                          </p:stCondLst>
                                        </p:cTn>
                                        <p:tgtEl>
                                          <p:spTgt spid="53"/>
                                        </p:tgtEl>
                                        <p:attrNameLst>
                                          <p:attrName>style.visibility</p:attrName>
                                        </p:attrNameLst>
                                      </p:cBhvr>
                                      <p:to>
                                        <p:strVal val="hidden"/>
                                      </p:to>
                                    </p:set>
                                  </p:childTnLst>
                                </p:cTn>
                              </p:par>
                            </p:childTnLst>
                          </p:cTn>
                        </p:par>
                        <p:par>
                          <p:cTn id="87" fill="hold">
                            <p:stCondLst>
                              <p:cond delay="1500"/>
                            </p:stCondLst>
                            <p:childTnLst>
                              <p:par>
                                <p:cTn id="88" presetID="22" presetClass="entr" presetSubtype="8" fill="hold" nodeType="afterEffect">
                                  <p:stCondLst>
                                    <p:cond delay="0"/>
                                  </p:stCondLst>
                                  <p:childTnLst>
                                    <p:set>
                                      <p:cBhvr>
                                        <p:cTn id="89" dur="1" fill="hold">
                                          <p:stCondLst>
                                            <p:cond delay="0"/>
                                          </p:stCondLst>
                                        </p:cTn>
                                        <p:tgtEl>
                                          <p:spTgt spid="55"/>
                                        </p:tgtEl>
                                        <p:attrNameLst>
                                          <p:attrName>style.visibility</p:attrName>
                                        </p:attrNameLst>
                                      </p:cBhvr>
                                      <p:to>
                                        <p:strVal val="visible"/>
                                      </p:to>
                                    </p:set>
                                    <p:animEffect transition="in" filter="wipe(left)">
                                      <p:cBhvr>
                                        <p:cTn id="90" dur="1000"/>
                                        <p:tgtEl>
                                          <p:spTgt spid="55"/>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nodeType="clickEffect">
                                  <p:stCondLst>
                                    <p:cond delay="0"/>
                                  </p:stCondLst>
                                  <p:childTnLst>
                                    <p:set>
                                      <p:cBhvr>
                                        <p:cTn id="94" dur="1" fill="hold">
                                          <p:stCondLst>
                                            <p:cond delay="0"/>
                                          </p:stCondLst>
                                        </p:cTn>
                                        <p:tgtEl>
                                          <p:spTgt spid="64"/>
                                        </p:tgtEl>
                                        <p:attrNameLst>
                                          <p:attrName>style.visibility</p:attrName>
                                        </p:attrNameLst>
                                      </p:cBhvr>
                                      <p:to>
                                        <p:strVal val="visible"/>
                                      </p:to>
                                    </p:set>
                                    <p:animEffect transition="in" filter="wipe(up)">
                                      <p:cBhvr>
                                        <p:cTn id="95" dur="1000"/>
                                        <p:tgtEl>
                                          <p:spTgt spid="64"/>
                                        </p:tgtEl>
                                      </p:cBhvr>
                                    </p:animEffect>
                                  </p:childTnLst>
                                </p:cTn>
                              </p:par>
                              <p:par>
                                <p:cTn id="96" presetID="64" presetClass="path" presetSubtype="0" accel="50000" decel="50000" fill="hold" grpId="1" nodeType="withEffect">
                                  <p:stCondLst>
                                    <p:cond delay="0"/>
                                  </p:stCondLst>
                                  <p:childTnLst>
                                    <p:animMotion origin="layout" path="M -2.70833E-6 4.07407E-6 L -0.01875 -0.07709 " pathEditMode="relative" rAng="0" ptsTypes="AA">
                                      <p:cBhvr>
                                        <p:cTn id="97" dur="2000" fill="hold"/>
                                        <p:tgtEl>
                                          <p:spTgt spid="46"/>
                                        </p:tgtEl>
                                        <p:attrNameLst>
                                          <p:attrName>ppt_x</p:attrName>
                                          <p:attrName>ppt_y</p:attrName>
                                        </p:attrNameLst>
                                      </p:cBhvr>
                                      <p:rCtr x="-951" y="-3704"/>
                                    </p:animMotion>
                                  </p:childTnLst>
                                </p:cTn>
                              </p:par>
                              <p:par>
                                <p:cTn id="98" presetID="64" presetClass="path" presetSubtype="0" accel="50000" decel="50000" fill="hold" nodeType="withEffect">
                                  <p:stCondLst>
                                    <p:cond delay="0"/>
                                  </p:stCondLst>
                                  <p:childTnLst>
                                    <p:animMotion origin="layout" path="M 1.875E-6 7.40741E-7 L -0.01823 -0.07407 " pathEditMode="relative" rAng="0" ptsTypes="AA">
                                      <p:cBhvr>
                                        <p:cTn id="99" dur="1000" fill="hold"/>
                                        <p:tgtEl>
                                          <p:spTgt spid="43"/>
                                        </p:tgtEl>
                                        <p:attrNameLst>
                                          <p:attrName>ppt_x</p:attrName>
                                          <p:attrName>ppt_y</p:attrName>
                                        </p:attrNameLst>
                                      </p:cBhvr>
                                      <p:rCtr x="-911" y="-3704"/>
                                    </p:animMotion>
                                  </p:childTnLst>
                                </p:cTn>
                              </p:par>
                              <p:par>
                                <p:cTn id="100" presetID="22" presetClass="exit" presetSubtype="4" fill="hold" nodeType="withEffect">
                                  <p:stCondLst>
                                    <p:cond delay="0"/>
                                  </p:stCondLst>
                                  <p:childTnLst>
                                    <p:animEffect transition="out" filter="wipe(down)">
                                      <p:cBhvr>
                                        <p:cTn id="101" dur="500"/>
                                        <p:tgtEl>
                                          <p:spTgt spid="29"/>
                                        </p:tgtEl>
                                      </p:cBhvr>
                                    </p:animEffect>
                                    <p:set>
                                      <p:cBhvr>
                                        <p:cTn id="102" dur="1" fill="hold">
                                          <p:stCondLst>
                                            <p:cond delay="499"/>
                                          </p:stCondLst>
                                        </p:cTn>
                                        <p:tgtEl>
                                          <p:spTgt spid="29"/>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500"/>
                                        <p:tgtEl>
                                          <p:spTgt spid="50"/>
                                        </p:tgtEl>
                                      </p:cBhvr>
                                    </p:animEffect>
                                    <p:set>
                                      <p:cBhvr>
                                        <p:cTn id="105" dur="1" fill="hold">
                                          <p:stCondLst>
                                            <p:cond delay="499"/>
                                          </p:stCondLst>
                                        </p:cTn>
                                        <p:tgtEl>
                                          <p:spTgt spid="50"/>
                                        </p:tgtEl>
                                        <p:attrNameLst>
                                          <p:attrName>style.visibility</p:attrName>
                                        </p:attrNameLst>
                                      </p:cBhvr>
                                      <p:to>
                                        <p:strVal val="hidden"/>
                                      </p:to>
                                    </p:set>
                                  </p:childTnLst>
                                </p:cTn>
                              </p:par>
                              <p:par>
                                <p:cTn id="106" presetID="42" presetClass="path" presetSubtype="0" accel="50000" decel="50000" fill="hold" nodeType="withEffect">
                                  <p:stCondLst>
                                    <p:cond delay="0"/>
                                  </p:stCondLst>
                                  <p:childTnLst>
                                    <p:animMotion origin="layout" path="M -6.25E-7 -2.22222E-6 L -0.03568 0.0757 " pathEditMode="relative" rAng="0" ptsTypes="AA">
                                      <p:cBhvr>
                                        <p:cTn id="107" dur="2000" fill="hold"/>
                                        <p:tgtEl>
                                          <p:spTgt spid="25"/>
                                        </p:tgtEl>
                                        <p:attrNameLst>
                                          <p:attrName>ppt_x</p:attrName>
                                          <p:attrName>ppt_y</p:attrName>
                                        </p:attrNameLst>
                                      </p:cBhvr>
                                      <p:rCtr x="-1784" y="3773"/>
                                    </p:animMotion>
                                  </p:childTnLst>
                                </p:cTn>
                              </p:par>
                              <p:par>
                                <p:cTn id="108" presetID="42" presetClass="path" presetSubtype="0" accel="50000" decel="50000" fill="hold" grpId="0" nodeType="withEffect">
                                  <p:stCondLst>
                                    <p:cond delay="0"/>
                                  </p:stCondLst>
                                  <p:childTnLst>
                                    <p:animMotion origin="layout" path="M -2.70833E-6 -4.07407E-6 L -0.03698 0.08102 " pathEditMode="relative" rAng="0" ptsTypes="AA">
                                      <p:cBhvr>
                                        <p:cTn id="109" dur="2000" fill="hold"/>
                                        <p:tgtEl>
                                          <p:spTgt spid="34"/>
                                        </p:tgtEl>
                                        <p:attrNameLst>
                                          <p:attrName>ppt_x</p:attrName>
                                          <p:attrName>ppt_y</p:attrName>
                                        </p:attrNameLst>
                                      </p:cBhvr>
                                      <p:rCtr x="-1849" y="4051"/>
                                    </p:animMotion>
                                  </p:childTnLst>
                                </p:cTn>
                              </p:par>
                            </p:childTnLst>
                          </p:cTn>
                        </p:par>
                        <p:par>
                          <p:cTn id="110" fill="hold">
                            <p:stCondLst>
                              <p:cond delay="2000"/>
                            </p:stCondLst>
                            <p:childTnLst>
                              <p:par>
                                <p:cTn id="111" presetID="22" presetClass="exit" presetSubtype="1" fill="hold" nodeType="afterEffect">
                                  <p:stCondLst>
                                    <p:cond delay="0"/>
                                  </p:stCondLst>
                                  <p:childTnLst>
                                    <p:animEffect transition="out" filter="wipe(up)">
                                      <p:cBhvr>
                                        <p:cTn id="112" dur="500"/>
                                        <p:tgtEl>
                                          <p:spTgt spid="55"/>
                                        </p:tgtEl>
                                      </p:cBhvr>
                                    </p:animEffect>
                                    <p:set>
                                      <p:cBhvr>
                                        <p:cTn id="113" dur="1" fill="hold">
                                          <p:stCondLst>
                                            <p:cond delay="499"/>
                                          </p:stCondLst>
                                        </p:cTn>
                                        <p:tgtEl>
                                          <p:spTgt spid="55"/>
                                        </p:tgtEl>
                                        <p:attrNameLst>
                                          <p:attrName>style.visibility</p:attrName>
                                        </p:attrNameLst>
                                      </p:cBhvr>
                                      <p:to>
                                        <p:strVal val="hidden"/>
                                      </p:to>
                                    </p:set>
                                  </p:childTnLst>
                                </p:cTn>
                              </p:par>
                            </p:childTnLst>
                          </p:cTn>
                        </p:par>
                        <p:par>
                          <p:cTn id="114" fill="hold">
                            <p:stCondLst>
                              <p:cond delay="2500"/>
                            </p:stCondLst>
                            <p:childTnLst>
                              <p:par>
                                <p:cTn id="115" presetID="22" presetClass="entr" presetSubtype="8" fill="hold" nodeType="after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wipe(left)">
                                      <p:cBhvr>
                                        <p:cTn id="117" dur="1000"/>
                                        <p:tgtEl>
                                          <p:spTgt spid="57"/>
                                        </p:tgtEl>
                                      </p:cBhvr>
                                    </p:animEffec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60"/>
                                        </p:tgtEl>
                                        <p:attrNameLst>
                                          <p:attrName>style.visibility</p:attrName>
                                        </p:attrNameLst>
                                      </p:cBhvr>
                                      <p:to>
                                        <p:strVal val="visible"/>
                                      </p:to>
                                    </p:set>
                                  </p:childTnLst>
                                </p:cTn>
                              </p:par>
                              <p:par>
                                <p:cTn id="122" presetID="64" presetClass="path" presetSubtype="0" accel="50000" decel="50000" fill="hold" grpId="1" nodeType="withEffect">
                                  <p:stCondLst>
                                    <p:cond delay="0"/>
                                  </p:stCondLst>
                                  <p:childTnLst>
                                    <p:animMotion origin="layout" path="M 4.58333E-6 -4.07407E-6 L -0.01003 -0.24166 " pathEditMode="relative" rAng="0" ptsTypes="AA">
                                      <p:cBhvr>
                                        <p:cTn id="123" dur="2000" fill="hold"/>
                                        <p:tgtEl>
                                          <p:spTgt spid="60"/>
                                        </p:tgtEl>
                                        <p:attrNameLst>
                                          <p:attrName>ppt_x</p:attrName>
                                          <p:attrName>ppt_y</p:attrName>
                                        </p:attrNameLst>
                                      </p:cBhvr>
                                      <p:rCtr x="-508" y="-12083"/>
                                    </p:animMotion>
                                  </p:childTnLst>
                                </p:cTn>
                              </p:par>
                            </p:childTnLst>
                          </p:cTn>
                        </p:par>
                        <p:par>
                          <p:cTn id="124" fill="hold">
                            <p:stCondLst>
                              <p:cond delay="2000"/>
                            </p:stCondLst>
                            <p:childTnLst>
                              <p:par>
                                <p:cTn id="125" presetID="22" presetClass="exit" presetSubtype="1" fill="hold" nodeType="afterEffect">
                                  <p:stCondLst>
                                    <p:cond delay="0"/>
                                  </p:stCondLst>
                                  <p:childTnLst>
                                    <p:animEffect transition="out" filter="wipe(up)">
                                      <p:cBhvr>
                                        <p:cTn id="126" dur="500"/>
                                        <p:tgtEl>
                                          <p:spTgt spid="57"/>
                                        </p:tgtEl>
                                      </p:cBhvr>
                                    </p:animEffect>
                                    <p:set>
                                      <p:cBhvr>
                                        <p:cTn id="127" dur="1" fill="hold">
                                          <p:stCondLst>
                                            <p:cond delay="499"/>
                                          </p:stCondLst>
                                        </p:cTn>
                                        <p:tgtEl>
                                          <p:spTgt spid="57"/>
                                        </p:tgtEl>
                                        <p:attrNameLst>
                                          <p:attrName>style.visibility</p:attrName>
                                        </p:attrNameLst>
                                      </p:cBhvr>
                                      <p:to>
                                        <p:strVal val="hidden"/>
                                      </p:to>
                                    </p:set>
                                  </p:childTnLst>
                                </p:cTn>
                              </p:par>
                            </p:childTnLst>
                          </p:cTn>
                        </p:par>
                        <p:par>
                          <p:cTn id="128" fill="hold">
                            <p:stCondLst>
                              <p:cond delay="2500"/>
                            </p:stCondLst>
                            <p:childTnLst>
                              <p:par>
                                <p:cTn id="129" presetID="22" presetClass="entr" presetSubtype="8" fill="hold" nodeType="afterEffect">
                                  <p:stCondLst>
                                    <p:cond delay="0"/>
                                  </p:stCondLst>
                                  <p:childTnLst>
                                    <p:set>
                                      <p:cBhvr>
                                        <p:cTn id="130" dur="1" fill="hold">
                                          <p:stCondLst>
                                            <p:cond delay="0"/>
                                          </p:stCondLst>
                                        </p:cTn>
                                        <p:tgtEl>
                                          <p:spTgt spid="62"/>
                                        </p:tgtEl>
                                        <p:attrNameLst>
                                          <p:attrName>style.visibility</p:attrName>
                                        </p:attrNameLst>
                                      </p:cBhvr>
                                      <p:to>
                                        <p:strVal val="visible"/>
                                      </p:to>
                                    </p:set>
                                    <p:animEffect transition="in" filter="wipe(left)">
                                      <p:cBhvr>
                                        <p:cTn id="131" dur="1000"/>
                                        <p:tgtEl>
                                          <p:spTgt spid="62"/>
                                        </p:tgtEl>
                                      </p:cBhvr>
                                    </p:animEffect>
                                  </p:childTnLst>
                                </p:cTn>
                              </p:par>
                            </p:childTnLst>
                          </p:cTn>
                        </p:par>
                        <p:par>
                          <p:cTn id="132" fill="hold">
                            <p:stCondLst>
                              <p:cond delay="3500"/>
                            </p:stCondLst>
                            <p:childTnLst>
                              <p:par>
                                <p:cTn id="133" presetID="22" presetClass="exit" presetSubtype="1" fill="hold" nodeType="afterEffect">
                                  <p:stCondLst>
                                    <p:cond delay="0"/>
                                  </p:stCondLst>
                                  <p:childTnLst>
                                    <p:animEffect transition="out" filter="wipe(up)">
                                      <p:cBhvr>
                                        <p:cTn id="134" dur="500"/>
                                        <p:tgtEl>
                                          <p:spTgt spid="62"/>
                                        </p:tgtEl>
                                      </p:cBhvr>
                                    </p:animEffect>
                                    <p:set>
                                      <p:cBhvr>
                                        <p:cTn id="135" dur="1" fill="hold">
                                          <p:stCondLst>
                                            <p:cond delay="499"/>
                                          </p:stCondLst>
                                        </p:cTn>
                                        <p:tgtEl>
                                          <p:spTgt spid="62"/>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2"/>
                                        </p:tgtEl>
                                        <p:attrNameLst>
                                          <p:attrName>style.visibility</p:attrName>
                                        </p:attrNameLst>
                                      </p:cBhvr>
                                      <p:to>
                                        <p:strVal val="visible"/>
                                      </p:to>
                                    </p:set>
                                    <p:animEffect transition="in" filter="fade">
                                      <p:cBhvr>
                                        <p:cTn id="140" dur="1000"/>
                                        <p:tgtEl>
                                          <p:spTgt spid="2"/>
                                        </p:tgtEl>
                                      </p:cBhvr>
                                    </p:animEffect>
                                    <p:anim calcmode="lin" valueType="num">
                                      <p:cBhvr>
                                        <p:cTn id="141" dur="1000" fill="hold"/>
                                        <p:tgtEl>
                                          <p:spTgt spid="2"/>
                                        </p:tgtEl>
                                        <p:attrNameLst>
                                          <p:attrName>ppt_x</p:attrName>
                                        </p:attrNameLst>
                                      </p:cBhvr>
                                      <p:tavLst>
                                        <p:tav tm="0">
                                          <p:val>
                                            <p:strVal val="#ppt_x"/>
                                          </p:val>
                                        </p:tav>
                                        <p:tav tm="100000">
                                          <p:val>
                                            <p:strVal val="#ppt_x"/>
                                          </p:val>
                                        </p:tav>
                                      </p:tavLst>
                                    </p:anim>
                                    <p:anim calcmode="lin" valueType="num">
                                      <p:cBhvr>
                                        <p:cTn id="14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60" grpId="0" animBg="1"/>
      <p:bldP spid="60" grpId="1" animBg="1"/>
      <p:bldP spid="46" grpId="0" animBg="1"/>
      <p:bldP spid="46" grpId="1" animBg="1"/>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E771C3F-4E87-4770-9106-13526AF4EE9E}"/>
              </a:ext>
            </a:extLst>
          </p:cNvPr>
          <p:cNvSpPr txBox="1"/>
          <p:nvPr/>
        </p:nvSpPr>
        <p:spPr>
          <a:xfrm>
            <a:off x="1766455" y="454345"/>
            <a:ext cx="10335129" cy="4524315"/>
          </a:xfrm>
          <a:prstGeom prst="rect">
            <a:avLst/>
          </a:prstGeom>
          <a:solidFill>
            <a:schemeClr val="bg2"/>
          </a:solidFill>
          <a:ln w="12700">
            <a:solidFill>
              <a:schemeClr val="tx1"/>
            </a:solidFill>
          </a:ln>
        </p:spPr>
        <p:txBody>
          <a:bodyPr wrap="square">
            <a:spAutoFit/>
          </a:bodyPr>
          <a:lstStyle/>
          <a:p>
            <a:r>
              <a:rPr lang="zh-CN" altLang="en-US" b="1" dirty="0">
                <a:latin typeface="Courier New" panose="02070309020205020404" pitchFamily="49" charset="0"/>
                <a:cs typeface="Courier New" panose="02070309020205020404" pitchFamily="49" charset="0"/>
              </a:rPr>
              <a:t>Status DeleteRBT(RBTree T, KeyType key)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在红黑树</a:t>
            </a:r>
            <a:r>
              <a:rPr lang="en-US" altLang="zh-CN" b="1" dirty="0">
                <a:solidFill>
                  <a:srgbClr val="86229A"/>
                </a:solidFill>
                <a:latin typeface="Courier New" panose="02070309020205020404" pitchFamily="49" charset="0"/>
                <a:cs typeface="Courier New" panose="02070309020205020404" pitchFamily="49" charset="0"/>
              </a:rPr>
              <a:t>T</a:t>
            </a:r>
            <a:r>
              <a:rPr lang="zh-CN" altLang="en-US" b="1" dirty="0">
                <a:solidFill>
                  <a:srgbClr val="0070C0"/>
                </a:solidFill>
                <a:latin typeface="Courier New" panose="02070309020205020404" pitchFamily="49" charset="0"/>
                <a:cs typeface="Courier New" panose="02070309020205020404" pitchFamily="49" charset="0"/>
              </a:rPr>
              <a:t>中删除结点</a:t>
            </a:r>
            <a:r>
              <a:rPr lang="en-US" altLang="zh-CN" b="1" dirty="0">
                <a:solidFill>
                  <a:srgbClr val="86229A"/>
                </a:solidFill>
                <a:latin typeface="Courier New" panose="02070309020205020404" pitchFamily="49" charset="0"/>
                <a:cs typeface="Courier New" panose="02070309020205020404" pitchFamily="49" charset="0"/>
              </a:rPr>
              <a:t>key</a:t>
            </a:r>
            <a:endParaRPr lang="zh-CN" altLang="en-US"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 *p = </a:t>
            </a:r>
            <a:r>
              <a:rPr lang="zh-CN" altLang="en-US" b="1" dirty="0">
                <a:latin typeface="Courier New" panose="02070309020205020404" pitchFamily="49" charset="0"/>
                <a:cs typeface="Courier New" panose="02070309020205020404" pitchFamily="49" charset="0"/>
              </a:rPr>
              <a:t>SearchRBT_Aux(T, key</a:t>
            </a:r>
            <a:r>
              <a:rPr lang="en-US" altLang="zh-CN" b="1" dirty="0">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p==T-&gt;nil</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p-&gt;key!=key</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要删除的结点不存在，返回</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(p-&gt;lchild==T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 p-&gt;rchild==T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s = p; </a:t>
            </a:r>
            <a:r>
              <a:rPr lang="en-US" altLang="zh-CN" b="1" dirty="0">
                <a:solidFill>
                  <a:srgbClr val="0070C0"/>
                </a:solidFill>
                <a:latin typeface="Courier New" panose="02070309020205020404" pitchFamily="49" charset="0"/>
                <a:cs typeface="Courier New" panose="02070309020205020404" pitchFamily="49" charset="0"/>
              </a:rPr>
              <a:t>// p</a:t>
            </a:r>
            <a:r>
              <a:rPr lang="zh-CN" altLang="en-US" b="1" dirty="0">
                <a:solidFill>
                  <a:srgbClr val="0070C0"/>
                </a:solidFill>
                <a:latin typeface="Courier New" panose="02070309020205020404" pitchFamily="49" charset="0"/>
                <a:cs typeface="Courier New" panose="02070309020205020404" pitchFamily="49" charset="0"/>
              </a:rPr>
              <a:t>结点孩子不全则</a:t>
            </a:r>
            <a:r>
              <a:rPr lang="en-US" altLang="zh-CN" b="1" dirty="0">
                <a:solidFill>
                  <a:srgbClr val="0070C0"/>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指向它</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 = </a:t>
            </a:r>
            <a:r>
              <a:rPr lang="zh-CN" altLang="en-US" b="1" dirty="0">
                <a:solidFill>
                  <a:srgbClr val="C00000"/>
                </a:solidFill>
                <a:latin typeface="Courier New" panose="02070309020205020404" pitchFamily="49" charset="0"/>
                <a:cs typeface="Courier New" panose="02070309020205020404" pitchFamily="49" charset="0"/>
              </a:rPr>
              <a:t>SuccessorRBT(p);</a:t>
            </a:r>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否则求</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结点的按序后继（</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结点的右子树的最小结点）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c = s-&gt;lchild;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c = s-&gt;rchild;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结点的右孩子（可能是</a:t>
            </a:r>
            <a:r>
              <a:rPr lang="zh-CN" altLang="en-US" b="1" dirty="0">
                <a:solidFill>
                  <a:srgbClr val="86229A"/>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c-&gt;parent = s-&gt;parent;   </a:t>
            </a:r>
            <a:r>
              <a:rPr lang="zh-CN" altLang="en-US" b="1" dirty="0">
                <a:solidFill>
                  <a:srgbClr val="0070C0"/>
                </a:solidFill>
                <a:latin typeface="Courier New" panose="02070309020205020404" pitchFamily="49" charset="0"/>
                <a:cs typeface="Courier New" panose="02070309020205020404" pitchFamily="49" charset="0"/>
              </a:rPr>
              <a:t>// 删除s结点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(s-&gt;parent==T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root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(s==s-&gt;parent-&gt;lchild) s-&gt;parent-&gt;lchild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s-&gt;parent-&gt;rchild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(s!=p){ p-&gt;key = s-&gt;key;  </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用</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结点值顶替被删结点值</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(s-&gt;color==BLACK) </a:t>
            </a:r>
            <a:r>
              <a:rPr lang="zh-CN" altLang="en-US" b="1" dirty="0">
                <a:solidFill>
                  <a:srgbClr val="C00000"/>
                </a:solidFill>
                <a:latin typeface="Courier New" panose="02070309020205020404" pitchFamily="49" charset="0"/>
                <a:cs typeface="Courier New" panose="02070309020205020404" pitchFamily="49" charset="0"/>
              </a:rPr>
              <a:t>DeleteFixup(T, c);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若</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结点为黑色，则对</a:t>
            </a:r>
            <a:r>
              <a:rPr lang="en-US" altLang="zh-CN"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启动</a:t>
            </a:r>
            <a:r>
              <a:rPr lang="zh-CN" altLang="en-US" b="1" dirty="0">
                <a:solidFill>
                  <a:srgbClr val="86229A"/>
                </a:solidFill>
                <a:latin typeface="Courier New" panose="02070309020205020404" pitchFamily="49" charset="0"/>
                <a:cs typeface="Courier New" panose="02070309020205020404" pitchFamily="49" charset="0"/>
              </a:rPr>
              <a:t>修复</a:t>
            </a:r>
          </a:p>
          <a:p>
            <a:r>
              <a:rPr lang="zh-CN" altLang="en-US" b="1" dirty="0">
                <a:latin typeface="Courier New" panose="02070309020205020404" pitchFamily="49" charset="0"/>
                <a:cs typeface="Courier New" panose="02070309020205020404" pitchFamily="49" charset="0"/>
              </a:rPr>
              <a:t>  free(s);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释放</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5" name="矩形: 圆角 4">
            <a:extLst>
              <a:ext uri="{FF2B5EF4-FFF2-40B4-BE49-F238E27FC236}">
                <a16:creationId xmlns:a16="http://schemas.microsoft.com/office/drawing/2014/main" id="{2EF13277-A5A6-462E-A0BA-1AF9622C5675}"/>
              </a:ext>
            </a:extLst>
          </p:cNvPr>
          <p:cNvSpPr/>
          <p:nvPr/>
        </p:nvSpPr>
        <p:spPr>
          <a:xfrm>
            <a:off x="360325" y="321381"/>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6" name="文本框 5">
            <a:extLst>
              <a:ext uri="{FF2B5EF4-FFF2-40B4-BE49-F238E27FC236}">
                <a16:creationId xmlns:a16="http://schemas.microsoft.com/office/drawing/2014/main" id="{37A1AE6C-523A-49EF-8C9A-8729E983F0B3}"/>
              </a:ext>
            </a:extLst>
          </p:cNvPr>
          <p:cNvSpPr txBox="1"/>
          <p:nvPr/>
        </p:nvSpPr>
        <p:spPr>
          <a:xfrm>
            <a:off x="463991" y="935181"/>
            <a:ext cx="1107996" cy="369332"/>
          </a:xfrm>
          <a:prstGeom prst="rect">
            <a:avLst/>
          </a:prstGeom>
          <a:noFill/>
        </p:spPr>
        <p:txBody>
          <a:bodyPr wrap="none" rtlCol="0">
            <a:spAutoFit/>
          </a:bodyPr>
          <a:lstStyle/>
          <a:p>
            <a:r>
              <a:rPr lang="zh-CN" altLang="en-US" b="1" dirty="0">
                <a:solidFill>
                  <a:srgbClr val="86229A"/>
                </a:solidFill>
              </a:rPr>
              <a:t>删除算法</a:t>
            </a:r>
          </a:p>
        </p:txBody>
      </p:sp>
      <p:sp>
        <p:nvSpPr>
          <p:cNvPr id="7" name="文本框 6">
            <a:extLst>
              <a:ext uri="{FF2B5EF4-FFF2-40B4-BE49-F238E27FC236}">
                <a16:creationId xmlns:a16="http://schemas.microsoft.com/office/drawing/2014/main" id="{0319E5F7-8BC7-4F1F-AAF0-DBB8D5E67B90}"/>
              </a:ext>
            </a:extLst>
          </p:cNvPr>
          <p:cNvSpPr txBox="1"/>
          <p:nvPr/>
        </p:nvSpPr>
        <p:spPr>
          <a:xfrm>
            <a:off x="6743699" y="299951"/>
            <a:ext cx="516083" cy="400110"/>
          </a:xfrm>
          <a:prstGeom prst="rect">
            <a:avLst/>
          </a:prstGeom>
          <a:noFill/>
        </p:spPr>
        <p:txBody>
          <a:bodyPr wrap="square" rtlCol="0">
            <a:spAutoFit/>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46</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8" name="直接连接符 7">
            <a:extLst>
              <a:ext uri="{FF2B5EF4-FFF2-40B4-BE49-F238E27FC236}">
                <a16:creationId xmlns:a16="http://schemas.microsoft.com/office/drawing/2014/main" id="{6BFAE191-DEC4-40AC-813B-5B052CDB5D18}"/>
              </a:ext>
            </a:extLst>
          </p:cNvPr>
          <p:cNvCxnSpPr>
            <a:cxnSpLocks/>
          </p:cNvCxnSpPr>
          <p:nvPr/>
        </p:nvCxnSpPr>
        <p:spPr>
          <a:xfrm>
            <a:off x="2073325" y="4063187"/>
            <a:ext cx="539524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30AB357C-5275-4870-A7A8-EF6FC5573F26}"/>
              </a:ext>
            </a:extLst>
          </p:cNvPr>
          <p:cNvSpPr txBox="1"/>
          <p:nvPr/>
        </p:nvSpPr>
        <p:spPr>
          <a:xfrm>
            <a:off x="884290" y="170144"/>
            <a:ext cx="10668977" cy="6555641"/>
          </a:xfrm>
          <a:prstGeom prst="rect">
            <a:avLst/>
          </a:prstGeom>
          <a:solidFill>
            <a:srgbClr val="FCF3EE"/>
          </a:solidFill>
          <a:ln w="12700">
            <a:solidFill>
              <a:schemeClr val="tx1"/>
            </a:solidFill>
          </a:ln>
        </p:spPr>
        <p:txBody>
          <a:bodyPr wrap="square">
            <a:spAutoFit/>
          </a:bodyPr>
          <a:lstStyle/>
          <a:p>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 </a:t>
            </a:r>
            <a:r>
              <a:rPr lang="en-US" altLang="zh-CN" sz="1400" b="1" dirty="0" err="1">
                <a:latin typeface="Courier New" panose="02070309020205020404" pitchFamily="49" charset="0"/>
                <a:cs typeface="Courier New" panose="02070309020205020404" pitchFamily="49" charset="0"/>
              </a:rPr>
              <a:t>DeleteFixup</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RBTree</a:t>
            </a:r>
            <a:r>
              <a:rPr lang="en-US" altLang="zh-CN" sz="1400" b="1" dirty="0">
                <a:latin typeface="Courier New" panose="02070309020205020404" pitchFamily="49" charset="0"/>
                <a:cs typeface="Courier New" panose="02070309020205020404" pitchFamily="49" charset="0"/>
              </a:rPr>
              <a:t> T, </a:t>
            </a:r>
            <a:r>
              <a:rPr lang="en-US" altLang="zh-CN" sz="1400" b="1" dirty="0" err="1">
                <a:latin typeface="Courier New" panose="02070309020205020404" pitchFamily="49" charset="0"/>
                <a:cs typeface="Courier New" panose="02070309020205020404" pitchFamily="49" charset="0"/>
              </a:rPr>
              <a:t>RBNode</a:t>
            </a:r>
            <a:r>
              <a:rPr lang="en-US" altLang="zh-CN" sz="1400" b="1" dirty="0">
                <a:latin typeface="Courier New" panose="02070309020205020404" pitchFamily="49" charset="0"/>
                <a:cs typeface="Courier New" panose="02070309020205020404" pitchFamily="49" charset="0"/>
              </a:rPr>
              <a:t>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C00000"/>
                </a:solidFill>
                <a:latin typeface="Courier New" panose="02070309020205020404" pitchFamily="49" charset="0"/>
                <a:cs typeface="Courier New" panose="02070309020205020404" pitchFamily="49" charset="0"/>
              </a:rPr>
              <a:t>算法</a:t>
            </a:r>
            <a:r>
              <a:rPr lang="en-US" altLang="zh-CN" sz="1400" b="1" dirty="0">
                <a:solidFill>
                  <a:srgbClr val="C00000"/>
                </a:solidFill>
                <a:latin typeface="Courier New" panose="02070309020205020404" pitchFamily="49" charset="0"/>
                <a:cs typeface="Courier New" panose="02070309020205020404" pitchFamily="49" charset="0"/>
              </a:rPr>
              <a:t>9.19 </a:t>
            </a:r>
            <a:r>
              <a:rPr lang="zh-CN" altLang="en-US" sz="1400" b="1" dirty="0">
                <a:solidFill>
                  <a:srgbClr val="0070C0"/>
                </a:solidFill>
                <a:latin typeface="Courier New" panose="02070309020205020404" pitchFamily="49" charset="0"/>
                <a:cs typeface="Courier New" panose="02070309020205020404" pitchFamily="49" charset="0"/>
              </a:rPr>
              <a:t>对红黑树</a:t>
            </a:r>
            <a:r>
              <a:rPr lang="en-US" altLang="zh-CN" sz="1400" b="1" dirty="0">
                <a:solidFill>
                  <a:srgbClr val="0070C0"/>
                </a:solidFill>
                <a:latin typeface="Courier New" panose="02070309020205020404" pitchFamily="49" charset="0"/>
                <a:cs typeface="Courier New" panose="02070309020205020404" pitchFamily="49" charset="0"/>
              </a:rPr>
              <a:t>T</a:t>
            </a:r>
            <a:r>
              <a:rPr lang="zh-CN" altLang="en-US" sz="1400" b="1" dirty="0">
                <a:solidFill>
                  <a:srgbClr val="0070C0"/>
                </a:solidFill>
                <a:latin typeface="Courier New" panose="02070309020205020404" pitchFamily="49" charset="0"/>
                <a:cs typeface="Courier New" panose="02070309020205020404" pitchFamily="49" charset="0"/>
              </a:rPr>
              <a:t>中</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结点及相应部分进行修复</a:t>
            </a:r>
            <a:endPar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!=T-&gt;root &amp;&amp;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-&gt;color==BLACK)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当</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结点不是根而且是黑色（</a:t>
            </a:r>
            <a:r>
              <a:rPr lang="en-US" altLang="zh-CN" sz="1400" b="1" dirty="0">
                <a:solidFill>
                  <a:srgbClr val="0070C0"/>
                </a:solidFill>
                <a:latin typeface="Courier New" panose="02070309020205020404" pitchFamily="49" charset="0"/>
                <a:cs typeface="Courier New" panose="02070309020205020404" pitchFamily="49" charset="0"/>
              </a:rPr>
              <a:t>NIL</a:t>
            </a:r>
            <a:r>
              <a:rPr lang="zh-CN" altLang="en-US" sz="1400" b="1" dirty="0">
                <a:solidFill>
                  <a:srgbClr val="0070C0"/>
                </a:solidFill>
                <a:latin typeface="Courier New" panose="02070309020205020404" pitchFamily="49" charset="0"/>
                <a:cs typeface="Courier New" panose="02070309020205020404" pitchFamily="49" charset="0"/>
              </a:rPr>
              <a:t>总是黑色）</a:t>
            </a:r>
          </a:p>
          <a:p>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solidFill>
                  <a:srgbClr val="86229A"/>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86229A"/>
                </a:solidFill>
                <a:latin typeface="Courier New" panose="02070309020205020404" pitchFamily="49" charset="0"/>
                <a:cs typeface="Courier New" panose="02070309020205020404" pitchFamily="49" charset="0"/>
              </a:rPr>
              <a:t>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-&gt;parent-&gt;</a:t>
            </a:r>
            <a:r>
              <a:rPr lang="en-US" altLang="zh-CN" sz="1400" b="1" dirty="0" err="1">
                <a:latin typeface="Courier New" panose="02070309020205020404" pitchFamily="49" charset="0"/>
                <a:cs typeface="Courier New" panose="02070309020205020404" pitchFamily="49" charset="0"/>
              </a:rPr>
              <a:t>lchild</a:t>
            </a: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若是左孩子</a:t>
            </a:r>
          </a:p>
          <a:p>
            <a:r>
              <a:rPr lang="en-US" altLang="zh-CN" sz="1400" b="1" dirty="0">
                <a:latin typeface="Courier New" panose="02070309020205020404" pitchFamily="49" charset="0"/>
                <a:cs typeface="Courier New" panose="02070309020205020404" pitchFamily="49" charset="0"/>
              </a:rPr>
              <a:t>      bro =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-&gt;parent-&gt;</a:t>
            </a:r>
            <a:r>
              <a:rPr lang="en-US" altLang="zh-CN" sz="1400" b="1" dirty="0" err="1">
                <a:latin typeface="Courier New" panose="02070309020205020404" pitchFamily="49" charset="0"/>
                <a:cs typeface="Courier New" panose="02070309020205020404" pitchFamily="49" charset="0"/>
              </a:rPr>
              <a:t>rchild</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则</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指向右兄弟</a:t>
            </a:r>
          </a:p>
          <a:p>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(bro-&gt;color==RED)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若右兄弟是红色</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bro-&gt;color = BLACK;          </a:t>
            </a:r>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则置为黑色</a:t>
            </a:r>
          </a:p>
          <a:p>
            <a:r>
              <a:rPr lang="zh-CN" altLang="en-US" sz="1400" b="1" dirty="0">
                <a:latin typeface="Courier New" panose="02070309020205020404" pitchFamily="49" charset="0"/>
                <a:cs typeface="Courier New" panose="02070309020205020404" pitchFamily="49" charset="0"/>
              </a:rPr>
              <a:t>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-&gt;parent-&gt;color = RED;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父结点置为红色</a:t>
            </a:r>
          </a:p>
          <a:p>
            <a:r>
              <a:rPr lang="zh-CN" altLang="en-US" sz="1400" b="1" dirty="0">
                <a:latin typeface="Courier New" panose="02070309020205020404" pitchFamily="49" charset="0"/>
                <a:cs typeface="Courier New" panose="02070309020205020404" pitchFamily="49" charset="0"/>
              </a:rPr>
              <a:t>        </a:t>
            </a:r>
            <a:r>
              <a:rPr lang="en-US" altLang="zh-CN" sz="1400" b="1" dirty="0" err="1">
                <a:solidFill>
                  <a:srgbClr val="C00000"/>
                </a:solidFill>
                <a:latin typeface="Courier New" panose="02070309020205020404" pitchFamily="49" charset="0"/>
                <a:cs typeface="Courier New" panose="02070309020205020404" pitchFamily="49" charset="0"/>
              </a:rPr>
              <a:t>L_Rotate_RBT</a:t>
            </a:r>
            <a:r>
              <a:rPr lang="en-US" altLang="zh-CN" sz="1400" b="1" dirty="0">
                <a:solidFill>
                  <a:srgbClr val="C00000"/>
                </a:solidFill>
                <a:latin typeface="Courier New" panose="02070309020205020404" pitchFamily="49" charset="0"/>
                <a:cs typeface="Courier New" panose="02070309020205020404" pitchFamily="49" charset="0"/>
              </a:rPr>
              <a:t>(T, </a:t>
            </a:r>
            <a:r>
              <a:rPr lang="en-US" altLang="zh-CN" sz="1400" b="1" dirty="0" err="1">
                <a:solidFill>
                  <a:srgbClr val="C00000"/>
                </a:solidFill>
                <a:latin typeface="Courier New" panose="02070309020205020404" pitchFamily="49" charset="0"/>
                <a:cs typeface="Courier New" panose="02070309020205020404" pitchFamily="49" charset="0"/>
              </a:rPr>
              <a:t>curr</a:t>
            </a:r>
            <a:r>
              <a:rPr lang="en-US" altLang="zh-CN" sz="1400" b="1" dirty="0">
                <a:solidFill>
                  <a:srgbClr val="C00000"/>
                </a:solidFill>
                <a:latin typeface="Courier New" panose="02070309020205020404" pitchFamily="49" charset="0"/>
                <a:cs typeface="Courier New" panose="02070309020205020404" pitchFamily="49" charset="0"/>
              </a:rPr>
              <a:t>-&gt;parent);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对以父结点为根的子树左旋</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bro =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-&gt;parent-&gt;</a:t>
            </a:r>
            <a:r>
              <a:rPr lang="en-US" altLang="zh-CN" sz="1400" b="1" dirty="0" err="1">
                <a:latin typeface="Courier New" panose="02070309020205020404" pitchFamily="49" charset="0"/>
                <a:cs typeface="Courier New" panose="02070309020205020404" pitchFamily="49" charset="0"/>
              </a:rPr>
              <a:t>lchild</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指向左旋旋后</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结点的右兄弟</a:t>
            </a:r>
          </a:p>
          <a:p>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(bro-&gt;</a:t>
            </a:r>
            <a:r>
              <a:rPr lang="en-US" altLang="zh-CN" sz="1400" b="1" dirty="0" err="1">
                <a:latin typeface="Courier New" panose="02070309020205020404" pitchFamily="49" charset="0"/>
                <a:cs typeface="Courier New" panose="02070309020205020404" pitchFamily="49" charset="0"/>
              </a:rPr>
              <a:t>lchild</a:t>
            </a:r>
            <a:r>
              <a:rPr lang="en-US" altLang="zh-CN" sz="1400" b="1" dirty="0">
                <a:latin typeface="Courier New" panose="02070309020205020404" pitchFamily="49" charset="0"/>
                <a:cs typeface="Courier New" panose="02070309020205020404" pitchFamily="49" charset="0"/>
              </a:rPr>
              <a:t>-&gt;color==BLACK &amp;&amp; bro-&gt;</a:t>
            </a:r>
            <a:r>
              <a:rPr lang="en-US" altLang="zh-CN" sz="1400" b="1" dirty="0" err="1">
                <a:latin typeface="Courier New" panose="02070309020205020404" pitchFamily="49" charset="0"/>
                <a:cs typeface="Courier New" panose="02070309020205020404" pitchFamily="49" charset="0"/>
              </a:rPr>
              <a:t>rchild</a:t>
            </a:r>
            <a:r>
              <a:rPr lang="en-US" altLang="zh-CN" sz="1400" b="1" dirty="0">
                <a:latin typeface="Courier New" panose="02070309020205020404" pitchFamily="49" charset="0"/>
                <a:cs typeface="Courier New" panose="02070309020205020404" pitchFamily="49" charset="0"/>
              </a:rPr>
              <a:t>-&gt;color==BLACK)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若</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结点的左右孩子均为黑色</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bro-&gt;color = RED;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solidFill>
                  <a:srgbClr val="86229A"/>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则置</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结点为红色，</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指向其父结点</a:t>
            </a:r>
          </a:p>
          <a:p>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否则</a:t>
            </a:r>
            <a:r>
              <a:rPr lang="en-US" altLang="zh-CN" sz="1400" b="1" dirty="0">
                <a:solidFill>
                  <a:srgbClr val="0070C0"/>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结点的左右孩子不同为黑色</a:t>
            </a:r>
          </a:p>
          <a:p>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(bro-&gt;</a:t>
            </a:r>
            <a:r>
              <a:rPr lang="en-US" altLang="zh-CN" sz="1400" b="1" dirty="0" err="1">
                <a:latin typeface="Courier New" panose="02070309020205020404" pitchFamily="49" charset="0"/>
                <a:cs typeface="Courier New" panose="02070309020205020404" pitchFamily="49" charset="0"/>
              </a:rPr>
              <a:t>rchild</a:t>
            </a:r>
            <a:r>
              <a:rPr lang="en-US" altLang="zh-CN" sz="1400" b="1" dirty="0">
                <a:latin typeface="Courier New" panose="02070309020205020404" pitchFamily="49" charset="0"/>
                <a:cs typeface="Courier New" panose="02070309020205020404" pitchFamily="49" charset="0"/>
              </a:rPr>
              <a:t>-&gt;color==BLACK)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若右孩子为黑色（左孩子是红色）</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bro-&gt;</a:t>
            </a:r>
            <a:r>
              <a:rPr lang="en-US" altLang="zh-CN" sz="1400" b="1" dirty="0" err="1">
                <a:latin typeface="Courier New" panose="02070309020205020404" pitchFamily="49" charset="0"/>
                <a:cs typeface="Courier New" panose="02070309020205020404" pitchFamily="49" charset="0"/>
              </a:rPr>
              <a:t>lchild</a:t>
            </a:r>
            <a:r>
              <a:rPr lang="en-US" altLang="zh-CN" sz="1400" b="1" dirty="0">
                <a:latin typeface="Courier New" panose="02070309020205020404" pitchFamily="49" charset="0"/>
                <a:cs typeface="Courier New" panose="02070309020205020404" pitchFamily="49" charset="0"/>
              </a:rPr>
              <a:t>-&gt;color = BLACK;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则置左孩子为黑色 </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bro-&gt;color = RED;                </a:t>
            </a:r>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结点为红色</a:t>
            </a:r>
          </a:p>
          <a:p>
            <a:r>
              <a:rPr lang="zh-CN" altLang="en-US" sz="1400" b="1" dirty="0">
                <a:latin typeface="Courier New" panose="02070309020205020404" pitchFamily="49" charset="0"/>
                <a:cs typeface="Courier New" panose="02070309020205020404" pitchFamily="49" charset="0"/>
              </a:rPr>
              <a:t>          </a:t>
            </a:r>
            <a:r>
              <a:rPr lang="en-US" altLang="zh-CN" sz="1400" b="1" dirty="0" err="1">
                <a:solidFill>
                  <a:srgbClr val="C00000"/>
                </a:solidFill>
                <a:latin typeface="Courier New" panose="02070309020205020404" pitchFamily="49" charset="0"/>
                <a:cs typeface="Courier New" panose="02070309020205020404" pitchFamily="49" charset="0"/>
              </a:rPr>
              <a:t>R_Rotate_RBT</a:t>
            </a:r>
            <a:r>
              <a:rPr lang="en-US" altLang="zh-CN" sz="1400" b="1" dirty="0">
                <a:solidFill>
                  <a:srgbClr val="C00000"/>
                </a:solidFill>
                <a:latin typeface="Courier New" panose="02070309020205020404" pitchFamily="49" charset="0"/>
                <a:cs typeface="Courier New" panose="02070309020205020404" pitchFamily="49" charset="0"/>
              </a:rPr>
              <a:t>(T, bro);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对以</a:t>
            </a:r>
            <a:r>
              <a:rPr lang="en-US" altLang="zh-CN" sz="1400" b="1" dirty="0">
                <a:solidFill>
                  <a:srgbClr val="0070C0"/>
                </a:solidFill>
                <a:latin typeface="Courier New" panose="02070309020205020404" pitchFamily="49" charset="0"/>
                <a:cs typeface="Courier New" panose="02070309020205020404" pitchFamily="49" charset="0"/>
              </a:rPr>
              <a:t>c</a:t>
            </a:r>
            <a:r>
              <a:rPr lang="zh-CN" altLang="en-US" sz="1400" b="1" dirty="0">
                <a:solidFill>
                  <a:srgbClr val="0070C0"/>
                </a:solidFill>
                <a:latin typeface="Courier New" panose="02070309020205020404" pitchFamily="49" charset="0"/>
                <a:cs typeface="Courier New" panose="02070309020205020404" pitchFamily="49" charset="0"/>
              </a:rPr>
              <a:t>结点为根的子树右旋</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bro =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-&gt;parent-&gt;</a:t>
            </a:r>
            <a:r>
              <a:rPr lang="en-US" altLang="zh-CN" sz="1400" b="1" dirty="0" err="1">
                <a:latin typeface="Courier New" panose="02070309020205020404" pitchFamily="49" charset="0"/>
                <a:cs typeface="Courier New" panose="02070309020205020404" pitchFamily="49" charset="0"/>
              </a:rPr>
              <a:t>rchild</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指向左旋后</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结点的右兄弟</a:t>
            </a:r>
          </a:p>
          <a:p>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bro-&gt;color =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-&gt;parent-&gt;color;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置</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结点与</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结点的父同色</a:t>
            </a:r>
          </a:p>
          <a:p>
            <a:r>
              <a:rPr lang="zh-CN" altLang="en-US" sz="1400" b="1" dirty="0">
                <a:latin typeface="Courier New" panose="02070309020205020404" pitchFamily="49" charset="0"/>
                <a:cs typeface="Courier New" panose="02070309020205020404" pitchFamily="49" charset="0"/>
              </a:rPr>
              <a:t>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-&gt;parent-&gt;color = BLACK;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置</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结点的父为黑色</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bro-&gt;</a:t>
            </a:r>
            <a:r>
              <a:rPr lang="en-US" altLang="zh-CN" sz="1400" b="1" dirty="0" err="1">
                <a:latin typeface="Courier New" panose="02070309020205020404" pitchFamily="49" charset="0"/>
                <a:cs typeface="Courier New" panose="02070309020205020404" pitchFamily="49" charset="0"/>
              </a:rPr>
              <a:t>rchild</a:t>
            </a:r>
            <a:r>
              <a:rPr lang="en-US" altLang="zh-CN" sz="1400" b="1" dirty="0">
                <a:latin typeface="Courier New" panose="02070309020205020404" pitchFamily="49" charset="0"/>
                <a:cs typeface="Courier New" panose="02070309020205020404" pitchFamily="49" charset="0"/>
              </a:rPr>
              <a:t>-&gt;color = BLACK;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置</a:t>
            </a:r>
            <a:r>
              <a:rPr lang="en-US" altLang="zh-CN" sz="1400" b="1" dirty="0">
                <a:solidFill>
                  <a:srgbClr val="86229A"/>
                </a:solidFill>
                <a:latin typeface="Courier New" panose="02070309020205020404" pitchFamily="49" charset="0"/>
                <a:cs typeface="Courier New" panose="02070309020205020404" pitchFamily="49" charset="0"/>
              </a:rPr>
              <a:t>bro</a:t>
            </a:r>
            <a:r>
              <a:rPr lang="zh-CN" altLang="en-US" sz="1400" b="1" dirty="0">
                <a:solidFill>
                  <a:srgbClr val="0070C0"/>
                </a:solidFill>
                <a:latin typeface="Courier New" panose="02070309020205020404" pitchFamily="49" charset="0"/>
                <a:cs typeface="Courier New" panose="02070309020205020404" pitchFamily="49" charset="0"/>
              </a:rPr>
              <a:t>结点的右孩子为黑色</a:t>
            </a:r>
          </a:p>
          <a:p>
            <a:r>
              <a:rPr lang="zh-CN" altLang="en-US" sz="1400" b="1" dirty="0">
                <a:latin typeface="Courier New" panose="02070309020205020404" pitchFamily="49" charset="0"/>
                <a:cs typeface="Courier New" panose="02070309020205020404" pitchFamily="49" charset="0"/>
              </a:rPr>
              <a:t>        </a:t>
            </a:r>
            <a:r>
              <a:rPr lang="en-US" altLang="zh-CN" sz="1400" b="1" dirty="0" err="1">
                <a:solidFill>
                  <a:srgbClr val="C00000"/>
                </a:solidFill>
                <a:latin typeface="Courier New" panose="02070309020205020404" pitchFamily="49" charset="0"/>
                <a:cs typeface="Courier New" panose="02070309020205020404" pitchFamily="49" charset="0"/>
              </a:rPr>
              <a:t>L_Rotate_RBT</a:t>
            </a:r>
            <a:r>
              <a:rPr lang="en-US" altLang="zh-CN" sz="1400" b="1" dirty="0">
                <a:solidFill>
                  <a:srgbClr val="C00000"/>
                </a:solidFill>
                <a:latin typeface="Courier New" panose="02070309020205020404" pitchFamily="49" charset="0"/>
                <a:cs typeface="Courier New" panose="02070309020205020404" pitchFamily="49" charset="0"/>
              </a:rPr>
              <a:t>(T, </a:t>
            </a:r>
            <a:r>
              <a:rPr lang="en-US" altLang="zh-CN" sz="1400" b="1" dirty="0" err="1">
                <a:solidFill>
                  <a:srgbClr val="C00000"/>
                </a:solidFill>
                <a:latin typeface="Courier New" panose="02070309020205020404" pitchFamily="49" charset="0"/>
                <a:cs typeface="Courier New" panose="02070309020205020404" pitchFamily="49" charset="0"/>
              </a:rPr>
              <a:t>curr</a:t>
            </a:r>
            <a:r>
              <a:rPr lang="en-US" altLang="zh-CN" sz="1400" b="1" dirty="0">
                <a:solidFill>
                  <a:srgbClr val="C00000"/>
                </a:solidFill>
                <a:latin typeface="Courier New" panose="02070309020205020404" pitchFamily="49" charset="0"/>
                <a:cs typeface="Courier New" panose="02070309020205020404" pitchFamily="49" charset="0"/>
              </a:rPr>
              <a:t>-&gt;parent);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对以</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结点的父结点为根的子树左旋</a:t>
            </a:r>
          </a:p>
          <a:p>
            <a:r>
              <a:rPr lang="zh-CN" altLang="en-US" sz="1400" b="1" dirty="0">
                <a:latin typeface="Courier New" panose="02070309020205020404" pitchFamily="49" charset="0"/>
                <a:cs typeface="Courier New" panose="02070309020205020404" pitchFamily="49" charset="0"/>
              </a:rPr>
              <a:t>        </a:t>
            </a:r>
            <a:r>
              <a:rPr lang="en-US" altLang="zh-CN" sz="1400" b="1" dirty="0" err="1">
                <a:solidFill>
                  <a:srgbClr val="86229A"/>
                </a:solidFill>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 = T-&gt;root;                     </a:t>
            </a:r>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指向根结点</a:t>
            </a:r>
            <a:r>
              <a:rPr lang="en-US" altLang="zh-CN" sz="1400" b="1" dirty="0">
                <a:solidFill>
                  <a:srgbClr val="0070C0"/>
                </a:solidFill>
                <a:latin typeface="Courier New" panose="02070309020205020404" pitchFamily="49" charset="0"/>
                <a:cs typeface="Courier New" panose="02070309020205020404" pitchFamily="49" charset="0"/>
              </a:rPr>
              <a:t>(</a:t>
            </a:r>
            <a:r>
              <a:rPr lang="zh-CN" altLang="en-US" sz="1400" b="1" dirty="0">
                <a:solidFill>
                  <a:srgbClr val="0070C0"/>
                </a:solidFill>
                <a:latin typeface="Courier New" panose="02070309020205020404" pitchFamily="49" charset="0"/>
                <a:cs typeface="Courier New" panose="02070309020205020404" pitchFamily="49" charset="0"/>
              </a:rPr>
              <a:t>强制退出</a:t>
            </a:r>
            <a:r>
              <a:rPr lang="en-US" altLang="zh-CN" sz="1400" b="1" dirty="0">
                <a:solidFill>
                  <a:srgbClr val="0070C0"/>
                </a:solidFill>
                <a:latin typeface="Courier New" panose="02070309020205020404" pitchFamily="49" charset="0"/>
                <a:cs typeface="Courier New" panose="02070309020205020404" pitchFamily="49" charset="0"/>
              </a:rPr>
              <a:t>while</a:t>
            </a:r>
            <a:r>
              <a:rPr lang="zh-CN" altLang="en-US" sz="1400" b="1" dirty="0">
                <a:solidFill>
                  <a:srgbClr val="0070C0"/>
                </a:solidFill>
                <a:latin typeface="Courier New" panose="02070309020205020404" pitchFamily="49" charset="0"/>
                <a:cs typeface="Courier New" panose="02070309020205020404" pitchFamily="49" charset="0"/>
              </a:rPr>
              <a:t>循环</a:t>
            </a:r>
            <a:r>
              <a:rPr lang="en-US" altLang="zh-CN" sz="1400" b="1" dirty="0">
                <a:solidFill>
                  <a:srgbClr val="0070C0"/>
                </a:solidFill>
                <a:latin typeface="Courier New" panose="02070309020205020404" pitchFamily="49" charset="0"/>
                <a:cs typeface="Courier New" panose="02070309020205020404" pitchFamily="49" charset="0"/>
              </a:rPr>
              <a:t>)</a:t>
            </a:r>
            <a:endParaRPr lang="zh-CN" altLang="en-US" sz="1400" b="1" dirty="0">
              <a:solidFill>
                <a:srgbClr val="0070C0"/>
              </a:solidFill>
              <a:latin typeface="Courier New" panose="02070309020205020404" pitchFamily="49" charset="0"/>
              <a:cs typeface="Courier New" panose="02070309020205020404" pitchFamily="49" charset="0"/>
            </a:endParaRPr>
          </a:p>
          <a:p>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4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 {   </a:t>
            </a:r>
            <a:r>
              <a:rPr lang="zh-CN" altLang="en-US" sz="1400" b="1" dirty="0">
                <a:solidFill>
                  <a:srgbClr val="0070C0"/>
                </a:solidFill>
                <a:latin typeface="Courier New" panose="02070309020205020404" pitchFamily="49" charset="0"/>
                <a:cs typeface="Courier New" panose="02070309020205020404" pitchFamily="49" charset="0"/>
              </a:rPr>
              <a:t>// 否则是右孩子</a:t>
            </a:r>
            <a:endParaRPr lang="en-US" altLang="zh-CN" sz="1400" b="1" dirty="0">
              <a:solidFill>
                <a:srgbClr val="0070C0"/>
              </a:solidFill>
              <a:latin typeface="Courier New" panose="02070309020205020404" pitchFamily="49" charset="0"/>
              <a:cs typeface="Courier New" panose="02070309020205020404" pitchFamily="49" charset="0"/>
            </a:endParaRPr>
          </a:p>
          <a:p>
            <a:r>
              <a:rPr lang="en-US" altLang="zh-CN" sz="1400" b="1" dirty="0">
                <a:solidFill>
                  <a:srgbClr val="86229A"/>
                </a:solidFill>
                <a:latin typeface="Courier New" panose="02070309020205020404" pitchFamily="49" charset="0"/>
                <a:cs typeface="Courier New" panose="02070309020205020404" pitchFamily="49" charset="0"/>
              </a:rPr>
              <a:t>       //</a:t>
            </a:r>
            <a:r>
              <a:rPr lang="zh-CN" altLang="en-US" sz="1400" b="1" dirty="0">
                <a:solidFill>
                  <a:srgbClr val="86229A"/>
                </a:solidFill>
                <a:latin typeface="Courier New" panose="02070309020205020404" pitchFamily="49" charset="0"/>
                <a:cs typeface="Courier New" panose="02070309020205020404" pitchFamily="49" charset="0"/>
              </a:rPr>
              <a:t> 此部分是与左孩子情形的对称操作（</a:t>
            </a:r>
            <a:r>
              <a:rPr lang="en-US" altLang="zh-CN" sz="1400" b="1" dirty="0">
                <a:solidFill>
                  <a:srgbClr val="86229A"/>
                </a:solidFill>
                <a:latin typeface="Courier New" panose="02070309020205020404" pitchFamily="49" charset="0"/>
                <a:cs typeface="Courier New" panose="02070309020205020404" pitchFamily="49" charset="0"/>
              </a:rPr>
              <a:t>”</a:t>
            </a:r>
            <a:r>
              <a:rPr lang="en-US" altLang="zh-CN" sz="1400" b="1" dirty="0" err="1">
                <a:solidFill>
                  <a:srgbClr val="86229A"/>
                </a:solidFill>
                <a:latin typeface="Courier New" panose="02070309020205020404" pitchFamily="49" charset="0"/>
                <a:cs typeface="Courier New" panose="02070309020205020404" pitchFamily="49" charset="0"/>
              </a:rPr>
              <a:t>lchild</a:t>
            </a:r>
            <a:r>
              <a:rPr lang="en-US" altLang="zh-CN" sz="1400" b="1" dirty="0">
                <a:solidFill>
                  <a:srgbClr val="86229A"/>
                </a:solidFill>
                <a:latin typeface="Courier New" panose="02070309020205020404" pitchFamily="49" charset="0"/>
                <a:cs typeface="Courier New" panose="02070309020205020404" pitchFamily="49" charset="0"/>
              </a:rPr>
              <a:t>”</a:t>
            </a:r>
            <a:r>
              <a:rPr lang="zh-CN" altLang="en-US" sz="1400" b="1" dirty="0">
                <a:solidFill>
                  <a:srgbClr val="86229A"/>
                </a:solidFill>
                <a:latin typeface="Courier New" panose="02070309020205020404" pitchFamily="49" charset="0"/>
                <a:cs typeface="Courier New" panose="02070309020205020404" pitchFamily="49" charset="0"/>
              </a:rPr>
              <a:t>和</a:t>
            </a:r>
            <a:r>
              <a:rPr lang="en-US" altLang="zh-CN" sz="1400" b="1" dirty="0">
                <a:solidFill>
                  <a:srgbClr val="86229A"/>
                </a:solidFill>
                <a:latin typeface="Courier New" panose="02070309020205020404" pitchFamily="49" charset="0"/>
                <a:cs typeface="Courier New" panose="02070309020205020404" pitchFamily="49" charset="0"/>
              </a:rPr>
              <a:t>”right”</a:t>
            </a:r>
            <a:r>
              <a:rPr lang="zh-CN" altLang="en-US" sz="1400" b="1" dirty="0">
                <a:solidFill>
                  <a:srgbClr val="86229A"/>
                </a:solidFill>
                <a:latin typeface="Courier New" panose="02070309020205020404" pitchFamily="49" charset="0"/>
                <a:cs typeface="Courier New" panose="02070309020205020404" pitchFamily="49" charset="0"/>
              </a:rPr>
              <a:t>互换、</a:t>
            </a:r>
            <a:r>
              <a:rPr lang="en-US" altLang="zh-CN" sz="1400" b="1" dirty="0">
                <a:solidFill>
                  <a:srgbClr val="86229A"/>
                </a:solidFill>
                <a:latin typeface="Courier New" panose="02070309020205020404" pitchFamily="49" charset="0"/>
                <a:cs typeface="Courier New" panose="02070309020205020404" pitchFamily="49" charset="0"/>
              </a:rPr>
              <a:t>”</a:t>
            </a:r>
            <a:r>
              <a:rPr lang="zh-CN" altLang="en-US" sz="1400" b="1" dirty="0">
                <a:solidFill>
                  <a:srgbClr val="86229A"/>
                </a:solidFill>
                <a:latin typeface="Courier New" panose="02070309020205020404" pitchFamily="49" charset="0"/>
                <a:cs typeface="Courier New" panose="02070309020205020404" pitchFamily="49" charset="0"/>
              </a:rPr>
              <a:t>左旋</a:t>
            </a:r>
            <a:r>
              <a:rPr lang="en-US" altLang="zh-CN" sz="1400" b="1" dirty="0">
                <a:solidFill>
                  <a:srgbClr val="86229A"/>
                </a:solidFill>
                <a:latin typeface="Courier New" panose="02070309020205020404" pitchFamily="49" charset="0"/>
                <a:cs typeface="Courier New" panose="02070309020205020404" pitchFamily="49" charset="0"/>
              </a:rPr>
              <a:t>”</a:t>
            </a:r>
            <a:r>
              <a:rPr lang="zh-CN" altLang="en-US" sz="1400" b="1" dirty="0">
                <a:solidFill>
                  <a:srgbClr val="86229A"/>
                </a:solidFill>
                <a:latin typeface="Courier New" panose="02070309020205020404" pitchFamily="49" charset="0"/>
                <a:cs typeface="Courier New" panose="02070309020205020404" pitchFamily="49" charset="0"/>
              </a:rPr>
              <a:t>和</a:t>
            </a:r>
            <a:r>
              <a:rPr lang="en-US" altLang="zh-CN" sz="1400" b="1" dirty="0">
                <a:solidFill>
                  <a:srgbClr val="86229A"/>
                </a:solidFill>
                <a:latin typeface="Courier New" panose="02070309020205020404" pitchFamily="49" charset="0"/>
                <a:cs typeface="Courier New" panose="02070309020205020404" pitchFamily="49" charset="0"/>
              </a:rPr>
              <a:t>”</a:t>
            </a:r>
            <a:r>
              <a:rPr lang="zh-CN" altLang="en-US" sz="1400" b="1" dirty="0">
                <a:solidFill>
                  <a:srgbClr val="86229A"/>
                </a:solidFill>
                <a:latin typeface="Courier New" panose="02070309020205020404" pitchFamily="49" charset="0"/>
                <a:cs typeface="Courier New" panose="02070309020205020404" pitchFamily="49" charset="0"/>
              </a:rPr>
              <a:t>右旋</a:t>
            </a:r>
            <a:r>
              <a:rPr lang="en-US" altLang="zh-CN" sz="1400" b="1" dirty="0">
                <a:solidFill>
                  <a:srgbClr val="86229A"/>
                </a:solidFill>
                <a:latin typeface="Courier New" panose="02070309020205020404" pitchFamily="49" charset="0"/>
                <a:cs typeface="Courier New" panose="02070309020205020404" pitchFamily="49" charset="0"/>
              </a:rPr>
              <a:t>”</a:t>
            </a:r>
            <a:r>
              <a:rPr lang="zh-CN" altLang="en-US" sz="1400" b="1" dirty="0">
                <a:solidFill>
                  <a:srgbClr val="86229A"/>
                </a:solidFill>
                <a:latin typeface="Courier New" panose="02070309020205020404" pitchFamily="49" charset="0"/>
                <a:cs typeface="Courier New" panose="02070309020205020404" pitchFamily="49" charset="0"/>
              </a:rPr>
              <a:t>互换 </a:t>
            </a:r>
            <a:r>
              <a:rPr lang="en-US" altLang="zh-CN" sz="1400" b="1" dirty="0">
                <a:solidFill>
                  <a:srgbClr val="86229A"/>
                </a:solidFill>
                <a:latin typeface="Courier New" panose="02070309020205020404" pitchFamily="49" charset="0"/>
                <a:cs typeface="Courier New" panose="02070309020205020404" pitchFamily="49" charset="0"/>
              </a:rPr>
              <a:t>*</a:t>
            </a:r>
            <a:endPar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dirty="0" err="1">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curr</a:t>
            </a:r>
            <a:r>
              <a:rPr lang="en-US" altLang="zh-CN" sz="1400" b="1" dirty="0">
                <a:latin typeface="Courier New" panose="02070309020205020404" pitchFamily="49" charset="0"/>
                <a:cs typeface="Courier New" panose="02070309020205020404" pitchFamily="49" charset="0"/>
              </a:rPr>
              <a:t>-&gt;color = BLACK;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置</a:t>
            </a:r>
            <a:r>
              <a:rPr lang="en-US" altLang="zh-CN" sz="1400" b="1" dirty="0" err="1">
                <a:solidFill>
                  <a:srgbClr val="86229A"/>
                </a:solidFill>
                <a:latin typeface="Courier New" panose="02070309020205020404" pitchFamily="49" charset="0"/>
                <a:cs typeface="Courier New" panose="02070309020205020404" pitchFamily="49" charset="0"/>
              </a:rPr>
              <a:t>curr</a:t>
            </a:r>
            <a:r>
              <a:rPr lang="zh-CN" altLang="en-US" sz="1400" b="1" dirty="0">
                <a:solidFill>
                  <a:srgbClr val="0070C0"/>
                </a:solidFill>
                <a:latin typeface="Courier New" panose="02070309020205020404" pitchFamily="49" charset="0"/>
                <a:cs typeface="Courier New" panose="02070309020205020404" pitchFamily="49" charset="0"/>
              </a:rPr>
              <a:t>结点为黑色</a:t>
            </a:r>
            <a:endParaRPr lang="en-US" altLang="zh-CN" sz="1400" b="1" dirty="0">
              <a:solidFill>
                <a:srgbClr val="0070C0"/>
              </a:solidFill>
              <a:latin typeface="Courier New" panose="02070309020205020404" pitchFamily="49" charset="0"/>
              <a:cs typeface="Courier New" panose="02070309020205020404" pitchFamily="49" charset="0"/>
            </a:endParaRPr>
          </a:p>
          <a:p>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cxnSp>
        <p:nvCxnSpPr>
          <p:cNvPr id="86" name="直接连接符 85">
            <a:extLst>
              <a:ext uri="{FF2B5EF4-FFF2-40B4-BE49-F238E27FC236}">
                <a16:creationId xmlns:a16="http://schemas.microsoft.com/office/drawing/2014/main" id="{4C432739-D6AF-45B4-A2B2-DCD30C86184A}"/>
              </a:ext>
            </a:extLst>
          </p:cNvPr>
          <p:cNvCxnSpPr>
            <a:cxnSpLocks/>
          </p:cNvCxnSpPr>
          <p:nvPr/>
        </p:nvCxnSpPr>
        <p:spPr>
          <a:xfrm>
            <a:off x="1180354" y="622136"/>
            <a:ext cx="450607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19BC83D7-525B-4647-AE27-3C83F75357D2}"/>
              </a:ext>
            </a:extLst>
          </p:cNvPr>
          <p:cNvCxnSpPr>
            <a:cxnSpLocks/>
          </p:cNvCxnSpPr>
          <p:nvPr/>
        </p:nvCxnSpPr>
        <p:spPr>
          <a:xfrm>
            <a:off x="1409090" y="836881"/>
            <a:ext cx="402016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562ED80D-7278-48D8-AD65-AD0D9444113D}"/>
              </a:ext>
            </a:extLst>
          </p:cNvPr>
          <p:cNvCxnSpPr>
            <a:cxnSpLocks/>
          </p:cNvCxnSpPr>
          <p:nvPr/>
        </p:nvCxnSpPr>
        <p:spPr>
          <a:xfrm>
            <a:off x="1596122" y="1044699"/>
            <a:ext cx="322543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A746044A-6493-4FD3-84DD-D75812D18D19}"/>
              </a:ext>
            </a:extLst>
          </p:cNvPr>
          <p:cNvCxnSpPr>
            <a:cxnSpLocks/>
          </p:cNvCxnSpPr>
          <p:nvPr/>
        </p:nvCxnSpPr>
        <p:spPr>
          <a:xfrm>
            <a:off x="1596122" y="1245590"/>
            <a:ext cx="2054551"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EAE9A0D2-6C61-49D7-9203-B6899C7E7ABC}"/>
              </a:ext>
            </a:extLst>
          </p:cNvPr>
          <p:cNvCxnSpPr>
            <a:cxnSpLocks/>
          </p:cNvCxnSpPr>
          <p:nvPr/>
        </p:nvCxnSpPr>
        <p:spPr>
          <a:xfrm>
            <a:off x="1596122" y="2529514"/>
            <a:ext cx="615484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D5BF14C9-B3F1-4DAD-9592-963704779694}"/>
              </a:ext>
            </a:extLst>
          </p:cNvPr>
          <p:cNvCxnSpPr>
            <a:cxnSpLocks/>
          </p:cNvCxnSpPr>
          <p:nvPr/>
        </p:nvCxnSpPr>
        <p:spPr>
          <a:xfrm flipV="1">
            <a:off x="1805369" y="3151669"/>
            <a:ext cx="3080956" cy="6927"/>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3F5B1E58-2CF1-4D9F-8E99-FC88EBCCDFBE}"/>
              </a:ext>
            </a:extLst>
          </p:cNvPr>
          <p:cNvCxnSpPr>
            <a:cxnSpLocks/>
          </p:cNvCxnSpPr>
          <p:nvPr/>
        </p:nvCxnSpPr>
        <p:spPr>
          <a:xfrm>
            <a:off x="1805369" y="4458164"/>
            <a:ext cx="3881056" cy="2513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DF8249BD-A77B-4694-8FA7-30D9888CA6EC}"/>
              </a:ext>
            </a:extLst>
          </p:cNvPr>
          <p:cNvCxnSpPr>
            <a:cxnSpLocks/>
          </p:cNvCxnSpPr>
          <p:nvPr/>
        </p:nvCxnSpPr>
        <p:spPr>
          <a:xfrm>
            <a:off x="1805369" y="4683385"/>
            <a:ext cx="3080956" cy="451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9D12CB1F-840D-4DDC-80FC-C4E6B1FF9BD3}"/>
              </a:ext>
            </a:extLst>
          </p:cNvPr>
          <p:cNvCxnSpPr>
            <a:cxnSpLocks/>
          </p:cNvCxnSpPr>
          <p:nvPr/>
        </p:nvCxnSpPr>
        <p:spPr>
          <a:xfrm>
            <a:off x="1781123" y="4867414"/>
            <a:ext cx="280126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2DC3DA30-EA24-441B-94E7-C38F8320A940}"/>
              </a:ext>
            </a:extLst>
          </p:cNvPr>
          <p:cNvCxnSpPr>
            <a:cxnSpLocks/>
          </p:cNvCxnSpPr>
          <p:nvPr/>
        </p:nvCxnSpPr>
        <p:spPr>
          <a:xfrm>
            <a:off x="1781123" y="5129196"/>
            <a:ext cx="3301240" cy="155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157E8075-F0CC-468F-887C-BFCE93ED845E}"/>
              </a:ext>
            </a:extLst>
          </p:cNvPr>
          <p:cNvCxnSpPr>
            <a:cxnSpLocks/>
          </p:cNvCxnSpPr>
          <p:nvPr/>
        </p:nvCxnSpPr>
        <p:spPr>
          <a:xfrm flipV="1">
            <a:off x="1777658" y="5325768"/>
            <a:ext cx="1616706" cy="328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7D14AD29-12CE-43D0-9344-E6D066BC3BDA}"/>
              </a:ext>
            </a:extLst>
          </p:cNvPr>
          <p:cNvCxnSpPr>
            <a:cxnSpLocks/>
          </p:cNvCxnSpPr>
          <p:nvPr/>
        </p:nvCxnSpPr>
        <p:spPr>
          <a:xfrm>
            <a:off x="1163882" y="6394294"/>
            <a:ext cx="2181965" cy="1150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26" name="文本框 125">
            <a:extLst>
              <a:ext uri="{FF2B5EF4-FFF2-40B4-BE49-F238E27FC236}">
                <a16:creationId xmlns:a16="http://schemas.microsoft.com/office/drawing/2014/main" id="{28275A96-4926-4FF4-A324-94E37289D4C1}"/>
              </a:ext>
            </a:extLst>
          </p:cNvPr>
          <p:cNvSpPr txBox="1"/>
          <p:nvPr/>
        </p:nvSpPr>
        <p:spPr>
          <a:xfrm>
            <a:off x="163275" y="771152"/>
            <a:ext cx="10499114" cy="3846438"/>
          </a:xfrm>
          <a:prstGeom prst="rect">
            <a:avLst/>
          </a:prstGeom>
          <a:solidFill>
            <a:srgbClr val="F9F2E1"/>
          </a:solidFill>
          <a:ln w="12700">
            <a:solidFill>
              <a:srgbClr val="002060"/>
            </a:solidFill>
          </a:ln>
        </p:spPr>
        <p:txBody>
          <a:bodyPr wrap="square">
            <a:spAutoFit/>
          </a:bodyPr>
          <a:lstStyle/>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L_Rotate_RBT</a:t>
            </a:r>
            <a:r>
              <a:rPr lang="en-US" altLang="zh-CN" sz="1700" b="1" dirty="0">
                <a:latin typeface="Courier New" panose="02070309020205020404" pitchFamily="49" charset="0"/>
                <a:cs typeface="Courier New" panose="02070309020205020404" pitchFamily="49" charset="0"/>
              </a:rPr>
              <a:t>(</a:t>
            </a:r>
            <a:r>
              <a:rPr lang="en-US" altLang="zh-CN" sz="1700" b="1" dirty="0" err="1">
                <a:latin typeface="Courier New" panose="02070309020205020404" pitchFamily="49" charset="0"/>
                <a:cs typeface="Courier New" panose="02070309020205020404" pitchFamily="49" charset="0"/>
              </a:rPr>
              <a:t>RBTree</a:t>
            </a:r>
            <a:r>
              <a:rPr lang="en-US" altLang="zh-CN" sz="1700" b="1" dirty="0">
                <a:latin typeface="Courier New" panose="02070309020205020404" pitchFamily="49" charset="0"/>
                <a:cs typeface="Courier New" panose="02070309020205020404" pitchFamily="49" charset="0"/>
              </a:rPr>
              <a:t> T, </a:t>
            </a:r>
            <a:r>
              <a:rPr lang="en-US" altLang="zh-CN" sz="1700" b="1" dirty="0" err="1">
                <a:latin typeface="Courier New" panose="02070309020205020404" pitchFamily="49" charset="0"/>
                <a:cs typeface="Courier New" panose="02070309020205020404" pitchFamily="49" charset="0"/>
              </a:rPr>
              <a:t>RBNode</a:t>
            </a:r>
            <a:r>
              <a:rPr lang="en-US" altLang="zh-CN" sz="1700" b="1" dirty="0">
                <a:latin typeface="Courier New" panose="02070309020205020404" pitchFamily="49" charset="0"/>
                <a:cs typeface="Courier New" panose="02070309020205020404" pitchFamily="49" charset="0"/>
              </a:rPr>
              <a:t> *p)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对红黑树</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T</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中</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结点为根的子树进行左旋操作</a:t>
            </a: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 = p-&gt;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a:t>
            </a:r>
            <a:r>
              <a:rPr lang="zh-CN" altLang="en-US"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指向</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结点的右孩子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 =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将</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结点的左子树转变为</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结点的右子树</a:t>
            </a:r>
            <a:endParaRPr lang="en-US" altLang="zh-CN" sz="1700" b="1" dirty="0">
              <a:solidFill>
                <a:srgbClr val="C00000"/>
              </a:solidFill>
              <a:latin typeface="Courier New" panose="02070309020205020404" pitchFamily="49" charset="0"/>
              <a:cs typeface="Courier New" panose="02070309020205020404" pitchFamily="49" charset="0"/>
            </a:endParaRPr>
          </a:p>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-&gt;</a:t>
            </a:r>
            <a:r>
              <a:rPr lang="en-US" altLang="zh-CN" sz="1700" b="1" dirty="0" err="1">
                <a:latin typeface="Courier New" panose="02070309020205020404" pitchFamily="49" charset="0"/>
                <a:cs typeface="Courier New" panose="02070309020205020404" pitchFamily="49" charset="0"/>
              </a:rPr>
              <a:t>lchild</a:t>
            </a:r>
            <a:r>
              <a:rPr lang="en-US" altLang="zh-CN" sz="1700" b="1" dirty="0">
                <a:latin typeface="Courier New" panose="02070309020205020404" pitchFamily="49" charset="0"/>
                <a:cs typeface="Courier New" panose="02070309020205020404" pitchFamily="49" charset="0"/>
              </a:rPr>
              <a:t> != T-&gt;nil)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-&gt;</a:t>
            </a:r>
            <a:r>
              <a:rPr lang="en-US" altLang="zh-CN" sz="1700" b="1" dirty="0" err="1">
                <a:latin typeface="Courier New" panose="02070309020205020404" pitchFamily="49" charset="0"/>
                <a:cs typeface="Courier New" panose="02070309020205020404" pitchFamily="49" charset="0"/>
              </a:rPr>
              <a:t>lchild</a:t>
            </a:r>
            <a:r>
              <a:rPr lang="en-US" altLang="zh-CN" sz="1700" b="1" dirty="0">
                <a:latin typeface="Courier New" panose="02070309020205020404" pitchFamily="49" charset="0"/>
                <a:cs typeface="Courier New" panose="02070309020205020404" pitchFamily="49" charset="0"/>
              </a:rPr>
              <a:t>-&gt;parent = p;</a:t>
            </a: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-&gt;parent = p-&gt;parent;</a:t>
            </a: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700" b="1" dirty="0">
                <a:latin typeface="Courier New" panose="02070309020205020404" pitchFamily="49" charset="0"/>
                <a:cs typeface="Courier New" panose="02070309020205020404" pitchFamily="49" charset="0"/>
              </a:rPr>
              <a:t> (p-&gt;parent == T-&gt;nil) T-&gt;root =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若</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结点是原来的根，则</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结点成为新的根结点</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700" b="1" dirty="0">
                <a:latin typeface="Courier New" panose="02070309020205020404" pitchFamily="49" charset="0"/>
                <a:cs typeface="Courier New" panose="02070309020205020404" pitchFamily="49" charset="0"/>
              </a:rPr>
              <a:t> (p == p-&gt;parent-&gt;</a:t>
            </a:r>
            <a:r>
              <a:rPr lang="en-US" altLang="zh-CN" sz="1700" b="1" dirty="0" err="1">
                <a:latin typeface="Courier New" panose="02070309020205020404" pitchFamily="49" charset="0"/>
                <a:cs typeface="Courier New" panose="02070309020205020404" pitchFamily="49" charset="0"/>
              </a:rPr>
              <a:t>lchild</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否则若</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结点是其双亲的左孩子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p-&gt;parent-&gt;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 =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则</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结点是其新父结点的左孩子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latin typeface="Courier New" panose="02070309020205020404" pitchFamily="49" charset="0"/>
                <a:cs typeface="Courier New" panose="02070309020205020404" pitchFamily="49" charset="0"/>
              </a:rPr>
              <a:t>  </a:t>
            </a: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C00000"/>
                </a:solidFill>
                <a:latin typeface="Courier New" panose="02070309020205020404" pitchFamily="49" charset="0"/>
                <a:cs typeface="Courier New" panose="02070309020205020404" pitchFamily="49" charset="0"/>
              </a:rPr>
              <a:t>p-&gt;parent-&gt;</a:t>
            </a:r>
            <a:r>
              <a:rPr lang="en-US" altLang="zh-CN" sz="1700" b="1" dirty="0" err="1">
                <a:solidFill>
                  <a:srgbClr val="C00000"/>
                </a:solidFill>
                <a:latin typeface="Courier New" panose="02070309020205020404" pitchFamily="49" charset="0"/>
                <a:cs typeface="Courier New" panose="02070309020205020404" pitchFamily="49" charset="0"/>
              </a:rPr>
              <a:t>rchild</a:t>
            </a:r>
            <a:r>
              <a:rPr lang="en-US" altLang="zh-CN" sz="1700" b="1" dirty="0">
                <a:solidFill>
                  <a:srgbClr val="C00000"/>
                </a:solidFill>
                <a:latin typeface="Courier New" panose="02070309020205020404" pitchFamily="49" charset="0"/>
                <a:cs typeface="Courier New" panose="02070309020205020404" pitchFamily="49" charset="0"/>
              </a:rPr>
              <a:t> =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a:t>
            </a:r>
            <a:r>
              <a:rPr lang="zh-CN" altLang="en-US" sz="1700" b="1" dirty="0">
                <a:solidFill>
                  <a:srgbClr val="C00000"/>
                </a:solidFill>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否则是右孩子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solidFill>
                  <a:srgbClr val="C00000"/>
                </a:solidFill>
                <a:latin typeface="Courier New" panose="02070309020205020404" pitchFamily="49" charset="0"/>
                <a:cs typeface="Courier New" panose="02070309020205020404" pitchFamily="49" charset="0"/>
              </a:rPr>
              <a:t>  </a:t>
            </a:r>
            <a:r>
              <a:rPr lang="en-US" altLang="zh-CN" sz="1700" b="1" dirty="0" err="1">
                <a:solidFill>
                  <a:srgbClr val="C00000"/>
                </a:solidFill>
                <a:latin typeface="Courier New" panose="02070309020205020404" pitchFamily="49" charset="0"/>
                <a:cs typeface="Courier New" panose="02070309020205020404" pitchFamily="49" charset="0"/>
              </a:rPr>
              <a:t>rc</a:t>
            </a:r>
            <a:r>
              <a:rPr lang="en-US" altLang="zh-CN" sz="1700" b="1" dirty="0">
                <a:solidFill>
                  <a:srgbClr val="C00000"/>
                </a:solidFill>
                <a:latin typeface="Courier New" panose="02070309020205020404" pitchFamily="49" charset="0"/>
                <a:cs typeface="Courier New" panose="02070309020205020404" pitchFamily="49" charset="0"/>
              </a:rPr>
              <a:t>-&gt;</a:t>
            </a:r>
            <a:r>
              <a:rPr lang="en-US" altLang="zh-CN" sz="1700" b="1" dirty="0" err="1">
                <a:solidFill>
                  <a:srgbClr val="C00000"/>
                </a:solidFill>
                <a:latin typeface="Courier New" panose="02070309020205020404" pitchFamily="49" charset="0"/>
                <a:cs typeface="Courier New" panose="02070309020205020404" pitchFamily="49" charset="0"/>
              </a:rPr>
              <a:t>lchild</a:t>
            </a:r>
            <a:r>
              <a:rPr lang="en-US" altLang="zh-CN" sz="1700" b="1" dirty="0">
                <a:solidFill>
                  <a:srgbClr val="C00000"/>
                </a:solidFill>
                <a:latin typeface="Courier New" panose="02070309020205020404" pitchFamily="49" charset="0"/>
                <a:cs typeface="Courier New" panose="02070309020205020404" pitchFamily="49" charset="0"/>
              </a:rPr>
              <a:t> = p;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将</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结点置为</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结点的左孩子</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700" b="1" dirty="0">
                <a:latin typeface="Courier New" panose="02070309020205020404" pitchFamily="49" charset="0"/>
                <a:cs typeface="Courier New" panose="02070309020205020404" pitchFamily="49" charset="0"/>
              </a:rPr>
              <a:t>p-&gt;parent = </a:t>
            </a:r>
            <a:r>
              <a:rPr lang="en-US" altLang="zh-CN" sz="1700" b="1" dirty="0" err="1">
                <a:latin typeface="Courier New" panose="02070309020205020404" pitchFamily="49" charset="0"/>
                <a:cs typeface="Courier New" panose="02070309020205020404" pitchFamily="49" charset="0"/>
              </a:rPr>
              <a:t>rc</a:t>
            </a:r>
            <a:r>
              <a:rPr lang="en-US" altLang="zh-CN" sz="1700" b="1" dirty="0">
                <a:latin typeface="Courier New" panose="02070309020205020404" pitchFamily="49" charset="0"/>
                <a:cs typeface="Courier New" panose="02070309020205020404" pitchFamily="49" charset="0"/>
              </a:rPr>
              <a:t>; </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en-US" altLang="zh-CN" sz="17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rc</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结点是</a:t>
            </a:r>
            <a:r>
              <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a:t>
            </a:r>
            <a:r>
              <a:rPr lang="zh-CN" altLang="en-US"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结点新的父结点</a:t>
            </a:r>
            <a:endParaRPr lang="en-US" altLang="zh-CN" sz="17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120000"/>
              </a:lnSpc>
            </a:pPr>
            <a:r>
              <a:rPr lang="en-US" altLang="zh-CN"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7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27" name="直接连接符 126">
            <a:extLst>
              <a:ext uri="{FF2B5EF4-FFF2-40B4-BE49-F238E27FC236}">
                <a16:creationId xmlns:a16="http://schemas.microsoft.com/office/drawing/2014/main" id="{006CFF0C-30FF-4D48-B7E9-148CFC37706D}"/>
              </a:ext>
            </a:extLst>
          </p:cNvPr>
          <p:cNvCxnSpPr>
            <a:cxnSpLocks/>
          </p:cNvCxnSpPr>
          <p:nvPr/>
        </p:nvCxnSpPr>
        <p:spPr>
          <a:xfrm>
            <a:off x="495977" y="1423048"/>
            <a:ext cx="1994005"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2AC404E7-A63A-48C9-9106-2F000045D0BC}"/>
              </a:ext>
            </a:extLst>
          </p:cNvPr>
          <p:cNvCxnSpPr>
            <a:cxnSpLocks/>
          </p:cNvCxnSpPr>
          <p:nvPr/>
        </p:nvCxnSpPr>
        <p:spPr>
          <a:xfrm>
            <a:off x="512700" y="1730512"/>
            <a:ext cx="295295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92C0F459-3C08-4155-B5C0-E854E97C54DB}"/>
              </a:ext>
            </a:extLst>
          </p:cNvPr>
          <p:cNvCxnSpPr>
            <a:cxnSpLocks/>
          </p:cNvCxnSpPr>
          <p:nvPr/>
        </p:nvCxnSpPr>
        <p:spPr>
          <a:xfrm>
            <a:off x="495977" y="2035301"/>
            <a:ext cx="3154696"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1EE2058C-A006-45AC-9C82-6D7C588A6F81}"/>
              </a:ext>
            </a:extLst>
          </p:cNvPr>
          <p:cNvCxnSpPr>
            <a:cxnSpLocks/>
          </p:cNvCxnSpPr>
          <p:nvPr/>
        </p:nvCxnSpPr>
        <p:spPr>
          <a:xfrm>
            <a:off x="495977" y="2351503"/>
            <a:ext cx="289838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7CBC78D6-AE2B-4BE1-BC5B-97F9CC21EF3D}"/>
              </a:ext>
            </a:extLst>
          </p:cNvPr>
          <p:cNvCxnSpPr>
            <a:cxnSpLocks/>
          </p:cNvCxnSpPr>
          <p:nvPr/>
        </p:nvCxnSpPr>
        <p:spPr>
          <a:xfrm>
            <a:off x="531165" y="2658659"/>
            <a:ext cx="305716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3F1424EE-1165-44AA-BA02-2A70C92DA34C}"/>
              </a:ext>
            </a:extLst>
          </p:cNvPr>
          <p:cNvCxnSpPr>
            <a:cxnSpLocks/>
          </p:cNvCxnSpPr>
          <p:nvPr/>
        </p:nvCxnSpPr>
        <p:spPr>
          <a:xfrm>
            <a:off x="512700" y="2975535"/>
            <a:ext cx="4197845" cy="6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F601CF39-1FB0-4D28-B7ED-914DE3369FA9}"/>
              </a:ext>
            </a:extLst>
          </p:cNvPr>
          <p:cNvCxnSpPr>
            <a:cxnSpLocks/>
          </p:cNvCxnSpPr>
          <p:nvPr/>
        </p:nvCxnSpPr>
        <p:spPr>
          <a:xfrm>
            <a:off x="515006" y="3594592"/>
            <a:ext cx="366906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D9B1B7D8-5319-4D64-80A0-0F0A4BD08715}"/>
              </a:ext>
            </a:extLst>
          </p:cNvPr>
          <p:cNvCxnSpPr>
            <a:cxnSpLocks/>
          </p:cNvCxnSpPr>
          <p:nvPr/>
        </p:nvCxnSpPr>
        <p:spPr>
          <a:xfrm>
            <a:off x="512700" y="3926580"/>
            <a:ext cx="1977282"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C69685A2-8D56-48BD-8224-474EB10877E2}"/>
              </a:ext>
            </a:extLst>
          </p:cNvPr>
          <p:cNvCxnSpPr>
            <a:cxnSpLocks/>
          </p:cNvCxnSpPr>
          <p:nvPr/>
        </p:nvCxnSpPr>
        <p:spPr>
          <a:xfrm>
            <a:off x="488943" y="4219302"/>
            <a:ext cx="200103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48" name="矩形: 圆角 47">
            <a:extLst>
              <a:ext uri="{FF2B5EF4-FFF2-40B4-BE49-F238E27FC236}">
                <a16:creationId xmlns:a16="http://schemas.microsoft.com/office/drawing/2014/main" id="{4602A999-3CD9-4F29-B12C-FEA95DF1FE50}"/>
              </a:ext>
            </a:extLst>
          </p:cNvPr>
          <p:cNvSpPr/>
          <p:nvPr/>
        </p:nvSpPr>
        <p:spPr>
          <a:xfrm>
            <a:off x="8458755" y="3807706"/>
            <a:ext cx="3484418" cy="2849117"/>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49" name="直接连接符 48">
            <a:extLst>
              <a:ext uri="{FF2B5EF4-FFF2-40B4-BE49-F238E27FC236}">
                <a16:creationId xmlns:a16="http://schemas.microsoft.com/office/drawing/2014/main" id="{E0600CEF-3869-4ABE-BE58-8C42F85C7E75}"/>
              </a:ext>
            </a:extLst>
          </p:cNvPr>
          <p:cNvCxnSpPr>
            <a:cxnSpLocks/>
          </p:cNvCxnSpPr>
          <p:nvPr/>
        </p:nvCxnSpPr>
        <p:spPr>
          <a:xfrm flipH="1">
            <a:off x="9291528" y="5670581"/>
            <a:ext cx="244999" cy="59366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E004CFB-4AA4-4230-956B-9A7514DF8E75}"/>
              </a:ext>
            </a:extLst>
          </p:cNvPr>
          <p:cNvCxnSpPr>
            <a:cxnSpLocks/>
          </p:cNvCxnSpPr>
          <p:nvPr/>
        </p:nvCxnSpPr>
        <p:spPr>
          <a:xfrm>
            <a:off x="11263187" y="5731071"/>
            <a:ext cx="265271" cy="5141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C937FAE-05B1-401F-B282-D845143380D5}"/>
              </a:ext>
            </a:extLst>
          </p:cNvPr>
          <p:cNvCxnSpPr>
            <a:cxnSpLocks/>
          </p:cNvCxnSpPr>
          <p:nvPr/>
        </p:nvCxnSpPr>
        <p:spPr>
          <a:xfrm flipH="1">
            <a:off x="8964001" y="5177959"/>
            <a:ext cx="210085" cy="375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1CF7EA8A-C2F1-493A-8564-B01C1CA905E4}"/>
              </a:ext>
            </a:extLst>
          </p:cNvPr>
          <p:cNvSpPr/>
          <p:nvPr/>
        </p:nvSpPr>
        <p:spPr>
          <a:xfrm>
            <a:off x="9108988" y="6076661"/>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53" name="组合 52">
            <a:extLst>
              <a:ext uri="{FF2B5EF4-FFF2-40B4-BE49-F238E27FC236}">
                <a16:creationId xmlns:a16="http://schemas.microsoft.com/office/drawing/2014/main" id="{0A57BDF0-7AB4-40AB-B453-4D697F4E82FD}"/>
              </a:ext>
            </a:extLst>
          </p:cNvPr>
          <p:cNvGrpSpPr/>
          <p:nvPr/>
        </p:nvGrpSpPr>
        <p:grpSpPr>
          <a:xfrm>
            <a:off x="9477310" y="3896031"/>
            <a:ext cx="1149922" cy="502557"/>
            <a:chOff x="2601744" y="462339"/>
            <a:chExt cx="1159066" cy="499626"/>
          </a:xfrm>
        </p:grpSpPr>
        <p:sp>
          <p:nvSpPr>
            <p:cNvPr id="54" name="文本框 53">
              <a:extLst>
                <a:ext uri="{FF2B5EF4-FFF2-40B4-BE49-F238E27FC236}">
                  <a16:creationId xmlns:a16="http://schemas.microsoft.com/office/drawing/2014/main" id="{881320DC-4BEB-4667-BEE1-C1B3F270B242}"/>
                </a:ext>
              </a:extLst>
            </p:cNvPr>
            <p:cNvSpPr txBox="1"/>
            <p:nvPr/>
          </p:nvSpPr>
          <p:spPr>
            <a:xfrm>
              <a:off x="2601744" y="462339"/>
              <a:ext cx="1159066" cy="332363"/>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T-&gt;root</a:t>
              </a:r>
              <a:endParaRPr lang="zh-CN" altLang="en-US"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55" name="直接箭头连接符 54">
              <a:extLst>
                <a:ext uri="{FF2B5EF4-FFF2-40B4-BE49-F238E27FC236}">
                  <a16:creationId xmlns:a16="http://schemas.microsoft.com/office/drawing/2014/main" id="{8B42F5F8-654E-453A-B9EB-848E3250FF6B}"/>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56" name="直接连接符 55">
            <a:extLst>
              <a:ext uri="{FF2B5EF4-FFF2-40B4-BE49-F238E27FC236}">
                <a16:creationId xmlns:a16="http://schemas.microsoft.com/office/drawing/2014/main" id="{B61B2EBA-79EC-4ED0-BBB2-6A970B148DEE}"/>
              </a:ext>
            </a:extLst>
          </p:cNvPr>
          <p:cNvCxnSpPr>
            <a:cxnSpLocks/>
          </p:cNvCxnSpPr>
          <p:nvPr/>
        </p:nvCxnSpPr>
        <p:spPr>
          <a:xfrm>
            <a:off x="9233574" y="5182322"/>
            <a:ext cx="286117" cy="51430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80FE5189-DFC1-4F33-962C-191E0824DFEB}"/>
              </a:ext>
            </a:extLst>
          </p:cNvPr>
          <p:cNvCxnSpPr>
            <a:cxnSpLocks/>
          </p:cNvCxnSpPr>
          <p:nvPr/>
        </p:nvCxnSpPr>
        <p:spPr>
          <a:xfrm flipH="1">
            <a:off x="9280079" y="4563816"/>
            <a:ext cx="832877" cy="41499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EC82DFCA-1400-454D-9B33-FC81ACA58F56}"/>
              </a:ext>
            </a:extLst>
          </p:cNvPr>
          <p:cNvSpPr/>
          <p:nvPr/>
        </p:nvSpPr>
        <p:spPr>
          <a:xfrm>
            <a:off x="8992298" y="4918037"/>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2" name="椭圆 61">
            <a:extLst>
              <a:ext uri="{FF2B5EF4-FFF2-40B4-BE49-F238E27FC236}">
                <a16:creationId xmlns:a16="http://schemas.microsoft.com/office/drawing/2014/main" id="{167F697F-D2BF-4527-8212-03C5933041DB}"/>
              </a:ext>
            </a:extLst>
          </p:cNvPr>
          <p:cNvSpPr/>
          <p:nvPr/>
        </p:nvSpPr>
        <p:spPr>
          <a:xfrm>
            <a:off x="9305478" y="5494141"/>
            <a:ext cx="422127"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3" name="椭圆 62">
            <a:extLst>
              <a:ext uri="{FF2B5EF4-FFF2-40B4-BE49-F238E27FC236}">
                <a16:creationId xmlns:a16="http://schemas.microsoft.com/office/drawing/2014/main" id="{FCFAEFAD-0FEC-4180-BD1D-38D39C9D6174}"/>
              </a:ext>
            </a:extLst>
          </p:cNvPr>
          <p:cNvSpPr/>
          <p:nvPr/>
        </p:nvSpPr>
        <p:spPr>
          <a:xfrm>
            <a:off x="8724469" y="5486239"/>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64" name="组合 63">
            <a:extLst>
              <a:ext uri="{FF2B5EF4-FFF2-40B4-BE49-F238E27FC236}">
                <a16:creationId xmlns:a16="http://schemas.microsoft.com/office/drawing/2014/main" id="{EB2DB7AF-ECD2-436C-95E2-30DD96CF8247}"/>
              </a:ext>
            </a:extLst>
          </p:cNvPr>
          <p:cNvGrpSpPr/>
          <p:nvPr/>
        </p:nvGrpSpPr>
        <p:grpSpPr>
          <a:xfrm>
            <a:off x="9515814" y="5847383"/>
            <a:ext cx="375362" cy="353484"/>
            <a:chOff x="3051852" y="483830"/>
            <a:chExt cx="378345" cy="351423"/>
          </a:xfrm>
        </p:grpSpPr>
        <p:sp>
          <p:nvSpPr>
            <p:cNvPr id="65" name="文本框 64">
              <a:extLst>
                <a:ext uri="{FF2B5EF4-FFF2-40B4-BE49-F238E27FC236}">
                  <a16:creationId xmlns:a16="http://schemas.microsoft.com/office/drawing/2014/main" id="{9306A853-50D4-43A2-BA80-27AF4C7357D4}"/>
                </a:ext>
              </a:extLst>
            </p:cNvPr>
            <p:cNvSpPr txBox="1"/>
            <p:nvPr/>
          </p:nvSpPr>
          <p:spPr>
            <a:xfrm>
              <a:off x="3051852" y="483830"/>
              <a:ext cx="284421"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86229A"/>
                  </a:solidFill>
                  <a:latin typeface="Courier New" panose="02070309020205020404" pitchFamily="49" charset="0"/>
                  <a:cs typeface="Courier New" panose="02070309020205020404" pitchFamily="49" charset="0"/>
                </a:rPr>
                <a:t>s</a:t>
              </a:r>
              <a:endParaRPr lang="zh-CN" altLang="en-US" b="1" dirty="0">
                <a:solidFill>
                  <a:srgbClr val="86229A"/>
                </a:solidFill>
                <a:latin typeface="Courier New" panose="02070309020205020404" pitchFamily="49" charset="0"/>
                <a:cs typeface="Courier New" panose="02070309020205020404" pitchFamily="49" charset="0"/>
              </a:endParaRPr>
            </a:p>
          </p:txBody>
        </p:sp>
        <p:cxnSp>
          <p:nvCxnSpPr>
            <p:cNvPr id="66" name="直接箭头连接符 65">
              <a:extLst>
                <a:ext uri="{FF2B5EF4-FFF2-40B4-BE49-F238E27FC236}">
                  <a16:creationId xmlns:a16="http://schemas.microsoft.com/office/drawing/2014/main" id="{1B3521C0-F3FA-4656-A680-EC661D4AB9DD}"/>
                </a:ext>
              </a:extLst>
            </p:cNvPr>
            <p:cNvCxnSpPr>
              <a:cxnSpLocks/>
            </p:cNvCxnSpPr>
            <p:nvPr/>
          </p:nvCxnSpPr>
          <p:spPr>
            <a:xfrm>
              <a:off x="3236648" y="676794"/>
              <a:ext cx="193549" cy="158459"/>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67" name="直接连接符 66">
            <a:extLst>
              <a:ext uri="{FF2B5EF4-FFF2-40B4-BE49-F238E27FC236}">
                <a16:creationId xmlns:a16="http://schemas.microsoft.com/office/drawing/2014/main" id="{43F2933E-1D77-453C-A9D0-6DF523663E08}"/>
              </a:ext>
            </a:extLst>
          </p:cNvPr>
          <p:cNvCxnSpPr>
            <a:cxnSpLocks/>
          </p:cNvCxnSpPr>
          <p:nvPr/>
        </p:nvCxnSpPr>
        <p:spPr>
          <a:xfrm>
            <a:off x="10951507" y="5157767"/>
            <a:ext cx="269681" cy="47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80116CB1-1363-408D-B17A-A62C1820E3C6}"/>
              </a:ext>
            </a:extLst>
          </p:cNvPr>
          <p:cNvCxnSpPr>
            <a:cxnSpLocks/>
          </p:cNvCxnSpPr>
          <p:nvPr/>
        </p:nvCxnSpPr>
        <p:spPr>
          <a:xfrm>
            <a:off x="10105183" y="4600089"/>
            <a:ext cx="911900" cy="43967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2" name="椭圆 71">
            <a:extLst>
              <a:ext uri="{FF2B5EF4-FFF2-40B4-BE49-F238E27FC236}">
                <a16:creationId xmlns:a16="http://schemas.microsoft.com/office/drawing/2014/main" id="{1BB3174B-CEA9-410C-B0BC-74ED308CF682}"/>
              </a:ext>
            </a:extLst>
          </p:cNvPr>
          <p:cNvSpPr/>
          <p:nvPr/>
        </p:nvSpPr>
        <p:spPr>
          <a:xfrm>
            <a:off x="11332020" y="6063780"/>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76" name="组合 75">
            <a:extLst>
              <a:ext uri="{FF2B5EF4-FFF2-40B4-BE49-F238E27FC236}">
                <a16:creationId xmlns:a16="http://schemas.microsoft.com/office/drawing/2014/main" id="{5B99FC13-FDC0-4372-8D5B-B67DF5687DF1}"/>
              </a:ext>
            </a:extLst>
          </p:cNvPr>
          <p:cNvGrpSpPr/>
          <p:nvPr/>
        </p:nvGrpSpPr>
        <p:grpSpPr>
          <a:xfrm>
            <a:off x="9995616" y="5462357"/>
            <a:ext cx="534620" cy="308152"/>
            <a:chOff x="-333604" y="1473707"/>
            <a:chExt cx="538867" cy="306355"/>
          </a:xfrm>
        </p:grpSpPr>
        <p:sp>
          <p:nvSpPr>
            <p:cNvPr id="77" name="文本框 76">
              <a:extLst>
                <a:ext uri="{FF2B5EF4-FFF2-40B4-BE49-F238E27FC236}">
                  <a16:creationId xmlns:a16="http://schemas.microsoft.com/office/drawing/2014/main" id="{06E745E7-873A-47B4-9AAD-716182C19ED1}"/>
                </a:ext>
              </a:extLst>
            </p:cNvPr>
            <p:cNvSpPr txBox="1"/>
            <p:nvPr/>
          </p:nvSpPr>
          <p:spPr>
            <a:xfrm>
              <a:off x="-333604" y="1473707"/>
              <a:ext cx="533393"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00B0F0"/>
                  </a:solidFill>
                  <a:latin typeface="Courier New" panose="02070309020205020404" pitchFamily="49" charset="0"/>
                  <a:cs typeface="Courier New" panose="02070309020205020404" pitchFamily="49" charset="0"/>
                </a:rPr>
                <a:t>bro</a:t>
              </a:r>
              <a:endParaRPr lang="zh-CN" altLang="en-US" b="1" dirty="0">
                <a:solidFill>
                  <a:srgbClr val="00B0F0"/>
                </a:solidFill>
                <a:latin typeface="Courier New" panose="02070309020205020404" pitchFamily="49" charset="0"/>
                <a:cs typeface="Courier New" panose="02070309020205020404" pitchFamily="49" charset="0"/>
              </a:endParaRPr>
            </a:p>
          </p:txBody>
        </p:sp>
        <p:cxnSp>
          <p:nvCxnSpPr>
            <p:cNvPr id="78" name="直接箭头连接符 77">
              <a:extLst>
                <a:ext uri="{FF2B5EF4-FFF2-40B4-BE49-F238E27FC236}">
                  <a16:creationId xmlns:a16="http://schemas.microsoft.com/office/drawing/2014/main" id="{A284032E-9979-4422-888B-DB46F2638015}"/>
                </a:ext>
              </a:extLst>
            </p:cNvPr>
            <p:cNvCxnSpPr>
              <a:cxnSpLocks/>
            </p:cNvCxnSpPr>
            <p:nvPr/>
          </p:nvCxnSpPr>
          <p:spPr>
            <a:xfrm>
              <a:off x="-30871" y="1691490"/>
              <a:ext cx="236134" cy="4506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80" name="椭圆 79">
            <a:extLst>
              <a:ext uri="{FF2B5EF4-FFF2-40B4-BE49-F238E27FC236}">
                <a16:creationId xmlns:a16="http://schemas.microsoft.com/office/drawing/2014/main" id="{39B08DF5-5D9E-45D8-9DCF-DD191EFFEFEE}"/>
              </a:ext>
            </a:extLst>
          </p:cNvPr>
          <p:cNvSpPr/>
          <p:nvPr/>
        </p:nvSpPr>
        <p:spPr>
          <a:xfrm>
            <a:off x="9841753" y="6076599"/>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83" name="直接连接符 82">
            <a:extLst>
              <a:ext uri="{FF2B5EF4-FFF2-40B4-BE49-F238E27FC236}">
                <a16:creationId xmlns:a16="http://schemas.microsoft.com/office/drawing/2014/main" id="{5216AB46-C582-4878-8CB5-2E5D6940D724}"/>
              </a:ext>
            </a:extLst>
          </p:cNvPr>
          <p:cNvCxnSpPr>
            <a:cxnSpLocks/>
          </p:cNvCxnSpPr>
          <p:nvPr/>
        </p:nvCxnSpPr>
        <p:spPr>
          <a:xfrm flipH="1">
            <a:off x="10702550" y="5221252"/>
            <a:ext cx="211288" cy="464148"/>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nvGrpSpPr>
          <p:cNvPr id="103" name="组合 102">
            <a:extLst>
              <a:ext uri="{FF2B5EF4-FFF2-40B4-BE49-F238E27FC236}">
                <a16:creationId xmlns:a16="http://schemas.microsoft.com/office/drawing/2014/main" id="{DDC30F8E-1CAC-4427-B73E-70A4C1BBFCCC}"/>
              </a:ext>
            </a:extLst>
          </p:cNvPr>
          <p:cNvGrpSpPr/>
          <p:nvPr/>
        </p:nvGrpSpPr>
        <p:grpSpPr>
          <a:xfrm>
            <a:off x="11422869" y="5459470"/>
            <a:ext cx="529480" cy="308152"/>
            <a:chOff x="205263" y="1458736"/>
            <a:chExt cx="533687" cy="306355"/>
          </a:xfrm>
        </p:grpSpPr>
        <p:sp>
          <p:nvSpPr>
            <p:cNvPr id="104" name="文本框 103">
              <a:extLst>
                <a:ext uri="{FF2B5EF4-FFF2-40B4-BE49-F238E27FC236}">
                  <a16:creationId xmlns:a16="http://schemas.microsoft.com/office/drawing/2014/main" id="{5FAFEC7C-A365-4E8C-8B2D-68F2AA4F51B8}"/>
                </a:ext>
              </a:extLst>
            </p:cNvPr>
            <p:cNvSpPr txBox="1"/>
            <p:nvPr/>
          </p:nvSpPr>
          <p:spPr>
            <a:xfrm>
              <a:off x="231615" y="1458736"/>
              <a:ext cx="507335"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00B0F0"/>
                  </a:solidFill>
                  <a:latin typeface="Courier New" panose="02070309020205020404" pitchFamily="49" charset="0"/>
                  <a:cs typeface="Courier New" panose="02070309020205020404" pitchFamily="49" charset="0"/>
                </a:rPr>
                <a:t>bro</a:t>
              </a:r>
              <a:endParaRPr lang="zh-CN" altLang="en-US" b="1" dirty="0">
                <a:solidFill>
                  <a:srgbClr val="00B0F0"/>
                </a:solidFill>
                <a:latin typeface="Courier New" panose="02070309020205020404" pitchFamily="49" charset="0"/>
                <a:cs typeface="Courier New" panose="02070309020205020404" pitchFamily="49" charset="0"/>
              </a:endParaRPr>
            </a:p>
          </p:txBody>
        </p:sp>
        <p:cxnSp>
          <p:nvCxnSpPr>
            <p:cNvPr id="105" name="直接箭头连接符 104">
              <a:extLst>
                <a:ext uri="{FF2B5EF4-FFF2-40B4-BE49-F238E27FC236}">
                  <a16:creationId xmlns:a16="http://schemas.microsoft.com/office/drawing/2014/main" id="{C8F422CA-DECA-453C-8916-F510EE2CE818}"/>
                </a:ext>
              </a:extLst>
            </p:cNvPr>
            <p:cNvCxnSpPr>
              <a:cxnSpLocks/>
            </p:cNvCxnSpPr>
            <p:nvPr/>
          </p:nvCxnSpPr>
          <p:spPr>
            <a:xfrm flipH="1">
              <a:off x="205263" y="1657971"/>
              <a:ext cx="221857" cy="78587"/>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6" name="组合 135">
            <a:extLst>
              <a:ext uri="{FF2B5EF4-FFF2-40B4-BE49-F238E27FC236}">
                <a16:creationId xmlns:a16="http://schemas.microsoft.com/office/drawing/2014/main" id="{CB258FC2-D811-481B-B914-6ECEF07CD33C}"/>
              </a:ext>
            </a:extLst>
          </p:cNvPr>
          <p:cNvGrpSpPr/>
          <p:nvPr/>
        </p:nvGrpSpPr>
        <p:grpSpPr>
          <a:xfrm>
            <a:off x="10892475" y="4485919"/>
            <a:ext cx="83783" cy="438410"/>
            <a:chOff x="3238841" y="494029"/>
            <a:chExt cx="84449" cy="435854"/>
          </a:xfrm>
        </p:grpSpPr>
        <p:sp>
          <p:nvSpPr>
            <p:cNvPr id="137" name="文本框 136">
              <a:extLst>
                <a:ext uri="{FF2B5EF4-FFF2-40B4-BE49-F238E27FC236}">
                  <a16:creationId xmlns:a16="http://schemas.microsoft.com/office/drawing/2014/main" id="{8510F81D-A2DD-4B84-98CB-BB4E7B1256D1}"/>
                </a:ext>
              </a:extLst>
            </p:cNvPr>
            <p:cNvSpPr txBox="1"/>
            <p:nvPr/>
          </p:nvSpPr>
          <p:spPr>
            <a:xfrm>
              <a:off x="3238841" y="494029"/>
              <a:ext cx="84449" cy="310748"/>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p</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138" name="直接箭头连接符 137">
              <a:extLst>
                <a:ext uri="{FF2B5EF4-FFF2-40B4-BE49-F238E27FC236}">
                  <a16:creationId xmlns:a16="http://schemas.microsoft.com/office/drawing/2014/main" id="{B694879A-7C34-4692-B6E1-3A0B6697558C}"/>
                </a:ext>
              </a:extLst>
            </p:cNvPr>
            <p:cNvCxnSpPr>
              <a:cxnSpLocks/>
            </p:cNvCxnSpPr>
            <p:nvPr/>
          </p:nvCxnSpPr>
          <p:spPr>
            <a:xfrm flipH="1">
              <a:off x="3298343" y="731107"/>
              <a:ext cx="1" cy="198776"/>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39" name="组合 138">
            <a:extLst>
              <a:ext uri="{FF2B5EF4-FFF2-40B4-BE49-F238E27FC236}">
                <a16:creationId xmlns:a16="http://schemas.microsoft.com/office/drawing/2014/main" id="{54E6F80D-1E81-4497-A9E3-F562A4FB4BB2}"/>
              </a:ext>
            </a:extLst>
          </p:cNvPr>
          <p:cNvGrpSpPr/>
          <p:nvPr/>
        </p:nvGrpSpPr>
        <p:grpSpPr>
          <a:xfrm>
            <a:off x="11345336" y="5271953"/>
            <a:ext cx="409270" cy="308152"/>
            <a:chOff x="205263" y="1451845"/>
            <a:chExt cx="412522" cy="306355"/>
          </a:xfrm>
        </p:grpSpPr>
        <p:sp>
          <p:nvSpPr>
            <p:cNvPr id="140" name="文本框 139">
              <a:extLst>
                <a:ext uri="{FF2B5EF4-FFF2-40B4-BE49-F238E27FC236}">
                  <a16:creationId xmlns:a16="http://schemas.microsoft.com/office/drawing/2014/main" id="{044F456F-57C5-4778-89E6-BE4F1F81D74C}"/>
                </a:ext>
              </a:extLst>
            </p:cNvPr>
            <p:cNvSpPr txBox="1"/>
            <p:nvPr/>
          </p:nvSpPr>
          <p:spPr>
            <a:xfrm>
              <a:off x="239390" y="1451845"/>
              <a:ext cx="378395"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err="1">
                  <a:solidFill>
                    <a:srgbClr val="00B0F0"/>
                  </a:solidFill>
                  <a:latin typeface="Courier New" panose="02070309020205020404" pitchFamily="49" charset="0"/>
                  <a:cs typeface="Courier New" panose="02070309020205020404" pitchFamily="49" charset="0"/>
                </a:rPr>
                <a:t>rc</a:t>
              </a:r>
              <a:endParaRPr lang="zh-CN" altLang="en-US" b="1" dirty="0">
                <a:solidFill>
                  <a:srgbClr val="00B0F0"/>
                </a:solidFill>
                <a:latin typeface="Courier New" panose="02070309020205020404" pitchFamily="49" charset="0"/>
                <a:cs typeface="Courier New" panose="02070309020205020404" pitchFamily="49" charset="0"/>
              </a:endParaRPr>
            </a:p>
          </p:txBody>
        </p:sp>
        <p:cxnSp>
          <p:nvCxnSpPr>
            <p:cNvPr id="141" name="直接箭头连接符 140">
              <a:extLst>
                <a:ext uri="{FF2B5EF4-FFF2-40B4-BE49-F238E27FC236}">
                  <a16:creationId xmlns:a16="http://schemas.microsoft.com/office/drawing/2014/main" id="{86157D8B-79E9-4C31-8CAD-865E277B6E95}"/>
                </a:ext>
              </a:extLst>
            </p:cNvPr>
            <p:cNvCxnSpPr>
              <a:cxnSpLocks/>
            </p:cNvCxnSpPr>
            <p:nvPr/>
          </p:nvCxnSpPr>
          <p:spPr>
            <a:xfrm flipH="1">
              <a:off x="205263" y="1657971"/>
              <a:ext cx="221857" cy="78587"/>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43" name="直接连接符 142">
            <a:extLst>
              <a:ext uri="{FF2B5EF4-FFF2-40B4-BE49-F238E27FC236}">
                <a16:creationId xmlns:a16="http://schemas.microsoft.com/office/drawing/2014/main" id="{8CAA8624-87A4-493D-892B-87B74AEF6BFB}"/>
              </a:ext>
            </a:extLst>
          </p:cNvPr>
          <p:cNvCxnSpPr>
            <a:cxnSpLocks/>
            <a:endCxn id="142" idx="0"/>
          </p:cNvCxnSpPr>
          <p:nvPr/>
        </p:nvCxnSpPr>
        <p:spPr>
          <a:xfrm flipH="1">
            <a:off x="10984986" y="5287447"/>
            <a:ext cx="21858" cy="85674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6B190C0A-8202-480D-BDEE-B29E83D08BCA}"/>
              </a:ext>
            </a:extLst>
          </p:cNvPr>
          <p:cNvCxnSpPr>
            <a:cxnSpLocks/>
          </p:cNvCxnSpPr>
          <p:nvPr/>
        </p:nvCxnSpPr>
        <p:spPr>
          <a:xfrm flipH="1">
            <a:off x="11041005" y="5882914"/>
            <a:ext cx="131999" cy="36230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A5AA9AC5-60AC-47C5-A1F6-DCC2ADA2872B}"/>
              </a:ext>
            </a:extLst>
          </p:cNvPr>
          <p:cNvCxnSpPr>
            <a:cxnSpLocks/>
            <a:endCxn id="70" idx="5"/>
          </p:cNvCxnSpPr>
          <p:nvPr/>
        </p:nvCxnSpPr>
        <p:spPr>
          <a:xfrm flipH="1" flipV="1">
            <a:off x="10223305" y="4723535"/>
            <a:ext cx="949886" cy="81443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椭圆 70">
            <a:extLst>
              <a:ext uri="{FF2B5EF4-FFF2-40B4-BE49-F238E27FC236}">
                <a16:creationId xmlns:a16="http://schemas.microsoft.com/office/drawing/2014/main" id="{FD09D042-1C1C-4BE2-923A-804459BA609E}"/>
              </a:ext>
            </a:extLst>
          </p:cNvPr>
          <p:cNvSpPr/>
          <p:nvPr/>
        </p:nvSpPr>
        <p:spPr>
          <a:xfrm>
            <a:off x="11065564" y="5530748"/>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57" name="直接连接符 156">
            <a:extLst>
              <a:ext uri="{FF2B5EF4-FFF2-40B4-BE49-F238E27FC236}">
                <a16:creationId xmlns:a16="http://schemas.microsoft.com/office/drawing/2014/main" id="{E805F83F-46A7-4B0E-BA9D-0D6509A43E0F}"/>
              </a:ext>
            </a:extLst>
          </p:cNvPr>
          <p:cNvCxnSpPr>
            <a:cxnSpLocks/>
            <a:endCxn id="142" idx="0"/>
          </p:cNvCxnSpPr>
          <p:nvPr/>
        </p:nvCxnSpPr>
        <p:spPr>
          <a:xfrm>
            <a:off x="10746457" y="5759235"/>
            <a:ext cx="238529" cy="38495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2" name="矩形: 圆角 141">
            <a:extLst>
              <a:ext uri="{FF2B5EF4-FFF2-40B4-BE49-F238E27FC236}">
                <a16:creationId xmlns:a16="http://schemas.microsoft.com/office/drawing/2014/main" id="{82132E18-872C-4A35-B1A8-B71C3767BB6B}"/>
              </a:ext>
            </a:extLst>
          </p:cNvPr>
          <p:cNvSpPr/>
          <p:nvPr/>
        </p:nvSpPr>
        <p:spPr>
          <a:xfrm>
            <a:off x="10786985" y="6144190"/>
            <a:ext cx="396001" cy="26161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NIL</a:t>
            </a:r>
            <a:endPar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70" name="直接连接符 169">
            <a:extLst>
              <a:ext uri="{FF2B5EF4-FFF2-40B4-BE49-F238E27FC236}">
                <a16:creationId xmlns:a16="http://schemas.microsoft.com/office/drawing/2014/main" id="{F577C2D8-4E54-4166-A593-D2B5B08522E9}"/>
              </a:ext>
            </a:extLst>
          </p:cNvPr>
          <p:cNvCxnSpPr>
            <a:cxnSpLocks/>
          </p:cNvCxnSpPr>
          <p:nvPr/>
        </p:nvCxnSpPr>
        <p:spPr>
          <a:xfrm flipH="1">
            <a:off x="10730431" y="5302193"/>
            <a:ext cx="144992" cy="317487"/>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84" name="矩形: 圆角 83">
            <a:extLst>
              <a:ext uri="{FF2B5EF4-FFF2-40B4-BE49-F238E27FC236}">
                <a16:creationId xmlns:a16="http://schemas.microsoft.com/office/drawing/2014/main" id="{E4751926-05C7-4B2A-BBC9-EC908B1621E2}"/>
              </a:ext>
            </a:extLst>
          </p:cNvPr>
          <p:cNvSpPr/>
          <p:nvPr/>
        </p:nvSpPr>
        <p:spPr>
          <a:xfrm>
            <a:off x="10524806" y="5617819"/>
            <a:ext cx="396001" cy="26161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NIL</a:t>
            </a:r>
            <a:endPar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5" name="椭圆 84">
            <a:extLst>
              <a:ext uri="{FF2B5EF4-FFF2-40B4-BE49-F238E27FC236}">
                <a16:creationId xmlns:a16="http://schemas.microsoft.com/office/drawing/2014/main" id="{45723D6D-31A3-4489-838D-A05F71B84331}"/>
              </a:ext>
            </a:extLst>
          </p:cNvPr>
          <p:cNvSpPr/>
          <p:nvPr/>
        </p:nvSpPr>
        <p:spPr>
          <a:xfrm>
            <a:off x="10759838" y="4918569"/>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58" name="组合 57">
            <a:extLst>
              <a:ext uri="{FF2B5EF4-FFF2-40B4-BE49-F238E27FC236}">
                <a16:creationId xmlns:a16="http://schemas.microsoft.com/office/drawing/2014/main" id="{E6185534-2102-4A02-92E4-8F804C55DF11}"/>
              </a:ext>
            </a:extLst>
          </p:cNvPr>
          <p:cNvGrpSpPr/>
          <p:nvPr/>
        </p:nvGrpSpPr>
        <p:grpSpPr>
          <a:xfrm>
            <a:off x="10125370" y="5216004"/>
            <a:ext cx="750258" cy="397766"/>
            <a:chOff x="2827646" y="531687"/>
            <a:chExt cx="756222" cy="395447"/>
          </a:xfrm>
        </p:grpSpPr>
        <p:sp>
          <p:nvSpPr>
            <p:cNvPr id="59" name="文本框 58">
              <a:extLst>
                <a:ext uri="{FF2B5EF4-FFF2-40B4-BE49-F238E27FC236}">
                  <a16:creationId xmlns:a16="http://schemas.microsoft.com/office/drawing/2014/main" id="{E2258F4F-FBCB-4CE2-846C-61B1510EDD0A}"/>
                </a:ext>
              </a:extLst>
            </p:cNvPr>
            <p:cNvSpPr txBox="1"/>
            <p:nvPr/>
          </p:nvSpPr>
          <p:spPr>
            <a:xfrm>
              <a:off x="2827646" y="531687"/>
              <a:ext cx="756222" cy="280347"/>
            </a:xfrm>
            <a:prstGeom prst="rect">
              <a:avLst/>
            </a:prstGeom>
            <a:noFill/>
          </p:spPr>
          <p:txBody>
            <a:bodyPr wrap="square" lIns="36000" tIns="36000" rIns="36000" bIns="36000" rtlCol="0" anchor="ctr" anchorCtr="1">
              <a:spAutoFit/>
            </a:bodyPr>
            <a:lstStyle/>
            <a:p>
              <a:pPr algn="ctr">
                <a:lnSpc>
                  <a:spcPct val="80000"/>
                </a:lnSpc>
              </a:pPr>
              <a:r>
                <a:rPr lang="en-US" altLang="zh-CN" sz="1600" b="1" dirty="0" err="1">
                  <a:solidFill>
                    <a:srgbClr val="C00000"/>
                  </a:solidFill>
                  <a:latin typeface="Courier New" panose="02070309020205020404" pitchFamily="49" charset="0"/>
                  <a:cs typeface="Courier New" panose="02070309020205020404" pitchFamily="49" charset="0"/>
                </a:rPr>
                <a:t>curr</a:t>
              </a:r>
              <a:endParaRPr lang="zh-CN" altLang="en-US" sz="1600" b="1" dirty="0">
                <a:solidFill>
                  <a:srgbClr val="C00000"/>
                </a:solidFill>
                <a:latin typeface="Courier New" panose="02070309020205020404" pitchFamily="49" charset="0"/>
                <a:cs typeface="Courier New" panose="02070309020205020404" pitchFamily="49" charset="0"/>
              </a:endParaRPr>
            </a:p>
          </p:txBody>
        </p:sp>
        <p:cxnSp>
          <p:nvCxnSpPr>
            <p:cNvPr id="60" name="直接箭头连接符 59">
              <a:extLst>
                <a:ext uri="{FF2B5EF4-FFF2-40B4-BE49-F238E27FC236}">
                  <a16:creationId xmlns:a16="http://schemas.microsoft.com/office/drawing/2014/main" id="{C7D79E47-C351-4AB2-A237-578CD4AF99F1}"/>
                </a:ext>
              </a:extLst>
            </p:cNvPr>
            <p:cNvCxnSpPr>
              <a:cxnSpLocks/>
            </p:cNvCxnSpPr>
            <p:nvPr/>
          </p:nvCxnSpPr>
          <p:spPr>
            <a:xfrm>
              <a:off x="3298345" y="731107"/>
              <a:ext cx="34590" cy="196027"/>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172" name="直接连接符 171">
            <a:extLst>
              <a:ext uri="{FF2B5EF4-FFF2-40B4-BE49-F238E27FC236}">
                <a16:creationId xmlns:a16="http://schemas.microsoft.com/office/drawing/2014/main" id="{E3AF4536-B481-46AC-A6C5-59366B7F5C9F}"/>
              </a:ext>
            </a:extLst>
          </p:cNvPr>
          <p:cNvCxnSpPr>
            <a:cxnSpLocks/>
            <a:endCxn id="85" idx="1"/>
          </p:cNvCxnSpPr>
          <p:nvPr/>
        </p:nvCxnSpPr>
        <p:spPr>
          <a:xfrm>
            <a:off x="10250735" y="4661984"/>
            <a:ext cx="566638" cy="3149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ED59B9FB-9D82-4397-9299-F34557071260}"/>
              </a:ext>
            </a:extLst>
          </p:cNvPr>
          <p:cNvSpPr/>
          <p:nvPr/>
        </p:nvSpPr>
        <p:spPr>
          <a:xfrm>
            <a:off x="9887964" y="4383545"/>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rgbClr val="FFFA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rgbClr val="FFFA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57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par>
                          <p:cTn id="11" fill="hold">
                            <p:stCondLst>
                              <p:cond delay="1000"/>
                            </p:stCondLst>
                            <p:childTnLst>
                              <p:par>
                                <p:cTn id="12" presetID="47" presetClass="entr" presetSubtype="0" fill="hold" nodeType="after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1000"/>
                                        <p:tgtEl>
                                          <p:spTgt spid="58"/>
                                        </p:tgtEl>
                                      </p:cBhvr>
                                    </p:animEffect>
                                    <p:anim calcmode="lin" valueType="num">
                                      <p:cBhvr>
                                        <p:cTn id="15" dur="1000" fill="hold"/>
                                        <p:tgtEl>
                                          <p:spTgt spid="58"/>
                                        </p:tgtEl>
                                        <p:attrNameLst>
                                          <p:attrName>ppt_x</p:attrName>
                                        </p:attrNameLst>
                                      </p:cBhvr>
                                      <p:tavLst>
                                        <p:tav tm="0">
                                          <p:val>
                                            <p:strVal val="#ppt_x"/>
                                          </p:val>
                                        </p:tav>
                                        <p:tav tm="100000">
                                          <p:val>
                                            <p:strVal val="#ppt_x"/>
                                          </p:val>
                                        </p:tav>
                                      </p:tavLst>
                                    </p:anim>
                                    <p:anim calcmode="lin" valueType="num">
                                      <p:cBhvr>
                                        <p:cTn id="16" dur="1000" fill="hold"/>
                                        <p:tgtEl>
                                          <p:spTgt spid="58"/>
                                        </p:tgtEl>
                                        <p:attrNameLst>
                                          <p:attrName>ppt_y</p:attrName>
                                        </p:attrNameLst>
                                      </p:cBhvr>
                                      <p:tavLst>
                                        <p:tav tm="0">
                                          <p:val>
                                            <p:strVal val="#ppt_y-.1"/>
                                          </p:val>
                                        </p:tav>
                                        <p:tav tm="100000">
                                          <p:val>
                                            <p:strVal val="#ppt_y"/>
                                          </p:val>
                                        </p:tav>
                                      </p:tavLst>
                                    </p:anim>
                                  </p:childTnLst>
                                </p:cTn>
                              </p:par>
                            </p:childTnLst>
                          </p:cTn>
                        </p:par>
                        <p:par>
                          <p:cTn id="17" fill="hold">
                            <p:stCondLst>
                              <p:cond delay="2000"/>
                            </p:stCondLst>
                            <p:childTnLst>
                              <p:par>
                                <p:cTn id="18" presetID="10" presetClass="exit" presetSubtype="0" fill="hold" nodeType="afterEffect">
                                  <p:stCondLst>
                                    <p:cond delay="0"/>
                                  </p:stCondLst>
                                  <p:childTnLst>
                                    <p:animEffect transition="out" filter="fade">
                                      <p:cBhvr>
                                        <p:cTn id="19" dur="500"/>
                                        <p:tgtEl>
                                          <p:spTgt spid="76"/>
                                        </p:tgtEl>
                                      </p:cBhvr>
                                    </p:animEffect>
                                    <p:set>
                                      <p:cBhvr>
                                        <p:cTn id="20" dur="1" fill="hold">
                                          <p:stCondLst>
                                            <p:cond delay="499"/>
                                          </p:stCondLst>
                                        </p:cTn>
                                        <p:tgtEl>
                                          <p:spTgt spid="76"/>
                                        </p:tgtEl>
                                        <p:attrNameLst>
                                          <p:attrName>style.visibility</p:attrName>
                                        </p:attrNameLst>
                                      </p:cBhvr>
                                      <p:to>
                                        <p:strVal val="hidden"/>
                                      </p:to>
                                    </p:set>
                                  </p:childTnLst>
                                </p:cTn>
                              </p:par>
                            </p:childTnLst>
                          </p:cTn>
                        </p:par>
                        <p:par>
                          <p:cTn id="21" fill="hold">
                            <p:stCondLst>
                              <p:cond delay="2500"/>
                            </p:stCondLst>
                            <p:childTnLst>
                              <p:par>
                                <p:cTn id="22" presetID="22" presetClass="entr" presetSubtype="8" fill="hold" nodeType="afterEffect">
                                  <p:stCondLst>
                                    <p:cond delay="0"/>
                                  </p:stCondLst>
                                  <p:childTnLst>
                                    <p:set>
                                      <p:cBhvr>
                                        <p:cTn id="23" dur="1" fill="hold">
                                          <p:stCondLst>
                                            <p:cond delay="0"/>
                                          </p:stCondLst>
                                        </p:cTn>
                                        <p:tgtEl>
                                          <p:spTgt spid="86"/>
                                        </p:tgtEl>
                                        <p:attrNameLst>
                                          <p:attrName>style.visibility</p:attrName>
                                        </p:attrNameLst>
                                      </p:cBhvr>
                                      <p:to>
                                        <p:strVal val="visible"/>
                                      </p:to>
                                    </p:set>
                                    <p:animEffect transition="in" filter="wipe(left)">
                                      <p:cBhvr>
                                        <p:cTn id="24" dur="1000"/>
                                        <p:tgtEl>
                                          <p:spTgt spid="86"/>
                                        </p:tgtEl>
                                      </p:cBhvr>
                                    </p:animEffect>
                                  </p:childTnLst>
                                </p:cTn>
                              </p:par>
                            </p:childTnLst>
                          </p:cTn>
                        </p:par>
                      </p:childTnLst>
                    </p:cTn>
                  </p:par>
                  <p:par>
                    <p:cTn id="25" fill="hold">
                      <p:stCondLst>
                        <p:cond delay="indefinite"/>
                      </p:stCondLst>
                      <p:childTnLst>
                        <p:par>
                          <p:cTn id="26" fill="hold">
                            <p:stCondLst>
                              <p:cond delay="0"/>
                            </p:stCondLst>
                            <p:childTnLst>
                              <p:par>
                                <p:cTn id="27" presetID="36" presetClass="emph" presetSubtype="0" fill="hold" grpId="0" nodeType="clickEffect">
                                  <p:stCondLst>
                                    <p:cond delay="0"/>
                                  </p:stCondLst>
                                  <p:iterate type="lt">
                                    <p:tmPct val="10000"/>
                                  </p:iterate>
                                  <p:childTnLst>
                                    <p:animScale>
                                      <p:cBhvr>
                                        <p:cTn id="28" dur="500" autoRev="1" fill="hold">
                                          <p:stCondLst>
                                            <p:cond delay="0"/>
                                          </p:stCondLst>
                                        </p:cTn>
                                        <p:tgtEl>
                                          <p:spTgt spid="85"/>
                                        </p:tgtEl>
                                      </p:cBhvr>
                                      <p:to x="80000" y="100000"/>
                                    </p:animScale>
                                    <p:anim by="(#ppt_w*0.10)" calcmode="lin" valueType="num">
                                      <p:cBhvr>
                                        <p:cTn id="29" dur="500" autoRev="1" fill="hold">
                                          <p:stCondLst>
                                            <p:cond delay="0"/>
                                          </p:stCondLst>
                                        </p:cTn>
                                        <p:tgtEl>
                                          <p:spTgt spid="85"/>
                                        </p:tgtEl>
                                        <p:attrNameLst>
                                          <p:attrName>ppt_x</p:attrName>
                                        </p:attrNameLst>
                                      </p:cBhvr>
                                    </p:anim>
                                    <p:anim by="(-#ppt_w*0.10)" calcmode="lin" valueType="num">
                                      <p:cBhvr>
                                        <p:cTn id="30" dur="500" autoRev="1" fill="hold">
                                          <p:stCondLst>
                                            <p:cond delay="0"/>
                                          </p:stCondLst>
                                        </p:cTn>
                                        <p:tgtEl>
                                          <p:spTgt spid="85"/>
                                        </p:tgtEl>
                                        <p:attrNameLst>
                                          <p:attrName>ppt_y</p:attrName>
                                        </p:attrNameLst>
                                      </p:cBhvr>
                                    </p:anim>
                                    <p:animRot by="-480000">
                                      <p:cBhvr>
                                        <p:cTn id="31" dur="500" autoRev="1" fill="hold">
                                          <p:stCondLst>
                                            <p:cond delay="0"/>
                                          </p:stCondLst>
                                        </p:cTn>
                                        <p:tgtEl>
                                          <p:spTgt spid="85"/>
                                        </p:tgtEl>
                                        <p:attrNameLst>
                                          <p:attrName>r</p:attrName>
                                        </p:attrNameLst>
                                      </p:cBhvr>
                                    </p:animRot>
                                  </p:childTnLst>
                                </p:cTn>
                              </p:par>
                            </p:childTnLst>
                          </p:cTn>
                        </p:par>
                        <p:par>
                          <p:cTn id="32" fill="hold">
                            <p:stCondLst>
                              <p:cond delay="1100"/>
                            </p:stCondLst>
                            <p:childTnLst>
                              <p:par>
                                <p:cTn id="33" presetID="22" presetClass="exit" presetSubtype="1" fill="hold" nodeType="afterEffect">
                                  <p:stCondLst>
                                    <p:cond delay="0"/>
                                  </p:stCondLst>
                                  <p:childTnLst>
                                    <p:animEffect transition="out" filter="wipe(up)">
                                      <p:cBhvr>
                                        <p:cTn id="34" dur="500"/>
                                        <p:tgtEl>
                                          <p:spTgt spid="86"/>
                                        </p:tgtEl>
                                      </p:cBhvr>
                                    </p:animEffect>
                                    <p:set>
                                      <p:cBhvr>
                                        <p:cTn id="35" dur="1" fill="hold">
                                          <p:stCondLst>
                                            <p:cond delay="499"/>
                                          </p:stCondLst>
                                        </p:cTn>
                                        <p:tgtEl>
                                          <p:spTgt spid="86"/>
                                        </p:tgtEl>
                                        <p:attrNameLst>
                                          <p:attrName>style.visibility</p:attrName>
                                        </p:attrNameLst>
                                      </p:cBhvr>
                                      <p:to>
                                        <p:strVal val="hidden"/>
                                      </p:to>
                                    </p:set>
                                  </p:childTnLst>
                                </p:cTn>
                              </p:par>
                            </p:childTnLst>
                          </p:cTn>
                        </p:par>
                        <p:par>
                          <p:cTn id="36" fill="hold">
                            <p:stCondLst>
                              <p:cond delay="1600"/>
                            </p:stCondLst>
                            <p:childTnLst>
                              <p:par>
                                <p:cTn id="37" presetID="22" presetClass="entr" presetSubtype="8" fill="hold" nodeType="afterEffect">
                                  <p:stCondLst>
                                    <p:cond delay="0"/>
                                  </p:stCondLst>
                                  <p:childTnLst>
                                    <p:set>
                                      <p:cBhvr>
                                        <p:cTn id="38" dur="1" fill="hold">
                                          <p:stCondLst>
                                            <p:cond delay="0"/>
                                          </p:stCondLst>
                                        </p:cTn>
                                        <p:tgtEl>
                                          <p:spTgt spid="92"/>
                                        </p:tgtEl>
                                        <p:attrNameLst>
                                          <p:attrName>style.visibility</p:attrName>
                                        </p:attrNameLst>
                                      </p:cBhvr>
                                      <p:to>
                                        <p:strVal val="visible"/>
                                      </p:to>
                                    </p:set>
                                    <p:animEffect transition="in" filter="wipe(left)">
                                      <p:cBhvr>
                                        <p:cTn id="39" dur="1000"/>
                                        <p:tgtEl>
                                          <p:spTgt spid="9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xit" presetSubtype="1" fill="hold" nodeType="clickEffect">
                                  <p:stCondLst>
                                    <p:cond delay="0"/>
                                  </p:stCondLst>
                                  <p:childTnLst>
                                    <p:animEffect transition="out" filter="wipe(up)">
                                      <p:cBhvr>
                                        <p:cTn id="43" dur="500"/>
                                        <p:tgtEl>
                                          <p:spTgt spid="92"/>
                                        </p:tgtEl>
                                      </p:cBhvr>
                                    </p:animEffect>
                                    <p:set>
                                      <p:cBhvr>
                                        <p:cTn id="44" dur="1" fill="hold">
                                          <p:stCondLst>
                                            <p:cond delay="499"/>
                                          </p:stCondLst>
                                        </p:cTn>
                                        <p:tgtEl>
                                          <p:spTgt spid="92"/>
                                        </p:tgtEl>
                                        <p:attrNameLst>
                                          <p:attrName>style.visibility</p:attrName>
                                        </p:attrNameLst>
                                      </p:cBhvr>
                                      <p:to>
                                        <p:strVal val="hidden"/>
                                      </p:to>
                                    </p:se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99"/>
                                        </p:tgtEl>
                                        <p:attrNameLst>
                                          <p:attrName>style.visibility</p:attrName>
                                        </p:attrNameLst>
                                      </p:cBhvr>
                                      <p:to>
                                        <p:strVal val="visible"/>
                                      </p:to>
                                    </p:set>
                                    <p:animEffect transition="in" filter="wipe(left)">
                                      <p:cBhvr>
                                        <p:cTn id="48" dur="1000"/>
                                        <p:tgtEl>
                                          <p:spTgt spid="99"/>
                                        </p:tgtEl>
                                      </p:cBhvr>
                                    </p:animEffect>
                                  </p:childTnLst>
                                </p:cTn>
                              </p:par>
                            </p:childTnLst>
                          </p:cTn>
                        </p:par>
                        <p:par>
                          <p:cTn id="49" fill="hold">
                            <p:stCondLst>
                              <p:cond delay="1500"/>
                            </p:stCondLst>
                            <p:childTnLst>
                              <p:par>
                                <p:cTn id="50" presetID="22" presetClass="exit" presetSubtype="1" fill="hold" nodeType="afterEffect">
                                  <p:stCondLst>
                                    <p:cond delay="0"/>
                                  </p:stCondLst>
                                  <p:childTnLst>
                                    <p:animEffect transition="out" filter="wipe(up)">
                                      <p:cBhvr>
                                        <p:cTn id="51" dur="500"/>
                                        <p:tgtEl>
                                          <p:spTgt spid="99"/>
                                        </p:tgtEl>
                                      </p:cBhvr>
                                    </p:animEffect>
                                    <p:set>
                                      <p:cBhvr>
                                        <p:cTn id="52" dur="1" fill="hold">
                                          <p:stCondLst>
                                            <p:cond delay="499"/>
                                          </p:stCondLst>
                                        </p:cTn>
                                        <p:tgtEl>
                                          <p:spTgt spid="9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47" presetClass="entr" presetSubtype="0" fill="hold" nodeType="click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fade">
                                      <p:cBhvr>
                                        <p:cTn id="57" dur="1000"/>
                                        <p:tgtEl>
                                          <p:spTgt spid="103"/>
                                        </p:tgtEl>
                                      </p:cBhvr>
                                    </p:animEffect>
                                    <p:anim calcmode="lin" valueType="num">
                                      <p:cBhvr>
                                        <p:cTn id="58" dur="1000" fill="hold"/>
                                        <p:tgtEl>
                                          <p:spTgt spid="103"/>
                                        </p:tgtEl>
                                        <p:attrNameLst>
                                          <p:attrName>ppt_x</p:attrName>
                                        </p:attrNameLst>
                                      </p:cBhvr>
                                      <p:tavLst>
                                        <p:tav tm="0">
                                          <p:val>
                                            <p:strVal val="#ppt_x"/>
                                          </p:val>
                                        </p:tav>
                                        <p:tav tm="100000">
                                          <p:val>
                                            <p:strVal val="#ppt_x"/>
                                          </p:val>
                                        </p:tav>
                                      </p:tavLst>
                                    </p:anim>
                                    <p:anim calcmode="lin" valueType="num">
                                      <p:cBhvr>
                                        <p:cTn id="59" dur="1000" fill="hold"/>
                                        <p:tgtEl>
                                          <p:spTgt spid="103"/>
                                        </p:tgtEl>
                                        <p:attrNameLst>
                                          <p:attrName>ppt_y</p:attrName>
                                        </p:attrNameLst>
                                      </p:cBhvr>
                                      <p:tavLst>
                                        <p:tav tm="0">
                                          <p:val>
                                            <p:strVal val="#ppt_y-.1"/>
                                          </p:val>
                                        </p:tav>
                                        <p:tav tm="100000">
                                          <p:val>
                                            <p:strVal val="#ppt_y"/>
                                          </p:val>
                                        </p:tav>
                                      </p:tavLst>
                                    </p:anim>
                                  </p:childTnLst>
                                </p:cTn>
                              </p:par>
                            </p:childTnLst>
                          </p:cTn>
                        </p:par>
                        <p:par>
                          <p:cTn id="60" fill="hold">
                            <p:stCondLst>
                              <p:cond delay="1000"/>
                            </p:stCondLst>
                            <p:childTnLst>
                              <p:par>
                                <p:cTn id="61" presetID="22" presetClass="entr" presetSubtype="8" fill="hold" nodeType="afterEffect">
                                  <p:stCondLst>
                                    <p:cond delay="0"/>
                                  </p:stCondLst>
                                  <p:childTnLst>
                                    <p:set>
                                      <p:cBhvr>
                                        <p:cTn id="62" dur="1" fill="hold">
                                          <p:stCondLst>
                                            <p:cond delay="0"/>
                                          </p:stCondLst>
                                        </p:cTn>
                                        <p:tgtEl>
                                          <p:spTgt spid="107"/>
                                        </p:tgtEl>
                                        <p:attrNameLst>
                                          <p:attrName>style.visibility</p:attrName>
                                        </p:attrNameLst>
                                      </p:cBhvr>
                                      <p:to>
                                        <p:strVal val="visible"/>
                                      </p:to>
                                    </p:set>
                                    <p:animEffect transition="in" filter="wipe(left)">
                                      <p:cBhvr>
                                        <p:cTn id="63" dur="1000"/>
                                        <p:tgtEl>
                                          <p:spTgt spid="107"/>
                                        </p:tgtEl>
                                      </p:cBhvr>
                                    </p:animEffect>
                                  </p:childTnLst>
                                </p:cTn>
                              </p:par>
                            </p:childTnLst>
                          </p:cTn>
                        </p:par>
                      </p:childTnLst>
                    </p:cTn>
                  </p:par>
                  <p:par>
                    <p:cTn id="64" fill="hold">
                      <p:stCondLst>
                        <p:cond delay="indefinite"/>
                      </p:stCondLst>
                      <p:childTnLst>
                        <p:par>
                          <p:cTn id="65" fill="hold">
                            <p:stCondLst>
                              <p:cond delay="0"/>
                            </p:stCondLst>
                            <p:childTnLst>
                              <p:par>
                                <p:cTn id="66" presetID="36" presetClass="emph" presetSubtype="0" fill="hold" grpId="0" nodeType="clickEffect">
                                  <p:stCondLst>
                                    <p:cond delay="0"/>
                                  </p:stCondLst>
                                  <p:iterate type="lt">
                                    <p:tmPct val="10000"/>
                                  </p:iterate>
                                  <p:childTnLst>
                                    <p:animScale>
                                      <p:cBhvr>
                                        <p:cTn id="67" dur="500" autoRev="1" fill="hold">
                                          <p:stCondLst>
                                            <p:cond delay="0"/>
                                          </p:stCondLst>
                                        </p:cTn>
                                        <p:tgtEl>
                                          <p:spTgt spid="71"/>
                                        </p:tgtEl>
                                      </p:cBhvr>
                                      <p:to x="80000" y="100000"/>
                                    </p:animScale>
                                    <p:anim by="(#ppt_w*0.10)" calcmode="lin" valueType="num">
                                      <p:cBhvr>
                                        <p:cTn id="68" dur="500" autoRev="1" fill="hold">
                                          <p:stCondLst>
                                            <p:cond delay="0"/>
                                          </p:stCondLst>
                                        </p:cTn>
                                        <p:tgtEl>
                                          <p:spTgt spid="71"/>
                                        </p:tgtEl>
                                        <p:attrNameLst>
                                          <p:attrName>ppt_x</p:attrName>
                                        </p:attrNameLst>
                                      </p:cBhvr>
                                    </p:anim>
                                    <p:anim by="(-#ppt_w*0.10)" calcmode="lin" valueType="num">
                                      <p:cBhvr>
                                        <p:cTn id="69" dur="500" autoRev="1" fill="hold">
                                          <p:stCondLst>
                                            <p:cond delay="0"/>
                                          </p:stCondLst>
                                        </p:cTn>
                                        <p:tgtEl>
                                          <p:spTgt spid="71"/>
                                        </p:tgtEl>
                                        <p:attrNameLst>
                                          <p:attrName>ppt_y</p:attrName>
                                        </p:attrNameLst>
                                      </p:cBhvr>
                                    </p:anim>
                                    <p:animRot by="-480000">
                                      <p:cBhvr>
                                        <p:cTn id="70" dur="500" autoRev="1" fill="hold">
                                          <p:stCondLst>
                                            <p:cond delay="0"/>
                                          </p:stCondLst>
                                        </p:cTn>
                                        <p:tgtEl>
                                          <p:spTgt spid="71"/>
                                        </p:tgtEl>
                                        <p:attrNameLst>
                                          <p:attrName>r</p:attrName>
                                        </p:attrNameLst>
                                      </p:cBhvr>
                                    </p:animRot>
                                  </p:childTnLst>
                                </p:cTn>
                              </p:par>
                            </p:childTnLst>
                          </p:cTn>
                        </p:par>
                        <p:par>
                          <p:cTn id="71" fill="hold">
                            <p:stCondLst>
                              <p:cond delay="1100"/>
                            </p:stCondLst>
                            <p:childTnLst>
                              <p:par>
                                <p:cTn id="72" presetID="32" presetClass="emph" presetSubtype="0" fill="hold" nodeType="afterEffect">
                                  <p:stCondLst>
                                    <p:cond delay="0"/>
                                  </p:stCondLst>
                                  <p:childTnLst>
                                    <p:animRot by="120000">
                                      <p:cBhvr>
                                        <p:cTn id="73" dur="100" fill="hold">
                                          <p:stCondLst>
                                            <p:cond delay="0"/>
                                          </p:stCondLst>
                                        </p:cTn>
                                        <p:tgtEl>
                                          <p:spTgt spid="107"/>
                                        </p:tgtEl>
                                        <p:attrNameLst>
                                          <p:attrName>r</p:attrName>
                                        </p:attrNameLst>
                                      </p:cBhvr>
                                    </p:animRot>
                                    <p:animRot by="-240000">
                                      <p:cBhvr>
                                        <p:cTn id="74" dur="200" fill="hold">
                                          <p:stCondLst>
                                            <p:cond delay="200"/>
                                          </p:stCondLst>
                                        </p:cTn>
                                        <p:tgtEl>
                                          <p:spTgt spid="107"/>
                                        </p:tgtEl>
                                        <p:attrNameLst>
                                          <p:attrName>r</p:attrName>
                                        </p:attrNameLst>
                                      </p:cBhvr>
                                    </p:animRot>
                                    <p:animRot by="240000">
                                      <p:cBhvr>
                                        <p:cTn id="75" dur="200" fill="hold">
                                          <p:stCondLst>
                                            <p:cond delay="400"/>
                                          </p:stCondLst>
                                        </p:cTn>
                                        <p:tgtEl>
                                          <p:spTgt spid="107"/>
                                        </p:tgtEl>
                                        <p:attrNameLst>
                                          <p:attrName>r</p:attrName>
                                        </p:attrNameLst>
                                      </p:cBhvr>
                                    </p:animRot>
                                    <p:animRot by="-240000">
                                      <p:cBhvr>
                                        <p:cTn id="76" dur="200" fill="hold">
                                          <p:stCondLst>
                                            <p:cond delay="600"/>
                                          </p:stCondLst>
                                        </p:cTn>
                                        <p:tgtEl>
                                          <p:spTgt spid="107"/>
                                        </p:tgtEl>
                                        <p:attrNameLst>
                                          <p:attrName>r</p:attrName>
                                        </p:attrNameLst>
                                      </p:cBhvr>
                                    </p:animRot>
                                    <p:animRot by="120000">
                                      <p:cBhvr>
                                        <p:cTn id="77" dur="200" fill="hold">
                                          <p:stCondLst>
                                            <p:cond delay="800"/>
                                          </p:stCondLst>
                                        </p:cTn>
                                        <p:tgtEl>
                                          <p:spTgt spid="107"/>
                                        </p:tgtEl>
                                        <p:attrNameLst>
                                          <p:attrName>r</p:attrName>
                                        </p:attrNameLst>
                                      </p:cBhvr>
                                    </p:animRot>
                                  </p:childTnLst>
                                </p:cTn>
                              </p:par>
                            </p:childTnLst>
                          </p:cTn>
                        </p:par>
                        <p:par>
                          <p:cTn id="78" fill="hold">
                            <p:stCondLst>
                              <p:cond delay="2100"/>
                            </p:stCondLst>
                            <p:childTnLst>
                              <p:par>
                                <p:cTn id="79" presetID="22" presetClass="exit" presetSubtype="1" fill="hold" nodeType="afterEffect">
                                  <p:stCondLst>
                                    <p:cond delay="0"/>
                                  </p:stCondLst>
                                  <p:childTnLst>
                                    <p:animEffect transition="out" filter="wipe(up)">
                                      <p:cBhvr>
                                        <p:cTn id="80" dur="500"/>
                                        <p:tgtEl>
                                          <p:spTgt spid="107"/>
                                        </p:tgtEl>
                                      </p:cBhvr>
                                    </p:animEffect>
                                    <p:set>
                                      <p:cBhvr>
                                        <p:cTn id="81" dur="1" fill="hold">
                                          <p:stCondLst>
                                            <p:cond delay="499"/>
                                          </p:stCondLst>
                                        </p:cTn>
                                        <p:tgtEl>
                                          <p:spTgt spid="107"/>
                                        </p:tgtEl>
                                        <p:attrNameLst>
                                          <p:attrName>style.visibility</p:attrName>
                                        </p:attrNameLst>
                                      </p:cBhvr>
                                      <p:to>
                                        <p:strVal val="hidden"/>
                                      </p:to>
                                    </p:set>
                                  </p:childTnLst>
                                </p:cTn>
                              </p:par>
                            </p:childTnLst>
                          </p:cTn>
                        </p:par>
                        <p:par>
                          <p:cTn id="82" fill="hold">
                            <p:stCondLst>
                              <p:cond delay="2600"/>
                            </p:stCondLst>
                            <p:childTnLst>
                              <p:par>
                                <p:cTn id="83" presetID="22" presetClass="entr" presetSubtype="8" fill="hold" nodeType="afterEffect">
                                  <p:stCondLst>
                                    <p:cond delay="0"/>
                                  </p:stCondLst>
                                  <p:childTnLst>
                                    <p:set>
                                      <p:cBhvr>
                                        <p:cTn id="84" dur="1" fill="hold">
                                          <p:stCondLst>
                                            <p:cond delay="0"/>
                                          </p:stCondLst>
                                        </p:cTn>
                                        <p:tgtEl>
                                          <p:spTgt spid="109"/>
                                        </p:tgtEl>
                                        <p:attrNameLst>
                                          <p:attrName>style.visibility</p:attrName>
                                        </p:attrNameLst>
                                      </p:cBhvr>
                                      <p:to>
                                        <p:strVal val="visible"/>
                                      </p:to>
                                    </p:set>
                                    <p:animEffect transition="in" filter="wipe(left)">
                                      <p:cBhvr>
                                        <p:cTn id="85" dur="1000"/>
                                        <p:tgtEl>
                                          <p:spTgt spid="109"/>
                                        </p:tgtEl>
                                      </p:cBhvr>
                                    </p:animEffect>
                                  </p:childTnLst>
                                </p:cTn>
                              </p:par>
                            </p:childTnLst>
                          </p:cTn>
                        </p:par>
                      </p:childTnLst>
                    </p:cTn>
                  </p:par>
                  <p:par>
                    <p:cTn id="86" fill="hold">
                      <p:stCondLst>
                        <p:cond delay="indefinite"/>
                      </p:stCondLst>
                      <p:childTnLst>
                        <p:par>
                          <p:cTn id="87" fill="hold">
                            <p:stCondLst>
                              <p:cond delay="0"/>
                            </p:stCondLst>
                            <p:childTnLst>
                              <p:par>
                                <p:cTn id="88" presetID="32" presetClass="emph" presetSubtype="0" fill="hold" nodeType="clickEffect">
                                  <p:stCondLst>
                                    <p:cond delay="0"/>
                                  </p:stCondLst>
                                  <p:childTnLst>
                                    <p:animRot by="120000">
                                      <p:cBhvr>
                                        <p:cTn id="89" dur="100" fill="hold">
                                          <p:stCondLst>
                                            <p:cond delay="0"/>
                                          </p:stCondLst>
                                        </p:cTn>
                                        <p:tgtEl>
                                          <p:spTgt spid="109"/>
                                        </p:tgtEl>
                                        <p:attrNameLst>
                                          <p:attrName>r</p:attrName>
                                        </p:attrNameLst>
                                      </p:cBhvr>
                                    </p:animRot>
                                    <p:animRot by="-240000">
                                      <p:cBhvr>
                                        <p:cTn id="90" dur="200" fill="hold">
                                          <p:stCondLst>
                                            <p:cond delay="200"/>
                                          </p:stCondLst>
                                        </p:cTn>
                                        <p:tgtEl>
                                          <p:spTgt spid="109"/>
                                        </p:tgtEl>
                                        <p:attrNameLst>
                                          <p:attrName>r</p:attrName>
                                        </p:attrNameLst>
                                      </p:cBhvr>
                                    </p:animRot>
                                    <p:animRot by="240000">
                                      <p:cBhvr>
                                        <p:cTn id="91" dur="200" fill="hold">
                                          <p:stCondLst>
                                            <p:cond delay="400"/>
                                          </p:stCondLst>
                                        </p:cTn>
                                        <p:tgtEl>
                                          <p:spTgt spid="109"/>
                                        </p:tgtEl>
                                        <p:attrNameLst>
                                          <p:attrName>r</p:attrName>
                                        </p:attrNameLst>
                                      </p:cBhvr>
                                    </p:animRot>
                                    <p:animRot by="-240000">
                                      <p:cBhvr>
                                        <p:cTn id="92" dur="200" fill="hold">
                                          <p:stCondLst>
                                            <p:cond delay="600"/>
                                          </p:stCondLst>
                                        </p:cTn>
                                        <p:tgtEl>
                                          <p:spTgt spid="109"/>
                                        </p:tgtEl>
                                        <p:attrNameLst>
                                          <p:attrName>r</p:attrName>
                                        </p:attrNameLst>
                                      </p:cBhvr>
                                    </p:animRot>
                                    <p:animRot by="120000">
                                      <p:cBhvr>
                                        <p:cTn id="93" dur="200" fill="hold">
                                          <p:stCondLst>
                                            <p:cond delay="800"/>
                                          </p:stCondLst>
                                        </p:cTn>
                                        <p:tgtEl>
                                          <p:spTgt spid="109"/>
                                        </p:tgtEl>
                                        <p:attrNameLst>
                                          <p:attrName>r</p:attrName>
                                        </p:attrNameLst>
                                      </p:cBhvr>
                                    </p:animRot>
                                  </p:childTnLst>
                                </p:cTn>
                              </p:par>
                            </p:childTnLst>
                          </p:cTn>
                        </p:par>
                        <p:par>
                          <p:cTn id="94" fill="hold">
                            <p:stCondLst>
                              <p:cond delay="1000"/>
                            </p:stCondLst>
                            <p:childTnLst>
                              <p:par>
                                <p:cTn id="95" presetID="22" presetClass="exit" presetSubtype="1" fill="hold" nodeType="afterEffect">
                                  <p:stCondLst>
                                    <p:cond delay="0"/>
                                  </p:stCondLst>
                                  <p:childTnLst>
                                    <p:animEffect transition="out" filter="wipe(up)">
                                      <p:cBhvr>
                                        <p:cTn id="96" dur="500"/>
                                        <p:tgtEl>
                                          <p:spTgt spid="109"/>
                                        </p:tgtEl>
                                      </p:cBhvr>
                                    </p:animEffect>
                                    <p:set>
                                      <p:cBhvr>
                                        <p:cTn id="97" dur="1" fill="hold">
                                          <p:stCondLst>
                                            <p:cond delay="499"/>
                                          </p:stCondLst>
                                        </p:cTn>
                                        <p:tgtEl>
                                          <p:spTgt spid="109"/>
                                        </p:tgtEl>
                                        <p:attrNameLst>
                                          <p:attrName>style.visibility</p:attrName>
                                        </p:attrNameLst>
                                      </p:cBhvr>
                                      <p:to>
                                        <p:strVal val="hidden"/>
                                      </p:to>
                                    </p:set>
                                  </p:childTnLst>
                                </p:cTn>
                              </p:par>
                            </p:childTnLst>
                          </p:cTn>
                        </p:par>
                        <p:par>
                          <p:cTn id="98" fill="hold">
                            <p:stCondLst>
                              <p:cond delay="1500"/>
                            </p:stCondLst>
                            <p:childTnLst>
                              <p:par>
                                <p:cTn id="99" presetID="22" presetClass="entr" presetSubtype="8" fill="hold" nodeType="afterEffect">
                                  <p:stCondLst>
                                    <p:cond delay="0"/>
                                  </p:stCondLst>
                                  <p:childTnLst>
                                    <p:set>
                                      <p:cBhvr>
                                        <p:cTn id="100" dur="1" fill="hold">
                                          <p:stCondLst>
                                            <p:cond delay="0"/>
                                          </p:stCondLst>
                                        </p:cTn>
                                        <p:tgtEl>
                                          <p:spTgt spid="111"/>
                                        </p:tgtEl>
                                        <p:attrNameLst>
                                          <p:attrName>style.visibility</p:attrName>
                                        </p:attrNameLst>
                                      </p:cBhvr>
                                      <p:to>
                                        <p:strVal val="visible"/>
                                      </p:to>
                                    </p:set>
                                    <p:animEffect transition="in" filter="wipe(left)">
                                      <p:cBhvr>
                                        <p:cTn id="101" dur="1000"/>
                                        <p:tgtEl>
                                          <p:spTgt spid="111"/>
                                        </p:tgtEl>
                                      </p:cBhvr>
                                    </p:animEffect>
                                  </p:childTnLst>
                                </p:cTn>
                              </p:par>
                            </p:childTnLst>
                          </p:cTn>
                        </p:par>
                      </p:childTnLst>
                    </p:cTn>
                  </p:par>
                  <p:par>
                    <p:cTn id="102" fill="hold">
                      <p:stCondLst>
                        <p:cond delay="indefinite"/>
                      </p:stCondLst>
                      <p:childTnLst>
                        <p:par>
                          <p:cTn id="103" fill="hold">
                            <p:stCondLst>
                              <p:cond delay="0"/>
                            </p:stCondLst>
                            <p:childTnLst>
                              <p:par>
                                <p:cTn id="104" presetID="32" presetClass="emph" presetSubtype="0" fill="hold" nodeType="clickEffect">
                                  <p:stCondLst>
                                    <p:cond delay="0"/>
                                  </p:stCondLst>
                                  <p:childTnLst>
                                    <p:animRot by="120000">
                                      <p:cBhvr>
                                        <p:cTn id="105" dur="100" fill="hold">
                                          <p:stCondLst>
                                            <p:cond delay="0"/>
                                          </p:stCondLst>
                                        </p:cTn>
                                        <p:tgtEl>
                                          <p:spTgt spid="111"/>
                                        </p:tgtEl>
                                        <p:attrNameLst>
                                          <p:attrName>r</p:attrName>
                                        </p:attrNameLst>
                                      </p:cBhvr>
                                    </p:animRot>
                                    <p:animRot by="-240000">
                                      <p:cBhvr>
                                        <p:cTn id="106" dur="200" fill="hold">
                                          <p:stCondLst>
                                            <p:cond delay="200"/>
                                          </p:stCondLst>
                                        </p:cTn>
                                        <p:tgtEl>
                                          <p:spTgt spid="111"/>
                                        </p:tgtEl>
                                        <p:attrNameLst>
                                          <p:attrName>r</p:attrName>
                                        </p:attrNameLst>
                                      </p:cBhvr>
                                    </p:animRot>
                                    <p:animRot by="240000">
                                      <p:cBhvr>
                                        <p:cTn id="107" dur="200" fill="hold">
                                          <p:stCondLst>
                                            <p:cond delay="400"/>
                                          </p:stCondLst>
                                        </p:cTn>
                                        <p:tgtEl>
                                          <p:spTgt spid="111"/>
                                        </p:tgtEl>
                                        <p:attrNameLst>
                                          <p:attrName>r</p:attrName>
                                        </p:attrNameLst>
                                      </p:cBhvr>
                                    </p:animRot>
                                    <p:animRot by="-240000">
                                      <p:cBhvr>
                                        <p:cTn id="108" dur="200" fill="hold">
                                          <p:stCondLst>
                                            <p:cond delay="600"/>
                                          </p:stCondLst>
                                        </p:cTn>
                                        <p:tgtEl>
                                          <p:spTgt spid="111"/>
                                        </p:tgtEl>
                                        <p:attrNameLst>
                                          <p:attrName>r</p:attrName>
                                        </p:attrNameLst>
                                      </p:cBhvr>
                                    </p:animRot>
                                    <p:animRot by="120000">
                                      <p:cBhvr>
                                        <p:cTn id="109" dur="200" fill="hold">
                                          <p:stCondLst>
                                            <p:cond delay="800"/>
                                          </p:stCondLst>
                                        </p:cTn>
                                        <p:tgtEl>
                                          <p:spTgt spid="111"/>
                                        </p:tgtEl>
                                        <p:attrNameLst>
                                          <p:attrName>r</p:attrName>
                                        </p:attrNameLst>
                                      </p:cBhvr>
                                    </p:animRot>
                                  </p:childTnLst>
                                </p:cTn>
                              </p:par>
                            </p:childTnLst>
                          </p:cTn>
                        </p:par>
                        <p:par>
                          <p:cTn id="110" fill="hold">
                            <p:stCondLst>
                              <p:cond delay="1000"/>
                            </p:stCondLst>
                            <p:childTnLst>
                              <p:par>
                                <p:cTn id="111" presetID="22" presetClass="exit" presetSubtype="1" fill="hold" nodeType="afterEffect">
                                  <p:stCondLst>
                                    <p:cond delay="0"/>
                                  </p:stCondLst>
                                  <p:childTnLst>
                                    <p:animEffect transition="out" filter="wipe(up)">
                                      <p:cBhvr>
                                        <p:cTn id="112" dur="500"/>
                                        <p:tgtEl>
                                          <p:spTgt spid="111"/>
                                        </p:tgtEl>
                                      </p:cBhvr>
                                    </p:animEffect>
                                    <p:set>
                                      <p:cBhvr>
                                        <p:cTn id="113" dur="1" fill="hold">
                                          <p:stCondLst>
                                            <p:cond delay="499"/>
                                          </p:stCondLst>
                                        </p:cTn>
                                        <p:tgtEl>
                                          <p:spTgt spid="111"/>
                                        </p:tgtEl>
                                        <p:attrNameLst>
                                          <p:attrName>style.visibility</p:attrName>
                                        </p:attrNameLst>
                                      </p:cBhvr>
                                      <p:to>
                                        <p:strVal val="hidden"/>
                                      </p:to>
                                    </p:set>
                                  </p:childTnLst>
                                </p:cTn>
                              </p:par>
                            </p:childTnLst>
                          </p:cTn>
                        </p:par>
                        <p:par>
                          <p:cTn id="114" fill="hold">
                            <p:stCondLst>
                              <p:cond delay="1500"/>
                            </p:stCondLst>
                            <p:childTnLst>
                              <p:par>
                                <p:cTn id="115" presetID="22" presetClass="entr" presetSubtype="8" fill="hold" nodeType="afterEffect">
                                  <p:stCondLst>
                                    <p:cond delay="0"/>
                                  </p:stCondLst>
                                  <p:childTnLst>
                                    <p:set>
                                      <p:cBhvr>
                                        <p:cTn id="116" dur="1" fill="hold">
                                          <p:stCondLst>
                                            <p:cond delay="0"/>
                                          </p:stCondLst>
                                        </p:cTn>
                                        <p:tgtEl>
                                          <p:spTgt spid="113"/>
                                        </p:tgtEl>
                                        <p:attrNameLst>
                                          <p:attrName>style.visibility</p:attrName>
                                        </p:attrNameLst>
                                      </p:cBhvr>
                                      <p:to>
                                        <p:strVal val="visible"/>
                                      </p:to>
                                    </p:set>
                                    <p:animEffect transition="in" filter="wipe(left)">
                                      <p:cBhvr>
                                        <p:cTn id="117" dur="1000"/>
                                        <p:tgtEl>
                                          <p:spTgt spid="113"/>
                                        </p:tgtEl>
                                      </p:cBhvr>
                                    </p:animEffect>
                                  </p:childTnLst>
                                </p:cTn>
                              </p:par>
                            </p:childTnLst>
                          </p:cTn>
                        </p:par>
                      </p:childTnLst>
                    </p:cTn>
                  </p:par>
                  <p:par>
                    <p:cTn id="118" fill="hold">
                      <p:stCondLst>
                        <p:cond delay="indefinite"/>
                      </p:stCondLst>
                      <p:childTnLst>
                        <p:par>
                          <p:cTn id="119" fill="hold">
                            <p:stCondLst>
                              <p:cond delay="0"/>
                            </p:stCondLst>
                            <p:childTnLst>
                              <p:par>
                                <p:cTn id="120" presetID="1" presetClass="emph" presetSubtype="2" fill="hold" nodeType="clickEffect">
                                  <p:stCondLst>
                                    <p:cond delay="0"/>
                                  </p:stCondLst>
                                  <p:childTnLst>
                                    <p:animClr clrSpc="rgb" dir="cw">
                                      <p:cBhvr>
                                        <p:cTn id="121" dur="2000" fill="hold"/>
                                        <p:tgtEl>
                                          <p:spTgt spid="71"/>
                                        </p:tgtEl>
                                        <p:attrNameLst>
                                          <p:attrName>fillcolor</p:attrName>
                                        </p:attrNameLst>
                                      </p:cBhvr>
                                      <p:to>
                                        <a:srgbClr val="FF0000"/>
                                      </p:to>
                                    </p:animClr>
                                    <p:set>
                                      <p:cBhvr>
                                        <p:cTn id="122" dur="2000" fill="hold"/>
                                        <p:tgtEl>
                                          <p:spTgt spid="71"/>
                                        </p:tgtEl>
                                        <p:attrNameLst>
                                          <p:attrName>fill.type</p:attrName>
                                        </p:attrNameLst>
                                      </p:cBhvr>
                                      <p:to>
                                        <p:strVal val="solid"/>
                                      </p:to>
                                    </p:set>
                                    <p:set>
                                      <p:cBhvr>
                                        <p:cTn id="123" dur="2000" fill="hold"/>
                                        <p:tgtEl>
                                          <p:spTgt spid="71"/>
                                        </p:tgtEl>
                                        <p:attrNameLst>
                                          <p:attrName>fill.on</p:attrName>
                                        </p:attrNameLst>
                                      </p:cBhvr>
                                      <p:to>
                                        <p:strVal val="true"/>
                                      </p:to>
                                    </p:set>
                                  </p:childTnLst>
                                </p:cTn>
                              </p:par>
                            </p:childTnLst>
                          </p:cTn>
                        </p:par>
                        <p:par>
                          <p:cTn id="124" fill="hold">
                            <p:stCondLst>
                              <p:cond delay="2000"/>
                            </p:stCondLst>
                            <p:childTnLst>
                              <p:par>
                                <p:cTn id="125" presetID="22" presetClass="exit" presetSubtype="1" fill="hold" nodeType="afterEffect">
                                  <p:stCondLst>
                                    <p:cond delay="0"/>
                                  </p:stCondLst>
                                  <p:childTnLst>
                                    <p:animEffect transition="out" filter="wipe(up)">
                                      <p:cBhvr>
                                        <p:cTn id="126" dur="500"/>
                                        <p:tgtEl>
                                          <p:spTgt spid="113"/>
                                        </p:tgtEl>
                                      </p:cBhvr>
                                    </p:animEffect>
                                    <p:set>
                                      <p:cBhvr>
                                        <p:cTn id="127" dur="1" fill="hold">
                                          <p:stCondLst>
                                            <p:cond delay="499"/>
                                          </p:stCondLst>
                                        </p:cTn>
                                        <p:tgtEl>
                                          <p:spTgt spid="113"/>
                                        </p:tgtEl>
                                        <p:attrNameLst>
                                          <p:attrName>style.visibility</p:attrName>
                                        </p:attrNameLst>
                                      </p:cBhvr>
                                      <p:to>
                                        <p:strVal val="hidden"/>
                                      </p:to>
                                    </p:set>
                                  </p:childTnLst>
                                </p:cTn>
                              </p:par>
                            </p:childTnLst>
                          </p:cTn>
                        </p:par>
                        <p:par>
                          <p:cTn id="128" fill="hold">
                            <p:stCondLst>
                              <p:cond delay="2500"/>
                            </p:stCondLst>
                            <p:childTnLst>
                              <p:par>
                                <p:cTn id="129" presetID="22" presetClass="entr" presetSubtype="8" fill="hold" nodeType="afterEffect">
                                  <p:stCondLst>
                                    <p:cond delay="0"/>
                                  </p:stCondLst>
                                  <p:childTnLst>
                                    <p:set>
                                      <p:cBhvr>
                                        <p:cTn id="130" dur="1" fill="hold">
                                          <p:stCondLst>
                                            <p:cond delay="0"/>
                                          </p:stCondLst>
                                        </p:cTn>
                                        <p:tgtEl>
                                          <p:spTgt spid="115"/>
                                        </p:tgtEl>
                                        <p:attrNameLst>
                                          <p:attrName>style.visibility</p:attrName>
                                        </p:attrNameLst>
                                      </p:cBhvr>
                                      <p:to>
                                        <p:strVal val="visible"/>
                                      </p:to>
                                    </p:set>
                                    <p:animEffect transition="in" filter="wipe(left)">
                                      <p:cBhvr>
                                        <p:cTn id="131" dur="1000"/>
                                        <p:tgtEl>
                                          <p:spTgt spid="115"/>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mph" presetSubtype="2" fill="hold" nodeType="clickEffect">
                                  <p:stCondLst>
                                    <p:cond delay="0"/>
                                  </p:stCondLst>
                                  <p:childTnLst>
                                    <p:animClr clrSpc="rgb" dir="cw">
                                      <p:cBhvr>
                                        <p:cTn id="135" dur="2000" fill="hold"/>
                                        <p:tgtEl>
                                          <p:spTgt spid="85"/>
                                        </p:tgtEl>
                                        <p:attrNameLst>
                                          <p:attrName>fillcolor</p:attrName>
                                        </p:attrNameLst>
                                      </p:cBhvr>
                                      <p:to>
                                        <a:srgbClr val="000000"/>
                                      </p:to>
                                    </p:animClr>
                                    <p:set>
                                      <p:cBhvr>
                                        <p:cTn id="136" dur="2000" fill="hold"/>
                                        <p:tgtEl>
                                          <p:spTgt spid="85"/>
                                        </p:tgtEl>
                                        <p:attrNameLst>
                                          <p:attrName>fill.type</p:attrName>
                                        </p:attrNameLst>
                                      </p:cBhvr>
                                      <p:to>
                                        <p:strVal val="solid"/>
                                      </p:to>
                                    </p:set>
                                    <p:set>
                                      <p:cBhvr>
                                        <p:cTn id="137" dur="2000" fill="hold"/>
                                        <p:tgtEl>
                                          <p:spTgt spid="85"/>
                                        </p:tgtEl>
                                        <p:attrNameLst>
                                          <p:attrName>fill.on</p:attrName>
                                        </p:attrNameLst>
                                      </p:cBhvr>
                                      <p:to>
                                        <p:strVal val="true"/>
                                      </p:to>
                                    </p:set>
                                  </p:childTnLst>
                                </p:cTn>
                              </p:par>
                            </p:childTnLst>
                          </p:cTn>
                        </p:par>
                        <p:par>
                          <p:cTn id="138" fill="hold">
                            <p:stCondLst>
                              <p:cond delay="2000"/>
                            </p:stCondLst>
                            <p:childTnLst>
                              <p:par>
                                <p:cTn id="139" presetID="22" presetClass="exit" presetSubtype="1" fill="hold" nodeType="afterEffect">
                                  <p:stCondLst>
                                    <p:cond delay="0"/>
                                  </p:stCondLst>
                                  <p:childTnLst>
                                    <p:animEffect transition="out" filter="wipe(up)">
                                      <p:cBhvr>
                                        <p:cTn id="140" dur="500"/>
                                        <p:tgtEl>
                                          <p:spTgt spid="115"/>
                                        </p:tgtEl>
                                      </p:cBhvr>
                                    </p:animEffect>
                                    <p:set>
                                      <p:cBhvr>
                                        <p:cTn id="141" dur="1" fill="hold">
                                          <p:stCondLst>
                                            <p:cond delay="499"/>
                                          </p:stCondLst>
                                        </p:cTn>
                                        <p:tgtEl>
                                          <p:spTgt spid="115"/>
                                        </p:tgtEl>
                                        <p:attrNameLst>
                                          <p:attrName>style.visibility</p:attrName>
                                        </p:attrNameLst>
                                      </p:cBhvr>
                                      <p:to>
                                        <p:strVal val="hidden"/>
                                      </p:to>
                                    </p:set>
                                  </p:childTnLst>
                                </p:cTn>
                              </p:par>
                            </p:childTnLst>
                          </p:cTn>
                        </p:par>
                        <p:par>
                          <p:cTn id="142" fill="hold">
                            <p:stCondLst>
                              <p:cond delay="2500"/>
                            </p:stCondLst>
                            <p:childTnLst>
                              <p:par>
                                <p:cTn id="143" presetID="22" presetClass="entr" presetSubtype="8" fill="hold" nodeType="afterEffect">
                                  <p:stCondLst>
                                    <p:cond delay="0"/>
                                  </p:stCondLst>
                                  <p:childTnLst>
                                    <p:set>
                                      <p:cBhvr>
                                        <p:cTn id="144" dur="1" fill="hold">
                                          <p:stCondLst>
                                            <p:cond delay="0"/>
                                          </p:stCondLst>
                                        </p:cTn>
                                        <p:tgtEl>
                                          <p:spTgt spid="117"/>
                                        </p:tgtEl>
                                        <p:attrNameLst>
                                          <p:attrName>style.visibility</p:attrName>
                                        </p:attrNameLst>
                                      </p:cBhvr>
                                      <p:to>
                                        <p:strVal val="visible"/>
                                      </p:to>
                                    </p:set>
                                    <p:animEffect transition="in" filter="wipe(left)">
                                      <p:cBhvr>
                                        <p:cTn id="145" dur="1000"/>
                                        <p:tgtEl>
                                          <p:spTgt spid="117"/>
                                        </p:tgtEl>
                                      </p:cBhvr>
                                    </p:animEffect>
                                  </p:childTnLst>
                                </p:cTn>
                              </p:par>
                            </p:childTnLst>
                          </p:cTn>
                        </p:par>
                      </p:childTnLst>
                    </p:cTn>
                  </p:par>
                  <p:par>
                    <p:cTn id="146" fill="hold">
                      <p:stCondLst>
                        <p:cond delay="indefinite"/>
                      </p:stCondLst>
                      <p:childTnLst>
                        <p:par>
                          <p:cTn id="147" fill="hold">
                            <p:stCondLst>
                              <p:cond delay="0"/>
                            </p:stCondLst>
                            <p:childTnLst>
                              <p:par>
                                <p:cTn id="148" presetID="1" presetClass="emph" presetSubtype="2" fill="hold" nodeType="clickEffect">
                                  <p:stCondLst>
                                    <p:cond delay="0"/>
                                  </p:stCondLst>
                                  <p:childTnLst>
                                    <p:animClr clrSpc="rgb" dir="cw">
                                      <p:cBhvr>
                                        <p:cTn id="149" dur="2000" fill="hold"/>
                                        <p:tgtEl>
                                          <p:spTgt spid="72"/>
                                        </p:tgtEl>
                                        <p:attrNameLst>
                                          <p:attrName>fillcolor</p:attrName>
                                        </p:attrNameLst>
                                      </p:cBhvr>
                                      <p:to>
                                        <a:srgbClr val="000000"/>
                                      </p:to>
                                    </p:animClr>
                                    <p:set>
                                      <p:cBhvr>
                                        <p:cTn id="150" dur="2000" fill="hold"/>
                                        <p:tgtEl>
                                          <p:spTgt spid="72"/>
                                        </p:tgtEl>
                                        <p:attrNameLst>
                                          <p:attrName>fill.type</p:attrName>
                                        </p:attrNameLst>
                                      </p:cBhvr>
                                      <p:to>
                                        <p:strVal val="solid"/>
                                      </p:to>
                                    </p:set>
                                    <p:set>
                                      <p:cBhvr>
                                        <p:cTn id="151" dur="2000" fill="hold"/>
                                        <p:tgtEl>
                                          <p:spTgt spid="72"/>
                                        </p:tgtEl>
                                        <p:attrNameLst>
                                          <p:attrName>fill.on</p:attrName>
                                        </p:attrNameLst>
                                      </p:cBhvr>
                                      <p:to>
                                        <p:strVal val="true"/>
                                      </p:to>
                                    </p:set>
                                  </p:childTnLst>
                                </p:cTn>
                              </p:par>
                            </p:childTnLst>
                          </p:cTn>
                        </p:par>
                        <p:par>
                          <p:cTn id="152" fill="hold">
                            <p:stCondLst>
                              <p:cond delay="2000"/>
                            </p:stCondLst>
                            <p:childTnLst>
                              <p:par>
                                <p:cTn id="153" presetID="22" presetClass="exit" presetSubtype="1" fill="hold" nodeType="afterEffect">
                                  <p:stCondLst>
                                    <p:cond delay="0"/>
                                  </p:stCondLst>
                                  <p:childTnLst>
                                    <p:animEffect transition="out" filter="wipe(up)">
                                      <p:cBhvr>
                                        <p:cTn id="154" dur="500"/>
                                        <p:tgtEl>
                                          <p:spTgt spid="117"/>
                                        </p:tgtEl>
                                      </p:cBhvr>
                                    </p:animEffect>
                                    <p:set>
                                      <p:cBhvr>
                                        <p:cTn id="155" dur="1" fill="hold">
                                          <p:stCondLst>
                                            <p:cond delay="499"/>
                                          </p:stCondLst>
                                        </p:cTn>
                                        <p:tgtEl>
                                          <p:spTgt spid="117"/>
                                        </p:tgtEl>
                                        <p:attrNameLst>
                                          <p:attrName>style.visibility</p:attrName>
                                        </p:attrNameLst>
                                      </p:cBhvr>
                                      <p:to>
                                        <p:strVal val="hidden"/>
                                      </p:to>
                                    </p:set>
                                  </p:childTnLst>
                                </p:cTn>
                              </p:par>
                            </p:childTnLst>
                          </p:cTn>
                        </p:par>
                        <p:par>
                          <p:cTn id="156" fill="hold">
                            <p:stCondLst>
                              <p:cond delay="2500"/>
                            </p:stCondLst>
                            <p:childTnLst>
                              <p:par>
                                <p:cTn id="157" presetID="22" presetClass="entr" presetSubtype="8" fill="hold" nodeType="afterEffect">
                                  <p:stCondLst>
                                    <p:cond delay="0"/>
                                  </p:stCondLst>
                                  <p:childTnLst>
                                    <p:set>
                                      <p:cBhvr>
                                        <p:cTn id="158" dur="1" fill="hold">
                                          <p:stCondLst>
                                            <p:cond delay="0"/>
                                          </p:stCondLst>
                                        </p:cTn>
                                        <p:tgtEl>
                                          <p:spTgt spid="119"/>
                                        </p:tgtEl>
                                        <p:attrNameLst>
                                          <p:attrName>style.visibility</p:attrName>
                                        </p:attrNameLst>
                                      </p:cBhvr>
                                      <p:to>
                                        <p:strVal val="visible"/>
                                      </p:to>
                                    </p:set>
                                    <p:animEffect transition="in" filter="wipe(left)">
                                      <p:cBhvr>
                                        <p:cTn id="159" dur="1000"/>
                                        <p:tgtEl>
                                          <p:spTgt spid="119"/>
                                        </p:tgtEl>
                                      </p:cBhvr>
                                    </p:animEffect>
                                  </p:childTnLst>
                                </p:cTn>
                              </p:par>
                            </p:childTnLst>
                          </p:cTn>
                        </p:par>
                      </p:childTnLst>
                    </p:cTn>
                  </p:par>
                  <p:par>
                    <p:cTn id="160" fill="hold">
                      <p:stCondLst>
                        <p:cond delay="indefinite"/>
                      </p:stCondLst>
                      <p:childTnLst>
                        <p:par>
                          <p:cTn id="161" fill="hold">
                            <p:stCondLst>
                              <p:cond delay="0"/>
                            </p:stCondLst>
                            <p:childTnLst>
                              <p:par>
                                <p:cTn id="162" presetID="31" presetClass="entr" presetSubtype="0" fill="hold" grpId="0" nodeType="clickEffect">
                                  <p:stCondLst>
                                    <p:cond delay="0"/>
                                  </p:stCondLst>
                                  <p:childTnLst>
                                    <p:set>
                                      <p:cBhvr>
                                        <p:cTn id="163" dur="1" fill="hold">
                                          <p:stCondLst>
                                            <p:cond delay="0"/>
                                          </p:stCondLst>
                                        </p:cTn>
                                        <p:tgtEl>
                                          <p:spTgt spid="126"/>
                                        </p:tgtEl>
                                        <p:attrNameLst>
                                          <p:attrName>style.visibility</p:attrName>
                                        </p:attrNameLst>
                                      </p:cBhvr>
                                      <p:to>
                                        <p:strVal val="visible"/>
                                      </p:to>
                                    </p:set>
                                    <p:anim calcmode="lin" valueType="num">
                                      <p:cBhvr>
                                        <p:cTn id="164" dur="1000" fill="hold"/>
                                        <p:tgtEl>
                                          <p:spTgt spid="126"/>
                                        </p:tgtEl>
                                        <p:attrNameLst>
                                          <p:attrName>ppt_w</p:attrName>
                                        </p:attrNameLst>
                                      </p:cBhvr>
                                      <p:tavLst>
                                        <p:tav tm="0">
                                          <p:val>
                                            <p:fltVal val="0"/>
                                          </p:val>
                                        </p:tav>
                                        <p:tav tm="100000">
                                          <p:val>
                                            <p:strVal val="#ppt_w"/>
                                          </p:val>
                                        </p:tav>
                                      </p:tavLst>
                                    </p:anim>
                                    <p:anim calcmode="lin" valueType="num">
                                      <p:cBhvr>
                                        <p:cTn id="165" dur="1000" fill="hold"/>
                                        <p:tgtEl>
                                          <p:spTgt spid="126"/>
                                        </p:tgtEl>
                                        <p:attrNameLst>
                                          <p:attrName>ppt_h</p:attrName>
                                        </p:attrNameLst>
                                      </p:cBhvr>
                                      <p:tavLst>
                                        <p:tav tm="0">
                                          <p:val>
                                            <p:fltVal val="0"/>
                                          </p:val>
                                        </p:tav>
                                        <p:tav tm="100000">
                                          <p:val>
                                            <p:strVal val="#ppt_h"/>
                                          </p:val>
                                        </p:tav>
                                      </p:tavLst>
                                    </p:anim>
                                    <p:anim calcmode="lin" valueType="num">
                                      <p:cBhvr>
                                        <p:cTn id="166" dur="1000" fill="hold"/>
                                        <p:tgtEl>
                                          <p:spTgt spid="126"/>
                                        </p:tgtEl>
                                        <p:attrNameLst>
                                          <p:attrName>style.rotation</p:attrName>
                                        </p:attrNameLst>
                                      </p:cBhvr>
                                      <p:tavLst>
                                        <p:tav tm="0">
                                          <p:val>
                                            <p:fltVal val="90"/>
                                          </p:val>
                                        </p:tav>
                                        <p:tav tm="100000">
                                          <p:val>
                                            <p:fltVal val="0"/>
                                          </p:val>
                                        </p:tav>
                                      </p:tavLst>
                                    </p:anim>
                                    <p:animEffect transition="in" filter="fade">
                                      <p:cBhvr>
                                        <p:cTn id="167" dur="1000"/>
                                        <p:tgtEl>
                                          <p:spTgt spid="126"/>
                                        </p:tgtEl>
                                      </p:cBhvr>
                                    </p:animEffect>
                                  </p:childTnLst>
                                </p:cTn>
                              </p:par>
                              <p:par>
                                <p:cTn id="168" presetID="10" presetClass="exit" presetSubtype="0" fill="hold" nodeType="withEffect">
                                  <p:stCondLst>
                                    <p:cond delay="0"/>
                                  </p:stCondLst>
                                  <p:childTnLst>
                                    <p:animEffect transition="out" filter="fade">
                                      <p:cBhvr>
                                        <p:cTn id="169" dur="500"/>
                                        <p:tgtEl>
                                          <p:spTgt spid="103"/>
                                        </p:tgtEl>
                                      </p:cBhvr>
                                    </p:animEffect>
                                    <p:set>
                                      <p:cBhvr>
                                        <p:cTn id="170" dur="1" fill="hold">
                                          <p:stCondLst>
                                            <p:cond delay="499"/>
                                          </p:stCondLst>
                                        </p:cTn>
                                        <p:tgtEl>
                                          <p:spTgt spid="103"/>
                                        </p:tgtEl>
                                        <p:attrNameLst>
                                          <p:attrName>style.visibility</p:attrName>
                                        </p:attrNameLst>
                                      </p:cBhvr>
                                      <p:to>
                                        <p:strVal val="hidden"/>
                                      </p:to>
                                    </p:set>
                                  </p:childTnLst>
                                </p:cTn>
                              </p:par>
                            </p:childTnLst>
                          </p:cTn>
                        </p:par>
                        <p:par>
                          <p:cTn id="171" fill="hold">
                            <p:stCondLst>
                              <p:cond delay="1000"/>
                            </p:stCondLst>
                            <p:childTnLst>
                              <p:par>
                                <p:cTn id="172" presetID="47" presetClass="entr" presetSubtype="0" fill="hold" nodeType="afterEffect">
                                  <p:stCondLst>
                                    <p:cond delay="0"/>
                                  </p:stCondLst>
                                  <p:childTnLst>
                                    <p:set>
                                      <p:cBhvr>
                                        <p:cTn id="173" dur="1" fill="hold">
                                          <p:stCondLst>
                                            <p:cond delay="0"/>
                                          </p:stCondLst>
                                        </p:cTn>
                                        <p:tgtEl>
                                          <p:spTgt spid="136"/>
                                        </p:tgtEl>
                                        <p:attrNameLst>
                                          <p:attrName>style.visibility</p:attrName>
                                        </p:attrNameLst>
                                      </p:cBhvr>
                                      <p:to>
                                        <p:strVal val="visible"/>
                                      </p:to>
                                    </p:set>
                                    <p:animEffect transition="in" filter="fade">
                                      <p:cBhvr>
                                        <p:cTn id="174" dur="1000"/>
                                        <p:tgtEl>
                                          <p:spTgt spid="136"/>
                                        </p:tgtEl>
                                      </p:cBhvr>
                                    </p:animEffect>
                                    <p:anim calcmode="lin" valueType="num">
                                      <p:cBhvr>
                                        <p:cTn id="175" dur="1000" fill="hold"/>
                                        <p:tgtEl>
                                          <p:spTgt spid="136"/>
                                        </p:tgtEl>
                                        <p:attrNameLst>
                                          <p:attrName>ppt_x</p:attrName>
                                        </p:attrNameLst>
                                      </p:cBhvr>
                                      <p:tavLst>
                                        <p:tav tm="0">
                                          <p:val>
                                            <p:strVal val="#ppt_x"/>
                                          </p:val>
                                        </p:tav>
                                        <p:tav tm="100000">
                                          <p:val>
                                            <p:strVal val="#ppt_x"/>
                                          </p:val>
                                        </p:tav>
                                      </p:tavLst>
                                    </p:anim>
                                    <p:anim calcmode="lin" valueType="num">
                                      <p:cBhvr>
                                        <p:cTn id="176" dur="1000" fill="hold"/>
                                        <p:tgtEl>
                                          <p:spTgt spid="136"/>
                                        </p:tgtEl>
                                        <p:attrNameLst>
                                          <p:attrName>ppt_y</p:attrName>
                                        </p:attrNameLst>
                                      </p:cBhvr>
                                      <p:tavLst>
                                        <p:tav tm="0">
                                          <p:val>
                                            <p:strVal val="#ppt_y-.1"/>
                                          </p:val>
                                        </p:tav>
                                        <p:tav tm="100000">
                                          <p:val>
                                            <p:strVal val="#ppt_y"/>
                                          </p:val>
                                        </p:tav>
                                      </p:tavLst>
                                    </p:anim>
                                  </p:childTnLst>
                                </p:cTn>
                              </p:par>
                            </p:childTnLst>
                          </p:cTn>
                        </p:par>
                        <p:par>
                          <p:cTn id="177" fill="hold">
                            <p:stCondLst>
                              <p:cond delay="2000"/>
                            </p:stCondLst>
                            <p:childTnLst>
                              <p:par>
                                <p:cTn id="178" presetID="10" presetClass="exit" presetSubtype="0" fill="hold" nodeType="afterEffect">
                                  <p:stCondLst>
                                    <p:cond delay="0"/>
                                  </p:stCondLst>
                                  <p:childTnLst>
                                    <p:animEffect transition="out" filter="fade">
                                      <p:cBhvr>
                                        <p:cTn id="179" dur="500"/>
                                        <p:tgtEl>
                                          <p:spTgt spid="58"/>
                                        </p:tgtEl>
                                      </p:cBhvr>
                                    </p:animEffect>
                                    <p:set>
                                      <p:cBhvr>
                                        <p:cTn id="180" dur="1" fill="hold">
                                          <p:stCondLst>
                                            <p:cond delay="499"/>
                                          </p:stCondLst>
                                        </p:cTn>
                                        <p:tgtEl>
                                          <p:spTgt spid="58"/>
                                        </p:tgtEl>
                                        <p:attrNameLst>
                                          <p:attrName>style.visibility</p:attrName>
                                        </p:attrNameLst>
                                      </p:cBhvr>
                                      <p:to>
                                        <p:strVal val="hidden"/>
                                      </p:to>
                                    </p:set>
                                  </p:childTnLst>
                                </p:cTn>
                              </p:par>
                            </p:childTnLst>
                          </p:cTn>
                        </p:par>
                        <p:par>
                          <p:cTn id="181" fill="hold">
                            <p:stCondLst>
                              <p:cond delay="2500"/>
                            </p:stCondLst>
                            <p:childTnLst>
                              <p:par>
                                <p:cTn id="182" presetID="22" presetClass="entr" presetSubtype="8" fill="hold" nodeType="afterEffect">
                                  <p:stCondLst>
                                    <p:cond delay="0"/>
                                  </p:stCondLst>
                                  <p:childTnLst>
                                    <p:set>
                                      <p:cBhvr>
                                        <p:cTn id="183" dur="1" fill="hold">
                                          <p:stCondLst>
                                            <p:cond delay="0"/>
                                          </p:stCondLst>
                                        </p:cTn>
                                        <p:tgtEl>
                                          <p:spTgt spid="127"/>
                                        </p:tgtEl>
                                        <p:attrNameLst>
                                          <p:attrName>style.visibility</p:attrName>
                                        </p:attrNameLst>
                                      </p:cBhvr>
                                      <p:to>
                                        <p:strVal val="visible"/>
                                      </p:to>
                                    </p:set>
                                    <p:animEffect transition="in" filter="wipe(left)">
                                      <p:cBhvr>
                                        <p:cTn id="184" dur="500"/>
                                        <p:tgtEl>
                                          <p:spTgt spid="127"/>
                                        </p:tgtEl>
                                      </p:cBhvr>
                                    </p:animEffect>
                                  </p:childTnLst>
                                </p:cTn>
                              </p:par>
                            </p:childTnLst>
                          </p:cTn>
                        </p:par>
                      </p:childTnLst>
                    </p:cTn>
                  </p:par>
                  <p:par>
                    <p:cTn id="185" fill="hold">
                      <p:stCondLst>
                        <p:cond delay="indefinite"/>
                      </p:stCondLst>
                      <p:childTnLst>
                        <p:par>
                          <p:cTn id="186" fill="hold">
                            <p:stCondLst>
                              <p:cond delay="0"/>
                            </p:stCondLst>
                            <p:childTnLst>
                              <p:par>
                                <p:cTn id="187" presetID="47" presetClass="entr" presetSubtype="0" fill="hold" nodeType="clickEffect">
                                  <p:stCondLst>
                                    <p:cond delay="0"/>
                                  </p:stCondLst>
                                  <p:childTnLst>
                                    <p:set>
                                      <p:cBhvr>
                                        <p:cTn id="188" dur="1" fill="hold">
                                          <p:stCondLst>
                                            <p:cond delay="0"/>
                                          </p:stCondLst>
                                        </p:cTn>
                                        <p:tgtEl>
                                          <p:spTgt spid="139"/>
                                        </p:tgtEl>
                                        <p:attrNameLst>
                                          <p:attrName>style.visibility</p:attrName>
                                        </p:attrNameLst>
                                      </p:cBhvr>
                                      <p:to>
                                        <p:strVal val="visible"/>
                                      </p:to>
                                    </p:set>
                                    <p:animEffect transition="in" filter="fade">
                                      <p:cBhvr>
                                        <p:cTn id="189" dur="1000"/>
                                        <p:tgtEl>
                                          <p:spTgt spid="139"/>
                                        </p:tgtEl>
                                      </p:cBhvr>
                                    </p:animEffect>
                                    <p:anim calcmode="lin" valueType="num">
                                      <p:cBhvr>
                                        <p:cTn id="190" dur="1000" fill="hold"/>
                                        <p:tgtEl>
                                          <p:spTgt spid="139"/>
                                        </p:tgtEl>
                                        <p:attrNameLst>
                                          <p:attrName>ppt_x</p:attrName>
                                        </p:attrNameLst>
                                      </p:cBhvr>
                                      <p:tavLst>
                                        <p:tav tm="0">
                                          <p:val>
                                            <p:strVal val="#ppt_x"/>
                                          </p:val>
                                        </p:tav>
                                        <p:tav tm="100000">
                                          <p:val>
                                            <p:strVal val="#ppt_x"/>
                                          </p:val>
                                        </p:tav>
                                      </p:tavLst>
                                    </p:anim>
                                    <p:anim calcmode="lin" valueType="num">
                                      <p:cBhvr>
                                        <p:cTn id="191" dur="1000" fill="hold"/>
                                        <p:tgtEl>
                                          <p:spTgt spid="139"/>
                                        </p:tgtEl>
                                        <p:attrNameLst>
                                          <p:attrName>ppt_y</p:attrName>
                                        </p:attrNameLst>
                                      </p:cBhvr>
                                      <p:tavLst>
                                        <p:tav tm="0">
                                          <p:val>
                                            <p:strVal val="#ppt_y-.1"/>
                                          </p:val>
                                        </p:tav>
                                        <p:tav tm="100000">
                                          <p:val>
                                            <p:strVal val="#ppt_y"/>
                                          </p:val>
                                        </p:tav>
                                      </p:tavLst>
                                    </p:anim>
                                  </p:childTnLst>
                                </p:cTn>
                              </p:par>
                            </p:childTnLst>
                          </p:cTn>
                        </p:par>
                        <p:par>
                          <p:cTn id="192" fill="hold">
                            <p:stCondLst>
                              <p:cond delay="1000"/>
                            </p:stCondLst>
                            <p:childTnLst>
                              <p:par>
                                <p:cTn id="193" presetID="22" presetClass="exit" presetSubtype="1" fill="hold" nodeType="afterEffect">
                                  <p:stCondLst>
                                    <p:cond delay="0"/>
                                  </p:stCondLst>
                                  <p:childTnLst>
                                    <p:animEffect transition="out" filter="wipe(up)">
                                      <p:cBhvr>
                                        <p:cTn id="194" dur="500"/>
                                        <p:tgtEl>
                                          <p:spTgt spid="127"/>
                                        </p:tgtEl>
                                      </p:cBhvr>
                                    </p:animEffect>
                                    <p:set>
                                      <p:cBhvr>
                                        <p:cTn id="195" dur="1" fill="hold">
                                          <p:stCondLst>
                                            <p:cond delay="499"/>
                                          </p:stCondLst>
                                        </p:cTn>
                                        <p:tgtEl>
                                          <p:spTgt spid="127"/>
                                        </p:tgtEl>
                                        <p:attrNameLst>
                                          <p:attrName>style.visibility</p:attrName>
                                        </p:attrNameLst>
                                      </p:cBhvr>
                                      <p:to>
                                        <p:strVal val="hidden"/>
                                      </p:to>
                                    </p:set>
                                  </p:childTnLst>
                                </p:cTn>
                              </p:par>
                            </p:childTnLst>
                          </p:cTn>
                        </p:par>
                        <p:par>
                          <p:cTn id="196" fill="hold">
                            <p:stCondLst>
                              <p:cond delay="1500"/>
                            </p:stCondLst>
                            <p:childTnLst>
                              <p:par>
                                <p:cTn id="197" presetID="22" presetClass="entr" presetSubtype="8" fill="hold" nodeType="afterEffect">
                                  <p:stCondLst>
                                    <p:cond delay="0"/>
                                  </p:stCondLst>
                                  <p:childTnLst>
                                    <p:set>
                                      <p:cBhvr>
                                        <p:cTn id="198" dur="1" fill="hold">
                                          <p:stCondLst>
                                            <p:cond delay="0"/>
                                          </p:stCondLst>
                                        </p:cTn>
                                        <p:tgtEl>
                                          <p:spTgt spid="128"/>
                                        </p:tgtEl>
                                        <p:attrNameLst>
                                          <p:attrName>style.visibility</p:attrName>
                                        </p:attrNameLst>
                                      </p:cBhvr>
                                      <p:to>
                                        <p:strVal val="visible"/>
                                      </p:to>
                                    </p:set>
                                    <p:animEffect transition="in" filter="wipe(left)">
                                      <p:cBhvr>
                                        <p:cTn id="199" dur="500"/>
                                        <p:tgtEl>
                                          <p:spTgt spid="128"/>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xit" presetSubtype="4" fill="hold" nodeType="clickEffect">
                                  <p:stCondLst>
                                    <p:cond delay="0"/>
                                  </p:stCondLst>
                                  <p:childTnLst>
                                    <p:animEffect transition="out" filter="wipe(down)">
                                      <p:cBhvr>
                                        <p:cTn id="203" dur="500"/>
                                        <p:tgtEl>
                                          <p:spTgt spid="67"/>
                                        </p:tgtEl>
                                      </p:cBhvr>
                                    </p:animEffect>
                                    <p:set>
                                      <p:cBhvr>
                                        <p:cTn id="204" dur="1" fill="hold">
                                          <p:stCondLst>
                                            <p:cond delay="499"/>
                                          </p:stCondLst>
                                        </p:cTn>
                                        <p:tgtEl>
                                          <p:spTgt spid="67"/>
                                        </p:tgtEl>
                                        <p:attrNameLst>
                                          <p:attrName>style.visibility</p:attrName>
                                        </p:attrNameLst>
                                      </p:cBhvr>
                                      <p:to>
                                        <p:strVal val="hidden"/>
                                      </p:to>
                                    </p:set>
                                  </p:childTnLst>
                                </p:cTn>
                              </p:par>
                            </p:childTnLst>
                          </p:cTn>
                        </p:par>
                        <p:par>
                          <p:cTn id="205" fill="hold">
                            <p:stCondLst>
                              <p:cond delay="500"/>
                            </p:stCondLst>
                            <p:childTnLst>
                              <p:par>
                                <p:cTn id="206" presetID="22" presetClass="entr" presetSubtype="1" fill="hold" nodeType="afterEffect">
                                  <p:stCondLst>
                                    <p:cond delay="0"/>
                                  </p:stCondLst>
                                  <p:childTnLst>
                                    <p:set>
                                      <p:cBhvr>
                                        <p:cTn id="207" dur="1" fill="hold">
                                          <p:stCondLst>
                                            <p:cond delay="0"/>
                                          </p:stCondLst>
                                        </p:cTn>
                                        <p:tgtEl>
                                          <p:spTgt spid="143"/>
                                        </p:tgtEl>
                                        <p:attrNameLst>
                                          <p:attrName>style.visibility</p:attrName>
                                        </p:attrNameLst>
                                      </p:cBhvr>
                                      <p:to>
                                        <p:strVal val="visible"/>
                                      </p:to>
                                    </p:set>
                                    <p:animEffect transition="in" filter="wipe(up)">
                                      <p:cBhvr>
                                        <p:cTn id="208" dur="1000"/>
                                        <p:tgtEl>
                                          <p:spTgt spid="143"/>
                                        </p:tgtEl>
                                      </p:cBhvr>
                                    </p:animEffect>
                                  </p:childTnLst>
                                </p:cTn>
                              </p:par>
                            </p:childTnLst>
                          </p:cTn>
                        </p:par>
                        <p:par>
                          <p:cTn id="209" fill="hold">
                            <p:stCondLst>
                              <p:cond delay="1500"/>
                            </p:stCondLst>
                            <p:childTnLst>
                              <p:par>
                                <p:cTn id="210" presetID="22" presetClass="exit" presetSubtype="1" fill="hold" nodeType="afterEffect">
                                  <p:stCondLst>
                                    <p:cond delay="0"/>
                                  </p:stCondLst>
                                  <p:childTnLst>
                                    <p:animEffect transition="out" filter="wipe(up)">
                                      <p:cBhvr>
                                        <p:cTn id="211" dur="500"/>
                                        <p:tgtEl>
                                          <p:spTgt spid="128"/>
                                        </p:tgtEl>
                                      </p:cBhvr>
                                    </p:animEffect>
                                    <p:set>
                                      <p:cBhvr>
                                        <p:cTn id="212" dur="1" fill="hold">
                                          <p:stCondLst>
                                            <p:cond delay="499"/>
                                          </p:stCondLst>
                                        </p:cTn>
                                        <p:tgtEl>
                                          <p:spTgt spid="128"/>
                                        </p:tgtEl>
                                        <p:attrNameLst>
                                          <p:attrName>style.visibility</p:attrName>
                                        </p:attrNameLst>
                                      </p:cBhvr>
                                      <p:to>
                                        <p:strVal val="hidden"/>
                                      </p:to>
                                    </p:set>
                                  </p:childTnLst>
                                </p:cTn>
                              </p:par>
                            </p:childTnLst>
                          </p:cTn>
                        </p:par>
                        <p:par>
                          <p:cTn id="213" fill="hold">
                            <p:stCondLst>
                              <p:cond delay="2000"/>
                            </p:stCondLst>
                            <p:childTnLst>
                              <p:par>
                                <p:cTn id="214" presetID="22" presetClass="entr" presetSubtype="8" fill="hold" nodeType="afterEffect">
                                  <p:stCondLst>
                                    <p:cond delay="0"/>
                                  </p:stCondLst>
                                  <p:childTnLst>
                                    <p:set>
                                      <p:cBhvr>
                                        <p:cTn id="215" dur="1" fill="hold">
                                          <p:stCondLst>
                                            <p:cond delay="0"/>
                                          </p:stCondLst>
                                        </p:cTn>
                                        <p:tgtEl>
                                          <p:spTgt spid="129"/>
                                        </p:tgtEl>
                                        <p:attrNameLst>
                                          <p:attrName>style.visibility</p:attrName>
                                        </p:attrNameLst>
                                      </p:cBhvr>
                                      <p:to>
                                        <p:strVal val="visible"/>
                                      </p:to>
                                    </p:set>
                                    <p:animEffect transition="in" filter="wipe(left)">
                                      <p:cBhvr>
                                        <p:cTn id="216" dur="500"/>
                                        <p:tgtEl>
                                          <p:spTgt spid="129"/>
                                        </p:tgtEl>
                                      </p:cBhvr>
                                    </p:animEffect>
                                  </p:childTnLst>
                                </p:cTn>
                              </p:par>
                            </p:childTnLst>
                          </p:cTn>
                        </p:par>
                      </p:childTnLst>
                    </p:cTn>
                  </p:par>
                  <p:par>
                    <p:cTn id="217" fill="hold">
                      <p:stCondLst>
                        <p:cond delay="indefinite"/>
                      </p:stCondLst>
                      <p:childTnLst>
                        <p:par>
                          <p:cTn id="218" fill="hold">
                            <p:stCondLst>
                              <p:cond delay="0"/>
                            </p:stCondLst>
                            <p:childTnLst>
                              <p:par>
                                <p:cTn id="219" presetID="32" presetClass="emph" presetSubtype="0" fill="hold" nodeType="clickEffect">
                                  <p:stCondLst>
                                    <p:cond delay="0"/>
                                  </p:stCondLst>
                                  <p:childTnLst>
                                    <p:animRot by="120000">
                                      <p:cBhvr>
                                        <p:cTn id="220" dur="100" fill="hold">
                                          <p:stCondLst>
                                            <p:cond delay="0"/>
                                          </p:stCondLst>
                                        </p:cTn>
                                        <p:tgtEl>
                                          <p:spTgt spid="129"/>
                                        </p:tgtEl>
                                        <p:attrNameLst>
                                          <p:attrName>r</p:attrName>
                                        </p:attrNameLst>
                                      </p:cBhvr>
                                    </p:animRot>
                                    <p:animRot by="-240000">
                                      <p:cBhvr>
                                        <p:cTn id="221" dur="200" fill="hold">
                                          <p:stCondLst>
                                            <p:cond delay="200"/>
                                          </p:stCondLst>
                                        </p:cTn>
                                        <p:tgtEl>
                                          <p:spTgt spid="129"/>
                                        </p:tgtEl>
                                        <p:attrNameLst>
                                          <p:attrName>r</p:attrName>
                                        </p:attrNameLst>
                                      </p:cBhvr>
                                    </p:animRot>
                                    <p:animRot by="240000">
                                      <p:cBhvr>
                                        <p:cTn id="222" dur="200" fill="hold">
                                          <p:stCondLst>
                                            <p:cond delay="400"/>
                                          </p:stCondLst>
                                        </p:cTn>
                                        <p:tgtEl>
                                          <p:spTgt spid="129"/>
                                        </p:tgtEl>
                                        <p:attrNameLst>
                                          <p:attrName>r</p:attrName>
                                        </p:attrNameLst>
                                      </p:cBhvr>
                                    </p:animRot>
                                    <p:animRot by="-240000">
                                      <p:cBhvr>
                                        <p:cTn id="223" dur="200" fill="hold">
                                          <p:stCondLst>
                                            <p:cond delay="600"/>
                                          </p:stCondLst>
                                        </p:cTn>
                                        <p:tgtEl>
                                          <p:spTgt spid="129"/>
                                        </p:tgtEl>
                                        <p:attrNameLst>
                                          <p:attrName>r</p:attrName>
                                        </p:attrNameLst>
                                      </p:cBhvr>
                                    </p:animRot>
                                    <p:animRot by="120000">
                                      <p:cBhvr>
                                        <p:cTn id="224" dur="200" fill="hold">
                                          <p:stCondLst>
                                            <p:cond delay="800"/>
                                          </p:stCondLst>
                                        </p:cTn>
                                        <p:tgtEl>
                                          <p:spTgt spid="129"/>
                                        </p:tgtEl>
                                        <p:attrNameLst>
                                          <p:attrName>r</p:attrName>
                                        </p:attrNameLst>
                                      </p:cBhvr>
                                    </p:animRot>
                                  </p:childTnLst>
                                </p:cTn>
                              </p:par>
                            </p:childTnLst>
                          </p:cTn>
                        </p:par>
                        <p:par>
                          <p:cTn id="225" fill="hold">
                            <p:stCondLst>
                              <p:cond delay="1000"/>
                            </p:stCondLst>
                            <p:childTnLst>
                              <p:par>
                                <p:cTn id="226" presetID="22" presetClass="exit" presetSubtype="1" fill="hold" nodeType="afterEffect">
                                  <p:stCondLst>
                                    <p:cond delay="0"/>
                                  </p:stCondLst>
                                  <p:childTnLst>
                                    <p:animEffect transition="out" filter="wipe(up)">
                                      <p:cBhvr>
                                        <p:cTn id="227" dur="500"/>
                                        <p:tgtEl>
                                          <p:spTgt spid="129"/>
                                        </p:tgtEl>
                                      </p:cBhvr>
                                    </p:animEffect>
                                    <p:set>
                                      <p:cBhvr>
                                        <p:cTn id="228" dur="1" fill="hold">
                                          <p:stCondLst>
                                            <p:cond delay="499"/>
                                          </p:stCondLst>
                                        </p:cTn>
                                        <p:tgtEl>
                                          <p:spTgt spid="129"/>
                                        </p:tgtEl>
                                        <p:attrNameLst>
                                          <p:attrName>style.visibility</p:attrName>
                                        </p:attrNameLst>
                                      </p:cBhvr>
                                      <p:to>
                                        <p:strVal val="hidden"/>
                                      </p:to>
                                    </p:set>
                                  </p:childTnLst>
                                </p:cTn>
                              </p:par>
                            </p:childTnLst>
                          </p:cTn>
                        </p:par>
                        <p:par>
                          <p:cTn id="229" fill="hold">
                            <p:stCondLst>
                              <p:cond delay="1500"/>
                            </p:stCondLst>
                            <p:childTnLst>
                              <p:par>
                                <p:cTn id="230" presetID="22" presetClass="entr" presetSubtype="8" fill="hold" nodeType="afterEffect">
                                  <p:stCondLst>
                                    <p:cond delay="0"/>
                                  </p:stCondLst>
                                  <p:childTnLst>
                                    <p:set>
                                      <p:cBhvr>
                                        <p:cTn id="231" dur="1" fill="hold">
                                          <p:stCondLst>
                                            <p:cond delay="0"/>
                                          </p:stCondLst>
                                        </p:cTn>
                                        <p:tgtEl>
                                          <p:spTgt spid="130"/>
                                        </p:tgtEl>
                                        <p:attrNameLst>
                                          <p:attrName>style.visibility</p:attrName>
                                        </p:attrNameLst>
                                      </p:cBhvr>
                                      <p:to>
                                        <p:strVal val="visible"/>
                                      </p:to>
                                    </p:set>
                                    <p:animEffect transition="in" filter="wipe(left)">
                                      <p:cBhvr>
                                        <p:cTn id="232" dur="500"/>
                                        <p:tgtEl>
                                          <p:spTgt spid="130"/>
                                        </p:tgtEl>
                                      </p:cBhvr>
                                    </p:animEffect>
                                  </p:childTnLst>
                                </p:cTn>
                              </p:par>
                            </p:childTnLst>
                          </p:cTn>
                        </p:par>
                      </p:childTnLst>
                    </p:cTn>
                  </p:par>
                  <p:par>
                    <p:cTn id="233" fill="hold">
                      <p:stCondLst>
                        <p:cond delay="indefinite"/>
                      </p:stCondLst>
                      <p:childTnLst>
                        <p:par>
                          <p:cTn id="234" fill="hold">
                            <p:stCondLst>
                              <p:cond delay="0"/>
                            </p:stCondLst>
                            <p:childTnLst>
                              <p:par>
                                <p:cTn id="235" presetID="22" presetClass="entr" presetSubtype="4" fill="hold" nodeType="clickEffect">
                                  <p:stCondLst>
                                    <p:cond delay="0"/>
                                  </p:stCondLst>
                                  <p:childTnLst>
                                    <p:set>
                                      <p:cBhvr>
                                        <p:cTn id="236" dur="1" fill="hold">
                                          <p:stCondLst>
                                            <p:cond delay="0"/>
                                          </p:stCondLst>
                                        </p:cTn>
                                        <p:tgtEl>
                                          <p:spTgt spid="149"/>
                                        </p:tgtEl>
                                        <p:attrNameLst>
                                          <p:attrName>style.visibility</p:attrName>
                                        </p:attrNameLst>
                                      </p:cBhvr>
                                      <p:to>
                                        <p:strVal val="visible"/>
                                      </p:to>
                                    </p:set>
                                    <p:animEffect transition="in" filter="wipe(down)">
                                      <p:cBhvr>
                                        <p:cTn id="237" dur="1000"/>
                                        <p:tgtEl>
                                          <p:spTgt spid="149"/>
                                        </p:tgtEl>
                                      </p:cBhvr>
                                    </p:animEffect>
                                  </p:childTnLst>
                                </p:cTn>
                              </p:par>
                            </p:childTnLst>
                          </p:cTn>
                        </p:par>
                        <p:par>
                          <p:cTn id="238" fill="hold">
                            <p:stCondLst>
                              <p:cond delay="1000"/>
                            </p:stCondLst>
                            <p:childTnLst>
                              <p:par>
                                <p:cTn id="239" presetID="22" presetClass="exit" presetSubtype="1" fill="hold" nodeType="afterEffect">
                                  <p:stCondLst>
                                    <p:cond delay="0"/>
                                  </p:stCondLst>
                                  <p:childTnLst>
                                    <p:animEffect transition="out" filter="wipe(up)">
                                      <p:cBhvr>
                                        <p:cTn id="240" dur="500"/>
                                        <p:tgtEl>
                                          <p:spTgt spid="130"/>
                                        </p:tgtEl>
                                      </p:cBhvr>
                                    </p:animEffect>
                                    <p:set>
                                      <p:cBhvr>
                                        <p:cTn id="241" dur="1" fill="hold">
                                          <p:stCondLst>
                                            <p:cond delay="499"/>
                                          </p:stCondLst>
                                        </p:cTn>
                                        <p:tgtEl>
                                          <p:spTgt spid="130"/>
                                        </p:tgtEl>
                                        <p:attrNameLst>
                                          <p:attrName>style.visibility</p:attrName>
                                        </p:attrNameLst>
                                      </p:cBhvr>
                                      <p:to>
                                        <p:strVal val="hidden"/>
                                      </p:to>
                                    </p:set>
                                  </p:childTnLst>
                                </p:cTn>
                              </p:par>
                            </p:childTnLst>
                          </p:cTn>
                        </p:par>
                        <p:par>
                          <p:cTn id="242" fill="hold">
                            <p:stCondLst>
                              <p:cond delay="1500"/>
                            </p:stCondLst>
                            <p:childTnLst>
                              <p:par>
                                <p:cTn id="243" presetID="22" presetClass="entr" presetSubtype="8" fill="hold" nodeType="afterEffect">
                                  <p:stCondLst>
                                    <p:cond delay="0"/>
                                  </p:stCondLst>
                                  <p:childTnLst>
                                    <p:set>
                                      <p:cBhvr>
                                        <p:cTn id="244" dur="1" fill="hold">
                                          <p:stCondLst>
                                            <p:cond delay="0"/>
                                          </p:stCondLst>
                                        </p:cTn>
                                        <p:tgtEl>
                                          <p:spTgt spid="131"/>
                                        </p:tgtEl>
                                        <p:attrNameLst>
                                          <p:attrName>style.visibility</p:attrName>
                                        </p:attrNameLst>
                                      </p:cBhvr>
                                      <p:to>
                                        <p:strVal val="visible"/>
                                      </p:to>
                                    </p:set>
                                    <p:animEffect transition="in" filter="wipe(left)">
                                      <p:cBhvr>
                                        <p:cTn id="245" dur="500"/>
                                        <p:tgtEl>
                                          <p:spTgt spid="131"/>
                                        </p:tgtEl>
                                      </p:cBhvr>
                                    </p:animEffect>
                                  </p:childTnLst>
                                </p:cTn>
                              </p:par>
                            </p:childTnLst>
                          </p:cTn>
                        </p:par>
                      </p:childTnLst>
                    </p:cTn>
                  </p:par>
                  <p:par>
                    <p:cTn id="246" fill="hold">
                      <p:stCondLst>
                        <p:cond delay="indefinite"/>
                      </p:stCondLst>
                      <p:childTnLst>
                        <p:par>
                          <p:cTn id="247" fill="hold">
                            <p:stCondLst>
                              <p:cond delay="0"/>
                            </p:stCondLst>
                            <p:childTnLst>
                              <p:par>
                                <p:cTn id="248" presetID="32" presetClass="emph" presetSubtype="0" fill="hold" nodeType="clickEffect">
                                  <p:stCondLst>
                                    <p:cond delay="0"/>
                                  </p:stCondLst>
                                  <p:childTnLst>
                                    <p:animRot by="120000">
                                      <p:cBhvr>
                                        <p:cTn id="249" dur="100" fill="hold">
                                          <p:stCondLst>
                                            <p:cond delay="0"/>
                                          </p:stCondLst>
                                        </p:cTn>
                                        <p:tgtEl>
                                          <p:spTgt spid="131"/>
                                        </p:tgtEl>
                                        <p:attrNameLst>
                                          <p:attrName>r</p:attrName>
                                        </p:attrNameLst>
                                      </p:cBhvr>
                                    </p:animRot>
                                    <p:animRot by="-240000">
                                      <p:cBhvr>
                                        <p:cTn id="250" dur="200" fill="hold">
                                          <p:stCondLst>
                                            <p:cond delay="200"/>
                                          </p:stCondLst>
                                        </p:cTn>
                                        <p:tgtEl>
                                          <p:spTgt spid="131"/>
                                        </p:tgtEl>
                                        <p:attrNameLst>
                                          <p:attrName>r</p:attrName>
                                        </p:attrNameLst>
                                      </p:cBhvr>
                                    </p:animRot>
                                    <p:animRot by="240000">
                                      <p:cBhvr>
                                        <p:cTn id="251" dur="200" fill="hold">
                                          <p:stCondLst>
                                            <p:cond delay="400"/>
                                          </p:stCondLst>
                                        </p:cTn>
                                        <p:tgtEl>
                                          <p:spTgt spid="131"/>
                                        </p:tgtEl>
                                        <p:attrNameLst>
                                          <p:attrName>r</p:attrName>
                                        </p:attrNameLst>
                                      </p:cBhvr>
                                    </p:animRot>
                                    <p:animRot by="-240000">
                                      <p:cBhvr>
                                        <p:cTn id="252" dur="200" fill="hold">
                                          <p:stCondLst>
                                            <p:cond delay="600"/>
                                          </p:stCondLst>
                                        </p:cTn>
                                        <p:tgtEl>
                                          <p:spTgt spid="131"/>
                                        </p:tgtEl>
                                        <p:attrNameLst>
                                          <p:attrName>r</p:attrName>
                                        </p:attrNameLst>
                                      </p:cBhvr>
                                    </p:animRot>
                                    <p:animRot by="120000">
                                      <p:cBhvr>
                                        <p:cTn id="253" dur="200" fill="hold">
                                          <p:stCondLst>
                                            <p:cond delay="800"/>
                                          </p:stCondLst>
                                        </p:cTn>
                                        <p:tgtEl>
                                          <p:spTgt spid="131"/>
                                        </p:tgtEl>
                                        <p:attrNameLst>
                                          <p:attrName>r</p:attrName>
                                        </p:attrNameLst>
                                      </p:cBhvr>
                                    </p:animRot>
                                  </p:childTnLst>
                                </p:cTn>
                              </p:par>
                            </p:childTnLst>
                          </p:cTn>
                        </p:par>
                        <p:par>
                          <p:cTn id="254" fill="hold">
                            <p:stCondLst>
                              <p:cond delay="1000"/>
                            </p:stCondLst>
                            <p:childTnLst>
                              <p:par>
                                <p:cTn id="255" presetID="22" presetClass="exit" presetSubtype="1" fill="hold" nodeType="afterEffect">
                                  <p:stCondLst>
                                    <p:cond delay="0"/>
                                  </p:stCondLst>
                                  <p:childTnLst>
                                    <p:animEffect transition="out" filter="wipe(up)">
                                      <p:cBhvr>
                                        <p:cTn id="256" dur="500"/>
                                        <p:tgtEl>
                                          <p:spTgt spid="131"/>
                                        </p:tgtEl>
                                      </p:cBhvr>
                                    </p:animEffect>
                                    <p:set>
                                      <p:cBhvr>
                                        <p:cTn id="257" dur="1" fill="hold">
                                          <p:stCondLst>
                                            <p:cond delay="499"/>
                                          </p:stCondLst>
                                        </p:cTn>
                                        <p:tgtEl>
                                          <p:spTgt spid="131"/>
                                        </p:tgtEl>
                                        <p:attrNameLst>
                                          <p:attrName>style.visibility</p:attrName>
                                        </p:attrNameLst>
                                      </p:cBhvr>
                                      <p:to>
                                        <p:strVal val="hidden"/>
                                      </p:to>
                                    </p:set>
                                  </p:childTnLst>
                                </p:cTn>
                              </p:par>
                            </p:childTnLst>
                          </p:cTn>
                        </p:par>
                        <p:par>
                          <p:cTn id="258" fill="hold">
                            <p:stCondLst>
                              <p:cond delay="1500"/>
                            </p:stCondLst>
                            <p:childTnLst>
                              <p:par>
                                <p:cTn id="259" presetID="22" presetClass="entr" presetSubtype="8" fill="hold" nodeType="afterEffect">
                                  <p:stCondLst>
                                    <p:cond delay="0"/>
                                  </p:stCondLst>
                                  <p:childTnLst>
                                    <p:set>
                                      <p:cBhvr>
                                        <p:cTn id="260" dur="1" fill="hold">
                                          <p:stCondLst>
                                            <p:cond delay="0"/>
                                          </p:stCondLst>
                                        </p:cTn>
                                        <p:tgtEl>
                                          <p:spTgt spid="132"/>
                                        </p:tgtEl>
                                        <p:attrNameLst>
                                          <p:attrName>style.visibility</p:attrName>
                                        </p:attrNameLst>
                                      </p:cBhvr>
                                      <p:to>
                                        <p:strVal val="visible"/>
                                      </p:to>
                                    </p:set>
                                    <p:animEffect transition="in" filter="wipe(left)">
                                      <p:cBhvr>
                                        <p:cTn id="261" dur="500"/>
                                        <p:tgtEl>
                                          <p:spTgt spid="132"/>
                                        </p:tgtEl>
                                      </p:cBhvr>
                                    </p:animEffect>
                                  </p:childTnLst>
                                </p:cTn>
                              </p:par>
                            </p:childTnLst>
                          </p:cTn>
                        </p:par>
                      </p:childTnLst>
                    </p:cTn>
                  </p:par>
                  <p:par>
                    <p:cTn id="262" fill="hold">
                      <p:stCondLst>
                        <p:cond delay="indefinite"/>
                      </p:stCondLst>
                      <p:childTnLst>
                        <p:par>
                          <p:cTn id="263" fill="hold">
                            <p:stCondLst>
                              <p:cond delay="0"/>
                            </p:stCondLst>
                            <p:childTnLst>
                              <p:par>
                                <p:cTn id="264" presetID="32" presetClass="emph" presetSubtype="0" fill="hold" nodeType="clickEffect">
                                  <p:stCondLst>
                                    <p:cond delay="0"/>
                                  </p:stCondLst>
                                  <p:childTnLst>
                                    <p:animRot by="120000">
                                      <p:cBhvr>
                                        <p:cTn id="265" dur="100" fill="hold">
                                          <p:stCondLst>
                                            <p:cond delay="0"/>
                                          </p:stCondLst>
                                        </p:cTn>
                                        <p:tgtEl>
                                          <p:spTgt spid="132"/>
                                        </p:tgtEl>
                                        <p:attrNameLst>
                                          <p:attrName>r</p:attrName>
                                        </p:attrNameLst>
                                      </p:cBhvr>
                                    </p:animRot>
                                    <p:animRot by="-240000">
                                      <p:cBhvr>
                                        <p:cTn id="266" dur="200" fill="hold">
                                          <p:stCondLst>
                                            <p:cond delay="200"/>
                                          </p:stCondLst>
                                        </p:cTn>
                                        <p:tgtEl>
                                          <p:spTgt spid="132"/>
                                        </p:tgtEl>
                                        <p:attrNameLst>
                                          <p:attrName>r</p:attrName>
                                        </p:attrNameLst>
                                      </p:cBhvr>
                                    </p:animRot>
                                    <p:animRot by="240000">
                                      <p:cBhvr>
                                        <p:cTn id="267" dur="200" fill="hold">
                                          <p:stCondLst>
                                            <p:cond delay="400"/>
                                          </p:stCondLst>
                                        </p:cTn>
                                        <p:tgtEl>
                                          <p:spTgt spid="132"/>
                                        </p:tgtEl>
                                        <p:attrNameLst>
                                          <p:attrName>r</p:attrName>
                                        </p:attrNameLst>
                                      </p:cBhvr>
                                    </p:animRot>
                                    <p:animRot by="-240000">
                                      <p:cBhvr>
                                        <p:cTn id="268" dur="200" fill="hold">
                                          <p:stCondLst>
                                            <p:cond delay="600"/>
                                          </p:stCondLst>
                                        </p:cTn>
                                        <p:tgtEl>
                                          <p:spTgt spid="132"/>
                                        </p:tgtEl>
                                        <p:attrNameLst>
                                          <p:attrName>r</p:attrName>
                                        </p:attrNameLst>
                                      </p:cBhvr>
                                    </p:animRot>
                                    <p:animRot by="120000">
                                      <p:cBhvr>
                                        <p:cTn id="269" dur="200" fill="hold">
                                          <p:stCondLst>
                                            <p:cond delay="800"/>
                                          </p:stCondLst>
                                        </p:cTn>
                                        <p:tgtEl>
                                          <p:spTgt spid="132"/>
                                        </p:tgtEl>
                                        <p:attrNameLst>
                                          <p:attrName>r</p:attrName>
                                        </p:attrNameLst>
                                      </p:cBhvr>
                                    </p:animRot>
                                  </p:childTnLst>
                                </p:cTn>
                              </p:par>
                            </p:childTnLst>
                          </p:cTn>
                        </p:par>
                        <p:par>
                          <p:cTn id="270" fill="hold">
                            <p:stCondLst>
                              <p:cond delay="1000"/>
                            </p:stCondLst>
                            <p:childTnLst>
                              <p:par>
                                <p:cTn id="271" presetID="22" presetClass="exit" presetSubtype="1" fill="hold" nodeType="afterEffect">
                                  <p:stCondLst>
                                    <p:cond delay="0"/>
                                  </p:stCondLst>
                                  <p:childTnLst>
                                    <p:animEffect transition="out" filter="wipe(up)">
                                      <p:cBhvr>
                                        <p:cTn id="272" dur="500"/>
                                        <p:tgtEl>
                                          <p:spTgt spid="132"/>
                                        </p:tgtEl>
                                      </p:cBhvr>
                                    </p:animEffect>
                                    <p:set>
                                      <p:cBhvr>
                                        <p:cTn id="273" dur="1" fill="hold">
                                          <p:stCondLst>
                                            <p:cond delay="499"/>
                                          </p:stCondLst>
                                        </p:cTn>
                                        <p:tgtEl>
                                          <p:spTgt spid="132"/>
                                        </p:tgtEl>
                                        <p:attrNameLst>
                                          <p:attrName>style.visibility</p:attrName>
                                        </p:attrNameLst>
                                      </p:cBhvr>
                                      <p:to>
                                        <p:strVal val="hidden"/>
                                      </p:to>
                                    </p:set>
                                  </p:childTnLst>
                                </p:cTn>
                              </p:par>
                            </p:childTnLst>
                          </p:cTn>
                        </p:par>
                        <p:par>
                          <p:cTn id="274" fill="hold">
                            <p:stCondLst>
                              <p:cond delay="1500"/>
                            </p:stCondLst>
                            <p:childTnLst>
                              <p:par>
                                <p:cTn id="275" presetID="22" presetClass="entr" presetSubtype="8" fill="hold" nodeType="afterEffect">
                                  <p:stCondLst>
                                    <p:cond delay="0"/>
                                  </p:stCondLst>
                                  <p:childTnLst>
                                    <p:set>
                                      <p:cBhvr>
                                        <p:cTn id="276" dur="1" fill="hold">
                                          <p:stCondLst>
                                            <p:cond delay="0"/>
                                          </p:stCondLst>
                                        </p:cTn>
                                        <p:tgtEl>
                                          <p:spTgt spid="133"/>
                                        </p:tgtEl>
                                        <p:attrNameLst>
                                          <p:attrName>style.visibility</p:attrName>
                                        </p:attrNameLst>
                                      </p:cBhvr>
                                      <p:to>
                                        <p:strVal val="visible"/>
                                      </p:to>
                                    </p:set>
                                    <p:animEffect transition="in" filter="wipe(left)">
                                      <p:cBhvr>
                                        <p:cTn id="277" dur="500"/>
                                        <p:tgtEl>
                                          <p:spTgt spid="133"/>
                                        </p:tgtEl>
                                      </p:cBhvr>
                                    </p:animEffect>
                                  </p:childTnLst>
                                </p:cTn>
                              </p:par>
                            </p:childTnLst>
                          </p:cTn>
                        </p:par>
                      </p:childTnLst>
                    </p:cTn>
                  </p:par>
                  <p:par>
                    <p:cTn id="278" fill="hold">
                      <p:stCondLst>
                        <p:cond delay="indefinite"/>
                      </p:stCondLst>
                      <p:childTnLst>
                        <p:par>
                          <p:cTn id="279" fill="hold">
                            <p:stCondLst>
                              <p:cond delay="0"/>
                            </p:stCondLst>
                            <p:childTnLst>
                              <p:par>
                                <p:cTn id="280" presetID="6" presetClass="emph" presetSubtype="0" fill="hold" nodeType="clickEffect">
                                  <p:stCondLst>
                                    <p:cond delay="0"/>
                                  </p:stCondLst>
                                  <p:childTnLst>
                                    <p:animScale>
                                      <p:cBhvr>
                                        <p:cTn id="281" dur="500" fill="hold"/>
                                        <p:tgtEl>
                                          <p:spTgt spid="149"/>
                                        </p:tgtEl>
                                      </p:cBhvr>
                                      <p:by x="150000" y="150000"/>
                                    </p:animScale>
                                  </p:childTnLst>
                                </p:cTn>
                              </p:par>
                              <p:par>
                                <p:cTn id="282" presetID="7" presetClass="emph" presetSubtype="2" fill="hold" nodeType="withEffect">
                                  <p:stCondLst>
                                    <p:cond delay="0"/>
                                  </p:stCondLst>
                                  <p:childTnLst>
                                    <p:animClr clrSpc="rgb" dir="cw">
                                      <p:cBhvr>
                                        <p:cTn id="283" dur="2000" fill="hold"/>
                                        <p:tgtEl>
                                          <p:spTgt spid="149"/>
                                        </p:tgtEl>
                                        <p:attrNameLst>
                                          <p:attrName>stroke.color</p:attrName>
                                        </p:attrNameLst>
                                      </p:cBhvr>
                                      <p:to>
                                        <a:srgbClr val="FF0000"/>
                                      </p:to>
                                    </p:animClr>
                                    <p:set>
                                      <p:cBhvr>
                                        <p:cTn id="284" dur="2000" fill="hold"/>
                                        <p:tgtEl>
                                          <p:spTgt spid="149"/>
                                        </p:tgtEl>
                                        <p:attrNameLst>
                                          <p:attrName>stroke.on</p:attrName>
                                        </p:attrNameLst>
                                      </p:cBhvr>
                                      <p:to>
                                        <p:strVal val="true"/>
                                      </p:to>
                                    </p:set>
                                  </p:childTnLst>
                                </p:cTn>
                              </p:par>
                              <p:par>
                                <p:cTn id="285" presetID="22" presetClass="exit" presetSubtype="4" fill="hold" nodeType="withEffect">
                                  <p:stCondLst>
                                    <p:cond delay="0"/>
                                  </p:stCondLst>
                                  <p:childTnLst>
                                    <p:animEffect transition="out" filter="wipe(down)">
                                      <p:cBhvr>
                                        <p:cTn id="286" dur="500"/>
                                        <p:tgtEl>
                                          <p:spTgt spid="69"/>
                                        </p:tgtEl>
                                      </p:cBhvr>
                                    </p:animEffect>
                                    <p:set>
                                      <p:cBhvr>
                                        <p:cTn id="287" dur="1" fill="hold">
                                          <p:stCondLst>
                                            <p:cond delay="499"/>
                                          </p:stCondLst>
                                        </p:cTn>
                                        <p:tgtEl>
                                          <p:spTgt spid="69"/>
                                        </p:tgtEl>
                                        <p:attrNameLst>
                                          <p:attrName>style.visibility</p:attrName>
                                        </p:attrNameLst>
                                      </p:cBhvr>
                                      <p:to>
                                        <p:strVal val="hidden"/>
                                      </p:to>
                                    </p:set>
                                  </p:childTnLst>
                                </p:cTn>
                              </p:par>
                            </p:childTnLst>
                          </p:cTn>
                        </p:par>
                        <p:par>
                          <p:cTn id="288" fill="hold">
                            <p:stCondLst>
                              <p:cond delay="2000"/>
                            </p:stCondLst>
                            <p:childTnLst>
                              <p:par>
                                <p:cTn id="289" presetID="22" presetClass="exit" presetSubtype="1" fill="hold" nodeType="afterEffect">
                                  <p:stCondLst>
                                    <p:cond delay="0"/>
                                  </p:stCondLst>
                                  <p:childTnLst>
                                    <p:animEffect transition="out" filter="wipe(up)">
                                      <p:cBhvr>
                                        <p:cTn id="290" dur="500"/>
                                        <p:tgtEl>
                                          <p:spTgt spid="133"/>
                                        </p:tgtEl>
                                      </p:cBhvr>
                                    </p:animEffect>
                                    <p:set>
                                      <p:cBhvr>
                                        <p:cTn id="291" dur="1" fill="hold">
                                          <p:stCondLst>
                                            <p:cond delay="499"/>
                                          </p:stCondLst>
                                        </p:cTn>
                                        <p:tgtEl>
                                          <p:spTgt spid="133"/>
                                        </p:tgtEl>
                                        <p:attrNameLst>
                                          <p:attrName>style.visibility</p:attrName>
                                        </p:attrNameLst>
                                      </p:cBhvr>
                                      <p:to>
                                        <p:strVal val="hidden"/>
                                      </p:to>
                                    </p:set>
                                  </p:childTnLst>
                                </p:cTn>
                              </p:par>
                            </p:childTnLst>
                          </p:cTn>
                        </p:par>
                        <p:par>
                          <p:cTn id="292" fill="hold">
                            <p:stCondLst>
                              <p:cond delay="2500"/>
                            </p:stCondLst>
                            <p:childTnLst>
                              <p:par>
                                <p:cTn id="293" presetID="22" presetClass="entr" presetSubtype="8" fill="hold" nodeType="afterEffect">
                                  <p:stCondLst>
                                    <p:cond delay="0"/>
                                  </p:stCondLst>
                                  <p:childTnLst>
                                    <p:set>
                                      <p:cBhvr>
                                        <p:cTn id="294" dur="1" fill="hold">
                                          <p:stCondLst>
                                            <p:cond delay="0"/>
                                          </p:stCondLst>
                                        </p:cTn>
                                        <p:tgtEl>
                                          <p:spTgt spid="134"/>
                                        </p:tgtEl>
                                        <p:attrNameLst>
                                          <p:attrName>style.visibility</p:attrName>
                                        </p:attrNameLst>
                                      </p:cBhvr>
                                      <p:to>
                                        <p:strVal val="visible"/>
                                      </p:to>
                                    </p:set>
                                    <p:animEffect transition="in" filter="wipe(left)">
                                      <p:cBhvr>
                                        <p:cTn id="295" dur="500"/>
                                        <p:tgtEl>
                                          <p:spTgt spid="134"/>
                                        </p:tgtEl>
                                      </p:cBhvr>
                                    </p:animEffect>
                                  </p:childTnLst>
                                </p:cTn>
                              </p:par>
                            </p:childTnLst>
                          </p:cTn>
                        </p:par>
                      </p:childTnLst>
                    </p:cTn>
                  </p:par>
                  <p:par>
                    <p:cTn id="296" fill="hold">
                      <p:stCondLst>
                        <p:cond delay="indefinite"/>
                      </p:stCondLst>
                      <p:childTnLst>
                        <p:par>
                          <p:cTn id="297" fill="hold">
                            <p:stCondLst>
                              <p:cond delay="0"/>
                            </p:stCondLst>
                            <p:childTnLst>
                              <p:par>
                                <p:cTn id="298" presetID="42" presetClass="path" presetSubtype="0" accel="50000" decel="50000" fill="hold" grpId="1" nodeType="clickEffect">
                                  <p:stCondLst>
                                    <p:cond delay="0"/>
                                  </p:stCondLst>
                                  <p:iterate type="lt">
                                    <p:tmPct val="0"/>
                                  </p:iterate>
                                  <p:childTnLst>
                                    <p:animMotion origin="layout" path="M 2.29167E-6 -4.81481E-6 L -0.01927 0.0919 " pathEditMode="relative" rAng="0" ptsTypes="AA">
                                      <p:cBhvr>
                                        <p:cTn id="299" dur="2000" fill="hold"/>
                                        <p:tgtEl>
                                          <p:spTgt spid="85"/>
                                        </p:tgtEl>
                                        <p:attrNameLst>
                                          <p:attrName>ppt_x</p:attrName>
                                          <p:attrName>ppt_y</p:attrName>
                                        </p:attrNameLst>
                                      </p:cBhvr>
                                      <p:rCtr x="-964" y="4583"/>
                                    </p:animMotion>
                                  </p:childTnLst>
                                </p:cTn>
                              </p:par>
                              <p:par>
                                <p:cTn id="300" presetID="42" presetClass="path" presetSubtype="0" accel="50000" decel="50000" fill="hold" nodeType="withEffect">
                                  <p:stCondLst>
                                    <p:cond delay="0"/>
                                  </p:stCondLst>
                                  <p:childTnLst>
                                    <p:animMotion origin="layout" path="M -4.79167E-6 -1.11111E-6 L -0.01835 0.08912 " pathEditMode="relative" rAng="0" ptsTypes="AA">
                                      <p:cBhvr>
                                        <p:cTn id="301" dur="2000" fill="hold"/>
                                        <p:tgtEl>
                                          <p:spTgt spid="136"/>
                                        </p:tgtEl>
                                        <p:attrNameLst>
                                          <p:attrName>ppt_x</p:attrName>
                                          <p:attrName>ppt_y</p:attrName>
                                        </p:attrNameLst>
                                      </p:cBhvr>
                                      <p:rCtr x="-924" y="4444"/>
                                    </p:animMotion>
                                  </p:childTnLst>
                                </p:cTn>
                              </p:par>
                              <p:par>
                                <p:cTn id="302" presetID="42" presetClass="path" presetSubtype="0" accel="50000" decel="50000" fill="hold" grpId="0" nodeType="withEffect">
                                  <p:stCondLst>
                                    <p:cond delay="0"/>
                                  </p:stCondLst>
                                  <p:childTnLst>
                                    <p:animMotion origin="layout" path="M 2.91667E-6 -4.44444E-6 L -0.02188 0.07662 " pathEditMode="relative" rAng="0" ptsTypes="AA">
                                      <p:cBhvr>
                                        <p:cTn id="303" dur="2000" fill="hold"/>
                                        <p:tgtEl>
                                          <p:spTgt spid="84"/>
                                        </p:tgtEl>
                                        <p:attrNameLst>
                                          <p:attrName>ppt_x</p:attrName>
                                          <p:attrName>ppt_y</p:attrName>
                                        </p:attrNameLst>
                                      </p:cBhvr>
                                      <p:rCtr x="-1094" y="3819"/>
                                    </p:animMotion>
                                  </p:childTnLst>
                                </p:cTn>
                              </p:par>
                              <p:par>
                                <p:cTn id="304" presetID="42" presetClass="path" presetSubtype="0" accel="50000" decel="50000" fill="hold" nodeType="withEffect">
                                  <p:stCondLst>
                                    <p:cond delay="0"/>
                                  </p:stCondLst>
                                  <p:childTnLst>
                                    <p:animMotion origin="layout" path="M 1.66667E-6 1.11111E-6 L -0.01862 0.08287 " pathEditMode="relative" rAng="0" ptsTypes="AA">
                                      <p:cBhvr>
                                        <p:cTn id="305" dur="2000" fill="hold"/>
                                        <p:tgtEl>
                                          <p:spTgt spid="83"/>
                                        </p:tgtEl>
                                        <p:attrNameLst>
                                          <p:attrName>ppt_x</p:attrName>
                                          <p:attrName>ppt_y</p:attrName>
                                        </p:attrNameLst>
                                      </p:cBhvr>
                                      <p:rCtr x="-938" y="4144"/>
                                    </p:animMotion>
                                  </p:childTnLst>
                                </p:cTn>
                              </p:par>
                              <p:par>
                                <p:cTn id="306" presetID="22" presetClass="entr" presetSubtype="1" fill="hold" nodeType="withEffect">
                                  <p:stCondLst>
                                    <p:cond delay="1000"/>
                                  </p:stCondLst>
                                  <p:childTnLst>
                                    <p:set>
                                      <p:cBhvr>
                                        <p:cTn id="307" dur="1" fill="hold">
                                          <p:stCondLst>
                                            <p:cond delay="0"/>
                                          </p:stCondLst>
                                        </p:cTn>
                                        <p:tgtEl>
                                          <p:spTgt spid="157"/>
                                        </p:tgtEl>
                                        <p:attrNameLst>
                                          <p:attrName>style.visibility</p:attrName>
                                        </p:attrNameLst>
                                      </p:cBhvr>
                                      <p:to>
                                        <p:strVal val="visible"/>
                                      </p:to>
                                    </p:set>
                                    <p:animEffect transition="in" filter="wipe(up)">
                                      <p:cBhvr>
                                        <p:cTn id="308" dur="1000"/>
                                        <p:tgtEl>
                                          <p:spTgt spid="157"/>
                                        </p:tgtEl>
                                      </p:cBhvr>
                                    </p:animEffect>
                                  </p:childTnLst>
                                </p:cTn>
                              </p:par>
                              <p:par>
                                <p:cTn id="309" presetID="22" presetClass="entr" presetSubtype="1" fill="hold" nodeType="withEffect">
                                  <p:stCondLst>
                                    <p:cond delay="0"/>
                                  </p:stCondLst>
                                  <p:childTnLst>
                                    <p:set>
                                      <p:cBhvr>
                                        <p:cTn id="310" dur="1" fill="hold">
                                          <p:stCondLst>
                                            <p:cond delay="0"/>
                                          </p:stCondLst>
                                        </p:cTn>
                                        <p:tgtEl>
                                          <p:spTgt spid="172"/>
                                        </p:tgtEl>
                                        <p:attrNameLst>
                                          <p:attrName>style.visibility</p:attrName>
                                        </p:attrNameLst>
                                      </p:cBhvr>
                                      <p:to>
                                        <p:strVal val="visible"/>
                                      </p:to>
                                    </p:set>
                                    <p:animEffect transition="in" filter="wipe(up)">
                                      <p:cBhvr>
                                        <p:cTn id="311" dur="2000"/>
                                        <p:tgtEl>
                                          <p:spTgt spid="172"/>
                                        </p:tgtEl>
                                      </p:cBhvr>
                                    </p:animEffect>
                                  </p:childTnLst>
                                </p:cTn>
                              </p:par>
                              <p:par>
                                <p:cTn id="312" presetID="64" presetClass="path" presetSubtype="0" accel="50000" decel="50000" fill="hold" grpId="1" nodeType="withEffect">
                                  <p:stCondLst>
                                    <p:cond delay="0"/>
                                  </p:stCondLst>
                                  <p:iterate type="lt">
                                    <p:tmPct val="0"/>
                                  </p:iterate>
                                  <p:childTnLst>
                                    <p:animMotion origin="layout" path="M 2.08333E-6 3.33333E-6 L -0.025 -0.08912 " pathEditMode="relative" rAng="0" ptsTypes="AA">
                                      <p:cBhvr>
                                        <p:cTn id="313" dur="2000" fill="hold"/>
                                        <p:tgtEl>
                                          <p:spTgt spid="71"/>
                                        </p:tgtEl>
                                        <p:attrNameLst>
                                          <p:attrName>ppt_x</p:attrName>
                                          <p:attrName>ppt_y</p:attrName>
                                        </p:attrNameLst>
                                      </p:cBhvr>
                                      <p:rCtr x="-1250" y="-4468"/>
                                    </p:animMotion>
                                  </p:childTnLst>
                                </p:cTn>
                              </p:par>
                              <p:par>
                                <p:cTn id="314" presetID="64" presetClass="path" presetSubtype="0" accel="50000" decel="50000" fill="hold" grpId="0" nodeType="withEffect">
                                  <p:stCondLst>
                                    <p:cond delay="0"/>
                                  </p:stCondLst>
                                  <p:childTnLst>
                                    <p:animMotion origin="layout" path="M -2.91667E-6 -4.44444E-6 L -0.02187 -0.07777 " pathEditMode="relative" rAng="0" ptsTypes="AA">
                                      <p:cBhvr>
                                        <p:cTn id="315" dur="2000" fill="hold"/>
                                        <p:tgtEl>
                                          <p:spTgt spid="72"/>
                                        </p:tgtEl>
                                        <p:attrNameLst>
                                          <p:attrName>ppt_x</p:attrName>
                                          <p:attrName>ppt_y</p:attrName>
                                        </p:attrNameLst>
                                      </p:cBhvr>
                                      <p:rCtr x="-1094" y="-3889"/>
                                    </p:animMotion>
                                  </p:childTnLst>
                                </p:cTn>
                              </p:par>
                              <p:par>
                                <p:cTn id="316" presetID="64" presetClass="path" presetSubtype="0" accel="50000" decel="50000" fill="hold" nodeType="withEffect">
                                  <p:stCondLst>
                                    <p:cond delay="0"/>
                                  </p:stCondLst>
                                  <p:childTnLst>
                                    <p:animMotion origin="layout" path="M 4.375E-6 -3.7037E-6 L -0.02396 -0.08981 " pathEditMode="relative" rAng="0" ptsTypes="AA">
                                      <p:cBhvr>
                                        <p:cTn id="317" dur="2000" fill="hold"/>
                                        <p:tgtEl>
                                          <p:spTgt spid="139"/>
                                        </p:tgtEl>
                                        <p:attrNameLst>
                                          <p:attrName>ppt_x</p:attrName>
                                          <p:attrName>ppt_y</p:attrName>
                                        </p:attrNameLst>
                                      </p:cBhvr>
                                      <p:rCtr x="-1198" y="-4491"/>
                                    </p:animMotion>
                                  </p:childTnLst>
                                </p:cTn>
                              </p:par>
                              <p:par>
                                <p:cTn id="318" presetID="64" presetClass="path" presetSubtype="0" accel="50000" decel="50000" fill="hold" nodeType="withEffect">
                                  <p:stCondLst>
                                    <p:cond delay="0"/>
                                  </p:stCondLst>
                                  <p:childTnLst>
                                    <p:animMotion origin="layout" path="M 4.58333E-6 1.85185E-6 L -0.02474 -0.08334 " pathEditMode="relative" rAng="0" ptsTypes="AA">
                                      <p:cBhvr>
                                        <p:cTn id="319" dur="2000" fill="hold"/>
                                        <p:tgtEl>
                                          <p:spTgt spid="50"/>
                                        </p:tgtEl>
                                        <p:attrNameLst>
                                          <p:attrName>ppt_x</p:attrName>
                                          <p:attrName>ppt_y</p:attrName>
                                        </p:attrNameLst>
                                      </p:cBhvr>
                                      <p:rCtr x="-1237" y="-4167"/>
                                    </p:animMotion>
                                  </p:childTnLst>
                                </p:cTn>
                              </p:par>
                              <p:par>
                                <p:cTn id="320" presetID="10" presetClass="exit" presetSubtype="0" fill="hold" nodeType="withEffect">
                                  <p:stCondLst>
                                    <p:cond delay="0"/>
                                  </p:stCondLst>
                                  <p:childTnLst>
                                    <p:animEffect transition="out" filter="fade">
                                      <p:cBhvr>
                                        <p:cTn id="321" dur="500"/>
                                        <p:tgtEl>
                                          <p:spTgt spid="149"/>
                                        </p:tgtEl>
                                      </p:cBhvr>
                                    </p:animEffect>
                                    <p:set>
                                      <p:cBhvr>
                                        <p:cTn id="322" dur="1" fill="hold">
                                          <p:stCondLst>
                                            <p:cond delay="499"/>
                                          </p:stCondLst>
                                        </p:cTn>
                                        <p:tgtEl>
                                          <p:spTgt spid="149"/>
                                        </p:tgtEl>
                                        <p:attrNameLst>
                                          <p:attrName>style.visibility</p:attrName>
                                        </p:attrNameLst>
                                      </p:cBhvr>
                                      <p:to>
                                        <p:strVal val="hidden"/>
                                      </p:to>
                                    </p:set>
                                  </p:childTnLst>
                                </p:cTn>
                              </p:par>
                              <p:par>
                                <p:cTn id="323" presetID="10" presetClass="exit" presetSubtype="0" fill="hold" nodeType="withEffect">
                                  <p:stCondLst>
                                    <p:cond delay="0"/>
                                  </p:stCondLst>
                                  <p:childTnLst>
                                    <p:animEffect transition="out" filter="fade">
                                      <p:cBhvr>
                                        <p:cTn id="324" dur="500"/>
                                        <p:tgtEl>
                                          <p:spTgt spid="146"/>
                                        </p:tgtEl>
                                      </p:cBhvr>
                                    </p:animEffect>
                                    <p:set>
                                      <p:cBhvr>
                                        <p:cTn id="325" dur="1" fill="hold">
                                          <p:stCondLst>
                                            <p:cond delay="499"/>
                                          </p:stCondLst>
                                        </p:cTn>
                                        <p:tgtEl>
                                          <p:spTgt spid="146"/>
                                        </p:tgtEl>
                                        <p:attrNameLst>
                                          <p:attrName>style.visibility</p:attrName>
                                        </p:attrNameLst>
                                      </p:cBhvr>
                                      <p:to>
                                        <p:strVal val="hidden"/>
                                      </p:to>
                                    </p:set>
                                  </p:childTnLst>
                                </p:cTn>
                              </p:par>
                            </p:childTnLst>
                          </p:cTn>
                        </p:par>
                        <p:par>
                          <p:cTn id="326" fill="hold">
                            <p:stCondLst>
                              <p:cond delay="2000"/>
                            </p:stCondLst>
                            <p:childTnLst>
                              <p:par>
                                <p:cTn id="327" presetID="22" presetClass="exit" presetSubtype="1" fill="hold" nodeType="afterEffect">
                                  <p:stCondLst>
                                    <p:cond delay="0"/>
                                  </p:stCondLst>
                                  <p:childTnLst>
                                    <p:animEffect transition="out" filter="wipe(up)">
                                      <p:cBhvr>
                                        <p:cTn id="328" dur="500"/>
                                        <p:tgtEl>
                                          <p:spTgt spid="134"/>
                                        </p:tgtEl>
                                      </p:cBhvr>
                                    </p:animEffect>
                                    <p:set>
                                      <p:cBhvr>
                                        <p:cTn id="329" dur="1" fill="hold">
                                          <p:stCondLst>
                                            <p:cond delay="499"/>
                                          </p:stCondLst>
                                        </p:cTn>
                                        <p:tgtEl>
                                          <p:spTgt spid="134"/>
                                        </p:tgtEl>
                                        <p:attrNameLst>
                                          <p:attrName>style.visibility</p:attrName>
                                        </p:attrNameLst>
                                      </p:cBhvr>
                                      <p:to>
                                        <p:strVal val="hidden"/>
                                      </p:to>
                                    </p:set>
                                  </p:childTnLst>
                                </p:cTn>
                              </p:par>
                            </p:childTnLst>
                          </p:cTn>
                        </p:par>
                        <p:par>
                          <p:cTn id="330" fill="hold">
                            <p:stCondLst>
                              <p:cond delay="2500"/>
                            </p:stCondLst>
                            <p:childTnLst>
                              <p:par>
                                <p:cTn id="331" presetID="22" presetClass="entr" presetSubtype="8" fill="hold" nodeType="afterEffect">
                                  <p:stCondLst>
                                    <p:cond delay="0"/>
                                  </p:stCondLst>
                                  <p:childTnLst>
                                    <p:set>
                                      <p:cBhvr>
                                        <p:cTn id="332" dur="1" fill="hold">
                                          <p:stCondLst>
                                            <p:cond delay="0"/>
                                          </p:stCondLst>
                                        </p:cTn>
                                        <p:tgtEl>
                                          <p:spTgt spid="135"/>
                                        </p:tgtEl>
                                        <p:attrNameLst>
                                          <p:attrName>style.visibility</p:attrName>
                                        </p:attrNameLst>
                                      </p:cBhvr>
                                      <p:to>
                                        <p:strVal val="visible"/>
                                      </p:to>
                                    </p:set>
                                    <p:animEffect transition="in" filter="wipe(left)">
                                      <p:cBhvr>
                                        <p:cTn id="333" dur="500"/>
                                        <p:tgtEl>
                                          <p:spTgt spid="135"/>
                                        </p:tgtEl>
                                      </p:cBhvr>
                                    </p:animEffect>
                                  </p:childTnLst>
                                </p:cTn>
                              </p:par>
                            </p:childTnLst>
                          </p:cTn>
                        </p:par>
                      </p:childTnLst>
                    </p:cTn>
                  </p:par>
                  <p:par>
                    <p:cTn id="334" fill="hold">
                      <p:stCondLst>
                        <p:cond delay="indefinite"/>
                      </p:stCondLst>
                      <p:childTnLst>
                        <p:par>
                          <p:cTn id="335" fill="hold">
                            <p:stCondLst>
                              <p:cond delay="0"/>
                            </p:stCondLst>
                            <p:childTnLst>
                              <p:par>
                                <p:cTn id="336" presetID="10" presetClass="exit" presetSubtype="0" fill="hold" nodeType="clickEffect">
                                  <p:stCondLst>
                                    <p:cond delay="0"/>
                                  </p:stCondLst>
                                  <p:childTnLst>
                                    <p:animEffect transition="out" filter="fade">
                                      <p:cBhvr>
                                        <p:cTn id="337" dur="500"/>
                                        <p:tgtEl>
                                          <p:spTgt spid="143"/>
                                        </p:tgtEl>
                                      </p:cBhvr>
                                    </p:animEffect>
                                    <p:set>
                                      <p:cBhvr>
                                        <p:cTn id="338" dur="1" fill="hold">
                                          <p:stCondLst>
                                            <p:cond delay="499"/>
                                          </p:stCondLst>
                                        </p:cTn>
                                        <p:tgtEl>
                                          <p:spTgt spid="143"/>
                                        </p:tgtEl>
                                        <p:attrNameLst>
                                          <p:attrName>style.visibility</p:attrName>
                                        </p:attrNameLst>
                                      </p:cBhvr>
                                      <p:to>
                                        <p:strVal val="hidden"/>
                                      </p:to>
                                    </p:set>
                                  </p:childTnLst>
                                </p:cTn>
                              </p:par>
                              <p:par>
                                <p:cTn id="339" presetID="22" presetClass="entr" presetSubtype="1" fill="hold" nodeType="withEffect">
                                  <p:stCondLst>
                                    <p:cond delay="0"/>
                                  </p:stCondLst>
                                  <p:childTnLst>
                                    <p:set>
                                      <p:cBhvr>
                                        <p:cTn id="340" dur="1" fill="hold">
                                          <p:stCondLst>
                                            <p:cond delay="0"/>
                                          </p:stCondLst>
                                        </p:cTn>
                                        <p:tgtEl>
                                          <p:spTgt spid="170"/>
                                        </p:tgtEl>
                                        <p:attrNameLst>
                                          <p:attrName>style.visibility</p:attrName>
                                        </p:attrNameLst>
                                      </p:cBhvr>
                                      <p:to>
                                        <p:strVal val="visible"/>
                                      </p:to>
                                    </p:set>
                                    <p:animEffect transition="in" filter="wipe(up)">
                                      <p:cBhvr>
                                        <p:cTn id="341" dur="1000"/>
                                        <p:tgtEl>
                                          <p:spTgt spid="170"/>
                                        </p:tgtEl>
                                      </p:cBhvr>
                                    </p:animEffect>
                                  </p:childTnLst>
                                </p:cTn>
                              </p:par>
                            </p:childTnLst>
                          </p:cTn>
                        </p:par>
                      </p:childTnLst>
                    </p:cTn>
                  </p:par>
                  <p:par>
                    <p:cTn id="342" fill="hold">
                      <p:stCondLst>
                        <p:cond delay="indefinite"/>
                      </p:stCondLst>
                      <p:childTnLst>
                        <p:par>
                          <p:cTn id="343" fill="hold">
                            <p:stCondLst>
                              <p:cond delay="0"/>
                            </p:stCondLst>
                            <p:childTnLst>
                              <p:par>
                                <p:cTn id="344" presetID="22" presetClass="exit" presetSubtype="1" fill="hold" nodeType="clickEffect">
                                  <p:stCondLst>
                                    <p:cond delay="0"/>
                                  </p:stCondLst>
                                  <p:childTnLst>
                                    <p:animEffect transition="out" filter="wipe(up)">
                                      <p:cBhvr>
                                        <p:cTn id="345" dur="500"/>
                                        <p:tgtEl>
                                          <p:spTgt spid="135"/>
                                        </p:tgtEl>
                                      </p:cBhvr>
                                    </p:animEffect>
                                    <p:set>
                                      <p:cBhvr>
                                        <p:cTn id="346" dur="1" fill="hold">
                                          <p:stCondLst>
                                            <p:cond delay="499"/>
                                          </p:stCondLst>
                                        </p:cTn>
                                        <p:tgtEl>
                                          <p:spTgt spid="135"/>
                                        </p:tgtEl>
                                        <p:attrNameLst>
                                          <p:attrName>style.visibility</p:attrName>
                                        </p:attrNameLst>
                                      </p:cBhvr>
                                      <p:to>
                                        <p:strVal val="hidden"/>
                                      </p:to>
                                    </p:set>
                                  </p:childTnLst>
                                </p:cTn>
                              </p:par>
                            </p:childTnLst>
                          </p:cTn>
                        </p:par>
                        <p:par>
                          <p:cTn id="347" fill="hold">
                            <p:stCondLst>
                              <p:cond delay="500"/>
                            </p:stCondLst>
                            <p:childTnLst>
                              <p:par>
                                <p:cTn id="348" presetID="31" presetClass="exit" presetSubtype="0" fill="hold" grpId="1" nodeType="afterEffect">
                                  <p:stCondLst>
                                    <p:cond delay="0"/>
                                  </p:stCondLst>
                                  <p:childTnLst>
                                    <p:anim calcmode="lin" valueType="num">
                                      <p:cBhvr>
                                        <p:cTn id="349" dur="1000"/>
                                        <p:tgtEl>
                                          <p:spTgt spid="126"/>
                                        </p:tgtEl>
                                        <p:attrNameLst>
                                          <p:attrName>ppt_w</p:attrName>
                                        </p:attrNameLst>
                                      </p:cBhvr>
                                      <p:tavLst>
                                        <p:tav tm="0">
                                          <p:val>
                                            <p:strVal val="ppt_w"/>
                                          </p:val>
                                        </p:tav>
                                        <p:tav tm="100000">
                                          <p:val>
                                            <p:fltVal val="0"/>
                                          </p:val>
                                        </p:tav>
                                      </p:tavLst>
                                    </p:anim>
                                    <p:anim calcmode="lin" valueType="num">
                                      <p:cBhvr>
                                        <p:cTn id="350" dur="1000"/>
                                        <p:tgtEl>
                                          <p:spTgt spid="126"/>
                                        </p:tgtEl>
                                        <p:attrNameLst>
                                          <p:attrName>ppt_h</p:attrName>
                                        </p:attrNameLst>
                                      </p:cBhvr>
                                      <p:tavLst>
                                        <p:tav tm="0">
                                          <p:val>
                                            <p:strVal val="ppt_h"/>
                                          </p:val>
                                        </p:tav>
                                        <p:tav tm="100000">
                                          <p:val>
                                            <p:fltVal val="0"/>
                                          </p:val>
                                        </p:tav>
                                      </p:tavLst>
                                    </p:anim>
                                    <p:anim calcmode="lin" valueType="num">
                                      <p:cBhvr>
                                        <p:cTn id="351" dur="1000"/>
                                        <p:tgtEl>
                                          <p:spTgt spid="126"/>
                                        </p:tgtEl>
                                        <p:attrNameLst>
                                          <p:attrName>style.rotation</p:attrName>
                                        </p:attrNameLst>
                                      </p:cBhvr>
                                      <p:tavLst>
                                        <p:tav tm="0">
                                          <p:val>
                                            <p:fltVal val="0"/>
                                          </p:val>
                                        </p:tav>
                                        <p:tav tm="100000">
                                          <p:val>
                                            <p:fltVal val="90"/>
                                          </p:val>
                                        </p:tav>
                                      </p:tavLst>
                                    </p:anim>
                                    <p:animEffect transition="out" filter="fade">
                                      <p:cBhvr>
                                        <p:cTn id="352" dur="1000"/>
                                        <p:tgtEl>
                                          <p:spTgt spid="126"/>
                                        </p:tgtEl>
                                      </p:cBhvr>
                                    </p:animEffect>
                                    <p:set>
                                      <p:cBhvr>
                                        <p:cTn id="353" dur="1" fill="hold">
                                          <p:stCondLst>
                                            <p:cond delay="999"/>
                                          </p:stCondLst>
                                        </p:cTn>
                                        <p:tgtEl>
                                          <p:spTgt spid="126"/>
                                        </p:tgtEl>
                                        <p:attrNameLst>
                                          <p:attrName>style.visibility</p:attrName>
                                        </p:attrNameLst>
                                      </p:cBhvr>
                                      <p:to>
                                        <p:strVal val="hidden"/>
                                      </p:to>
                                    </p:set>
                                  </p:childTnLst>
                                </p:cTn>
                              </p:par>
                              <p:par>
                                <p:cTn id="354" presetID="10" presetClass="exit" presetSubtype="0" fill="hold" nodeType="withEffect">
                                  <p:stCondLst>
                                    <p:cond delay="0"/>
                                  </p:stCondLst>
                                  <p:childTnLst>
                                    <p:animEffect transition="out" filter="fade">
                                      <p:cBhvr>
                                        <p:cTn id="355" dur="500"/>
                                        <p:tgtEl>
                                          <p:spTgt spid="139"/>
                                        </p:tgtEl>
                                      </p:cBhvr>
                                    </p:animEffect>
                                    <p:set>
                                      <p:cBhvr>
                                        <p:cTn id="356" dur="1" fill="hold">
                                          <p:stCondLst>
                                            <p:cond delay="499"/>
                                          </p:stCondLst>
                                        </p:cTn>
                                        <p:tgtEl>
                                          <p:spTgt spid="139"/>
                                        </p:tgtEl>
                                        <p:attrNameLst>
                                          <p:attrName>style.visibility</p:attrName>
                                        </p:attrNameLst>
                                      </p:cBhvr>
                                      <p:to>
                                        <p:strVal val="hidden"/>
                                      </p:to>
                                    </p:set>
                                  </p:childTnLst>
                                </p:cTn>
                              </p:par>
                            </p:childTnLst>
                          </p:cTn>
                        </p:par>
                        <p:par>
                          <p:cTn id="357" fill="hold">
                            <p:stCondLst>
                              <p:cond delay="1500"/>
                            </p:stCondLst>
                            <p:childTnLst>
                              <p:par>
                                <p:cTn id="358" presetID="22" presetClass="exit" presetSubtype="1" fill="hold" nodeType="afterEffect">
                                  <p:stCondLst>
                                    <p:cond delay="0"/>
                                  </p:stCondLst>
                                  <p:childTnLst>
                                    <p:animEffect transition="out" filter="wipe(up)">
                                      <p:cBhvr>
                                        <p:cTn id="359" dur="500"/>
                                        <p:tgtEl>
                                          <p:spTgt spid="119"/>
                                        </p:tgtEl>
                                      </p:cBhvr>
                                    </p:animEffect>
                                    <p:set>
                                      <p:cBhvr>
                                        <p:cTn id="360" dur="1" fill="hold">
                                          <p:stCondLst>
                                            <p:cond delay="499"/>
                                          </p:stCondLst>
                                        </p:cTn>
                                        <p:tgtEl>
                                          <p:spTgt spid="119"/>
                                        </p:tgtEl>
                                        <p:attrNameLst>
                                          <p:attrName>style.visibility</p:attrName>
                                        </p:attrNameLst>
                                      </p:cBhvr>
                                      <p:to>
                                        <p:strVal val="hidden"/>
                                      </p:to>
                                    </p:set>
                                  </p:childTnLst>
                                </p:cTn>
                              </p:par>
                            </p:childTnLst>
                          </p:cTn>
                        </p:par>
                        <p:par>
                          <p:cTn id="361" fill="hold">
                            <p:stCondLst>
                              <p:cond delay="2000"/>
                            </p:stCondLst>
                            <p:childTnLst>
                              <p:par>
                                <p:cTn id="362" presetID="22" presetClass="entr" presetSubtype="8" fill="hold" nodeType="afterEffect">
                                  <p:stCondLst>
                                    <p:cond delay="0"/>
                                  </p:stCondLst>
                                  <p:childTnLst>
                                    <p:set>
                                      <p:cBhvr>
                                        <p:cTn id="363" dur="1" fill="hold">
                                          <p:stCondLst>
                                            <p:cond delay="0"/>
                                          </p:stCondLst>
                                        </p:cTn>
                                        <p:tgtEl>
                                          <p:spTgt spid="121"/>
                                        </p:tgtEl>
                                        <p:attrNameLst>
                                          <p:attrName>style.visibility</p:attrName>
                                        </p:attrNameLst>
                                      </p:cBhvr>
                                      <p:to>
                                        <p:strVal val="visible"/>
                                      </p:to>
                                    </p:set>
                                    <p:animEffect transition="in" filter="wipe(left)">
                                      <p:cBhvr>
                                        <p:cTn id="364" dur="1000"/>
                                        <p:tgtEl>
                                          <p:spTgt spid="121"/>
                                        </p:tgtEl>
                                      </p:cBhvr>
                                    </p:animEffect>
                                  </p:childTnLst>
                                </p:cTn>
                              </p:par>
                            </p:childTnLst>
                          </p:cTn>
                        </p:par>
                      </p:childTnLst>
                    </p:cTn>
                  </p:par>
                  <p:par>
                    <p:cTn id="365" fill="hold">
                      <p:stCondLst>
                        <p:cond delay="indefinite"/>
                      </p:stCondLst>
                      <p:childTnLst>
                        <p:par>
                          <p:cTn id="366" fill="hold">
                            <p:stCondLst>
                              <p:cond delay="0"/>
                            </p:stCondLst>
                            <p:childTnLst>
                              <p:par>
                                <p:cTn id="367" presetID="1" presetClass="entr" presetSubtype="0" fill="hold" nodeType="clickEffect">
                                  <p:stCondLst>
                                    <p:cond delay="0"/>
                                  </p:stCondLst>
                                  <p:childTnLst>
                                    <p:set>
                                      <p:cBhvr>
                                        <p:cTn id="368" dur="1" fill="hold">
                                          <p:stCondLst>
                                            <p:cond delay="0"/>
                                          </p:stCondLst>
                                        </p:cTn>
                                        <p:tgtEl>
                                          <p:spTgt spid="58"/>
                                        </p:tgtEl>
                                        <p:attrNameLst>
                                          <p:attrName>style.visibility</p:attrName>
                                        </p:attrNameLst>
                                      </p:cBhvr>
                                      <p:to>
                                        <p:strVal val="visible"/>
                                      </p:to>
                                    </p:set>
                                  </p:childTnLst>
                                </p:cTn>
                              </p:par>
                              <p:par>
                                <p:cTn id="369" presetID="64" presetClass="path" presetSubtype="0" accel="50000" decel="50000" fill="hold" nodeType="withEffect">
                                  <p:stCondLst>
                                    <p:cond delay="0"/>
                                  </p:stCondLst>
                                  <p:childTnLst>
                                    <p:animMotion origin="layout" path="M -0.01419 0.07686 L -0.05625 -0.16574 " pathEditMode="relative" rAng="0" ptsTypes="AA">
                                      <p:cBhvr>
                                        <p:cTn id="370" dur="2000" fill="hold"/>
                                        <p:tgtEl>
                                          <p:spTgt spid="58"/>
                                        </p:tgtEl>
                                        <p:attrNameLst>
                                          <p:attrName>ppt_x</p:attrName>
                                          <p:attrName>ppt_y</p:attrName>
                                        </p:attrNameLst>
                                      </p:cBhvr>
                                      <p:rCtr x="-2109" y="-12130"/>
                                    </p:animMotion>
                                  </p:childTnLst>
                                </p:cTn>
                              </p:par>
                            </p:childTnLst>
                          </p:cTn>
                        </p:par>
                        <p:par>
                          <p:cTn id="371" fill="hold">
                            <p:stCondLst>
                              <p:cond delay="2000"/>
                            </p:stCondLst>
                            <p:childTnLst>
                              <p:par>
                                <p:cTn id="372" presetID="22" presetClass="exit" presetSubtype="1" fill="hold" nodeType="afterEffect">
                                  <p:stCondLst>
                                    <p:cond delay="0"/>
                                  </p:stCondLst>
                                  <p:childTnLst>
                                    <p:animEffect transition="out" filter="wipe(up)">
                                      <p:cBhvr>
                                        <p:cTn id="373" dur="500"/>
                                        <p:tgtEl>
                                          <p:spTgt spid="121"/>
                                        </p:tgtEl>
                                      </p:cBhvr>
                                    </p:animEffect>
                                    <p:set>
                                      <p:cBhvr>
                                        <p:cTn id="374" dur="1" fill="hold">
                                          <p:stCondLst>
                                            <p:cond delay="499"/>
                                          </p:stCondLst>
                                        </p:cTn>
                                        <p:tgtEl>
                                          <p:spTgt spid="121"/>
                                        </p:tgtEl>
                                        <p:attrNameLst>
                                          <p:attrName>style.visibility</p:attrName>
                                        </p:attrNameLst>
                                      </p:cBhvr>
                                      <p:to>
                                        <p:strVal val="hidden"/>
                                      </p:to>
                                    </p:set>
                                  </p:childTnLst>
                                </p:cTn>
                              </p:par>
                            </p:childTnLst>
                          </p:cTn>
                        </p:par>
                        <p:par>
                          <p:cTn id="375" fill="hold">
                            <p:stCondLst>
                              <p:cond delay="2500"/>
                            </p:stCondLst>
                            <p:childTnLst>
                              <p:par>
                                <p:cTn id="376" presetID="22" presetClass="entr" presetSubtype="8" fill="hold" nodeType="afterEffect">
                                  <p:stCondLst>
                                    <p:cond delay="0"/>
                                  </p:stCondLst>
                                  <p:childTnLst>
                                    <p:set>
                                      <p:cBhvr>
                                        <p:cTn id="377" dur="1" fill="hold">
                                          <p:stCondLst>
                                            <p:cond delay="0"/>
                                          </p:stCondLst>
                                        </p:cTn>
                                        <p:tgtEl>
                                          <p:spTgt spid="86"/>
                                        </p:tgtEl>
                                        <p:attrNameLst>
                                          <p:attrName>style.visibility</p:attrName>
                                        </p:attrNameLst>
                                      </p:cBhvr>
                                      <p:to>
                                        <p:strVal val="visible"/>
                                      </p:to>
                                    </p:set>
                                    <p:animEffect transition="in" filter="wipe(left)">
                                      <p:cBhvr>
                                        <p:cTn id="378" dur="1000"/>
                                        <p:tgtEl>
                                          <p:spTgt spid="86"/>
                                        </p:tgtEl>
                                      </p:cBhvr>
                                    </p:animEffect>
                                  </p:childTnLst>
                                </p:cTn>
                              </p:par>
                            </p:childTnLst>
                          </p:cTn>
                        </p:par>
                      </p:childTnLst>
                    </p:cTn>
                  </p:par>
                  <p:par>
                    <p:cTn id="379" fill="hold">
                      <p:stCondLst>
                        <p:cond delay="indefinite"/>
                      </p:stCondLst>
                      <p:childTnLst>
                        <p:par>
                          <p:cTn id="380" fill="hold">
                            <p:stCondLst>
                              <p:cond delay="0"/>
                            </p:stCondLst>
                            <p:childTnLst>
                              <p:par>
                                <p:cTn id="381" presetID="32" presetClass="emph" presetSubtype="0" fill="hold" nodeType="clickEffect">
                                  <p:stCondLst>
                                    <p:cond delay="0"/>
                                  </p:stCondLst>
                                  <p:childTnLst>
                                    <p:animRot by="120000">
                                      <p:cBhvr>
                                        <p:cTn id="382" dur="100" fill="hold">
                                          <p:stCondLst>
                                            <p:cond delay="0"/>
                                          </p:stCondLst>
                                        </p:cTn>
                                        <p:tgtEl>
                                          <p:spTgt spid="86"/>
                                        </p:tgtEl>
                                        <p:attrNameLst>
                                          <p:attrName>r</p:attrName>
                                        </p:attrNameLst>
                                      </p:cBhvr>
                                    </p:animRot>
                                    <p:animRot by="-240000">
                                      <p:cBhvr>
                                        <p:cTn id="383" dur="200" fill="hold">
                                          <p:stCondLst>
                                            <p:cond delay="200"/>
                                          </p:stCondLst>
                                        </p:cTn>
                                        <p:tgtEl>
                                          <p:spTgt spid="86"/>
                                        </p:tgtEl>
                                        <p:attrNameLst>
                                          <p:attrName>r</p:attrName>
                                        </p:attrNameLst>
                                      </p:cBhvr>
                                    </p:animRot>
                                    <p:animRot by="240000">
                                      <p:cBhvr>
                                        <p:cTn id="384" dur="200" fill="hold">
                                          <p:stCondLst>
                                            <p:cond delay="400"/>
                                          </p:stCondLst>
                                        </p:cTn>
                                        <p:tgtEl>
                                          <p:spTgt spid="86"/>
                                        </p:tgtEl>
                                        <p:attrNameLst>
                                          <p:attrName>r</p:attrName>
                                        </p:attrNameLst>
                                      </p:cBhvr>
                                    </p:animRot>
                                    <p:animRot by="-240000">
                                      <p:cBhvr>
                                        <p:cTn id="385" dur="200" fill="hold">
                                          <p:stCondLst>
                                            <p:cond delay="600"/>
                                          </p:stCondLst>
                                        </p:cTn>
                                        <p:tgtEl>
                                          <p:spTgt spid="86"/>
                                        </p:tgtEl>
                                        <p:attrNameLst>
                                          <p:attrName>r</p:attrName>
                                        </p:attrNameLst>
                                      </p:cBhvr>
                                    </p:animRot>
                                    <p:animRot by="120000">
                                      <p:cBhvr>
                                        <p:cTn id="386" dur="200" fill="hold">
                                          <p:stCondLst>
                                            <p:cond delay="800"/>
                                          </p:stCondLst>
                                        </p:cTn>
                                        <p:tgtEl>
                                          <p:spTgt spid="86"/>
                                        </p:tgtEl>
                                        <p:attrNameLst>
                                          <p:attrName>r</p:attrName>
                                        </p:attrNameLst>
                                      </p:cBhvr>
                                    </p:animRot>
                                  </p:childTnLst>
                                </p:cTn>
                              </p:par>
                            </p:childTnLst>
                          </p:cTn>
                        </p:par>
                        <p:par>
                          <p:cTn id="387" fill="hold">
                            <p:stCondLst>
                              <p:cond delay="1000"/>
                            </p:stCondLst>
                            <p:childTnLst>
                              <p:par>
                                <p:cTn id="388" presetID="22" presetClass="exit" presetSubtype="1" fill="hold" nodeType="afterEffect">
                                  <p:stCondLst>
                                    <p:cond delay="0"/>
                                  </p:stCondLst>
                                  <p:childTnLst>
                                    <p:animEffect transition="out" filter="wipe(up)">
                                      <p:cBhvr>
                                        <p:cTn id="389" dur="500"/>
                                        <p:tgtEl>
                                          <p:spTgt spid="86"/>
                                        </p:tgtEl>
                                      </p:cBhvr>
                                    </p:animEffect>
                                    <p:set>
                                      <p:cBhvr>
                                        <p:cTn id="390" dur="1" fill="hold">
                                          <p:stCondLst>
                                            <p:cond delay="499"/>
                                          </p:stCondLst>
                                        </p:cTn>
                                        <p:tgtEl>
                                          <p:spTgt spid="86"/>
                                        </p:tgtEl>
                                        <p:attrNameLst>
                                          <p:attrName>style.visibility</p:attrName>
                                        </p:attrNameLst>
                                      </p:cBhvr>
                                      <p:to>
                                        <p:strVal val="hidden"/>
                                      </p:to>
                                    </p:set>
                                  </p:childTnLst>
                                </p:cTn>
                              </p:par>
                            </p:childTnLst>
                          </p:cTn>
                        </p:par>
                        <p:par>
                          <p:cTn id="391" fill="hold">
                            <p:stCondLst>
                              <p:cond delay="1500"/>
                            </p:stCondLst>
                            <p:childTnLst>
                              <p:par>
                                <p:cTn id="392" presetID="22" presetClass="entr" presetSubtype="8" fill="hold" nodeType="afterEffect">
                                  <p:stCondLst>
                                    <p:cond delay="0"/>
                                  </p:stCondLst>
                                  <p:childTnLst>
                                    <p:set>
                                      <p:cBhvr>
                                        <p:cTn id="393" dur="1" fill="hold">
                                          <p:stCondLst>
                                            <p:cond delay="0"/>
                                          </p:stCondLst>
                                        </p:cTn>
                                        <p:tgtEl>
                                          <p:spTgt spid="124"/>
                                        </p:tgtEl>
                                        <p:attrNameLst>
                                          <p:attrName>style.visibility</p:attrName>
                                        </p:attrNameLst>
                                      </p:cBhvr>
                                      <p:to>
                                        <p:strVal val="visible"/>
                                      </p:to>
                                    </p:set>
                                    <p:animEffect transition="in" filter="wipe(left)">
                                      <p:cBhvr>
                                        <p:cTn id="394" dur="1000"/>
                                        <p:tgtEl>
                                          <p:spTgt spid="124"/>
                                        </p:tgtEl>
                                      </p:cBhvr>
                                    </p:animEffect>
                                  </p:childTnLst>
                                </p:cTn>
                              </p:par>
                            </p:childTnLst>
                          </p:cTn>
                        </p:par>
                      </p:childTnLst>
                    </p:cTn>
                  </p:par>
                  <p:par>
                    <p:cTn id="395" fill="hold">
                      <p:stCondLst>
                        <p:cond delay="indefinite"/>
                      </p:stCondLst>
                      <p:childTnLst>
                        <p:par>
                          <p:cTn id="396" fill="hold">
                            <p:stCondLst>
                              <p:cond delay="0"/>
                            </p:stCondLst>
                            <p:childTnLst>
                              <p:par>
                                <p:cTn id="397" presetID="1" presetClass="emph" presetSubtype="2" fill="hold" nodeType="clickEffect">
                                  <p:stCondLst>
                                    <p:cond delay="0"/>
                                  </p:stCondLst>
                                  <p:childTnLst>
                                    <p:animClr clrSpc="rgb" dir="cw">
                                      <p:cBhvr>
                                        <p:cTn id="398" dur="1000" fill="hold"/>
                                        <p:tgtEl>
                                          <p:spTgt spid="70"/>
                                        </p:tgtEl>
                                        <p:attrNameLst>
                                          <p:attrName>fillcolor</p:attrName>
                                        </p:attrNameLst>
                                      </p:cBhvr>
                                      <p:to>
                                        <a:srgbClr val="000000"/>
                                      </p:to>
                                    </p:animClr>
                                    <p:set>
                                      <p:cBhvr>
                                        <p:cTn id="399" dur="1000" fill="hold"/>
                                        <p:tgtEl>
                                          <p:spTgt spid="70"/>
                                        </p:tgtEl>
                                        <p:attrNameLst>
                                          <p:attrName>fill.type</p:attrName>
                                        </p:attrNameLst>
                                      </p:cBhvr>
                                      <p:to>
                                        <p:strVal val="solid"/>
                                      </p:to>
                                    </p:set>
                                    <p:set>
                                      <p:cBhvr>
                                        <p:cTn id="400" dur="1000" fill="hold"/>
                                        <p:tgtEl>
                                          <p:spTgt spid="70"/>
                                        </p:tgtEl>
                                        <p:attrNameLst>
                                          <p:attrName>fill.on</p:attrName>
                                        </p:attrNameLst>
                                      </p:cBhvr>
                                      <p:to>
                                        <p:strVal val="true"/>
                                      </p:to>
                                    </p:set>
                                  </p:childTnLst>
                                </p:cTn>
                              </p:par>
                            </p:childTnLst>
                          </p:cTn>
                        </p:par>
                        <p:par>
                          <p:cTn id="401" fill="hold">
                            <p:stCondLst>
                              <p:cond delay="1000"/>
                            </p:stCondLst>
                            <p:childTnLst>
                              <p:par>
                                <p:cTn id="402" presetID="22" presetClass="exit" presetSubtype="1" fill="hold" nodeType="afterEffect">
                                  <p:stCondLst>
                                    <p:cond delay="0"/>
                                  </p:stCondLst>
                                  <p:childTnLst>
                                    <p:animEffect transition="out" filter="wipe(up)">
                                      <p:cBhvr>
                                        <p:cTn id="403" dur="500"/>
                                        <p:tgtEl>
                                          <p:spTgt spid="124"/>
                                        </p:tgtEl>
                                      </p:cBhvr>
                                    </p:animEffect>
                                    <p:set>
                                      <p:cBhvr>
                                        <p:cTn id="404" dur="1" fill="hold">
                                          <p:stCondLst>
                                            <p:cond delay="499"/>
                                          </p:stCondLst>
                                        </p:cTn>
                                        <p:tgtEl>
                                          <p:spTgt spid="124"/>
                                        </p:tgtEl>
                                        <p:attrNameLst>
                                          <p:attrName>style.visibility</p:attrName>
                                        </p:attrNameLst>
                                      </p:cBhvr>
                                      <p:to>
                                        <p:strVal val="hidden"/>
                                      </p:to>
                                    </p:set>
                                  </p:childTnLst>
                                </p:cTn>
                              </p:par>
                            </p:childTnLst>
                          </p:cTn>
                        </p:par>
                        <p:par>
                          <p:cTn id="405" fill="hold">
                            <p:stCondLst>
                              <p:cond delay="1500"/>
                            </p:stCondLst>
                            <p:childTnLst>
                              <p:par>
                                <p:cTn id="406" presetID="31" presetClass="exit" presetSubtype="0" fill="hold" grpId="1" nodeType="afterEffect">
                                  <p:stCondLst>
                                    <p:cond delay="0"/>
                                  </p:stCondLst>
                                  <p:childTnLst>
                                    <p:anim calcmode="lin" valueType="num">
                                      <p:cBhvr>
                                        <p:cTn id="407" dur="1000"/>
                                        <p:tgtEl>
                                          <p:spTgt spid="10"/>
                                        </p:tgtEl>
                                        <p:attrNameLst>
                                          <p:attrName>ppt_w</p:attrName>
                                        </p:attrNameLst>
                                      </p:cBhvr>
                                      <p:tavLst>
                                        <p:tav tm="0">
                                          <p:val>
                                            <p:strVal val="ppt_w"/>
                                          </p:val>
                                        </p:tav>
                                        <p:tav tm="100000">
                                          <p:val>
                                            <p:fltVal val="0"/>
                                          </p:val>
                                        </p:tav>
                                      </p:tavLst>
                                    </p:anim>
                                    <p:anim calcmode="lin" valueType="num">
                                      <p:cBhvr>
                                        <p:cTn id="408" dur="1000"/>
                                        <p:tgtEl>
                                          <p:spTgt spid="10"/>
                                        </p:tgtEl>
                                        <p:attrNameLst>
                                          <p:attrName>ppt_h</p:attrName>
                                        </p:attrNameLst>
                                      </p:cBhvr>
                                      <p:tavLst>
                                        <p:tav tm="0">
                                          <p:val>
                                            <p:strVal val="ppt_h"/>
                                          </p:val>
                                        </p:tav>
                                        <p:tav tm="100000">
                                          <p:val>
                                            <p:fltVal val="0"/>
                                          </p:val>
                                        </p:tav>
                                      </p:tavLst>
                                    </p:anim>
                                    <p:anim calcmode="lin" valueType="num">
                                      <p:cBhvr>
                                        <p:cTn id="409" dur="1000"/>
                                        <p:tgtEl>
                                          <p:spTgt spid="10"/>
                                        </p:tgtEl>
                                        <p:attrNameLst>
                                          <p:attrName>style.rotation</p:attrName>
                                        </p:attrNameLst>
                                      </p:cBhvr>
                                      <p:tavLst>
                                        <p:tav tm="0">
                                          <p:val>
                                            <p:fltVal val="0"/>
                                          </p:val>
                                        </p:tav>
                                        <p:tav tm="100000">
                                          <p:val>
                                            <p:fltVal val="90"/>
                                          </p:val>
                                        </p:tav>
                                      </p:tavLst>
                                    </p:anim>
                                    <p:animEffect transition="out" filter="fade">
                                      <p:cBhvr>
                                        <p:cTn id="410" dur="1000"/>
                                        <p:tgtEl>
                                          <p:spTgt spid="10"/>
                                        </p:tgtEl>
                                      </p:cBhvr>
                                    </p:animEffect>
                                    <p:set>
                                      <p:cBhvr>
                                        <p:cTn id="411"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26" grpId="0" animBg="1"/>
      <p:bldP spid="126" grpId="1" animBg="1"/>
      <p:bldP spid="72" grpId="0" animBg="1"/>
      <p:bldP spid="71" grpId="0" animBg="1"/>
      <p:bldP spid="71" grpId="1" animBg="1"/>
      <p:bldP spid="84" grpId="0" animBg="1"/>
      <p:bldP spid="85" grpId="0" animBg="1"/>
      <p:bldP spid="85"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073739D-A1A5-4B6C-B412-75F6FE00A515}"/>
              </a:ext>
            </a:extLst>
          </p:cNvPr>
          <p:cNvSpPr txBox="1"/>
          <p:nvPr/>
        </p:nvSpPr>
        <p:spPr>
          <a:xfrm>
            <a:off x="1766455" y="454345"/>
            <a:ext cx="10333396" cy="4524315"/>
          </a:xfrm>
          <a:prstGeom prst="rect">
            <a:avLst/>
          </a:prstGeom>
          <a:solidFill>
            <a:schemeClr val="bg2"/>
          </a:solidFill>
          <a:ln w="12700">
            <a:solidFill>
              <a:schemeClr val="tx1"/>
            </a:solidFill>
          </a:ln>
        </p:spPr>
        <p:txBody>
          <a:bodyPr wrap="square">
            <a:spAutoFit/>
          </a:bodyPr>
          <a:lstStyle/>
          <a:p>
            <a:r>
              <a:rPr lang="zh-CN" altLang="en-US" b="1" dirty="0">
                <a:latin typeface="Courier New" panose="02070309020205020404" pitchFamily="49" charset="0"/>
                <a:cs typeface="Courier New" panose="02070309020205020404" pitchFamily="49" charset="0"/>
              </a:rPr>
              <a:t>Status DeleteRBT(RBTree T, KeyType key)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C00000"/>
                </a:solidFill>
                <a:latin typeface="Courier New" panose="02070309020205020404" pitchFamily="49" charset="0"/>
                <a:cs typeface="Courier New" panose="02070309020205020404" pitchFamily="49" charset="0"/>
              </a:rPr>
              <a:t>算法</a:t>
            </a:r>
            <a:r>
              <a:rPr lang="en-US" altLang="zh-CN" b="1" dirty="0">
                <a:solidFill>
                  <a:srgbClr val="C00000"/>
                </a:solidFill>
                <a:latin typeface="Courier New" panose="02070309020205020404" pitchFamily="49" charset="0"/>
                <a:cs typeface="Courier New" panose="02070309020205020404" pitchFamily="49" charset="0"/>
              </a:rPr>
              <a:t>9.18 </a:t>
            </a:r>
            <a:r>
              <a:rPr lang="zh-CN" altLang="en-US" b="1" dirty="0">
                <a:solidFill>
                  <a:srgbClr val="0070C0"/>
                </a:solidFill>
                <a:latin typeface="Courier New" panose="02070309020205020404" pitchFamily="49" charset="0"/>
                <a:cs typeface="Courier New" panose="02070309020205020404" pitchFamily="49" charset="0"/>
              </a:rPr>
              <a:t>在红黑树</a:t>
            </a:r>
            <a:r>
              <a:rPr lang="en-US" altLang="zh-CN" b="1" dirty="0">
                <a:solidFill>
                  <a:srgbClr val="86229A"/>
                </a:solidFill>
                <a:latin typeface="Courier New" panose="02070309020205020404" pitchFamily="49" charset="0"/>
                <a:cs typeface="Courier New" panose="02070309020205020404" pitchFamily="49" charset="0"/>
              </a:rPr>
              <a:t>T</a:t>
            </a:r>
            <a:r>
              <a:rPr lang="zh-CN" altLang="en-US" b="1" dirty="0">
                <a:solidFill>
                  <a:srgbClr val="0070C0"/>
                </a:solidFill>
                <a:latin typeface="Courier New" panose="02070309020205020404" pitchFamily="49" charset="0"/>
                <a:cs typeface="Courier New" panose="02070309020205020404" pitchFamily="49" charset="0"/>
              </a:rPr>
              <a:t>中删除结点</a:t>
            </a:r>
            <a:r>
              <a:rPr lang="en-US" altLang="zh-CN" b="1" dirty="0">
                <a:solidFill>
                  <a:srgbClr val="86229A"/>
                </a:solidFill>
                <a:latin typeface="Courier New" panose="02070309020205020404" pitchFamily="49" charset="0"/>
                <a:cs typeface="Courier New" panose="02070309020205020404" pitchFamily="49" charset="0"/>
              </a:rPr>
              <a:t>key</a:t>
            </a:r>
            <a:endParaRPr lang="zh-CN" altLang="en-US"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RBNode</a:t>
            </a:r>
            <a:r>
              <a:rPr lang="en-US" altLang="zh-CN" b="1" dirty="0">
                <a:latin typeface="Courier New" panose="02070309020205020404" pitchFamily="49" charset="0"/>
                <a:cs typeface="Courier New" panose="02070309020205020404" pitchFamily="49" charset="0"/>
              </a:rPr>
              <a:t> *p = </a:t>
            </a:r>
            <a:r>
              <a:rPr lang="zh-CN" altLang="en-US" b="1" dirty="0">
                <a:latin typeface="Courier New" panose="02070309020205020404" pitchFamily="49" charset="0"/>
                <a:cs typeface="Courier New" panose="02070309020205020404" pitchFamily="49" charset="0"/>
              </a:rPr>
              <a:t>SearchRBT_Aux(T, key</a:t>
            </a:r>
            <a:r>
              <a:rPr lang="en-US" altLang="zh-CN" b="1" dirty="0">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p==T-&gt;nil</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p-&gt;key!=key</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FALSE;  </a:t>
            </a:r>
            <a:r>
              <a:rPr lang="zh-CN" altLang="en-US" b="1" dirty="0">
                <a:solidFill>
                  <a:srgbClr val="0070C0"/>
                </a:solidFill>
                <a:latin typeface="Courier New" panose="02070309020205020404" pitchFamily="49" charset="0"/>
                <a:cs typeface="Courier New" panose="02070309020205020404" pitchFamily="49" charset="0"/>
              </a:rPr>
              <a:t>// 要删除的结点不存在，返回</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(p-&gt;lchild==T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 p-&gt;rchild==T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s = p; </a:t>
            </a:r>
            <a:r>
              <a:rPr lang="en-US" altLang="zh-CN" b="1" dirty="0">
                <a:solidFill>
                  <a:srgbClr val="0070C0"/>
                </a:solidFill>
                <a:latin typeface="Courier New" panose="02070309020205020404" pitchFamily="49" charset="0"/>
                <a:cs typeface="Courier New" panose="02070309020205020404" pitchFamily="49" charset="0"/>
              </a:rPr>
              <a:t>// p</a:t>
            </a:r>
            <a:r>
              <a:rPr lang="zh-CN" altLang="en-US" b="1" dirty="0">
                <a:solidFill>
                  <a:srgbClr val="0070C0"/>
                </a:solidFill>
                <a:latin typeface="Courier New" panose="02070309020205020404" pitchFamily="49" charset="0"/>
                <a:cs typeface="Courier New" panose="02070309020205020404" pitchFamily="49" charset="0"/>
              </a:rPr>
              <a:t>结点孩子不全则</a:t>
            </a:r>
            <a:r>
              <a:rPr lang="en-US" altLang="zh-CN" b="1" dirty="0">
                <a:solidFill>
                  <a:srgbClr val="0070C0"/>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指向它</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 = </a:t>
            </a:r>
            <a:r>
              <a:rPr lang="zh-CN" altLang="en-US" b="1" dirty="0">
                <a:solidFill>
                  <a:srgbClr val="C00000"/>
                </a:solidFill>
                <a:latin typeface="Courier New" panose="02070309020205020404" pitchFamily="49" charset="0"/>
                <a:cs typeface="Courier New" panose="02070309020205020404" pitchFamily="49" charset="0"/>
              </a:rPr>
              <a:t>SuccessorRBT(p);</a:t>
            </a:r>
            <a:r>
              <a:rPr lang="zh-CN" altLang="en-US" b="1" dirty="0">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否则求</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结点的按序后继（</a:t>
            </a:r>
            <a:r>
              <a:rPr lang="en-US" altLang="zh-CN" b="1" dirty="0">
                <a:solidFill>
                  <a:srgbClr val="0070C0"/>
                </a:solidFill>
                <a:latin typeface="Courier New" panose="02070309020205020404" pitchFamily="49" charset="0"/>
                <a:cs typeface="Courier New" panose="02070309020205020404" pitchFamily="49" charset="0"/>
              </a:rPr>
              <a:t>p</a:t>
            </a:r>
            <a:r>
              <a:rPr lang="zh-CN" altLang="en-US" b="1" dirty="0">
                <a:solidFill>
                  <a:srgbClr val="0070C0"/>
                </a:solidFill>
                <a:latin typeface="Courier New" panose="02070309020205020404" pitchFamily="49" charset="0"/>
                <a:cs typeface="Courier New" panose="02070309020205020404" pitchFamily="49" charset="0"/>
              </a:rPr>
              <a:t>结点的右子树的最小结点）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(s-&gt;lchild!=T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c = s-&gt;lchild;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结点的左孩子</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c = s-&gt;rchild;                  </a:t>
            </a:r>
            <a:r>
              <a:rPr lang="zh-CN" altLang="en-US" b="1" dirty="0">
                <a:solidFill>
                  <a:srgbClr val="0070C0"/>
                </a:solidFill>
                <a:latin typeface="Courier New" panose="02070309020205020404" pitchFamily="49" charset="0"/>
                <a:cs typeface="Courier New" panose="02070309020205020404" pitchFamily="49" charset="0"/>
              </a:rPr>
              <a:t>// </a:t>
            </a:r>
            <a:r>
              <a:rPr lang="zh-CN" altLang="en-US"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结点为</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结点的右孩子（可能是</a:t>
            </a:r>
            <a:r>
              <a:rPr lang="zh-CN" altLang="en-US" b="1" dirty="0">
                <a:solidFill>
                  <a:srgbClr val="86229A"/>
                </a:solidFill>
                <a:latin typeface="Courier New" panose="02070309020205020404" pitchFamily="49" charset="0"/>
                <a:cs typeface="Courier New" panose="02070309020205020404" pitchFamily="49" charset="0"/>
              </a:rPr>
              <a:t>NIL</a:t>
            </a:r>
            <a:r>
              <a:rPr lang="zh-CN" altLang="en-US" b="1" dirty="0">
                <a:solidFill>
                  <a:srgbClr val="0070C0"/>
                </a:solidFill>
                <a:latin typeface="Courier New" panose="02070309020205020404" pitchFamily="49" charset="0"/>
                <a:cs typeface="Courier New" panose="02070309020205020404" pitchFamily="49" charset="0"/>
              </a:rPr>
              <a:t>）</a:t>
            </a:r>
          </a:p>
          <a:p>
            <a:r>
              <a:rPr lang="zh-CN" altLang="en-US" b="1" dirty="0">
                <a:latin typeface="Courier New" panose="02070309020205020404" pitchFamily="49" charset="0"/>
                <a:cs typeface="Courier New" panose="02070309020205020404" pitchFamily="49" charset="0"/>
              </a:rPr>
              <a:t>  c-&gt;parent = s-&gt;parent;   </a:t>
            </a:r>
            <a:r>
              <a:rPr lang="zh-CN" altLang="en-US" b="1" dirty="0">
                <a:solidFill>
                  <a:srgbClr val="0070C0"/>
                </a:solidFill>
                <a:latin typeface="Courier New" panose="02070309020205020404" pitchFamily="49" charset="0"/>
                <a:cs typeface="Courier New" panose="02070309020205020404" pitchFamily="49" charset="0"/>
              </a:rPr>
              <a:t>// 删除s结点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(s-&gt;parent==T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nil) T</a:t>
            </a:r>
            <a:r>
              <a:rPr lang="en-US" altLang="zh-CN" b="1" dirty="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root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(s==s-&gt;parent-&gt;lchild) s-&gt;parent-&gt;lchild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b="1" dirty="0">
                <a:latin typeface="Courier New" panose="02070309020205020404" pitchFamily="49" charset="0"/>
                <a:cs typeface="Courier New" panose="02070309020205020404" pitchFamily="49" charset="0"/>
              </a:rPr>
              <a:t> s-&gt;parent-&gt;rchild = c;</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(s!=p){ p-&gt;key = s-&gt;key;  </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 用</a:t>
            </a:r>
            <a:r>
              <a:rPr lang="zh-CN" altLang="en-US"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结点值顶替被删结点值</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latin typeface="Courier New" panose="02070309020205020404" pitchFamily="49" charset="0"/>
                <a:cs typeface="Courier New" panose="02070309020205020404" pitchFamily="49" charset="0"/>
              </a:rPr>
              <a:t>(s-&gt;color==BLACK) </a:t>
            </a:r>
            <a:r>
              <a:rPr lang="zh-CN" altLang="en-US" b="1" dirty="0">
                <a:solidFill>
                  <a:srgbClr val="C00000"/>
                </a:solidFill>
                <a:latin typeface="Courier New" panose="02070309020205020404" pitchFamily="49" charset="0"/>
                <a:cs typeface="Courier New" panose="02070309020205020404" pitchFamily="49" charset="0"/>
              </a:rPr>
              <a:t>DeleteFixup(T, c);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若</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结点为黑色，则对</a:t>
            </a:r>
            <a:r>
              <a:rPr lang="en-US" altLang="zh-CN" b="1" dirty="0">
                <a:solidFill>
                  <a:srgbClr val="86229A"/>
                </a:solidFill>
                <a:latin typeface="Courier New" panose="02070309020205020404" pitchFamily="49" charset="0"/>
                <a:cs typeface="Courier New" panose="02070309020205020404" pitchFamily="49" charset="0"/>
              </a:rPr>
              <a:t>c</a:t>
            </a:r>
            <a:r>
              <a:rPr lang="zh-CN" altLang="en-US" b="1" dirty="0">
                <a:solidFill>
                  <a:srgbClr val="0070C0"/>
                </a:solidFill>
                <a:latin typeface="Courier New" panose="02070309020205020404" pitchFamily="49" charset="0"/>
                <a:cs typeface="Courier New" panose="02070309020205020404" pitchFamily="49" charset="0"/>
              </a:rPr>
              <a:t>启动</a:t>
            </a:r>
            <a:r>
              <a:rPr lang="zh-CN" altLang="en-US" b="1" dirty="0">
                <a:solidFill>
                  <a:srgbClr val="86229A"/>
                </a:solidFill>
                <a:latin typeface="Courier New" panose="02070309020205020404" pitchFamily="49" charset="0"/>
                <a:cs typeface="Courier New" panose="02070309020205020404" pitchFamily="49" charset="0"/>
              </a:rPr>
              <a:t>修复</a:t>
            </a:r>
          </a:p>
          <a:p>
            <a:r>
              <a:rPr lang="zh-CN" altLang="en-US" b="1" dirty="0">
                <a:latin typeface="Courier New" panose="02070309020205020404" pitchFamily="49" charset="0"/>
                <a:cs typeface="Courier New" panose="02070309020205020404" pitchFamily="49" charset="0"/>
              </a:rPr>
              <a:t>  free(s);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释放</a:t>
            </a:r>
            <a:r>
              <a:rPr lang="en-US" altLang="zh-CN" b="1" dirty="0">
                <a:solidFill>
                  <a:srgbClr val="86229A"/>
                </a:solidFill>
                <a:latin typeface="Courier New" panose="02070309020205020404" pitchFamily="49" charset="0"/>
                <a:cs typeface="Courier New" panose="02070309020205020404" pitchFamily="49" charset="0"/>
              </a:rPr>
              <a:t>s</a:t>
            </a:r>
            <a:r>
              <a:rPr lang="zh-CN" altLang="en-US" b="1" dirty="0">
                <a:solidFill>
                  <a:srgbClr val="0070C0"/>
                </a:solidFill>
                <a:latin typeface="Courier New" panose="02070309020205020404" pitchFamily="49" charset="0"/>
                <a:cs typeface="Courier New" panose="02070309020205020404" pitchFamily="49" charset="0"/>
              </a:rPr>
              <a:t>结点</a:t>
            </a:r>
          </a:p>
          <a:p>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b="1" dirty="0">
                <a:latin typeface="Courier New" panose="02070309020205020404" pitchFamily="49" charset="0"/>
                <a:cs typeface="Courier New" panose="02070309020205020404" pitchFamily="49" charset="0"/>
              </a:rPr>
              <a:t> TRUE;</a:t>
            </a:r>
          </a:p>
          <a:p>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5" name="矩形: 圆角 4">
            <a:extLst>
              <a:ext uri="{FF2B5EF4-FFF2-40B4-BE49-F238E27FC236}">
                <a16:creationId xmlns:a16="http://schemas.microsoft.com/office/drawing/2014/main" id="{0AC53E2E-CD23-4EF7-A1AF-E96D7FB7CE45}"/>
              </a:ext>
            </a:extLst>
          </p:cNvPr>
          <p:cNvSpPr/>
          <p:nvPr/>
        </p:nvSpPr>
        <p:spPr>
          <a:xfrm>
            <a:off x="360325" y="321381"/>
            <a:ext cx="1315329" cy="52808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effectLst>
                  <a:outerShdw blurRad="38100" dist="38100" dir="2700000" algn="tl">
                    <a:srgbClr val="000000">
                      <a:alpha val="43137"/>
                    </a:srgbClr>
                  </a:outerShdw>
                </a:effectLst>
              </a:rPr>
              <a:t>红</a:t>
            </a:r>
            <a:r>
              <a:rPr lang="zh-CN" altLang="en-US" sz="2400" b="1" dirty="0">
                <a:solidFill>
                  <a:srgbClr val="002060"/>
                </a:solidFill>
                <a:effectLst>
                  <a:outerShdw blurRad="38100" dist="38100" dir="2700000" algn="tl">
                    <a:srgbClr val="000000">
                      <a:alpha val="43137"/>
                    </a:srgbClr>
                  </a:outerShdw>
                </a:effectLst>
              </a:rPr>
              <a:t>黑</a:t>
            </a:r>
            <a:r>
              <a:rPr lang="zh-CN" altLang="en-US" sz="2400" b="1" dirty="0">
                <a:solidFill>
                  <a:srgbClr val="00B050"/>
                </a:solidFill>
                <a:effectLst>
                  <a:outerShdw blurRad="38100" dist="38100" dir="2700000" algn="tl">
                    <a:srgbClr val="000000">
                      <a:alpha val="43137"/>
                    </a:srgbClr>
                  </a:outerShdw>
                </a:effectLst>
              </a:rPr>
              <a:t>树</a:t>
            </a:r>
          </a:p>
        </p:txBody>
      </p:sp>
      <p:sp>
        <p:nvSpPr>
          <p:cNvPr id="6" name="文本框 5">
            <a:extLst>
              <a:ext uri="{FF2B5EF4-FFF2-40B4-BE49-F238E27FC236}">
                <a16:creationId xmlns:a16="http://schemas.microsoft.com/office/drawing/2014/main" id="{B8001BB9-43BE-42B6-98E6-1A129F891096}"/>
              </a:ext>
            </a:extLst>
          </p:cNvPr>
          <p:cNvSpPr txBox="1"/>
          <p:nvPr/>
        </p:nvSpPr>
        <p:spPr>
          <a:xfrm>
            <a:off x="463991" y="935181"/>
            <a:ext cx="1107996" cy="369332"/>
          </a:xfrm>
          <a:prstGeom prst="rect">
            <a:avLst/>
          </a:prstGeom>
          <a:noFill/>
        </p:spPr>
        <p:txBody>
          <a:bodyPr wrap="none" rtlCol="0">
            <a:spAutoFit/>
          </a:bodyPr>
          <a:lstStyle/>
          <a:p>
            <a:r>
              <a:rPr lang="zh-CN" altLang="en-US" b="1" dirty="0">
                <a:solidFill>
                  <a:srgbClr val="86229A"/>
                </a:solidFill>
              </a:rPr>
              <a:t>删除算法</a:t>
            </a:r>
          </a:p>
        </p:txBody>
      </p:sp>
      <p:sp>
        <p:nvSpPr>
          <p:cNvPr id="7" name="文本框 6">
            <a:extLst>
              <a:ext uri="{FF2B5EF4-FFF2-40B4-BE49-F238E27FC236}">
                <a16:creationId xmlns:a16="http://schemas.microsoft.com/office/drawing/2014/main" id="{35B9C63A-B7A4-4E74-ADB6-0AF994358642}"/>
              </a:ext>
            </a:extLst>
          </p:cNvPr>
          <p:cNvSpPr txBox="1"/>
          <p:nvPr/>
        </p:nvSpPr>
        <p:spPr>
          <a:xfrm>
            <a:off x="6626740" y="306826"/>
            <a:ext cx="516083" cy="400110"/>
          </a:xfrm>
          <a:prstGeom prst="rect">
            <a:avLst/>
          </a:prstGeom>
          <a:noFill/>
        </p:spPr>
        <p:txBody>
          <a:bodyPr wrap="square" rtlCol="0">
            <a:spAutoFit/>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46</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8" name="直接连接符 7">
            <a:extLst>
              <a:ext uri="{FF2B5EF4-FFF2-40B4-BE49-F238E27FC236}">
                <a16:creationId xmlns:a16="http://schemas.microsoft.com/office/drawing/2014/main" id="{C9C8891C-CF0D-4ADE-A643-2904B963F934}"/>
              </a:ext>
            </a:extLst>
          </p:cNvPr>
          <p:cNvCxnSpPr>
            <a:cxnSpLocks/>
          </p:cNvCxnSpPr>
          <p:nvPr/>
        </p:nvCxnSpPr>
        <p:spPr>
          <a:xfrm>
            <a:off x="2112919" y="4065599"/>
            <a:ext cx="5333899"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8AB88F0-E48A-4966-A147-06F99E195616}"/>
              </a:ext>
            </a:extLst>
          </p:cNvPr>
          <p:cNvCxnSpPr>
            <a:cxnSpLocks/>
          </p:cNvCxnSpPr>
          <p:nvPr/>
        </p:nvCxnSpPr>
        <p:spPr>
          <a:xfrm>
            <a:off x="2112919" y="4314983"/>
            <a:ext cx="112211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EC84BFC-5966-4922-8B9E-D397BDDA1DDA}"/>
              </a:ext>
            </a:extLst>
          </p:cNvPr>
          <p:cNvCxnSpPr>
            <a:cxnSpLocks/>
          </p:cNvCxnSpPr>
          <p:nvPr/>
        </p:nvCxnSpPr>
        <p:spPr>
          <a:xfrm>
            <a:off x="2105992" y="4592074"/>
            <a:ext cx="1690154"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4" name="矩形: 圆角 13">
            <a:extLst>
              <a:ext uri="{FF2B5EF4-FFF2-40B4-BE49-F238E27FC236}">
                <a16:creationId xmlns:a16="http://schemas.microsoft.com/office/drawing/2014/main" id="{6B403161-30E3-4761-9C9A-434585AA701A}"/>
              </a:ext>
            </a:extLst>
          </p:cNvPr>
          <p:cNvSpPr/>
          <p:nvPr/>
        </p:nvSpPr>
        <p:spPr>
          <a:xfrm>
            <a:off x="8445862" y="3810420"/>
            <a:ext cx="3484418" cy="2849117"/>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cxnSp>
        <p:nvCxnSpPr>
          <p:cNvPr id="15" name="直接连接符 14">
            <a:extLst>
              <a:ext uri="{FF2B5EF4-FFF2-40B4-BE49-F238E27FC236}">
                <a16:creationId xmlns:a16="http://schemas.microsoft.com/office/drawing/2014/main" id="{99486CC2-CC74-466E-9096-61869A00C2FE}"/>
              </a:ext>
            </a:extLst>
          </p:cNvPr>
          <p:cNvCxnSpPr>
            <a:cxnSpLocks/>
          </p:cNvCxnSpPr>
          <p:nvPr/>
        </p:nvCxnSpPr>
        <p:spPr>
          <a:xfrm flipH="1">
            <a:off x="9278635" y="5673295"/>
            <a:ext cx="244999" cy="59366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EEBCE3B-9170-446F-AE0E-F9E44B4832BB}"/>
              </a:ext>
            </a:extLst>
          </p:cNvPr>
          <p:cNvCxnSpPr>
            <a:cxnSpLocks/>
            <a:endCxn id="59" idx="0"/>
          </p:cNvCxnSpPr>
          <p:nvPr/>
        </p:nvCxnSpPr>
        <p:spPr>
          <a:xfrm flipH="1">
            <a:off x="10461528" y="5761949"/>
            <a:ext cx="249702" cy="38495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E1A7471-1BA4-4248-BE90-9E4520A99D46}"/>
              </a:ext>
            </a:extLst>
          </p:cNvPr>
          <p:cNvCxnSpPr>
            <a:cxnSpLocks/>
          </p:cNvCxnSpPr>
          <p:nvPr/>
        </p:nvCxnSpPr>
        <p:spPr>
          <a:xfrm flipH="1">
            <a:off x="8951108" y="5180673"/>
            <a:ext cx="210085" cy="375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446A5E12-6E95-42FA-BCC7-69C27A1C0EA9}"/>
              </a:ext>
            </a:extLst>
          </p:cNvPr>
          <p:cNvSpPr/>
          <p:nvPr/>
        </p:nvSpPr>
        <p:spPr>
          <a:xfrm>
            <a:off x="9096095" y="6079375"/>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28</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A5E1E0A4-6D8C-4AA3-8A77-C5AC34B98BE9}"/>
              </a:ext>
            </a:extLst>
          </p:cNvPr>
          <p:cNvGrpSpPr/>
          <p:nvPr/>
        </p:nvGrpSpPr>
        <p:grpSpPr>
          <a:xfrm>
            <a:off x="9450337" y="3875967"/>
            <a:ext cx="1149922" cy="525336"/>
            <a:chOff x="2587552" y="439693"/>
            <a:chExt cx="1159066" cy="522272"/>
          </a:xfrm>
        </p:grpSpPr>
        <p:sp>
          <p:nvSpPr>
            <p:cNvPr id="20" name="文本框 19">
              <a:extLst>
                <a:ext uri="{FF2B5EF4-FFF2-40B4-BE49-F238E27FC236}">
                  <a16:creationId xmlns:a16="http://schemas.microsoft.com/office/drawing/2014/main" id="{9CA4FB74-1C58-44ED-8559-9B1FF8C3F67E}"/>
                </a:ext>
              </a:extLst>
            </p:cNvPr>
            <p:cNvSpPr txBox="1"/>
            <p:nvPr/>
          </p:nvSpPr>
          <p:spPr>
            <a:xfrm>
              <a:off x="2587552" y="439693"/>
              <a:ext cx="1159066" cy="332363"/>
            </a:xfrm>
            <a:prstGeom prst="rect">
              <a:avLst/>
            </a:prstGeom>
            <a:noFill/>
          </p:spPr>
          <p:txBody>
            <a:bodyPr wrap="none" lIns="36000" tIns="36000" rIns="36000" bIns="36000" rtlCol="0" anchor="ctr" anchorCtr="1">
              <a:spAutoFit/>
            </a:bodyPr>
            <a:lstStyle/>
            <a:p>
              <a:pPr algn="ctr">
                <a:lnSpc>
                  <a:spcPct val="80000"/>
                </a:lnSpc>
              </a:pPr>
              <a:r>
                <a:rPr lang="en-US" altLang="zh-CN"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T-&gt;root</a:t>
              </a:r>
              <a:endParaRPr lang="zh-CN" altLang="en-US" sz="2000" b="1" dirty="0">
                <a:solidFill>
                  <a:srgbClr val="86229A"/>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21" name="直接箭头连接符 20">
              <a:extLst>
                <a:ext uri="{FF2B5EF4-FFF2-40B4-BE49-F238E27FC236}">
                  <a16:creationId xmlns:a16="http://schemas.microsoft.com/office/drawing/2014/main" id="{9C5F525D-E758-46F1-9CDC-66149E1EA111}"/>
                </a:ext>
              </a:extLst>
            </p:cNvPr>
            <p:cNvCxnSpPr>
              <a:cxnSpLocks/>
            </p:cNvCxnSpPr>
            <p:nvPr/>
          </p:nvCxnSpPr>
          <p:spPr>
            <a:xfrm>
              <a:off x="3254954" y="629107"/>
              <a:ext cx="0" cy="33285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22" name="直接连接符 21">
            <a:extLst>
              <a:ext uri="{FF2B5EF4-FFF2-40B4-BE49-F238E27FC236}">
                <a16:creationId xmlns:a16="http://schemas.microsoft.com/office/drawing/2014/main" id="{A74215B5-6C4A-4038-9139-17C5567D8E5B}"/>
              </a:ext>
            </a:extLst>
          </p:cNvPr>
          <p:cNvCxnSpPr>
            <a:cxnSpLocks/>
          </p:cNvCxnSpPr>
          <p:nvPr/>
        </p:nvCxnSpPr>
        <p:spPr>
          <a:xfrm>
            <a:off x="9220681" y="5185036"/>
            <a:ext cx="286117" cy="51430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AC162D16-D6E0-4CF2-A92D-B3FC643CF91F}"/>
              </a:ext>
            </a:extLst>
          </p:cNvPr>
          <p:cNvCxnSpPr>
            <a:cxnSpLocks/>
          </p:cNvCxnSpPr>
          <p:nvPr/>
        </p:nvCxnSpPr>
        <p:spPr>
          <a:xfrm flipH="1">
            <a:off x="9267186" y="4566530"/>
            <a:ext cx="832877" cy="41499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29C225C5-E8A4-4526-8946-E1821FFA0D3C}"/>
              </a:ext>
            </a:extLst>
          </p:cNvPr>
          <p:cNvSpPr/>
          <p:nvPr/>
        </p:nvSpPr>
        <p:spPr>
          <a:xfrm>
            <a:off x="8979405" y="4920751"/>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8" name="椭圆 27">
            <a:extLst>
              <a:ext uri="{FF2B5EF4-FFF2-40B4-BE49-F238E27FC236}">
                <a16:creationId xmlns:a16="http://schemas.microsoft.com/office/drawing/2014/main" id="{BAA93DE7-49F6-4174-BCEC-BE13B9DFCB05}"/>
              </a:ext>
            </a:extLst>
          </p:cNvPr>
          <p:cNvSpPr/>
          <p:nvPr/>
        </p:nvSpPr>
        <p:spPr>
          <a:xfrm>
            <a:off x="9292585" y="5496855"/>
            <a:ext cx="422127"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9" name="椭圆 28">
            <a:extLst>
              <a:ext uri="{FF2B5EF4-FFF2-40B4-BE49-F238E27FC236}">
                <a16:creationId xmlns:a16="http://schemas.microsoft.com/office/drawing/2014/main" id="{339516C4-ED2C-40D5-BEAA-AA6EC43A3E4D}"/>
              </a:ext>
            </a:extLst>
          </p:cNvPr>
          <p:cNvSpPr/>
          <p:nvPr/>
        </p:nvSpPr>
        <p:spPr>
          <a:xfrm>
            <a:off x="8711576" y="5488953"/>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13</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0" name="组合 29">
            <a:extLst>
              <a:ext uri="{FF2B5EF4-FFF2-40B4-BE49-F238E27FC236}">
                <a16:creationId xmlns:a16="http://schemas.microsoft.com/office/drawing/2014/main" id="{34A1EF52-55E2-4057-806C-4A960910BD9B}"/>
              </a:ext>
            </a:extLst>
          </p:cNvPr>
          <p:cNvGrpSpPr/>
          <p:nvPr/>
        </p:nvGrpSpPr>
        <p:grpSpPr>
          <a:xfrm>
            <a:off x="9502921" y="5850097"/>
            <a:ext cx="375362" cy="353484"/>
            <a:chOff x="3051852" y="483830"/>
            <a:chExt cx="378345" cy="351423"/>
          </a:xfrm>
        </p:grpSpPr>
        <p:sp>
          <p:nvSpPr>
            <p:cNvPr id="31" name="文本框 30">
              <a:extLst>
                <a:ext uri="{FF2B5EF4-FFF2-40B4-BE49-F238E27FC236}">
                  <a16:creationId xmlns:a16="http://schemas.microsoft.com/office/drawing/2014/main" id="{7F393F4A-B390-4BB4-BC11-ED6E41F428E7}"/>
                </a:ext>
              </a:extLst>
            </p:cNvPr>
            <p:cNvSpPr txBox="1"/>
            <p:nvPr/>
          </p:nvSpPr>
          <p:spPr>
            <a:xfrm>
              <a:off x="3051852" y="483830"/>
              <a:ext cx="284421" cy="306355"/>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86229A"/>
                  </a:solidFill>
                  <a:latin typeface="Courier New" panose="02070309020205020404" pitchFamily="49" charset="0"/>
                  <a:cs typeface="Courier New" panose="02070309020205020404" pitchFamily="49" charset="0"/>
                </a:rPr>
                <a:t>s</a:t>
              </a:r>
              <a:endParaRPr lang="zh-CN" altLang="en-US" b="1" dirty="0">
                <a:solidFill>
                  <a:srgbClr val="86229A"/>
                </a:solidFill>
                <a:latin typeface="Courier New" panose="02070309020205020404" pitchFamily="49" charset="0"/>
                <a:cs typeface="Courier New" panose="02070309020205020404" pitchFamily="49" charset="0"/>
              </a:endParaRPr>
            </a:p>
          </p:txBody>
        </p:sp>
        <p:cxnSp>
          <p:nvCxnSpPr>
            <p:cNvPr id="32" name="直接箭头连接符 31">
              <a:extLst>
                <a:ext uri="{FF2B5EF4-FFF2-40B4-BE49-F238E27FC236}">
                  <a16:creationId xmlns:a16="http://schemas.microsoft.com/office/drawing/2014/main" id="{00FFDB78-3971-4BA5-B797-1479C5DEE6A8}"/>
                </a:ext>
              </a:extLst>
            </p:cNvPr>
            <p:cNvCxnSpPr>
              <a:cxnSpLocks/>
            </p:cNvCxnSpPr>
            <p:nvPr/>
          </p:nvCxnSpPr>
          <p:spPr>
            <a:xfrm>
              <a:off x="3236648" y="676794"/>
              <a:ext cx="193549" cy="158459"/>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cxnSp>
        <p:nvCxnSpPr>
          <p:cNvPr id="33" name="直接连接符 32">
            <a:extLst>
              <a:ext uri="{FF2B5EF4-FFF2-40B4-BE49-F238E27FC236}">
                <a16:creationId xmlns:a16="http://schemas.microsoft.com/office/drawing/2014/main" id="{86D81DD2-8D5E-4DD4-B202-3B47B5F71AB5}"/>
              </a:ext>
            </a:extLst>
          </p:cNvPr>
          <p:cNvCxnSpPr>
            <a:cxnSpLocks/>
          </p:cNvCxnSpPr>
          <p:nvPr/>
        </p:nvCxnSpPr>
        <p:spPr>
          <a:xfrm>
            <a:off x="10938614" y="5160481"/>
            <a:ext cx="269681" cy="47527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0" name="椭圆 39">
            <a:extLst>
              <a:ext uri="{FF2B5EF4-FFF2-40B4-BE49-F238E27FC236}">
                <a16:creationId xmlns:a16="http://schemas.microsoft.com/office/drawing/2014/main" id="{60073D35-429E-4412-9EF9-132204F6D28B}"/>
              </a:ext>
            </a:extLst>
          </p:cNvPr>
          <p:cNvSpPr/>
          <p:nvPr/>
        </p:nvSpPr>
        <p:spPr>
          <a:xfrm>
            <a:off x="9828860" y="6079313"/>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latin typeface="Times New Roman" panose="02020603050405020304" pitchFamily="18" charset="0"/>
                <a:cs typeface="Times New Roman" panose="02020603050405020304" pitchFamily="18" charset="0"/>
              </a:rPr>
              <a:t>53</a:t>
            </a:r>
            <a:endParaRPr lang="zh-CN" altLang="en-US" b="1" dirty="0">
              <a:solidFill>
                <a:schemeClr val="bg1"/>
              </a:solidFill>
              <a:latin typeface="Times New Roman" panose="02020603050405020304" pitchFamily="18" charset="0"/>
              <a:cs typeface="Times New Roman" panose="02020603050405020304" pitchFamily="18" charset="0"/>
            </a:endParaRPr>
          </a:p>
        </p:txBody>
      </p:sp>
      <p:cxnSp>
        <p:nvCxnSpPr>
          <p:cNvPr id="41" name="直接连接符 40">
            <a:extLst>
              <a:ext uri="{FF2B5EF4-FFF2-40B4-BE49-F238E27FC236}">
                <a16:creationId xmlns:a16="http://schemas.microsoft.com/office/drawing/2014/main" id="{74F0E9CF-9EC1-4E80-9077-190CA3677D60}"/>
              </a:ext>
            </a:extLst>
          </p:cNvPr>
          <p:cNvCxnSpPr>
            <a:cxnSpLocks/>
          </p:cNvCxnSpPr>
          <p:nvPr/>
        </p:nvCxnSpPr>
        <p:spPr>
          <a:xfrm flipH="1">
            <a:off x="10696879" y="5223966"/>
            <a:ext cx="211288" cy="464148"/>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D49D5BD8-F9F5-4431-BA1F-E46DE608774D}"/>
              </a:ext>
            </a:extLst>
          </p:cNvPr>
          <p:cNvGrpSpPr/>
          <p:nvPr/>
        </p:nvGrpSpPr>
        <p:grpSpPr>
          <a:xfrm>
            <a:off x="9827187" y="4050923"/>
            <a:ext cx="83783" cy="438410"/>
            <a:chOff x="3238841" y="494029"/>
            <a:chExt cx="84449" cy="435854"/>
          </a:xfrm>
        </p:grpSpPr>
        <p:sp>
          <p:nvSpPr>
            <p:cNvPr id="46" name="文本框 45">
              <a:extLst>
                <a:ext uri="{FF2B5EF4-FFF2-40B4-BE49-F238E27FC236}">
                  <a16:creationId xmlns:a16="http://schemas.microsoft.com/office/drawing/2014/main" id="{4CAC8213-250D-40F0-8144-ED2CC78094FB}"/>
                </a:ext>
              </a:extLst>
            </p:cNvPr>
            <p:cNvSpPr txBox="1"/>
            <p:nvPr/>
          </p:nvSpPr>
          <p:spPr>
            <a:xfrm>
              <a:off x="3238841" y="494029"/>
              <a:ext cx="84449" cy="310748"/>
            </a:xfrm>
            <a:prstGeom prst="rect">
              <a:avLst/>
            </a:prstGeom>
            <a:noFill/>
          </p:spPr>
          <p:txBody>
            <a:bodyPr wrap="square" lIns="36000" tIns="36000" rIns="36000" bIns="36000" rtlCol="0" anchor="ctr" anchorCtr="1">
              <a:spAutoFit/>
            </a:bodyPr>
            <a:lstStyle/>
            <a:p>
              <a:pPr algn="ctr">
                <a:lnSpc>
                  <a:spcPct val="80000"/>
                </a:lnSpc>
              </a:pPr>
              <a:r>
                <a:rPr lang="en-US" altLang="zh-CN" b="1" dirty="0">
                  <a:solidFill>
                    <a:srgbClr val="C00000"/>
                  </a:solidFill>
                  <a:latin typeface="Courier New" panose="02070309020205020404" pitchFamily="49" charset="0"/>
                  <a:cs typeface="Courier New" panose="02070309020205020404" pitchFamily="49" charset="0"/>
                </a:rPr>
                <a:t>p</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47" name="直接箭头连接符 46">
              <a:extLst>
                <a:ext uri="{FF2B5EF4-FFF2-40B4-BE49-F238E27FC236}">
                  <a16:creationId xmlns:a16="http://schemas.microsoft.com/office/drawing/2014/main" id="{705C8031-868C-4C03-A9D8-9A912990ABF9}"/>
                </a:ext>
              </a:extLst>
            </p:cNvPr>
            <p:cNvCxnSpPr>
              <a:cxnSpLocks/>
            </p:cNvCxnSpPr>
            <p:nvPr/>
          </p:nvCxnSpPr>
          <p:spPr>
            <a:xfrm flipH="1">
              <a:off x="3298343" y="731107"/>
              <a:ext cx="1" cy="198776"/>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55" name="椭圆 54">
            <a:extLst>
              <a:ext uri="{FF2B5EF4-FFF2-40B4-BE49-F238E27FC236}">
                <a16:creationId xmlns:a16="http://schemas.microsoft.com/office/drawing/2014/main" id="{3F908630-AF0F-493D-96EE-58BF7E1731B5}"/>
              </a:ext>
            </a:extLst>
          </p:cNvPr>
          <p:cNvSpPr/>
          <p:nvPr/>
        </p:nvSpPr>
        <p:spPr>
          <a:xfrm>
            <a:off x="11052671" y="5533462"/>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81</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56" name="直接连接符 55">
            <a:extLst>
              <a:ext uri="{FF2B5EF4-FFF2-40B4-BE49-F238E27FC236}">
                <a16:creationId xmlns:a16="http://schemas.microsoft.com/office/drawing/2014/main" id="{D2176F4E-EF22-414D-A3D0-379BE362C98D}"/>
              </a:ext>
            </a:extLst>
          </p:cNvPr>
          <p:cNvCxnSpPr>
            <a:cxnSpLocks/>
          </p:cNvCxnSpPr>
          <p:nvPr/>
        </p:nvCxnSpPr>
        <p:spPr>
          <a:xfrm>
            <a:off x="10733530" y="5777651"/>
            <a:ext cx="238529" cy="38495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D8DA23BA-7363-4BA3-9AF6-58E4DD7EEEB8}"/>
              </a:ext>
            </a:extLst>
          </p:cNvPr>
          <p:cNvCxnSpPr>
            <a:cxnSpLocks/>
            <a:endCxn id="60" idx="1"/>
          </p:cNvCxnSpPr>
          <p:nvPr/>
        </p:nvCxnSpPr>
        <p:spPr>
          <a:xfrm>
            <a:off x="10237538" y="4676428"/>
            <a:ext cx="566942" cy="303188"/>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D9B7BA36-3E35-42C8-A2DF-4A6C2141DC53}"/>
              </a:ext>
            </a:extLst>
          </p:cNvPr>
          <p:cNvSpPr/>
          <p:nvPr/>
        </p:nvSpPr>
        <p:spPr>
          <a:xfrm>
            <a:off x="10492957" y="5533462"/>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65</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4" name="椭圆 53">
            <a:extLst>
              <a:ext uri="{FF2B5EF4-FFF2-40B4-BE49-F238E27FC236}">
                <a16:creationId xmlns:a16="http://schemas.microsoft.com/office/drawing/2014/main" id="{513E03B4-CF78-4775-83E1-19CC6EEC42A1}"/>
              </a:ext>
            </a:extLst>
          </p:cNvPr>
          <p:cNvSpPr/>
          <p:nvPr/>
        </p:nvSpPr>
        <p:spPr>
          <a:xfrm>
            <a:off x="9875071" y="4386259"/>
            <a:ext cx="392876" cy="398323"/>
          </a:xfrm>
          <a:prstGeom prst="ellipse">
            <a:avLst/>
          </a:prstGeom>
          <a:solidFill>
            <a:schemeClr val="tx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rgbClr val="FFFA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b="1" dirty="0">
              <a:solidFill>
                <a:srgbClr val="FFFA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7" name="矩形: 圆角 56">
            <a:extLst>
              <a:ext uri="{FF2B5EF4-FFF2-40B4-BE49-F238E27FC236}">
                <a16:creationId xmlns:a16="http://schemas.microsoft.com/office/drawing/2014/main" id="{C18E1AE0-15E2-42E9-92B4-BD969BFFC567}"/>
              </a:ext>
            </a:extLst>
          </p:cNvPr>
          <p:cNvSpPr/>
          <p:nvPr/>
        </p:nvSpPr>
        <p:spPr>
          <a:xfrm>
            <a:off x="10774092" y="6146904"/>
            <a:ext cx="396001" cy="26161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NIL</a:t>
            </a:r>
            <a:endPar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9" name="矩形: 圆角 58">
            <a:extLst>
              <a:ext uri="{FF2B5EF4-FFF2-40B4-BE49-F238E27FC236}">
                <a16:creationId xmlns:a16="http://schemas.microsoft.com/office/drawing/2014/main" id="{F2F74F13-DC87-44E6-AD8F-B8AA3A7FF6B3}"/>
              </a:ext>
            </a:extLst>
          </p:cNvPr>
          <p:cNvSpPr/>
          <p:nvPr/>
        </p:nvSpPr>
        <p:spPr>
          <a:xfrm>
            <a:off x="10263527" y="6146904"/>
            <a:ext cx="396001" cy="26161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NIL</a:t>
            </a:r>
            <a:endPar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0" name="椭圆 59">
            <a:extLst>
              <a:ext uri="{FF2B5EF4-FFF2-40B4-BE49-F238E27FC236}">
                <a16:creationId xmlns:a16="http://schemas.microsoft.com/office/drawing/2014/main" id="{99C7B036-6AE1-4F3B-87E5-55555FB36139}"/>
              </a:ext>
            </a:extLst>
          </p:cNvPr>
          <p:cNvSpPr/>
          <p:nvPr/>
        </p:nvSpPr>
        <p:spPr>
          <a:xfrm>
            <a:off x="10746945" y="4921283"/>
            <a:ext cx="392876" cy="398323"/>
          </a:xfrm>
          <a:prstGeom prst="ellipse">
            <a:avLst/>
          </a:prstGeom>
          <a:solidFill>
            <a:srgbClr val="FF0000"/>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70</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494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1" fill="hold" nodeType="afterEffect">
                                  <p:stCondLst>
                                    <p:cond delay="0"/>
                                  </p:stCondLst>
                                  <p:childTnLst>
                                    <p:animEffect transition="out" filter="wipe(up)">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6" presetClass="exit" presetSubtype="0" fill="hold" grpId="0" nodeType="clickEffect">
                                  <p:stCondLst>
                                    <p:cond delay="0"/>
                                  </p:stCondLst>
                                  <p:childTnLst>
                                    <p:animEffect transition="out" filter="wipe(down)">
                                      <p:cBhvr>
                                        <p:cTn id="15" dur="180" accel="50000">
                                          <p:stCondLst>
                                            <p:cond delay="1820"/>
                                          </p:stCondLst>
                                        </p:cTn>
                                        <p:tgtEl>
                                          <p:spTgt spid="40"/>
                                        </p:tgtEl>
                                      </p:cBhvr>
                                    </p:animEffect>
                                    <p:anim calcmode="lin" valueType="num">
                                      <p:cBhvr>
                                        <p:cTn id="16" dur="1822" tmFilter="0,0; 0.14,0.31; 0.43,0.73; 0.71,0.91; 1.0,1.0">
                                          <p:stCondLst>
                                            <p:cond delay="0"/>
                                          </p:stCondLst>
                                        </p:cTn>
                                        <p:tgtEl>
                                          <p:spTgt spid="40"/>
                                        </p:tgtEl>
                                        <p:attrNameLst>
                                          <p:attrName>ppt_x</p:attrName>
                                        </p:attrNameLst>
                                      </p:cBhvr>
                                      <p:tavLst>
                                        <p:tav tm="0">
                                          <p:val>
                                            <p:strVal val="ppt_x"/>
                                          </p:val>
                                        </p:tav>
                                        <p:tav tm="100000">
                                          <p:val>
                                            <p:strVal val="#ppt_x+0.25"/>
                                          </p:val>
                                        </p:tav>
                                      </p:tavLst>
                                    </p:anim>
                                    <p:anim calcmode="lin" valueType="num">
                                      <p:cBhvr>
                                        <p:cTn id="17" dur="178">
                                          <p:stCondLst>
                                            <p:cond delay="1822"/>
                                          </p:stCondLst>
                                        </p:cTn>
                                        <p:tgtEl>
                                          <p:spTgt spid="40"/>
                                        </p:tgtEl>
                                        <p:attrNameLst>
                                          <p:attrName>ppt_x</p:attrName>
                                        </p:attrNameLst>
                                      </p:cBhvr>
                                      <p:tavLst>
                                        <p:tav tm="0">
                                          <p:val>
                                            <p:strVal val="ppt_x"/>
                                          </p:val>
                                        </p:tav>
                                        <p:tav tm="100000">
                                          <p:val>
                                            <p:strVal val="ppt_x"/>
                                          </p:val>
                                        </p:tav>
                                      </p:tavLst>
                                    </p:anim>
                                    <p:anim calcmode="lin" valueType="num">
                                      <p:cBhvr>
                                        <p:cTn id="18" dur="664" tmFilter="0.0,0.0;0.25,0.07;0.50,0.2;0.75,0.467;1.0,1.0">
                                          <p:stCondLst>
                                            <p:cond delay="0"/>
                                          </p:stCondLst>
                                        </p:cTn>
                                        <p:tgtEl>
                                          <p:spTgt spid="40"/>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9" dur="664" tmFilter="0, 0; 0.125,0.2665; 0.25,0.4; 0.375,0.465; 0.5,0.5;  0.625,0.535; 0.75,0.6; 0.875,0.7335; 1,1">
                                          <p:stCondLst>
                                            <p:cond delay="664"/>
                                          </p:stCondLst>
                                        </p:cTn>
                                        <p:tgtEl>
                                          <p:spTgt spid="40"/>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0" dur="332" tmFilter="0, 0; 0.125,0.2665; 0.25,0.4; 0.375,0.465; 0.5,0.5;  0.625,0.535; 0.75,0.6; 0.875,0.7335; 1,1">
                                          <p:stCondLst>
                                            <p:cond delay="1324"/>
                                          </p:stCondLst>
                                        </p:cTn>
                                        <p:tgtEl>
                                          <p:spTgt spid="40"/>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1" dur="164" tmFilter="0, 0; 0.125,0.2665; 0.25,0.4; 0.375,0.465; 0.5,0.5;  0.625,0.535; 0.75,0.6; 0.875,0.7335; 1,1">
                                          <p:stCondLst>
                                            <p:cond delay="1656"/>
                                          </p:stCondLst>
                                        </p:cTn>
                                        <p:tgtEl>
                                          <p:spTgt spid="40"/>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2" dur="180" accel="50000">
                                          <p:stCondLst>
                                            <p:cond delay="1820"/>
                                          </p:stCondLst>
                                        </p:cTn>
                                        <p:tgtEl>
                                          <p:spTgt spid="40"/>
                                        </p:tgtEl>
                                        <p:attrNameLst>
                                          <p:attrName>ppt_y</p:attrName>
                                        </p:attrNameLst>
                                      </p:cBhvr>
                                      <p:tavLst>
                                        <p:tav tm="0">
                                          <p:val>
                                            <p:strVal val="ppt_y"/>
                                          </p:val>
                                        </p:tav>
                                        <p:tav tm="100000">
                                          <p:val>
                                            <p:strVal val="ppt_y+ppt_h"/>
                                          </p:val>
                                        </p:tav>
                                      </p:tavLst>
                                    </p:anim>
                                    <p:animScale>
                                      <p:cBhvr>
                                        <p:cTn id="23" dur="26">
                                          <p:stCondLst>
                                            <p:cond delay="620"/>
                                          </p:stCondLst>
                                        </p:cTn>
                                        <p:tgtEl>
                                          <p:spTgt spid="40"/>
                                        </p:tgtEl>
                                      </p:cBhvr>
                                      <p:to x="100000" y="60000"/>
                                    </p:animScale>
                                    <p:animScale>
                                      <p:cBhvr>
                                        <p:cTn id="24" dur="166" decel="50000">
                                          <p:stCondLst>
                                            <p:cond delay="646"/>
                                          </p:stCondLst>
                                        </p:cTn>
                                        <p:tgtEl>
                                          <p:spTgt spid="40"/>
                                        </p:tgtEl>
                                      </p:cBhvr>
                                      <p:to x="100000" y="100000"/>
                                    </p:animScale>
                                    <p:animScale>
                                      <p:cBhvr>
                                        <p:cTn id="25" dur="26">
                                          <p:stCondLst>
                                            <p:cond delay="1312"/>
                                          </p:stCondLst>
                                        </p:cTn>
                                        <p:tgtEl>
                                          <p:spTgt spid="40"/>
                                        </p:tgtEl>
                                      </p:cBhvr>
                                      <p:to x="100000" y="80000"/>
                                    </p:animScale>
                                    <p:animScale>
                                      <p:cBhvr>
                                        <p:cTn id="26" dur="166" decel="50000">
                                          <p:stCondLst>
                                            <p:cond delay="1338"/>
                                          </p:stCondLst>
                                        </p:cTn>
                                        <p:tgtEl>
                                          <p:spTgt spid="40"/>
                                        </p:tgtEl>
                                      </p:cBhvr>
                                      <p:to x="100000" y="100000"/>
                                    </p:animScale>
                                    <p:animScale>
                                      <p:cBhvr>
                                        <p:cTn id="27" dur="26">
                                          <p:stCondLst>
                                            <p:cond delay="1642"/>
                                          </p:stCondLst>
                                        </p:cTn>
                                        <p:tgtEl>
                                          <p:spTgt spid="40"/>
                                        </p:tgtEl>
                                      </p:cBhvr>
                                      <p:to x="100000" y="90000"/>
                                    </p:animScale>
                                    <p:animScale>
                                      <p:cBhvr>
                                        <p:cTn id="28" dur="166" decel="50000">
                                          <p:stCondLst>
                                            <p:cond delay="1668"/>
                                          </p:stCondLst>
                                        </p:cTn>
                                        <p:tgtEl>
                                          <p:spTgt spid="40"/>
                                        </p:tgtEl>
                                      </p:cBhvr>
                                      <p:to x="100000" y="100000"/>
                                    </p:animScale>
                                    <p:animScale>
                                      <p:cBhvr>
                                        <p:cTn id="29" dur="26">
                                          <p:stCondLst>
                                            <p:cond delay="1808"/>
                                          </p:stCondLst>
                                        </p:cTn>
                                        <p:tgtEl>
                                          <p:spTgt spid="40"/>
                                        </p:tgtEl>
                                      </p:cBhvr>
                                      <p:to x="100000" y="95000"/>
                                    </p:animScale>
                                    <p:animScale>
                                      <p:cBhvr>
                                        <p:cTn id="30" dur="166" decel="50000">
                                          <p:stCondLst>
                                            <p:cond delay="1834"/>
                                          </p:stCondLst>
                                        </p:cTn>
                                        <p:tgtEl>
                                          <p:spTgt spid="40"/>
                                        </p:tgtEl>
                                      </p:cBhvr>
                                      <p:to x="100000" y="100000"/>
                                    </p:animScale>
                                    <p:set>
                                      <p:cBhvr>
                                        <p:cTn id="31" dur="1" fill="hold">
                                          <p:stCondLst>
                                            <p:cond delay="1999"/>
                                          </p:stCondLst>
                                        </p:cTn>
                                        <p:tgtEl>
                                          <p:spTgt spid="40"/>
                                        </p:tgtEl>
                                        <p:attrNameLst>
                                          <p:attrName>style.visibility</p:attrName>
                                        </p:attrNameLst>
                                      </p:cBhvr>
                                      <p:to>
                                        <p:strVal val="hidden"/>
                                      </p:to>
                                    </p:set>
                                  </p:childTnLst>
                                </p:cTn>
                              </p:par>
                            </p:childTnLst>
                          </p:cTn>
                        </p:par>
                        <p:par>
                          <p:cTn id="32" fill="hold">
                            <p:stCondLst>
                              <p:cond delay="2000"/>
                            </p:stCondLst>
                            <p:childTnLst>
                              <p:par>
                                <p:cTn id="33" presetID="22" presetClass="exit" presetSubtype="1" fill="hold" nodeType="afterEffect">
                                  <p:stCondLst>
                                    <p:cond delay="0"/>
                                  </p:stCondLst>
                                  <p:childTnLst>
                                    <p:animEffect transition="out" filter="wipe(up)">
                                      <p:cBhvr>
                                        <p:cTn id="34" dur="500"/>
                                        <p:tgtEl>
                                          <p:spTgt spid="10"/>
                                        </p:tgtEl>
                                      </p:cBhvr>
                                    </p:animEffect>
                                    <p:set>
                                      <p:cBhvr>
                                        <p:cTn id="35" dur="1" fill="hold">
                                          <p:stCondLst>
                                            <p:cond delay="499"/>
                                          </p:stCondLst>
                                        </p:cTn>
                                        <p:tgtEl>
                                          <p:spTgt spid="10"/>
                                        </p:tgtEl>
                                        <p:attrNameLst>
                                          <p:attrName>style.visibility</p:attrName>
                                        </p:attrNameLst>
                                      </p:cBhvr>
                                      <p:to>
                                        <p:strVal val="hidden"/>
                                      </p:to>
                                    </p:set>
                                  </p:childTnLst>
                                </p:cTn>
                              </p:par>
                            </p:childTnLst>
                          </p:cTn>
                        </p:par>
                        <p:par>
                          <p:cTn id="36" fill="hold">
                            <p:stCondLst>
                              <p:cond delay="2500"/>
                            </p:stCondLst>
                            <p:childTnLst>
                              <p:par>
                                <p:cTn id="37" presetID="22" presetClass="entr" presetSubtype="8"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16"/>
                                        </p:tgtEl>
                                      </p:cBhvr>
                                    </p:animEffect>
                                    <p:set>
                                      <p:cBhvr>
                                        <p:cTn id="44" dur="1" fill="hold">
                                          <p:stCondLst>
                                            <p:cond delay="499"/>
                                          </p:stCondLst>
                                        </p:cTn>
                                        <p:tgtEl>
                                          <p:spTgt spid="16"/>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56"/>
                                        </p:tgtEl>
                                      </p:cBhvr>
                                    </p:animEffect>
                                    <p:set>
                                      <p:cBhvr>
                                        <p:cTn id="47" dur="1" fill="hold">
                                          <p:stCondLst>
                                            <p:cond delay="499"/>
                                          </p:stCondLst>
                                        </p:cTn>
                                        <p:tgtEl>
                                          <p:spTgt spid="56"/>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59"/>
                                        </p:tgtEl>
                                      </p:cBhvr>
                                    </p:animEffect>
                                    <p:set>
                                      <p:cBhvr>
                                        <p:cTn id="50" dur="1" fill="hold">
                                          <p:stCondLst>
                                            <p:cond delay="499"/>
                                          </p:stCondLst>
                                        </p:cTn>
                                        <p:tgtEl>
                                          <p:spTgt spid="59"/>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57"/>
                                        </p:tgtEl>
                                      </p:cBhvr>
                                    </p:animEffect>
                                    <p:set>
                                      <p:cBhvr>
                                        <p:cTn id="53" dur="1" fill="hold">
                                          <p:stCondLst>
                                            <p:cond delay="499"/>
                                          </p:stCondLst>
                                        </p:cTn>
                                        <p:tgtEl>
                                          <p:spTgt spid="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57" grpId="0" animBg="1"/>
      <p:bldP spid="5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19E79D92-23FA-4D27-A221-457F820EB683}"/>
              </a:ext>
            </a:extLst>
          </p:cNvPr>
          <p:cNvSpPr txBox="1"/>
          <p:nvPr/>
        </p:nvSpPr>
        <p:spPr>
          <a:xfrm>
            <a:off x="640071" y="3788756"/>
            <a:ext cx="877163" cy="369332"/>
          </a:xfrm>
          <a:prstGeom prst="rect">
            <a:avLst/>
          </a:prstGeom>
          <a:noFill/>
        </p:spPr>
        <p:txBody>
          <a:bodyPr wrap="none" rtlCol="0">
            <a:spAutoFit/>
          </a:bodyPr>
          <a:lstStyle/>
          <a:p>
            <a:r>
              <a:rPr lang="zh-CN" altLang="en-US" b="1" dirty="0"/>
              <a:t>查找：</a:t>
            </a:r>
          </a:p>
        </p:txBody>
      </p:sp>
      <p:sp>
        <p:nvSpPr>
          <p:cNvPr id="153" name="文本框 152">
            <a:extLst>
              <a:ext uri="{FF2B5EF4-FFF2-40B4-BE49-F238E27FC236}">
                <a16:creationId xmlns:a16="http://schemas.microsoft.com/office/drawing/2014/main" id="{14768DE3-1D53-45D8-8406-532708EDEFFF}"/>
              </a:ext>
            </a:extLst>
          </p:cNvPr>
          <p:cNvSpPr txBox="1"/>
          <p:nvPr/>
        </p:nvSpPr>
        <p:spPr>
          <a:xfrm>
            <a:off x="3728323" y="611342"/>
            <a:ext cx="4625872" cy="1815882"/>
          </a:xfrm>
          <a:prstGeom prst="rect">
            <a:avLst/>
          </a:prstGeom>
          <a:solidFill>
            <a:schemeClr val="bg2"/>
          </a:solidFill>
          <a:ln w="12700">
            <a:solidFill>
              <a:schemeClr val="tx1"/>
            </a:solidFill>
          </a:ln>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struct</a:t>
            </a:r>
            <a:r>
              <a:rPr lang="zh-CN" altLang="en-US" sz="1600" b="1" dirty="0">
                <a:latin typeface="Courier New" panose="02070309020205020404" pitchFamily="49" charset="0"/>
                <a:cs typeface="Courier New" panose="02070309020205020404" pitchFamily="49" charset="0"/>
              </a:rPr>
              <a:t> BTNode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600" b="1" dirty="0">
                <a:latin typeface="Courier New" panose="02070309020205020404" pitchFamily="49" charset="0"/>
                <a:cs typeface="Courier New" panose="02070309020205020404" pitchFamily="49" charset="0"/>
              </a:rPr>
              <a:t> keynum;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结点中关键字个数</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BTNode *parent;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指向双亲结点</a:t>
            </a:r>
          </a:p>
          <a:p>
            <a:r>
              <a:rPr lang="zh-CN" altLang="en-US" sz="1600" b="1" dirty="0">
                <a:latin typeface="Courier New" panose="02070309020205020404" pitchFamily="49" charset="0"/>
                <a:cs typeface="Courier New" panose="02070309020205020404" pitchFamily="49" charset="0"/>
              </a:rPr>
              <a:t>  KeyType key[m+1];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关键字向量</a:t>
            </a:r>
          </a:p>
          <a:p>
            <a:r>
              <a:rPr lang="zh-CN" altLang="en-US" sz="1600" b="1" dirty="0">
                <a:latin typeface="Courier New" panose="02070309020205020404" pitchFamily="49" charset="0"/>
                <a:cs typeface="Courier New" panose="02070309020205020404" pitchFamily="49" charset="0"/>
              </a:rPr>
              <a:t>  BTNode *ptr[m+1];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子树指针向量</a:t>
            </a:r>
          </a:p>
          <a:p>
            <a:r>
              <a:rPr lang="zh-CN" altLang="en-US" sz="1600" b="1" dirty="0">
                <a:latin typeface="Courier New" panose="02070309020205020404" pitchFamily="49" charset="0"/>
                <a:cs typeface="Courier New" panose="02070309020205020404" pitchFamily="49" charset="0"/>
              </a:rPr>
              <a:t>  Record *recptr[m+1];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记录指针向量</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BTNode,*BTree;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B树结点和B树的类型</a:t>
            </a:r>
          </a:p>
        </p:txBody>
      </p:sp>
      <p:grpSp>
        <p:nvGrpSpPr>
          <p:cNvPr id="176" name="组合 175">
            <a:extLst>
              <a:ext uri="{FF2B5EF4-FFF2-40B4-BE49-F238E27FC236}">
                <a16:creationId xmlns:a16="http://schemas.microsoft.com/office/drawing/2014/main" id="{C8C3B663-D261-4530-917A-187117FD3F43}"/>
              </a:ext>
            </a:extLst>
          </p:cNvPr>
          <p:cNvGrpSpPr/>
          <p:nvPr/>
        </p:nvGrpSpPr>
        <p:grpSpPr>
          <a:xfrm>
            <a:off x="9701670" y="1281237"/>
            <a:ext cx="1361255" cy="646764"/>
            <a:chOff x="9089272" y="2618507"/>
            <a:chExt cx="1361255" cy="646764"/>
          </a:xfrm>
        </p:grpSpPr>
        <p:grpSp>
          <p:nvGrpSpPr>
            <p:cNvPr id="174" name="组合 173">
              <a:extLst>
                <a:ext uri="{FF2B5EF4-FFF2-40B4-BE49-F238E27FC236}">
                  <a16:creationId xmlns:a16="http://schemas.microsoft.com/office/drawing/2014/main" id="{5FE65328-1380-4690-A699-EF26733CA91C}"/>
                </a:ext>
              </a:extLst>
            </p:cNvPr>
            <p:cNvGrpSpPr/>
            <p:nvPr/>
          </p:nvGrpSpPr>
          <p:grpSpPr>
            <a:xfrm>
              <a:off x="9089272" y="2618507"/>
              <a:ext cx="1361255" cy="646764"/>
              <a:chOff x="9089272" y="2618507"/>
              <a:chExt cx="1361255" cy="646764"/>
            </a:xfrm>
          </p:grpSpPr>
          <p:grpSp>
            <p:nvGrpSpPr>
              <p:cNvPr id="172" name="组合 171">
                <a:extLst>
                  <a:ext uri="{FF2B5EF4-FFF2-40B4-BE49-F238E27FC236}">
                    <a16:creationId xmlns:a16="http://schemas.microsoft.com/office/drawing/2014/main" id="{295A4087-125A-4AD0-BF2E-16FAEF02DD7E}"/>
                  </a:ext>
                </a:extLst>
              </p:cNvPr>
              <p:cNvGrpSpPr/>
              <p:nvPr/>
            </p:nvGrpSpPr>
            <p:grpSpPr>
              <a:xfrm>
                <a:off x="9089272" y="2820634"/>
                <a:ext cx="1361255" cy="444637"/>
                <a:chOff x="9089272" y="2820634"/>
                <a:chExt cx="1361255" cy="444637"/>
              </a:xfrm>
            </p:grpSpPr>
            <p:grpSp>
              <p:nvGrpSpPr>
                <p:cNvPr id="160" name="组合 159">
                  <a:extLst>
                    <a:ext uri="{FF2B5EF4-FFF2-40B4-BE49-F238E27FC236}">
                      <a16:creationId xmlns:a16="http://schemas.microsoft.com/office/drawing/2014/main" id="{937240EF-51B5-4BCE-9192-82878155ACC0}"/>
                    </a:ext>
                  </a:extLst>
                </p:cNvPr>
                <p:cNvGrpSpPr/>
                <p:nvPr/>
              </p:nvGrpSpPr>
              <p:grpSpPr>
                <a:xfrm>
                  <a:off x="9361523" y="2820634"/>
                  <a:ext cx="1089004" cy="277406"/>
                  <a:chOff x="9513923" y="2636701"/>
                  <a:chExt cx="1089004" cy="277406"/>
                </a:xfrm>
                <a:solidFill>
                  <a:schemeClr val="accent5">
                    <a:lumMod val="20000"/>
                    <a:lumOff val="80000"/>
                  </a:schemeClr>
                </a:solidFill>
              </p:grpSpPr>
              <p:sp>
                <p:nvSpPr>
                  <p:cNvPr id="156" name="文本框 155">
                    <a:extLst>
                      <a:ext uri="{FF2B5EF4-FFF2-40B4-BE49-F238E27FC236}">
                        <a16:creationId xmlns:a16="http://schemas.microsoft.com/office/drawing/2014/main" id="{A3DA0F92-A5C9-4B3C-A0A0-91C50386FACA}"/>
                      </a:ext>
                    </a:extLst>
                  </p:cNvPr>
                  <p:cNvSpPr txBox="1"/>
                  <p:nvPr/>
                </p:nvSpPr>
                <p:spPr>
                  <a:xfrm>
                    <a:off x="9513923" y="2637108"/>
                    <a:ext cx="272251" cy="276999"/>
                  </a:xfrm>
                  <a:prstGeom prst="rect">
                    <a:avLst/>
                  </a:prstGeom>
                  <a:solidFill>
                    <a:schemeClr val="accent3">
                      <a:lumMod val="20000"/>
                      <a:lumOff val="8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57" name="文本框 156">
                    <a:extLst>
                      <a:ext uri="{FF2B5EF4-FFF2-40B4-BE49-F238E27FC236}">
                        <a16:creationId xmlns:a16="http://schemas.microsoft.com/office/drawing/2014/main" id="{24368CBC-A4DC-4CFC-BE18-53B5124A2B76}"/>
                      </a:ext>
                    </a:extLst>
                  </p:cNvPr>
                  <p:cNvSpPr txBox="1"/>
                  <p:nvPr/>
                </p:nvSpPr>
                <p:spPr>
                  <a:xfrm>
                    <a:off x="9786174" y="2636951"/>
                    <a:ext cx="272251" cy="276999"/>
                  </a:xfrm>
                  <a:prstGeom prst="rect">
                    <a:avLst/>
                  </a:prstGeom>
                  <a:grp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58" name="文本框 157">
                    <a:extLst>
                      <a:ext uri="{FF2B5EF4-FFF2-40B4-BE49-F238E27FC236}">
                        <a16:creationId xmlns:a16="http://schemas.microsoft.com/office/drawing/2014/main" id="{1EB6D6D6-3842-4AE9-8990-A149452B28F9}"/>
                      </a:ext>
                    </a:extLst>
                  </p:cNvPr>
                  <p:cNvSpPr txBox="1"/>
                  <p:nvPr/>
                </p:nvSpPr>
                <p:spPr>
                  <a:xfrm>
                    <a:off x="10058425" y="2636701"/>
                    <a:ext cx="272251" cy="276999"/>
                  </a:xfrm>
                  <a:prstGeom prst="rect">
                    <a:avLst/>
                  </a:prstGeom>
                  <a:grp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59" name="文本框 158">
                    <a:extLst>
                      <a:ext uri="{FF2B5EF4-FFF2-40B4-BE49-F238E27FC236}">
                        <a16:creationId xmlns:a16="http://schemas.microsoft.com/office/drawing/2014/main" id="{C76AD790-2021-4462-B4C5-699BC71AC6D4}"/>
                      </a:ext>
                    </a:extLst>
                  </p:cNvPr>
                  <p:cNvSpPr txBox="1"/>
                  <p:nvPr/>
                </p:nvSpPr>
                <p:spPr>
                  <a:xfrm>
                    <a:off x="10330676" y="2636951"/>
                    <a:ext cx="272251" cy="276999"/>
                  </a:xfrm>
                  <a:prstGeom prst="rect">
                    <a:avLst/>
                  </a:prstGeom>
                  <a:grp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grpSp>
              <p:nvGrpSpPr>
                <p:cNvPr id="166" name="组合 165">
                  <a:extLst>
                    <a:ext uri="{FF2B5EF4-FFF2-40B4-BE49-F238E27FC236}">
                      <a16:creationId xmlns:a16="http://schemas.microsoft.com/office/drawing/2014/main" id="{C0F92BA3-90F1-4FE8-96EF-12CE91257518}"/>
                    </a:ext>
                  </a:extLst>
                </p:cNvPr>
                <p:cNvGrpSpPr/>
                <p:nvPr/>
              </p:nvGrpSpPr>
              <p:grpSpPr>
                <a:xfrm>
                  <a:off x="9361523" y="3097633"/>
                  <a:ext cx="1089004" cy="167638"/>
                  <a:chOff x="9513923" y="2636701"/>
                  <a:chExt cx="1089004" cy="277406"/>
                </a:xfrm>
                <a:solidFill>
                  <a:schemeClr val="accent5">
                    <a:lumMod val="20000"/>
                    <a:lumOff val="80000"/>
                  </a:schemeClr>
                </a:solidFill>
              </p:grpSpPr>
              <p:sp>
                <p:nvSpPr>
                  <p:cNvPr id="167" name="文本框 166">
                    <a:extLst>
                      <a:ext uri="{FF2B5EF4-FFF2-40B4-BE49-F238E27FC236}">
                        <a16:creationId xmlns:a16="http://schemas.microsoft.com/office/drawing/2014/main" id="{E89E0D24-B373-430A-94CF-6A7912A8C165}"/>
                      </a:ext>
                    </a:extLst>
                  </p:cNvPr>
                  <p:cNvSpPr txBox="1"/>
                  <p:nvPr/>
                </p:nvSpPr>
                <p:spPr>
                  <a:xfrm>
                    <a:off x="9513923" y="2637108"/>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68" name="文本框 167">
                    <a:extLst>
                      <a:ext uri="{FF2B5EF4-FFF2-40B4-BE49-F238E27FC236}">
                        <a16:creationId xmlns:a16="http://schemas.microsoft.com/office/drawing/2014/main" id="{83197447-0B44-4A09-811B-02D85E9D5016}"/>
                      </a:ext>
                    </a:extLst>
                  </p:cNvPr>
                  <p:cNvSpPr txBox="1"/>
                  <p:nvPr/>
                </p:nvSpPr>
                <p:spPr>
                  <a:xfrm>
                    <a:off x="9786174" y="2636951"/>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69" name="文本框 168">
                    <a:extLst>
                      <a:ext uri="{FF2B5EF4-FFF2-40B4-BE49-F238E27FC236}">
                        <a16:creationId xmlns:a16="http://schemas.microsoft.com/office/drawing/2014/main" id="{2E1C10B1-43D8-491E-B93C-A304633AAE7F}"/>
                      </a:ext>
                    </a:extLst>
                  </p:cNvPr>
                  <p:cNvSpPr txBox="1"/>
                  <p:nvPr/>
                </p:nvSpPr>
                <p:spPr>
                  <a:xfrm>
                    <a:off x="10058425" y="2636701"/>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70" name="文本框 169">
                    <a:extLst>
                      <a:ext uri="{FF2B5EF4-FFF2-40B4-BE49-F238E27FC236}">
                        <a16:creationId xmlns:a16="http://schemas.microsoft.com/office/drawing/2014/main" id="{755E32B4-487B-40B8-AC69-F45B8E886882}"/>
                      </a:ext>
                    </a:extLst>
                  </p:cNvPr>
                  <p:cNvSpPr txBox="1"/>
                  <p:nvPr/>
                </p:nvSpPr>
                <p:spPr>
                  <a:xfrm>
                    <a:off x="10330676" y="2636951"/>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sp>
              <p:nvSpPr>
                <p:cNvPr id="171" name="文本框 170">
                  <a:extLst>
                    <a:ext uri="{FF2B5EF4-FFF2-40B4-BE49-F238E27FC236}">
                      <a16:creationId xmlns:a16="http://schemas.microsoft.com/office/drawing/2014/main" id="{55903F48-EA59-412D-8835-4AEA4F707EB5}"/>
                    </a:ext>
                  </a:extLst>
                </p:cNvPr>
                <p:cNvSpPr txBox="1"/>
                <p:nvPr/>
              </p:nvSpPr>
              <p:spPr>
                <a:xfrm>
                  <a:off x="9089272" y="2988233"/>
                  <a:ext cx="272251" cy="276999"/>
                </a:xfrm>
                <a:prstGeom prst="rect">
                  <a:avLst/>
                </a:prstGeom>
                <a:solidFill>
                  <a:schemeClr val="bg2"/>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sp>
            <p:nvSpPr>
              <p:cNvPr id="173" name="文本框 172">
                <a:extLst>
                  <a:ext uri="{FF2B5EF4-FFF2-40B4-BE49-F238E27FC236}">
                    <a16:creationId xmlns:a16="http://schemas.microsoft.com/office/drawing/2014/main" id="{EDDD7FDA-4096-46A4-8BDE-A8B574D9020F}"/>
                  </a:ext>
                </a:extLst>
              </p:cNvPr>
              <p:cNvSpPr txBox="1"/>
              <p:nvPr/>
            </p:nvSpPr>
            <p:spPr>
              <a:xfrm>
                <a:off x="9458828" y="2618507"/>
                <a:ext cx="965008" cy="215444"/>
              </a:xfrm>
              <a:prstGeom prst="rect">
                <a:avLst/>
              </a:prstGeom>
              <a:noFill/>
            </p:spPr>
            <p:txBody>
              <a:bodyPr wrap="none" lIns="0" tIns="0" rIns="0" bIns="0" rtlCol="0">
                <a:spAutoFit/>
              </a:bodyPr>
              <a:lstStyle/>
              <a:p>
                <a:r>
                  <a:rPr lang="en-US" altLang="zh-CN" sz="1400" dirty="0"/>
                  <a:t>0  </a:t>
                </a:r>
                <a:r>
                  <a:rPr lang="en-US" altLang="zh-CN" sz="1100" dirty="0"/>
                  <a:t>  </a:t>
                </a:r>
                <a:r>
                  <a:rPr lang="en-US" altLang="zh-CN" sz="1400" dirty="0"/>
                  <a:t>1</a:t>
                </a:r>
                <a:r>
                  <a:rPr lang="en-US" altLang="zh-CN" sz="1100" dirty="0"/>
                  <a:t>    </a:t>
                </a:r>
                <a:r>
                  <a:rPr lang="en-US" altLang="zh-CN" sz="1400" b="1" dirty="0">
                    <a:latin typeface="等线" panose="02010600030101010101" pitchFamily="2" charset="-122"/>
                    <a:ea typeface="等线" panose="02010600030101010101" pitchFamily="2" charset="-122"/>
                  </a:rPr>
                  <a:t>…</a:t>
                </a:r>
                <a:r>
                  <a:rPr lang="en-US" altLang="zh-CN" sz="1400" dirty="0"/>
                  <a:t> </a:t>
                </a:r>
                <a:r>
                  <a:rPr lang="en-US" altLang="zh-CN" sz="1100" dirty="0"/>
                  <a:t>  </a:t>
                </a:r>
                <a:r>
                  <a:rPr lang="en-US" altLang="zh-CN" sz="1400" dirty="0"/>
                  <a:t>m</a:t>
                </a:r>
                <a:endParaRPr lang="zh-CN" altLang="en-US" sz="1400" dirty="0"/>
              </a:p>
            </p:txBody>
          </p:sp>
        </p:grpSp>
        <p:sp>
          <p:nvSpPr>
            <p:cNvPr id="175" name="文本框 174">
              <a:extLst>
                <a:ext uri="{FF2B5EF4-FFF2-40B4-BE49-F238E27FC236}">
                  <a16:creationId xmlns:a16="http://schemas.microsoft.com/office/drawing/2014/main" id="{D6CFEB18-16F4-4054-A9AD-69D80BF5C580}"/>
                </a:ext>
              </a:extLst>
            </p:cNvPr>
            <p:cNvSpPr txBox="1"/>
            <p:nvPr/>
          </p:nvSpPr>
          <p:spPr>
            <a:xfrm>
              <a:off x="9089380" y="2820851"/>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sp>
        <p:nvSpPr>
          <p:cNvPr id="177" name="文本框 176">
            <a:extLst>
              <a:ext uri="{FF2B5EF4-FFF2-40B4-BE49-F238E27FC236}">
                <a16:creationId xmlns:a16="http://schemas.microsoft.com/office/drawing/2014/main" id="{7CE31FF3-7878-4B7A-89BD-E960177225FD}"/>
              </a:ext>
            </a:extLst>
          </p:cNvPr>
          <p:cNvSpPr txBox="1"/>
          <p:nvPr/>
        </p:nvSpPr>
        <p:spPr>
          <a:xfrm>
            <a:off x="8818484" y="1422030"/>
            <a:ext cx="827150"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parent</a:t>
            </a:r>
            <a:endParaRPr lang="zh-CN" altLang="en-US" b="1" dirty="0">
              <a:latin typeface="Courier New" panose="02070309020205020404" pitchFamily="49" charset="0"/>
              <a:cs typeface="Courier New" panose="02070309020205020404" pitchFamily="49" charset="0"/>
            </a:endParaRPr>
          </a:p>
        </p:txBody>
      </p:sp>
      <p:sp>
        <p:nvSpPr>
          <p:cNvPr id="179" name="文本框 178">
            <a:extLst>
              <a:ext uri="{FF2B5EF4-FFF2-40B4-BE49-F238E27FC236}">
                <a16:creationId xmlns:a16="http://schemas.microsoft.com/office/drawing/2014/main" id="{4BABFABD-1C98-4A39-B8FC-540E1BDCF5FB}"/>
              </a:ext>
            </a:extLst>
          </p:cNvPr>
          <p:cNvSpPr txBox="1"/>
          <p:nvPr/>
        </p:nvSpPr>
        <p:spPr>
          <a:xfrm>
            <a:off x="8756147" y="1661679"/>
            <a:ext cx="939318" cy="276999"/>
          </a:xfrm>
          <a:prstGeom prst="rect">
            <a:avLst/>
          </a:prstGeom>
          <a:noFill/>
        </p:spPr>
        <p:txBody>
          <a:bodyPr wrap="square" lIns="0" tIns="0" rIns="0" bIns="0">
            <a:spAutoFit/>
          </a:bodyPr>
          <a:lstStyle/>
          <a:p>
            <a:pPr algn="ctr"/>
            <a:r>
              <a:rPr lang="zh-CN" altLang="en-US" sz="1800" b="1" dirty="0">
                <a:latin typeface="Courier New" panose="02070309020205020404" pitchFamily="49" charset="0"/>
                <a:cs typeface="Courier New" panose="02070309020205020404" pitchFamily="49" charset="0"/>
              </a:rPr>
              <a:t>keynum</a:t>
            </a:r>
            <a:endParaRPr lang="zh-CN" altLang="en-US" dirty="0"/>
          </a:p>
        </p:txBody>
      </p:sp>
      <p:sp>
        <p:nvSpPr>
          <p:cNvPr id="180" name="文本框 179">
            <a:extLst>
              <a:ext uri="{FF2B5EF4-FFF2-40B4-BE49-F238E27FC236}">
                <a16:creationId xmlns:a16="http://schemas.microsoft.com/office/drawing/2014/main" id="{C7DC0A14-0331-4D2F-A70C-6B6A5D4F55B8}"/>
              </a:ext>
            </a:extLst>
          </p:cNvPr>
          <p:cNvSpPr txBox="1"/>
          <p:nvPr/>
        </p:nvSpPr>
        <p:spPr>
          <a:xfrm>
            <a:off x="10311635" y="1045513"/>
            <a:ext cx="413575"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key</a:t>
            </a:r>
            <a:endParaRPr lang="zh-CN" altLang="en-US" b="1" dirty="0">
              <a:latin typeface="Courier New" panose="02070309020205020404" pitchFamily="49" charset="0"/>
              <a:cs typeface="Courier New" panose="02070309020205020404" pitchFamily="49" charset="0"/>
            </a:endParaRPr>
          </a:p>
        </p:txBody>
      </p:sp>
      <p:sp>
        <p:nvSpPr>
          <p:cNvPr id="181" name="文本框 180">
            <a:extLst>
              <a:ext uri="{FF2B5EF4-FFF2-40B4-BE49-F238E27FC236}">
                <a16:creationId xmlns:a16="http://schemas.microsoft.com/office/drawing/2014/main" id="{A65305A5-FCD8-417D-BB8D-1D40FAC31162}"/>
              </a:ext>
            </a:extLst>
          </p:cNvPr>
          <p:cNvSpPr txBox="1"/>
          <p:nvPr/>
        </p:nvSpPr>
        <p:spPr>
          <a:xfrm>
            <a:off x="10295681" y="1950652"/>
            <a:ext cx="413575" cy="276999"/>
          </a:xfrm>
          <a:prstGeom prst="rect">
            <a:avLst/>
          </a:prstGeom>
          <a:noFill/>
        </p:spPr>
        <p:txBody>
          <a:bodyPr wrap="none" lIns="0" tIns="0" rIns="0" bIns="0" rtlCol="0">
            <a:spAutoFit/>
          </a:bodyPr>
          <a:lstStyle/>
          <a:p>
            <a:r>
              <a:rPr lang="en-US" altLang="zh-CN" b="1" dirty="0" err="1">
                <a:latin typeface="Courier New" panose="02070309020205020404" pitchFamily="49" charset="0"/>
                <a:cs typeface="Courier New" panose="02070309020205020404" pitchFamily="49" charset="0"/>
              </a:rPr>
              <a:t>ptr</a:t>
            </a:r>
            <a:endParaRPr lang="zh-CN" altLang="en-US" b="1" dirty="0">
              <a:latin typeface="Courier New" panose="02070309020205020404" pitchFamily="49" charset="0"/>
              <a:cs typeface="Courier New" panose="02070309020205020404" pitchFamily="49" charset="0"/>
            </a:endParaRPr>
          </a:p>
        </p:txBody>
      </p:sp>
      <p:sp>
        <p:nvSpPr>
          <p:cNvPr id="217" name="矩形: 圆角 216">
            <a:extLst>
              <a:ext uri="{FF2B5EF4-FFF2-40B4-BE49-F238E27FC236}">
                <a16:creationId xmlns:a16="http://schemas.microsoft.com/office/drawing/2014/main" id="{ECBE28AB-6C3F-4390-AF17-FEF999033E09}"/>
              </a:ext>
            </a:extLst>
          </p:cNvPr>
          <p:cNvSpPr/>
          <p:nvPr/>
        </p:nvSpPr>
        <p:spPr>
          <a:xfrm>
            <a:off x="762897" y="1059706"/>
            <a:ext cx="1775204" cy="46793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00206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B</a:t>
            </a:r>
            <a:r>
              <a:rPr lang="zh-CN" altLang="en-US" sz="2400" b="1" dirty="0">
                <a:solidFill>
                  <a:srgbClr val="00206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树的查找</a:t>
            </a:r>
          </a:p>
        </p:txBody>
      </p:sp>
      <p:sp>
        <p:nvSpPr>
          <p:cNvPr id="225" name="文本框 224">
            <a:extLst>
              <a:ext uri="{FF2B5EF4-FFF2-40B4-BE49-F238E27FC236}">
                <a16:creationId xmlns:a16="http://schemas.microsoft.com/office/drawing/2014/main" id="{9D6649D5-0796-43F1-B788-F3B591CE4331}"/>
              </a:ext>
            </a:extLst>
          </p:cNvPr>
          <p:cNvSpPr txBox="1"/>
          <p:nvPr/>
        </p:nvSpPr>
        <p:spPr>
          <a:xfrm>
            <a:off x="789647" y="3365664"/>
            <a:ext cx="3762568" cy="369332"/>
          </a:xfrm>
          <a:prstGeom prst="rect">
            <a:avLst/>
          </a:prstGeom>
          <a:noFill/>
        </p:spPr>
        <p:txBody>
          <a:bodyPr wrap="none" rtlCol="0">
            <a:spAutoFit/>
          </a:bodyPr>
          <a:lstStyle/>
          <a:p>
            <a:r>
              <a:rPr lang="zh-CN" altLang="en-US" b="1" dirty="0">
                <a:solidFill>
                  <a:srgbClr val="C00000"/>
                </a:solidFill>
              </a:rPr>
              <a:t>图</a:t>
            </a:r>
            <a:r>
              <a:rPr lang="en-US" altLang="zh-CN" b="1" dirty="0">
                <a:solidFill>
                  <a:srgbClr val="C00000"/>
                </a:solidFill>
              </a:rPr>
              <a:t>9.23  </a:t>
            </a:r>
            <a:r>
              <a:rPr lang="zh-CN" altLang="en-US" b="1" dirty="0"/>
              <a:t>一棵</a:t>
            </a:r>
            <a:r>
              <a:rPr lang="en-US" altLang="zh-CN" b="1" dirty="0"/>
              <a:t>4</a:t>
            </a:r>
            <a:r>
              <a:rPr lang="zh-CN" altLang="en-US" b="1" dirty="0"/>
              <a:t>阶</a:t>
            </a:r>
            <a:r>
              <a:rPr lang="en-US" altLang="zh-CN" b="1" dirty="0"/>
              <a:t>B</a:t>
            </a:r>
            <a:r>
              <a:rPr lang="zh-CN" altLang="en-US" b="1" dirty="0"/>
              <a:t>树及查找过程演示</a:t>
            </a:r>
          </a:p>
        </p:txBody>
      </p:sp>
      <p:sp>
        <p:nvSpPr>
          <p:cNvPr id="226" name="文本框 225">
            <a:extLst>
              <a:ext uri="{FF2B5EF4-FFF2-40B4-BE49-F238E27FC236}">
                <a16:creationId xmlns:a16="http://schemas.microsoft.com/office/drawing/2014/main" id="{C3C58213-A50E-4651-809B-E3B96BF32E38}"/>
              </a:ext>
            </a:extLst>
          </p:cNvPr>
          <p:cNvSpPr txBox="1"/>
          <p:nvPr/>
        </p:nvSpPr>
        <p:spPr>
          <a:xfrm>
            <a:off x="8736306" y="599340"/>
            <a:ext cx="2286210" cy="369332"/>
          </a:xfrm>
          <a:prstGeom prst="rect">
            <a:avLst/>
          </a:prstGeom>
          <a:noFill/>
        </p:spPr>
        <p:txBody>
          <a:bodyPr wrap="square" rtlCol="0">
            <a:spAutoFit/>
          </a:bodyPr>
          <a:lstStyle/>
          <a:p>
            <a:r>
              <a:rPr lang="en-US" altLang="zh-CN" b="1" dirty="0">
                <a:solidFill>
                  <a:srgbClr val="0070C0"/>
                </a:solidFill>
              </a:rPr>
              <a:t>m</a:t>
            </a:r>
            <a:r>
              <a:rPr lang="zh-CN" altLang="en-US" b="1" dirty="0">
                <a:solidFill>
                  <a:srgbClr val="0070C0"/>
                </a:solidFill>
              </a:rPr>
              <a:t>阶</a:t>
            </a:r>
            <a:r>
              <a:rPr lang="en-US" altLang="zh-CN" b="1" dirty="0">
                <a:solidFill>
                  <a:srgbClr val="0070C0"/>
                </a:solidFill>
              </a:rPr>
              <a:t>B</a:t>
            </a:r>
            <a:r>
              <a:rPr lang="zh-CN" altLang="en-US" b="1" dirty="0">
                <a:solidFill>
                  <a:srgbClr val="0070C0"/>
                </a:solidFill>
              </a:rPr>
              <a:t>树的结点图示：</a:t>
            </a:r>
          </a:p>
        </p:txBody>
      </p:sp>
      <p:grpSp>
        <p:nvGrpSpPr>
          <p:cNvPr id="2" name="组合 1">
            <a:extLst>
              <a:ext uri="{FF2B5EF4-FFF2-40B4-BE49-F238E27FC236}">
                <a16:creationId xmlns:a16="http://schemas.microsoft.com/office/drawing/2014/main" id="{6419C8A7-7011-499C-82A4-58C3BB82C371}"/>
              </a:ext>
            </a:extLst>
          </p:cNvPr>
          <p:cNvGrpSpPr/>
          <p:nvPr/>
        </p:nvGrpSpPr>
        <p:grpSpPr>
          <a:xfrm>
            <a:off x="4901972" y="3855469"/>
            <a:ext cx="1635434" cy="327251"/>
            <a:chOff x="5295529" y="3400511"/>
            <a:chExt cx="1635434" cy="327251"/>
          </a:xfrm>
        </p:grpSpPr>
        <p:sp>
          <p:nvSpPr>
            <p:cNvPr id="121" name="文本框 120">
              <a:extLst>
                <a:ext uri="{FF2B5EF4-FFF2-40B4-BE49-F238E27FC236}">
                  <a16:creationId xmlns:a16="http://schemas.microsoft.com/office/drawing/2014/main" id="{73C22FB6-A738-46CA-83CD-30AD8D2E6913}"/>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35</a:t>
              </a:r>
              <a:endParaRPr lang="zh-CN" altLang="en-US" sz="1600" b="1" dirty="0">
                <a:latin typeface="Times New Roman" panose="02020603050405020304" pitchFamily="18" charset="0"/>
                <a:cs typeface="Times New Roman" panose="02020603050405020304" pitchFamily="18" charset="0"/>
              </a:endParaRPr>
            </a:p>
          </p:txBody>
        </p:sp>
        <p:sp>
          <p:nvSpPr>
            <p:cNvPr id="122" name="文本框 121">
              <a:extLst>
                <a:ext uri="{FF2B5EF4-FFF2-40B4-BE49-F238E27FC236}">
                  <a16:creationId xmlns:a16="http://schemas.microsoft.com/office/drawing/2014/main" id="{2235CFB3-5E59-4495-A4E0-A1806B346D11}"/>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124" name="文本框 123">
              <a:extLst>
                <a:ext uri="{FF2B5EF4-FFF2-40B4-BE49-F238E27FC236}">
                  <a16:creationId xmlns:a16="http://schemas.microsoft.com/office/drawing/2014/main" id="{AF82C46C-24BC-49DC-9CE4-071B13E138B8}"/>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26" name="文本框 125">
              <a:extLst>
                <a:ext uri="{FF2B5EF4-FFF2-40B4-BE49-F238E27FC236}">
                  <a16:creationId xmlns:a16="http://schemas.microsoft.com/office/drawing/2014/main" id="{56CD7861-FC2E-4543-ADB6-3A6AE007AA95}"/>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28" name="文本框 127">
              <a:extLst>
                <a:ext uri="{FF2B5EF4-FFF2-40B4-BE49-F238E27FC236}">
                  <a16:creationId xmlns:a16="http://schemas.microsoft.com/office/drawing/2014/main" id="{E199EE7B-A081-4EF2-AB78-4D406D64EE8E}"/>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30" name="文本框 129">
              <a:extLst>
                <a:ext uri="{FF2B5EF4-FFF2-40B4-BE49-F238E27FC236}">
                  <a16:creationId xmlns:a16="http://schemas.microsoft.com/office/drawing/2014/main" id="{654397BB-CEFA-4C64-AEEE-037A9117258A}"/>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31" name="文本框 130">
              <a:extLst>
                <a:ext uri="{FF2B5EF4-FFF2-40B4-BE49-F238E27FC236}">
                  <a16:creationId xmlns:a16="http://schemas.microsoft.com/office/drawing/2014/main" id="{31E2DA04-0819-4098-B360-C2A3797B0A1E}"/>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32" name="文本框 131">
              <a:extLst>
                <a:ext uri="{FF2B5EF4-FFF2-40B4-BE49-F238E27FC236}">
                  <a16:creationId xmlns:a16="http://schemas.microsoft.com/office/drawing/2014/main" id="{0E924125-7449-4456-BCE2-4A5BE50AABAE}"/>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36" name="文本框 135">
              <a:extLst>
                <a:ext uri="{FF2B5EF4-FFF2-40B4-BE49-F238E27FC236}">
                  <a16:creationId xmlns:a16="http://schemas.microsoft.com/office/drawing/2014/main" id="{AEBE2A3A-E2B6-47B0-8A81-688631626227}"/>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38" name="文本框 137">
              <a:extLst>
                <a:ext uri="{FF2B5EF4-FFF2-40B4-BE49-F238E27FC236}">
                  <a16:creationId xmlns:a16="http://schemas.microsoft.com/office/drawing/2014/main" id="{1895D96E-7DD4-455D-85CB-8BD17B2F3D29}"/>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33" name="矩形 132">
              <a:extLst>
                <a:ext uri="{FF2B5EF4-FFF2-40B4-BE49-F238E27FC236}">
                  <a16:creationId xmlns:a16="http://schemas.microsoft.com/office/drawing/2014/main" id="{10D0451C-D0D8-4053-B39D-F567E34D6D1B}"/>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141" name="组合 140">
            <a:extLst>
              <a:ext uri="{FF2B5EF4-FFF2-40B4-BE49-F238E27FC236}">
                <a16:creationId xmlns:a16="http://schemas.microsoft.com/office/drawing/2014/main" id="{8E1AB47B-6749-4745-8A02-DA70C61CFF27}"/>
              </a:ext>
            </a:extLst>
          </p:cNvPr>
          <p:cNvGrpSpPr/>
          <p:nvPr/>
        </p:nvGrpSpPr>
        <p:grpSpPr>
          <a:xfrm>
            <a:off x="2446387" y="4697172"/>
            <a:ext cx="1635434" cy="327251"/>
            <a:chOff x="5295529" y="3400511"/>
            <a:chExt cx="1635434" cy="327251"/>
          </a:xfrm>
        </p:grpSpPr>
        <p:sp>
          <p:nvSpPr>
            <p:cNvPr id="143" name="文本框 142">
              <a:extLst>
                <a:ext uri="{FF2B5EF4-FFF2-40B4-BE49-F238E27FC236}">
                  <a16:creationId xmlns:a16="http://schemas.microsoft.com/office/drawing/2014/main" id="{5C0C5B4F-D7A4-4901-9CB9-B063D88F7886}"/>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18</a:t>
              </a:r>
              <a:endParaRPr lang="zh-CN" altLang="en-US" sz="1600" b="1" dirty="0">
                <a:latin typeface="Times New Roman" panose="02020603050405020304" pitchFamily="18" charset="0"/>
                <a:cs typeface="Times New Roman" panose="02020603050405020304" pitchFamily="18" charset="0"/>
              </a:endParaRPr>
            </a:p>
          </p:txBody>
        </p:sp>
        <p:sp>
          <p:nvSpPr>
            <p:cNvPr id="144" name="文本框 143">
              <a:extLst>
                <a:ext uri="{FF2B5EF4-FFF2-40B4-BE49-F238E27FC236}">
                  <a16:creationId xmlns:a16="http://schemas.microsoft.com/office/drawing/2014/main" id="{B5F51B7B-940B-42DD-B13D-25B8454386D0}"/>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145" name="文本框 144">
              <a:extLst>
                <a:ext uri="{FF2B5EF4-FFF2-40B4-BE49-F238E27FC236}">
                  <a16:creationId xmlns:a16="http://schemas.microsoft.com/office/drawing/2014/main" id="{27E17D5C-44AA-47C9-861D-A74996F7BEC8}"/>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46" name="文本框 145">
              <a:extLst>
                <a:ext uri="{FF2B5EF4-FFF2-40B4-BE49-F238E27FC236}">
                  <a16:creationId xmlns:a16="http://schemas.microsoft.com/office/drawing/2014/main" id="{AC8CDE95-7B5A-4172-AE9C-02B12A9115DE}"/>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47" name="文本框 146">
              <a:extLst>
                <a:ext uri="{FF2B5EF4-FFF2-40B4-BE49-F238E27FC236}">
                  <a16:creationId xmlns:a16="http://schemas.microsoft.com/office/drawing/2014/main" id="{8E6FE71C-5B9F-45D0-A952-0A87D81F020C}"/>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48" name="文本框 147">
              <a:extLst>
                <a:ext uri="{FF2B5EF4-FFF2-40B4-BE49-F238E27FC236}">
                  <a16:creationId xmlns:a16="http://schemas.microsoft.com/office/drawing/2014/main" id="{D2D068BB-9653-477F-8F54-A4014E528A8E}"/>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49" name="文本框 148">
              <a:extLst>
                <a:ext uri="{FF2B5EF4-FFF2-40B4-BE49-F238E27FC236}">
                  <a16:creationId xmlns:a16="http://schemas.microsoft.com/office/drawing/2014/main" id="{56519163-1554-4D23-8CD8-066DEAD94415}"/>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50" name="文本框 149">
              <a:extLst>
                <a:ext uri="{FF2B5EF4-FFF2-40B4-BE49-F238E27FC236}">
                  <a16:creationId xmlns:a16="http://schemas.microsoft.com/office/drawing/2014/main" id="{D5F5732C-AC47-4F67-AC14-D97B30DBA87A}"/>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51" name="文本框 150">
              <a:extLst>
                <a:ext uri="{FF2B5EF4-FFF2-40B4-BE49-F238E27FC236}">
                  <a16:creationId xmlns:a16="http://schemas.microsoft.com/office/drawing/2014/main" id="{00D0B14D-71E7-4138-B11C-196FFC756E26}"/>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52" name="文本框 151">
              <a:extLst>
                <a:ext uri="{FF2B5EF4-FFF2-40B4-BE49-F238E27FC236}">
                  <a16:creationId xmlns:a16="http://schemas.microsoft.com/office/drawing/2014/main" id="{DB326870-029C-41BC-8ABD-4874A56ACE9E}"/>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54" name="矩形 153">
              <a:extLst>
                <a:ext uri="{FF2B5EF4-FFF2-40B4-BE49-F238E27FC236}">
                  <a16:creationId xmlns:a16="http://schemas.microsoft.com/office/drawing/2014/main" id="{05AA9959-0A7C-479C-8CA8-B894B35F0DD8}"/>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155" name="组合 154">
            <a:extLst>
              <a:ext uri="{FF2B5EF4-FFF2-40B4-BE49-F238E27FC236}">
                <a16:creationId xmlns:a16="http://schemas.microsoft.com/office/drawing/2014/main" id="{28FCBDA6-E76C-421F-9C8B-0796F0451E09}"/>
              </a:ext>
            </a:extLst>
          </p:cNvPr>
          <p:cNvGrpSpPr/>
          <p:nvPr/>
        </p:nvGrpSpPr>
        <p:grpSpPr>
          <a:xfrm>
            <a:off x="7374290" y="4692651"/>
            <a:ext cx="1635434" cy="327251"/>
            <a:chOff x="5295529" y="3400511"/>
            <a:chExt cx="1635434" cy="327251"/>
          </a:xfrm>
        </p:grpSpPr>
        <p:sp>
          <p:nvSpPr>
            <p:cNvPr id="161" name="文本框 160">
              <a:extLst>
                <a:ext uri="{FF2B5EF4-FFF2-40B4-BE49-F238E27FC236}">
                  <a16:creationId xmlns:a16="http://schemas.microsoft.com/office/drawing/2014/main" id="{65224D92-DACA-4A84-A0C5-E2E3C616300B}"/>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43</a:t>
              </a:r>
              <a:endParaRPr lang="zh-CN" altLang="en-US" sz="1600" b="1" dirty="0">
                <a:latin typeface="Times New Roman" panose="02020603050405020304" pitchFamily="18" charset="0"/>
                <a:cs typeface="Times New Roman" panose="02020603050405020304" pitchFamily="18" charset="0"/>
              </a:endParaRPr>
            </a:p>
          </p:txBody>
        </p:sp>
        <p:sp>
          <p:nvSpPr>
            <p:cNvPr id="162" name="文本框 161">
              <a:extLst>
                <a:ext uri="{FF2B5EF4-FFF2-40B4-BE49-F238E27FC236}">
                  <a16:creationId xmlns:a16="http://schemas.microsoft.com/office/drawing/2014/main" id="{83F229B8-267E-420C-8F44-07C61535801E}"/>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2</a:t>
              </a:r>
              <a:endParaRPr lang="zh-CN" altLang="en-US" sz="1600" b="1" dirty="0">
                <a:solidFill>
                  <a:schemeClr val="accent2">
                    <a:lumMod val="50000"/>
                  </a:schemeClr>
                </a:solidFill>
              </a:endParaRPr>
            </a:p>
          </p:txBody>
        </p:sp>
        <p:sp>
          <p:nvSpPr>
            <p:cNvPr id="163" name="文本框 162">
              <a:extLst>
                <a:ext uri="{FF2B5EF4-FFF2-40B4-BE49-F238E27FC236}">
                  <a16:creationId xmlns:a16="http://schemas.microsoft.com/office/drawing/2014/main" id="{77B52233-8666-4085-B4ED-E0ADA01E483F}"/>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78</a:t>
              </a:r>
              <a:endParaRPr lang="zh-CN" altLang="en-US" sz="1600" b="1" dirty="0">
                <a:latin typeface="Times New Roman" panose="02020603050405020304" pitchFamily="18" charset="0"/>
                <a:cs typeface="Times New Roman" panose="02020603050405020304" pitchFamily="18" charset="0"/>
              </a:endParaRPr>
            </a:p>
          </p:txBody>
        </p:sp>
        <p:sp>
          <p:nvSpPr>
            <p:cNvPr id="164" name="文本框 163">
              <a:extLst>
                <a:ext uri="{FF2B5EF4-FFF2-40B4-BE49-F238E27FC236}">
                  <a16:creationId xmlns:a16="http://schemas.microsoft.com/office/drawing/2014/main" id="{D770BE57-ED8C-461B-9CC3-BFB9E1AEF5FA}"/>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65" name="文本框 164">
              <a:extLst>
                <a:ext uri="{FF2B5EF4-FFF2-40B4-BE49-F238E27FC236}">
                  <a16:creationId xmlns:a16="http://schemas.microsoft.com/office/drawing/2014/main" id="{E1F77DC2-333B-4A84-953A-0B8B0E0FAE73}"/>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78" name="文本框 177">
              <a:extLst>
                <a:ext uri="{FF2B5EF4-FFF2-40B4-BE49-F238E27FC236}">
                  <a16:creationId xmlns:a16="http://schemas.microsoft.com/office/drawing/2014/main" id="{EC87BF68-53C3-4F43-8010-449DB4E9DB27}"/>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02" name="文本框 201">
              <a:extLst>
                <a:ext uri="{FF2B5EF4-FFF2-40B4-BE49-F238E27FC236}">
                  <a16:creationId xmlns:a16="http://schemas.microsoft.com/office/drawing/2014/main" id="{EBCB3B9F-8343-47CE-9F30-1A080DBD47F1}"/>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06" name="文本框 205">
              <a:extLst>
                <a:ext uri="{FF2B5EF4-FFF2-40B4-BE49-F238E27FC236}">
                  <a16:creationId xmlns:a16="http://schemas.microsoft.com/office/drawing/2014/main" id="{3340445A-B35C-4C22-8F56-6D308DCA9538}"/>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08" name="文本框 207">
              <a:extLst>
                <a:ext uri="{FF2B5EF4-FFF2-40B4-BE49-F238E27FC236}">
                  <a16:creationId xmlns:a16="http://schemas.microsoft.com/office/drawing/2014/main" id="{72966B7D-7553-4401-932C-25476E7763B4}"/>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09" name="文本框 208">
              <a:extLst>
                <a:ext uri="{FF2B5EF4-FFF2-40B4-BE49-F238E27FC236}">
                  <a16:creationId xmlns:a16="http://schemas.microsoft.com/office/drawing/2014/main" id="{0BD9D897-4148-4BCA-9EA1-5851F8637AAC}"/>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1" name="矩形 210">
              <a:extLst>
                <a:ext uri="{FF2B5EF4-FFF2-40B4-BE49-F238E27FC236}">
                  <a16:creationId xmlns:a16="http://schemas.microsoft.com/office/drawing/2014/main" id="{BEF5CE62-D56F-4734-84A7-297ADBB7BF13}"/>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13" name="组合 212">
            <a:extLst>
              <a:ext uri="{FF2B5EF4-FFF2-40B4-BE49-F238E27FC236}">
                <a16:creationId xmlns:a16="http://schemas.microsoft.com/office/drawing/2014/main" id="{DD8C285A-002C-4A41-A3B7-832C12157528}"/>
              </a:ext>
            </a:extLst>
          </p:cNvPr>
          <p:cNvGrpSpPr/>
          <p:nvPr/>
        </p:nvGrpSpPr>
        <p:grpSpPr>
          <a:xfrm>
            <a:off x="1314678" y="5643486"/>
            <a:ext cx="1635434" cy="327251"/>
            <a:chOff x="5295529" y="3400511"/>
            <a:chExt cx="1635434" cy="327251"/>
          </a:xfrm>
        </p:grpSpPr>
        <p:sp>
          <p:nvSpPr>
            <p:cNvPr id="214" name="文本框 213">
              <a:extLst>
                <a:ext uri="{FF2B5EF4-FFF2-40B4-BE49-F238E27FC236}">
                  <a16:creationId xmlns:a16="http://schemas.microsoft.com/office/drawing/2014/main" id="{F4B89053-4F67-4850-B85B-9942F2B2C061}"/>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11</a:t>
              </a:r>
              <a:endParaRPr lang="zh-CN" altLang="en-US" sz="1600" b="1" dirty="0">
                <a:latin typeface="Times New Roman" panose="02020603050405020304" pitchFamily="18" charset="0"/>
                <a:cs typeface="Times New Roman" panose="02020603050405020304" pitchFamily="18" charset="0"/>
              </a:endParaRPr>
            </a:p>
          </p:txBody>
        </p:sp>
        <p:sp>
          <p:nvSpPr>
            <p:cNvPr id="216" name="文本框 215">
              <a:extLst>
                <a:ext uri="{FF2B5EF4-FFF2-40B4-BE49-F238E27FC236}">
                  <a16:creationId xmlns:a16="http://schemas.microsoft.com/office/drawing/2014/main" id="{5EE582C2-D9E7-4424-BEBA-EC79418A9170}"/>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18" name="文本框 217">
              <a:extLst>
                <a:ext uri="{FF2B5EF4-FFF2-40B4-BE49-F238E27FC236}">
                  <a16:creationId xmlns:a16="http://schemas.microsoft.com/office/drawing/2014/main" id="{62A51CD9-F56B-4BF1-A6AC-FA625B570EE9}"/>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20" name="文本框 219">
              <a:extLst>
                <a:ext uri="{FF2B5EF4-FFF2-40B4-BE49-F238E27FC236}">
                  <a16:creationId xmlns:a16="http://schemas.microsoft.com/office/drawing/2014/main" id="{707BBF37-0002-4D91-8C97-280233640BB9}"/>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27" name="文本框 226">
              <a:extLst>
                <a:ext uri="{FF2B5EF4-FFF2-40B4-BE49-F238E27FC236}">
                  <a16:creationId xmlns:a16="http://schemas.microsoft.com/office/drawing/2014/main" id="{077F6F58-4E10-4A2A-9147-4DE95B6E09A2}"/>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8" name="文本框 227">
              <a:extLst>
                <a:ext uri="{FF2B5EF4-FFF2-40B4-BE49-F238E27FC236}">
                  <a16:creationId xmlns:a16="http://schemas.microsoft.com/office/drawing/2014/main" id="{D53F6A6B-B474-4B53-862A-B584DE58A036}"/>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9" name="文本框 228">
              <a:extLst>
                <a:ext uri="{FF2B5EF4-FFF2-40B4-BE49-F238E27FC236}">
                  <a16:creationId xmlns:a16="http://schemas.microsoft.com/office/drawing/2014/main" id="{15C3260E-8708-46CC-A050-64ACB4FB7436}"/>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0" name="文本框 229">
              <a:extLst>
                <a:ext uri="{FF2B5EF4-FFF2-40B4-BE49-F238E27FC236}">
                  <a16:creationId xmlns:a16="http://schemas.microsoft.com/office/drawing/2014/main" id="{47290C08-DC42-4990-B375-3328E18FA578}"/>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1" name="文本框 230">
              <a:extLst>
                <a:ext uri="{FF2B5EF4-FFF2-40B4-BE49-F238E27FC236}">
                  <a16:creationId xmlns:a16="http://schemas.microsoft.com/office/drawing/2014/main" id="{228F2E36-297E-47AC-A888-5BD16A268250}"/>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32" name="文本框 231">
              <a:extLst>
                <a:ext uri="{FF2B5EF4-FFF2-40B4-BE49-F238E27FC236}">
                  <a16:creationId xmlns:a16="http://schemas.microsoft.com/office/drawing/2014/main" id="{01092FDB-682E-454B-BCFC-BD03FE5A14E8}"/>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3" name="矩形 232">
              <a:extLst>
                <a:ext uri="{FF2B5EF4-FFF2-40B4-BE49-F238E27FC236}">
                  <a16:creationId xmlns:a16="http://schemas.microsoft.com/office/drawing/2014/main" id="{E6E51123-2743-4EF6-8BE0-2ABEDAA59B14}"/>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34" name="组合 233">
            <a:extLst>
              <a:ext uri="{FF2B5EF4-FFF2-40B4-BE49-F238E27FC236}">
                <a16:creationId xmlns:a16="http://schemas.microsoft.com/office/drawing/2014/main" id="{06610044-2D61-427C-B0E7-EE26B91AD05A}"/>
              </a:ext>
            </a:extLst>
          </p:cNvPr>
          <p:cNvGrpSpPr/>
          <p:nvPr/>
        </p:nvGrpSpPr>
        <p:grpSpPr>
          <a:xfrm>
            <a:off x="3325750" y="5643486"/>
            <a:ext cx="1635434" cy="327251"/>
            <a:chOff x="5295529" y="3400511"/>
            <a:chExt cx="1635434" cy="327251"/>
          </a:xfrm>
        </p:grpSpPr>
        <p:sp>
          <p:nvSpPr>
            <p:cNvPr id="235" name="文本框 234">
              <a:extLst>
                <a:ext uri="{FF2B5EF4-FFF2-40B4-BE49-F238E27FC236}">
                  <a16:creationId xmlns:a16="http://schemas.microsoft.com/office/drawing/2014/main" id="{80F4B1F6-279B-4211-AF0D-6FC9AEC4396B}"/>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27</a:t>
              </a:r>
              <a:endParaRPr lang="zh-CN" altLang="en-US" sz="1600" b="1" dirty="0">
                <a:latin typeface="Times New Roman" panose="02020603050405020304" pitchFamily="18" charset="0"/>
                <a:cs typeface="Times New Roman" panose="02020603050405020304" pitchFamily="18" charset="0"/>
              </a:endParaRPr>
            </a:p>
          </p:txBody>
        </p:sp>
        <p:sp>
          <p:nvSpPr>
            <p:cNvPr id="236" name="文本框 235">
              <a:extLst>
                <a:ext uri="{FF2B5EF4-FFF2-40B4-BE49-F238E27FC236}">
                  <a16:creationId xmlns:a16="http://schemas.microsoft.com/office/drawing/2014/main" id="{650BE46E-792B-4EA7-8B90-2A7561AF0394}"/>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37" name="文本框 236">
              <a:extLst>
                <a:ext uri="{FF2B5EF4-FFF2-40B4-BE49-F238E27FC236}">
                  <a16:creationId xmlns:a16="http://schemas.microsoft.com/office/drawing/2014/main" id="{852EB435-B47A-4DDA-9974-A37AA8557504}"/>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38" name="文本框 237">
              <a:extLst>
                <a:ext uri="{FF2B5EF4-FFF2-40B4-BE49-F238E27FC236}">
                  <a16:creationId xmlns:a16="http://schemas.microsoft.com/office/drawing/2014/main" id="{6C02452A-40DD-4873-93AE-616C23607652}"/>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39" name="文本框 238">
              <a:extLst>
                <a:ext uri="{FF2B5EF4-FFF2-40B4-BE49-F238E27FC236}">
                  <a16:creationId xmlns:a16="http://schemas.microsoft.com/office/drawing/2014/main" id="{7A8E8308-F2DC-4D26-95E5-7DBD2073CE5F}"/>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0" name="文本框 239">
              <a:extLst>
                <a:ext uri="{FF2B5EF4-FFF2-40B4-BE49-F238E27FC236}">
                  <a16:creationId xmlns:a16="http://schemas.microsoft.com/office/drawing/2014/main" id="{D12E5D16-9C74-4F28-96FA-3ABAD337AE0D}"/>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1" name="文本框 240">
              <a:extLst>
                <a:ext uri="{FF2B5EF4-FFF2-40B4-BE49-F238E27FC236}">
                  <a16:creationId xmlns:a16="http://schemas.microsoft.com/office/drawing/2014/main" id="{E4D3E3B1-3F0F-479A-839C-BA7A50F4DB65}"/>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2" name="文本框 241">
              <a:extLst>
                <a:ext uri="{FF2B5EF4-FFF2-40B4-BE49-F238E27FC236}">
                  <a16:creationId xmlns:a16="http://schemas.microsoft.com/office/drawing/2014/main" id="{665C633B-F094-4161-BC21-2B9869D31343}"/>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3" name="文本框 242">
              <a:extLst>
                <a:ext uri="{FF2B5EF4-FFF2-40B4-BE49-F238E27FC236}">
                  <a16:creationId xmlns:a16="http://schemas.microsoft.com/office/drawing/2014/main" id="{425A7C76-411B-4FEE-9A3E-1123381C6EF0}"/>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44" name="文本框 243">
              <a:extLst>
                <a:ext uri="{FF2B5EF4-FFF2-40B4-BE49-F238E27FC236}">
                  <a16:creationId xmlns:a16="http://schemas.microsoft.com/office/drawing/2014/main" id="{00548EC4-E80D-4D59-A720-6CD480A1C419}"/>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5" name="矩形 244">
              <a:extLst>
                <a:ext uri="{FF2B5EF4-FFF2-40B4-BE49-F238E27FC236}">
                  <a16:creationId xmlns:a16="http://schemas.microsoft.com/office/drawing/2014/main" id="{35CDF1EA-45C8-4971-A089-DDC720F38441}"/>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46" name="组合 245">
            <a:extLst>
              <a:ext uri="{FF2B5EF4-FFF2-40B4-BE49-F238E27FC236}">
                <a16:creationId xmlns:a16="http://schemas.microsoft.com/office/drawing/2014/main" id="{BD100FFC-DC23-4353-BC94-2DFFE8658F46}"/>
              </a:ext>
            </a:extLst>
          </p:cNvPr>
          <p:cNvGrpSpPr/>
          <p:nvPr/>
        </p:nvGrpSpPr>
        <p:grpSpPr>
          <a:xfrm>
            <a:off x="5344191" y="5638965"/>
            <a:ext cx="1635434" cy="327251"/>
            <a:chOff x="5295529" y="3400511"/>
            <a:chExt cx="1635434" cy="327251"/>
          </a:xfrm>
        </p:grpSpPr>
        <p:sp>
          <p:nvSpPr>
            <p:cNvPr id="247" name="文本框 246">
              <a:extLst>
                <a:ext uri="{FF2B5EF4-FFF2-40B4-BE49-F238E27FC236}">
                  <a16:creationId xmlns:a16="http://schemas.microsoft.com/office/drawing/2014/main" id="{31207A57-38D1-4ABC-A584-F29D63A47139}"/>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39</a:t>
              </a:r>
              <a:endParaRPr lang="zh-CN" altLang="en-US" sz="1600" b="1" dirty="0">
                <a:latin typeface="Times New Roman" panose="02020603050405020304" pitchFamily="18" charset="0"/>
                <a:cs typeface="Times New Roman" panose="02020603050405020304" pitchFamily="18" charset="0"/>
              </a:endParaRPr>
            </a:p>
          </p:txBody>
        </p:sp>
        <p:sp>
          <p:nvSpPr>
            <p:cNvPr id="248" name="文本框 247">
              <a:extLst>
                <a:ext uri="{FF2B5EF4-FFF2-40B4-BE49-F238E27FC236}">
                  <a16:creationId xmlns:a16="http://schemas.microsoft.com/office/drawing/2014/main" id="{1CFE0EB7-1C97-42C0-8879-F5BC46362E28}"/>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49" name="文本框 248">
              <a:extLst>
                <a:ext uri="{FF2B5EF4-FFF2-40B4-BE49-F238E27FC236}">
                  <a16:creationId xmlns:a16="http://schemas.microsoft.com/office/drawing/2014/main" id="{B979E803-59B6-431B-9B6D-4691ADD224FF}"/>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50" name="文本框 249">
              <a:extLst>
                <a:ext uri="{FF2B5EF4-FFF2-40B4-BE49-F238E27FC236}">
                  <a16:creationId xmlns:a16="http://schemas.microsoft.com/office/drawing/2014/main" id="{52CF6030-715F-456D-B50A-29FC0C49EA32}"/>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51" name="文本框 250">
              <a:extLst>
                <a:ext uri="{FF2B5EF4-FFF2-40B4-BE49-F238E27FC236}">
                  <a16:creationId xmlns:a16="http://schemas.microsoft.com/office/drawing/2014/main" id="{527265C5-7728-48AC-84DB-BC47B0C10E08}"/>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2" name="文本框 251">
              <a:extLst>
                <a:ext uri="{FF2B5EF4-FFF2-40B4-BE49-F238E27FC236}">
                  <a16:creationId xmlns:a16="http://schemas.microsoft.com/office/drawing/2014/main" id="{90A23F52-EB78-43FD-9D2C-AB72BCC09EE8}"/>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3" name="文本框 252">
              <a:extLst>
                <a:ext uri="{FF2B5EF4-FFF2-40B4-BE49-F238E27FC236}">
                  <a16:creationId xmlns:a16="http://schemas.microsoft.com/office/drawing/2014/main" id="{43BDCF54-591C-4F8E-8783-2453DE266C9E}"/>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4" name="文本框 253">
              <a:extLst>
                <a:ext uri="{FF2B5EF4-FFF2-40B4-BE49-F238E27FC236}">
                  <a16:creationId xmlns:a16="http://schemas.microsoft.com/office/drawing/2014/main" id="{EB2AE18C-50D9-4B2A-B2A1-D9C08E4FE050}"/>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5" name="文本框 254">
              <a:extLst>
                <a:ext uri="{FF2B5EF4-FFF2-40B4-BE49-F238E27FC236}">
                  <a16:creationId xmlns:a16="http://schemas.microsoft.com/office/drawing/2014/main" id="{255EF9DB-2CB7-40C2-AD51-9FB8EB3A1EF0}"/>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56" name="文本框 255">
              <a:extLst>
                <a:ext uri="{FF2B5EF4-FFF2-40B4-BE49-F238E27FC236}">
                  <a16:creationId xmlns:a16="http://schemas.microsoft.com/office/drawing/2014/main" id="{6C0071BF-BA7D-4BF7-8C52-60717DB44618}"/>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7" name="矩形 256">
              <a:extLst>
                <a:ext uri="{FF2B5EF4-FFF2-40B4-BE49-F238E27FC236}">
                  <a16:creationId xmlns:a16="http://schemas.microsoft.com/office/drawing/2014/main" id="{2C548A62-0DA9-4CCB-89F6-E22E818F69FF}"/>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58" name="组合 257">
            <a:extLst>
              <a:ext uri="{FF2B5EF4-FFF2-40B4-BE49-F238E27FC236}">
                <a16:creationId xmlns:a16="http://schemas.microsoft.com/office/drawing/2014/main" id="{3F24BEE5-8688-469F-8595-1AE373373C42}"/>
              </a:ext>
            </a:extLst>
          </p:cNvPr>
          <p:cNvGrpSpPr/>
          <p:nvPr/>
        </p:nvGrpSpPr>
        <p:grpSpPr>
          <a:xfrm>
            <a:off x="7374583" y="5638965"/>
            <a:ext cx="1635434" cy="327251"/>
            <a:chOff x="5295529" y="3400511"/>
            <a:chExt cx="1635434" cy="327251"/>
          </a:xfrm>
        </p:grpSpPr>
        <p:sp>
          <p:nvSpPr>
            <p:cNvPr id="259" name="文本框 258">
              <a:extLst>
                <a:ext uri="{FF2B5EF4-FFF2-40B4-BE49-F238E27FC236}">
                  <a16:creationId xmlns:a16="http://schemas.microsoft.com/office/drawing/2014/main" id="{19743178-8A23-4B3E-B70F-9098CBEF8CFE}"/>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47</a:t>
              </a:r>
              <a:endParaRPr lang="zh-CN" altLang="en-US" sz="1600" b="1" dirty="0">
                <a:latin typeface="Times New Roman" panose="02020603050405020304" pitchFamily="18" charset="0"/>
                <a:cs typeface="Times New Roman" panose="02020603050405020304" pitchFamily="18" charset="0"/>
              </a:endParaRPr>
            </a:p>
          </p:txBody>
        </p:sp>
        <p:sp>
          <p:nvSpPr>
            <p:cNvPr id="260" name="文本框 259">
              <a:extLst>
                <a:ext uri="{FF2B5EF4-FFF2-40B4-BE49-F238E27FC236}">
                  <a16:creationId xmlns:a16="http://schemas.microsoft.com/office/drawing/2014/main" id="{A4BD5546-8C94-4726-ACF8-9ECB0A0A4589}"/>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3</a:t>
              </a:r>
              <a:endParaRPr lang="zh-CN" altLang="en-US" sz="1600" b="1" dirty="0">
                <a:solidFill>
                  <a:schemeClr val="accent2">
                    <a:lumMod val="50000"/>
                  </a:schemeClr>
                </a:solidFill>
              </a:endParaRPr>
            </a:p>
          </p:txBody>
        </p:sp>
        <p:sp>
          <p:nvSpPr>
            <p:cNvPr id="261" name="文本框 260">
              <a:extLst>
                <a:ext uri="{FF2B5EF4-FFF2-40B4-BE49-F238E27FC236}">
                  <a16:creationId xmlns:a16="http://schemas.microsoft.com/office/drawing/2014/main" id="{14BC8FE5-C8DE-4328-8AED-CD54DBD3DE60}"/>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53</a:t>
              </a:r>
              <a:endParaRPr lang="zh-CN" altLang="en-US" sz="1600" b="1" dirty="0">
                <a:latin typeface="Times New Roman" panose="02020603050405020304" pitchFamily="18" charset="0"/>
                <a:cs typeface="Times New Roman" panose="02020603050405020304" pitchFamily="18" charset="0"/>
              </a:endParaRPr>
            </a:p>
          </p:txBody>
        </p:sp>
        <p:sp>
          <p:nvSpPr>
            <p:cNvPr id="262" name="文本框 261">
              <a:extLst>
                <a:ext uri="{FF2B5EF4-FFF2-40B4-BE49-F238E27FC236}">
                  <a16:creationId xmlns:a16="http://schemas.microsoft.com/office/drawing/2014/main" id="{85BD4D3D-5C01-45D3-81FE-0B3683429667}"/>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64</a:t>
              </a:r>
              <a:endParaRPr lang="zh-CN" altLang="en-US" sz="1600" b="1" dirty="0">
                <a:latin typeface="Times New Roman" panose="02020603050405020304" pitchFamily="18" charset="0"/>
                <a:cs typeface="Times New Roman" panose="02020603050405020304" pitchFamily="18" charset="0"/>
              </a:endParaRPr>
            </a:p>
          </p:txBody>
        </p:sp>
        <p:sp>
          <p:nvSpPr>
            <p:cNvPr id="263" name="文本框 262">
              <a:extLst>
                <a:ext uri="{FF2B5EF4-FFF2-40B4-BE49-F238E27FC236}">
                  <a16:creationId xmlns:a16="http://schemas.microsoft.com/office/drawing/2014/main" id="{8574909B-6210-40E4-AB7E-BB7331F57C1B}"/>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4" name="文本框 263">
              <a:extLst>
                <a:ext uri="{FF2B5EF4-FFF2-40B4-BE49-F238E27FC236}">
                  <a16:creationId xmlns:a16="http://schemas.microsoft.com/office/drawing/2014/main" id="{51A7DDA1-F670-4B05-BD69-9C10A25F444F}"/>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5" name="文本框 264">
              <a:extLst>
                <a:ext uri="{FF2B5EF4-FFF2-40B4-BE49-F238E27FC236}">
                  <a16:creationId xmlns:a16="http://schemas.microsoft.com/office/drawing/2014/main" id="{9BFAAB53-956E-468A-BA02-B1ED36E06742}"/>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6" name="文本框 265">
              <a:extLst>
                <a:ext uri="{FF2B5EF4-FFF2-40B4-BE49-F238E27FC236}">
                  <a16:creationId xmlns:a16="http://schemas.microsoft.com/office/drawing/2014/main" id="{8DFDCFBC-9DD1-42EA-832C-8D3BB5BB0BFE}"/>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7" name="文本框 266">
              <a:extLst>
                <a:ext uri="{FF2B5EF4-FFF2-40B4-BE49-F238E27FC236}">
                  <a16:creationId xmlns:a16="http://schemas.microsoft.com/office/drawing/2014/main" id="{DB4F5DFD-EAAE-450A-A076-1C6201D9F772}"/>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68" name="文本框 267">
              <a:extLst>
                <a:ext uri="{FF2B5EF4-FFF2-40B4-BE49-F238E27FC236}">
                  <a16:creationId xmlns:a16="http://schemas.microsoft.com/office/drawing/2014/main" id="{B877DA62-F410-40CE-93EC-5F1E1F730E7E}"/>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9" name="矩形 268">
              <a:extLst>
                <a:ext uri="{FF2B5EF4-FFF2-40B4-BE49-F238E27FC236}">
                  <a16:creationId xmlns:a16="http://schemas.microsoft.com/office/drawing/2014/main" id="{2F6EADE0-096E-40E9-9914-21F90D5A5CB9}"/>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70" name="组合 269">
            <a:extLst>
              <a:ext uri="{FF2B5EF4-FFF2-40B4-BE49-F238E27FC236}">
                <a16:creationId xmlns:a16="http://schemas.microsoft.com/office/drawing/2014/main" id="{2082A7B1-A3EF-4324-94E0-BFFD28358FAF}"/>
              </a:ext>
            </a:extLst>
          </p:cNvPr>
          <p:cNvGrpSpPr/>
          <p:nvPr/>
        </p:nvGrpSpPr>
        <p:grpSpPr>
          <a:xfrm>
            <a:off x="9362945" y="5633194"/>
            <a:ext cx="1635434" cy="327251"/>
            <a:chOff x="5295529" y="3400511"/>
            <a:chExt cx="1635434" cy="327251"/>
          </a:xfrm>
        </p:grpSpPr>
        <p:sp>
          <p:nvSpPr>
            <p:cNvPr id="271" name="文本框 270">
              <a:extLst>
                <a:ext uri="{FF2B5EF4-FFF2-40B4-BE49-F238E27FC236}">
                  <a16:creationId xmlns:a16="http://schemas.microsoft.com/office/drawing/2014/main" id="{2311D919-16E5-4A24-8099-2C2AE7BA579A}"/>
                </a:ext>
              </a:extLst>
            </p:cNvPr>
            <p:cNvSpPr txBox="1"/>
            <p:nvPr/>
          </p:nvSpPr>
          <p:spPr>
            <a:xfrm>
              <a:off x="5552319"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99</a:t>
              </a:r>
              <a:endParaRPr lang="zh-CN" altLang="en-US" sz="1600" b="1" dirty="0">
                <a:latin typeface="Times New Roman" panose="02020603050405020304" pitchFamily="18" charset="0"/>
                <a:cs typeface="Times New Roman" panose="02020603050405020304" pitchFamily="18" charset="0"/>
              </a:endParaRPr>
            </a:p>
          </p:txBody>
        </p:sp>
        <p:sp>
          <p:nvSpPr>
            <p:cNvPr id="272" name="文本框 271">
              <a:extLst>
                <a:ext uri="{FF2B5EF4-FFF2-40B4-BE49-F238E27FC236}">
                  <a16:creationId xmlns:a16="http://schemas.microsoft.com/office/drawing/2014/main" id="{DCCFDC9E-56AC-46F9-B0BC-4E84D3938AB6}"/>
                </a:ext>
              </a:extLst>
            </p:cNvPr>
            <p:cNvSpPr txBox="1"/>
            <p:nvPr/>
          </p:nvSpPr>
          <p:spPr>
            <a:xfrm>
              <a:off x="5301879" y="3407759"/>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73" name="文本框 272">
              <a:extLst>
                <a:ext uri="{FF2B5EF4-FFF2-40B4-BE49-F238E27FC236}">
                  <a16:creationId xmlns:a16="http://schemas.microsoft.com/office/drawing/2014/main" id="{33F153C9-BE0F-49E6-9DCA-33A42789FA5F}"/>
                </a:ext>
              </a:extLst>
            </p:cNvPr>
            <p:cNvSpPr txBox="1"/>
            <p:nvPr/>
          </p:nvSpPr>
          <p:spPr>
            <a:xfrm>
              <a:off x="5898502" y="340775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74" name="文本框 273">
              <a:extLst>
                <a:ext uri="{FF2B5EF4-FFF2-40B4-BE49-F238E27FC236}">
                  <a16:creationId xmlns:a16="http://schemas.microsoft.com/office/drawing/2014/main" id="{9D8FC647-B1FE-4F53-BBEE-99B103943FF7}"/>
                </a:ext>
              </a:extLst>
            </p:cNvPr>
            <p:cNvSpPr txBox="1"/>
            <p:nvPr/>
          </p:nvSpPr>
          <p:spPr>
            <a:xfrm>
              <a:off x="6240155" y="340466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75" name="文本框 274">
              <a:extLst>
                <a:ext uri="{FF2B5EF4-FFF2-40B4-BE49-F238E27FC236}">
                  <a16:creationId xmlns:a16="http://schemas.microsoft.com/office/drawing/2014/main" id="{F8DF3C54-AE8F-408C-8539-A30BD9336BBA}"/>
                </a:ext>
              </a:extLst>
            </p:cNvPr>
            <p:cNvSpPr txBox="1"/>
            <p:nvPr/>
          </p:nvSpPr>
          <p:spPr>
            <a:xfrm>
              <a:off x="5470398" y="340763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6" name="文本框 275">
              <a:extLst>
                <a:ext uri="{FF2B5EF4-FFF2-40B4-BE49-F238E27FC236}">
                  <a16:creationId xmlns:a16="http://schemas.microsoft.com/office/drawing/2014/main" id="{14353070-C8EC-47E0-8CB0-25F500BF32C9}"/>
                </a:ext>
              </a:extLst>
            </p:cNvPr>
            <p:cNvSpPr txBox="1"/>
            <p:nvPr/>
          </p:nvSpPr>
          <p:spPr>
            <a:xfrm>
              <a:off x="5817570" y="3405589"/>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7" name="文本框 276">
              <a:extLst>
                <a:ext uri="{FF2B5EF4-FFF2-40B4-BE49-F238E27FC236}">
                  <a16:creationId xmlns:a16="http://schemas.microsoft.com/office/drawing/2014/main" id="{1331E150-ED97-43DF-844A-DB6A79AFACB0}"/>
                </a:ext>
              </a:extLst>
            </p:cNvPr>
            <p:cNvSpPr txBox="1"/>
            <p:nvPr/>
          </p:nvSpPr>
          <p:spPr>
            <a:xfrm>
              <a:off x="6162639" y="34059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8" name="文本框 277">
              <a:extLst>
                <a:ext uri="{FF2B5EF4-FFF2-40B4-BE49-F238E27FC236}">
                  <a16:creationId xmlns:a16="http://schemas.microsoft.com/office/drawing/2014/main" id="{DB0616D1-4E3E-4158-A941-6C5B8D5DBAC8}"/>
                </a:ext>
              </a:extLst>
            </p:cNvPr>
            <p:cNvSpPr txBox="1"/>
            <p:nvPr/>
          </p:nvSpPr>
          <p:spPr>
            <a:xfrm>
              <a:off x="6506259" y="3404317"/>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9" name="文本框 278">
              <a:extLst>
                <a:ext uri="{FF2B5EF4-FFF2-40B4-BE49-F238E27FC236}">
                  <a16:creationId xmlns:a16="http://schemas.microsoft.com/office/drawing/2014/main" id="{3FF71FB0-6049-47A1-B4F1-8C0E672F7926}"/>
                </a:ext>
              </a:extLst>
            </p:cNvPr>
            <p:cNvSpPr txBox="1"/>
            <p:nvPr/>
          </p:nvSpPr>
          <p:spPr>
            <a:xfrm>
              <a:off x="6585588" y="34088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280" name="文本框 279">
              <a:extLst>
                <a:ext uri="{FF2B5EF4-FFF2-40B4-BE49-F238E27FC236}">
                  <a16:creationId xmlns:a16="http://schemas.microsoft.com/office/drawing/2014/main" id="{6C3DBE94-6324-442A-9EEE-9168B46163EE}"/>
                </a:ext>
              </a:extLst>
            </p:cNvPr>
            <p:cNvSpPr txBox="1"/>
            <p:nvPr/>
          </p:nvSpPr>
          <p:spPr>
            <a:xfrm>
              <a:off x="6851692" y="340848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1" name="矩形 280">
              <a:extLst>
                <a:ext uri="{FF2B5EF4-FFF2-40B4-BE49-F238E27FC236}">
                  <a16:creationId xmlns:a16="http://schemas.microsoft.com/office/drawing/2014/main" id="{9C6819B5-D899-4280-89D5-B0098D18DDC3}"/>
                </a:ext>
              </a:extLst>
            </p:cNvPr>
            <p:cNvSpPr/>
            <p:nvPr/>
          </p:nvSpPr>
          <p:spPr>
            <a:xfrm>
              <a:off x="5295529" y="3400511"/>
              <a:ext cx="1635434" cy="32273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282" name="直接连接符 281">
            <a:extLst>
              <a:ext uri="{FF2B5EF4-FFF2-40B4-BE49-F238E27FC236}">
                <a16:creationId xmlns:a16="http://schemas.microsoft.com/office/drawing/2014/main" id="{CC6E6414-5A5D-478A-B65C-119405092A87}"/>
              </a:ext>
            </a:extLst>
          </p:cNvPr>
          <p:cNvCxnSpPr>
            <a:cxnSpLocks/>
            <a:endCxn id="154" idx="0"/>
          </p:cNvCxnSpPr>
          <p:nvPr/>
        </p:nvCxnSpPr>
        <p:spPr>
          <a:xfrm flipH="1">
            <a:off x="3264104" y="4091534"/>
            <a:ext cx="1853330" cy="605638"/>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83" name="直接连接符 282">
            <a:extLst>
              <a:ext uri="{FF2B5EF4-FFF2-40B4-BE49-F238E27FC236}">
                <a16:creationId xmlns:a16="http://schemas.microsoft.com/office/drawing/2014/main" id="{D00689CF-78C1-46CE-B3E0-DB633E160D5C}"/>
              </a:ext>
            </a:extLst>
          </p:cNvPr>
          <p:cNvCxnSpPr>
            <a:cxnSpLocks/>
            <a:endCxn id="211" idx="0"/>
          </p:cNvCxnSpPr>
          <p:nvPr/>
        </p:nvCxnSpPr>
        <p:spPr>
          <a:xfrm>
            <a:off x="5463012" y="4088002"/>
            <a:ext cx="2728995" cy="604649"/>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84" name="直接连接符 283">
            <a:extLst>
              <a:ext uri="{FF2B5EF4-FFF2-40B4-BE49-F238E27FC236}">
                <a16:creationId xmlns:a16="http://schemas.microsoft.com/office/drawing/2014/main" id="{80B59F23-E837-4C6B-9CF8-C6B02AF2F27F}"/>
              </a:ext>
            </a:extLst>
          </p:cNvPr>
          <p:cNvCxnSpPr>
            <a:cxnSpLocks/>
            <a:endCxn id="233" idx="0"/>
          </p:cNvCxnSpPr>
          <p:nvPr/>
        </p:nvCxnSpPr>
        <p:spPr>
          <a:xfrm flipH="1">
            <a:off x="2132395" y="4932954"/>
            <a:ext cx="522996" cy="71053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7EDFB8E4-1BFC-4993-A0EE-4EF52CA9D37F}"/>
              </a:ext>
            </a:extLst>
          </p:cNvPr>
          <p:cNvCxnSpPr>
            <a:cxnSpLocks/>
            <a:endCxn id="245" idx="0"/>
          </p:cNvCxnSpPr>
          <p:nvPr/>
        </p:nvCxnSpPr>
        <p:spPr>
          <a:xfrm>
            <a:off x="2998784" y="4931181"/>
            <a:ext cx="1144683" cy="712305"/>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86" name="直接连接符 285">
            <a:extLst>
              <a:ext uri="{FF2B5EF4-FFF2-40B4-BE49-F238E27FC236}">
                <a16:creationId xmlns:a16="http://schemas.microsoft.com/office/drawing/2014/main" id="{FE4C0153-1BDB-48CF-88FC-80889C34CD9A}"/>
              </a:ext>
            </a:extLst>
          </p:cNvPr>
          <p:cNvCxnSpPr>
            <a:cxnSpLocks/>
            <a:endCxn id="257" idx="0"/>
          </p:cNvCxnSpPr>
          <p:nvPr/>
        </p:nvCxnSpPr>
        <p:spPr>
          <a:xfrm flipH="1">
            <a:off x="6161908" y="4925184"/>
            <a:ext cx="1426886" cy="713781"/>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87" name="直接连接符 286">
            <a:extLst>
              <a:ext uri="{FF2B5EF4-FFF2-40B4-BE49-F238E27FC236}">
                <a16:creationId xmlns:a16="http://schemas.microsoft.com/office/drawing/2014/main" id="{D0F9B89D-EBC3-445F-B358-531832A76E5A}"/>
              </a:ext>
            </a:extLst>
          </p:cNvPr>
          <p:cNvCxnSpPr>
            <a:cxnSpLocks/>
            <a:endCxn id="269" idx="0"/>
          </p:cNvCxnSpPr>
          <p:nvPr/>
        </p:nvCxnSpPr>
        <p:spPr>
          <a:xfrm>
            <a:off x="7930926" y="4916857"/>
            <a:ext cx="261374" cy="722108"/>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CB3487D6-76A0-4C61-B6CA-D8D946404AD8}"/>
              </a:ext>
            </a:extLst>
          </p:cNvPr>
          <p:cNvCxnSpPr>
            <a:cxnSpLocks/>
            <a:endCxn id="281" idx="0"/>
          </p:cNvCxnSpPr>
          <p:nvPr/>
        </p:nvCxnSpPr>
        <p:spPr>
          <a:xfrm>
            <a:off x="8278268" y="4914009"/>
            <a:ext cx="1902394" cy="719185"/>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grpSp>
        <p:nvGrpSpPr>
          <p:cNvPr id="76" name="组合 75">
            <a:extLst>
              <a:ext uri="{FF2B5EF4-FFF2-40B4-BE49-F238E27FC236}">
                <a16:creationId xmlns:a16="http://schemas.microsoft.com/office/drawing/2014/main" id="{4895078F-79BB-43FE-91E7-73D7D49CFDA1}"/>
              </a:ext>
            </a:extLst>
          </p:cNvPr>
          <p:cNvGrpSpPr/>
          <p:nvPr/>
        </p:nvGrpSpPr>
        <p:grpSpPr>
          <a:xfrm>
            <a:off x="5141399" y="3376556"/>
            <a:ext cx="571647" cy="476612"/>
            <a:chOff x="5148042" y="3378857"/>
            <a:chExt cx="571647" cy="476612"/>
          </a:xfrm>
        </p:grpSpPr>
        <p:cxnSp>
          <p:nvCxnSpPr>
            <p:cNvPr id="33" name="直接箭头连接符 32">
              <a:extLst>
                <a:ext uri="{FF2B5EF4-FFF2-40B4-BE49-F238E27FC236}">
                  <a16:creationId xmlns:a16="http://schemas.microsoft.com/office/drawing/2014/main" id="{8DF765F4-0AAD-431F-8903-8473265A5436}"/>
                </a:ext>
              </a:extLst>
            </p:cNvPr>
            <p:cNvCxnSpPr>
              <a:endCxn id="133" idx="0"/>
            </p:cNvCxnSpPr>
            <p:nvPr/>
          </p:nvCxnSpPr>
          <p:spPr>
            <a:xfrm>
              <a:off x="5290830" y="3569826"/>
              <a:ext cx="428859" cy="285643"/>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A507410-C4B0-4354-8E4B-1D437CCD99B7}"/>
                </a:ext>
              </a:extLst>
            </p:cNvPr>
            <p:cNvSpPr txBox="1"/>
            <p:nvPr/>
          </p:nvSpPr>
          <p:spPr>
            <a:xfrm>
              <a:off x="5148042" y="3378857"/>
              <a:ext cx="161525" cy="378599"/>
            </a:xfrm>
            <a:prstGeom prst="rect">
              <a:avLst/>
            </a:prstGeom>
            <a:noFill/>
          </p:spPr>
          <p:txBody>
            <a:bodyPr wrap="square" lIns="0" tIns="0" rIns="0" bIns="0" rtlCol="0">
              <a:spAutoFit/>
            </a:bodyPr>
            <a:lstStyle/>
            <a:p>
              <a:pPr algn="ctr"/>
              <a:r>
                <a:rPr lang="en-US" altLang="zh-CN" sz="2400" b="1" dirty="0">
                  <a:latin typeface="Courier New" panose="02070309020205020404" pitchFamily="49" charset="0"/>
                  <a:cs typeface="Courier New" panose="02070309020205020404" pitchFamily="49" charset="0"/>
                </a:rPr>
                <a:t>t</a:t>
              </a:r>
              <a:endParaRPr lang="zh-CN" altLang="en-US" sz="2400" b="1" dirty="0">
                <a:latin typeface="Courier New" panose="02070309020205020404" pitchFamily="49" charset="0"/>
                <a:cs typeface="Courier New" panose="02070309020205020404" pitchFamily="49" charset="0"/>
              </a:endParaRPr>
            </a:p>
          </p:txBody>
        </p:sp>
      </p:grpSp>
      <p:grpSp>
        <p:nvGrpSpPr>
          <p:cNvPr id="50" name="组合 49">
            <a:extLst>
              <a:ext uri="{FF2B5EF4-FFF2-40B4-BE49-F238E27FC236}">
                <a16:creationId xmlns:a16="http://schemas.microsoft.com/office/drawing/2014/main" id="{2176BE72-C9E3-4AAF-A929-9491DA0D37CB}"/>
              </a:ext>
            </a:extLst>
          </p:cNvPr>
          <p:cNvGrpSpPr/>
          <p:nvPr/>
        </p:nvGrpSpPr>
        <p:grpSpPr>
          <a:xfrm>
            <a:off x="9192164" y="3325364"/>
            <a:ext cx="2584459" cy="1275224"/>
            <a:chOff x="9375310" y="2674626"/>
            <a:chExt cx="2584459" cy="1275224"/>
          </a:xfrm>
        </p:grpSpPr>
        <p:sp>
          <p:nvSpPr>
            <p:cNvPr id="194" name="文本框 193">
              <a:extLst>
                <a:ext uri="{FF2B5EF4-FFF2-40B4-BE49-F238E27FC236}">
                  <a16:creationId xmlns:a16="http://schemas.microsoft.com/office/drawing/2014/main" id="{ADF3FDCB-51CD-48AE-9C3B-D21051E9EC83}"/>
                </a:ext>
              </a:extLst>
            </p:cNvPr>
            <p:cNvSpPr txBox="1"/>
            <p:nvPr/>
          </p:nvSpPr>
          <p:spPr>
            <a:xfrm>
              <a:off x="10593084" y="3112884"/>
              <a:ext cx="272251" cy="276999"/>
            </a:xfrm>
            <a:prstGeom prst="rect">
              <a:avLst/>
            </a:prstGeom>
            <a:solidFill>
              <a:schemeClr val="accent3">
                <a:lumMod val="20000"/>
                <a:lumOff val="8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95" name="文本框 194">
              <a:extLst>
                <a:ext uri="{FF2B5EF4-FFF2-40B4-BE49-F238E27FC236}">
                  <a16:creationId xmlns:a16="http://schemas.microsoft.com/office/drawing/2014/main" id="{CC417FA8-3873-4682-8E48-F75EC6F0857C}"/>
                </a:ext>
              </a:extLst>
            </p:cNvPr>
            <p:cNvSpPr txBox="1"/>
            <p:nvPr/>
          </p:nvSpPr>
          <p:spPr>
            <a:xfrm>
              <a:off x="10865335" y="3112727"/>
              <a:ext cx="272251" cy="276999"/>
            </a:xfrm>
            <a:prstGeom prst="rect">
              <a:avLst/>
            </a:prstGeom>
            <a:solidFill>
              <a:schemeClr val="accent5">
                <a:lumMod val="20000"/>
                <a:lumOff val="8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96" name="文本框 195">
              <a:extLst>
                <a:ext uri="{FF2B5EF4-FFF2-40B4-BE49-F238E27FC236}">
                  <a16:creationId xmlns:a16="http://schemas.microsoft.com/office/drawing/2014/main" id="{2D59F452-FC45-4967-B4C2-DC1A3AC8F41A}"/>
                </a:ext>
              </a:extLst>
            </p:cNvPr>
            <p:cNvSpPr txBox="1"/>
            <p:nvPr/>
          </p:nvSpPr>
          <p:spPr>
            <a:xfrm>
              <a:off x="11137586" y="3112477"/>
              <a:ext cx="272251" cy="276999"/>
            </a:xfrm>
            <a:prstGeom prst="rect">
              <a:avLst/>
            </a:prstGeom>
            <a:solidFill>
              <a:schemeClr val="accent5">
                <a:lumMod val="20000"/>
                <a:lumOff val="8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97" name="文本框 196">
              <a:extLst>
                <a:ext uri="{FF2B5EF4-FFF2-40B4-BE49-F238E27FC236}">
                  <a16:creationId xmlns:a16="http://schemas.microsoft.com/office/drawing/2014/main" id="{7AC97EAA-10D3-4BBE-A6D7-D782D33C2EA1}"/>
                </a:ext>
              </a:extLst>
            </p:cNvPr>
            <p:cNvSpPr txBox="1"/>
            <p:nvPr/>
          </p:nvSpPr>
          <p:spPr>
            <a:xfrm>
              <a:off x="11409837" y="3112727"/>
              <a:ext cx="272251" cy="276999"/>
            </a:xfrm>
            <a:prstGeom prst="rect">
              <a:avLst/>
            </a:prstGeom>
            <a:solidFill>
              <a:schemeClr val="tx2">
                <a:lumMod val="10000"/>
                <a:lumOff val="90000"/>
              </a:schemeClr>
            </a:solidFill>
            <a:ln w="12700">
              <a:solidFill>
                <a:schemeClr val="tx1"/>
              </a:solidFill>
            </a:ln>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64</a:t>
              </a:r>
              <a:endParaRPr lang="zh-CN" altLang="en-US" b="1" dirty="0">
                <a:latin typeface="Times New Roman" panose="02020603050405020304" pitchFamily="18" charset="0"/>
                <a:cs typeface="Times New Roman" panose="02020603050405020304" pitchFamily="18" charset="0"/>
              </a:endParaRPr>
            </a:p>
          </p:txBody>
        </p:sp>
        <p:sp>
          <p:nvSpPr>
            <p:cNvPr id="190" name="文本框 189">
              <a:extLst>
                <a:ext uri="{FF2B5EF4-FFF2-40B4-BE49-F238E27FC236}">
                  <a16:creationId xmlns:a16="http://schemas.microsoft.com/office/drawing/2014/main" id="{7D02F4A7-6F21-4A9A-BF21-5C6AE83CEDE4}"/>
                </a:ext>
              </a:extLst>
            </p:cNvPr>
            <p:cNvSpPr txBox="1"/>
            <p:nvPr/>
          </p:nvSpPr>
          <p:spPr>
            <a:xfrm>
              <a:off x="10593084" y="3389722"/>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91" name="文本框 190">
              <a:extLst>
                <a:ext uri="{FF2B5EF4-FFF2-40B4-BE49-F238E27FC236}">
                  <a16:creationId xmlns:a16="http://schemas.microsoft.com/office/drawing/2014/main" id="{7350B3E7-F93E-45B0-B66D-968A33188FF9}"/>
                </a:ext>
              </a:extLst>
            </p:cNvPr>
            <p:cNvSpPr txBox="1"/>
            <p:nvPr/>
          </p:nvSpPr>
          <p:spPr>
            <a:xfrm>
              <a:off x="10865335" y="3389627"/>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92" name="文本框 191">
              <a:extLst>
                <a:ext uri="{FF2B5EF4-FFF2-40B4-BE49-F238E27FC236}">
                  <a16:creationId xmlns:a16="http://schemas.microsoft.com/office/drawing/2014/main" id="{373C8080-2081-4903-B1EC-94231123604D}"/>
                </a:ext>
              </a:extLst>
            </p:cNvPr>
            <p:cNvSpPr txBox="1"/>
            <p:nvPr/>
          </p:nvSpPr>
          <p:spPr>
            <a:xfrm>
              <a:off x="11137586" y="3389476"/>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93" name="文本框 192">
              <a:extLst>
                <a:ext uri="{FF2B5EF4-FFF2-40B4-BE49-F238E27FC236}">
                  <a16:creationId xmlns:a16="http://schemas.microsoft.com/office/drawing/2014/main" id="{3051B0CE-69BB-41B1-B63C-3191C37F63DE}"/>
                </a:ext>
              </a:extLst>
            </p:cNvPr>
            <p:cNvSpPr txBox="1"/>
            <p:nvPr/>
          </p:nvSpPr>
          <p:spPr>
            <a:xfrm>
              <a:off x="11409837" y="3389627"/>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89" name="文本框 188">
              <a:extLst>
                <a:ext uri="{FF2B5EF4-FFF2-40B4-BE49-F238E27FC236}">
                  <a16:creationId xmlns:a16="http://schemas.microsoft.com/office/drawing/2014/main" id="{913AB918-15E0-44DF-AED6-4BD4B498CD90}"/>
                </a:ext>
              </a:extLst>
            </p:cNvPr>
            <p:cNvSpPr txBox="1"/>
            <p:nvPr/>
          </p:nvSpPr>
          <p:spPr>
            <a:xfrm>
              <a:off x="10320833" y="3280076"/>
              <a:ext cx="272251" cy="276999"/>
            </a:xfrm>
            <a:prstGeom prst="rect">
              <a:avLst/>
            </a:prstGeom>
            <a:solidFill>
              <a:schemeClr val="bg2"/>
            </a:solidFill>
            <a:ln w="12700">
              <a:solidFill>
                <a:schemeClr val="tx1"/>
              </a:solidFill>
            </a:ln>
          </p:spPr>
          <p:txBody>
            <a:bodyPr wrap="square" lIns="0" tIns="0" rIns="0" bIns="0" rtlCol="0">
              <a:spAutoFit/>
            </a:bodyPr>
            <a:lstStyle/>
            <a:p>
              <a:pPr algn="ctr"/>
              <a:r>
                <a:rPr lang="en-US" altLang="zh-CN" b="1" dirty="0">
                  <a:solidFill>
                    <a:schemeClr val="accent2">
                      <a:lumMod val="50000"/>
                    </a:schemeClr>
                  </a:solidFill>
                  <a:latin typeface="+mn-ea"/>
                  <a:cs typeface="Times New Roman" panose="02020603050405020304" pitchFamily="18" charset="0"/>
                </a:rPr>
                <a:t>3</a:t>
              </a:r>
              <a:endParaRPr lang="zh-CN" altLang="en-US" b="1" dirty="0">
                <a:solidFill>
                  <a:schemeClr val="accent2">
                    <a:lumMod val="50000"/>
                  </a:schemeClr>
                </a:solidFill>
                <a:latin typeface="+mn-ea"/>
                <a:cs typeface="Times New Roman" panose="02020603050405020304" pitchFamily="18" charset="0"/>
              </a:endParaRPr>
            </a:p>
          </p:txBody>
        </p:sp>
        <p:sp>
          <p:nvSpPr>
            <p:cNvPr id="186" name="文本框 185">
              <a:extLst>
                <a:ext uri="{FF2B5EF4-FFF2-40B4-BE49-F238E27FC236}">
                  <a16:creationId xmlns:a16="http://schemas.microsoft.com/office/drawing/2014/main" id="{A60AF831-0213-4C95-A338-FDE42CABA0BF}"/>
                </a:ext>
              </a:extLst>
            </p:cNvPr>
            <p:cNvSpPr txBox="1"/>
            <p:nvPr/>
          </p:nvSpPr>
          <p:spPr>
            <a:xfrm>
              <a:off x="10690389" y="2910350"/>
              <a:ext cx="1200650" cy="215444"/>
            </a:xfrm>
            <a:prstGeom prst="rect">
              <a:avLst/>
            </a:prstGeom>
            <a:noFill/>
          </p:spPr>
          <p:txBody>
            <a:bodyPr wrap="none" lIns="0" tIns="0" rIns="0" bIns="0" rtlCol="0">
              <a:spAutoFit/>
            </a:bodyPr>
            <a:lstStyle/>
            <a:p>
              <a:r>
                <a:rPr lang="en-US" altLang="zh-CN" sz="1400" dirty="0"/>
                <a:t>0  </a:t>
              </a:r>
              <a:r>
                <a:rPr lang="en-US" altLang="zh-CN" sz="1100" dirty="0"/>
                <a:t>  </a:t>
              </a:r>
              <a:r>
                <a:rPr lang="en-US" altLang="zh-CN" sz="1400" dirty="0"/>
                <a:t>1  </a:t>
              </a:r>
              <a:r>
                <a:rPr lang="en-US" altLang="zh-CN" sz="1100" dirty="0"/>
                <a:t>  </a:t>
              </a:r>
              <a:r>
                <a:rPr lang="en-US" altLang="zh-CN" sz="1400" dirty="0"/>
                <a:t>2  </a:t>
              </a:r>
              <a:r>
                <a:rPr lang="en-US" altLang="zh-CN" sz="1100" dirty="0"/>
                <a:t>  </a:t>
              </a:r>
              <a:r>
                <a:rPr lang="en-US" altLang="zh-CN" sz="1400" dirty="0"/>
                <a:t>3    4</a:t>
              </a:r>
              <a:endParaRPr lang="zh-CN" altLang="en-US" sz="1400" dirty="0"/>
            </a:p>
          </p:txBody>
        </p:sp>
        <p:sp>
          <p:nvSpPr>
            <p:cNvPr id="184" name="文本框 183">
              <a:extLst>
                <a:ext uri="{FF2B5EF4-FFF2-40B4-BE49-F238E27FC236}">
                  <a16:creationId xmlns:a16="http://schemas.microsoft.com/office/drawing/2014/main" id="{422D9252-5545-4324-84A5-127A975CF078}"/>
                </a:ext>
              </a:extLst>
            </p:cNvPr>
            <p:cNvSpPr txBox="1"/>
            <p:nvPr/>
          </p:nvSpPr>
          <p:spPr>
            <a:xfrm>
              <a:off x="10320941" y="3112694"/>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198" name="文本框 197">
              <a:extLst>
                <a:ext uri="{FF2B5EF4-FFF2-40B4-BE49-F238E27FC236}">
                  <a16:creationId xmlns:a16="http://schemas.microsoft.com/office/drawing/2014/main" id="{060F5F81-1A85-46BD-9A14-BA76B34B5707}"/>
                </a:ext>
              </a:extLst>
            </p:cNvPr>
            <p:cNvSpPr txBox="1"/>
            <p:nvPr/>
          </p:nvSpPr>
          <p:spPr>
            <a:xfrm>
              <a:off x="9437647" y="3051143"/>
              <a:ext cx="827150"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parent</a:t>
              </a:r>
              <a:endParaRPr lang="zh-CN" altLang="en-US" b="1" dirty="0">
                <a:latin typeface="Courier New" panose="02070309020205020404" pitchFamily="49" charset="0"/>
                <a:cs typeface="Courier New" panose="02070309020205020404" pitchFamily="49" charset="0"/>
              </a:endParaRPr>
            </a:p>
          </p:txBody>
        </p:sp>
        <p:sp>
          <p:nvSpPr>
            <p:cNvPr id="199" name="文本框 198">
              <a:extLst>
                <a:ext uri="{FF2B5EF4-FFF2-40B4-BE49-F238E27FC236}">
                  <a16:creationId xmlns:a16="http://schemas.microsoft.com/office/drawing/2014/main" id="{2BB9BF10-8AE6-4E5E-A8F1-FD44E22ADE7C}"/>
                </a:ext>
              </a:extLst>
            </p:cNvPr>
            <p:cNvSpPr txBox="1"/>
            <p:nvPr/>
          </p:nvSpPr>
          <p:spPr>
            <a:xfrm>
              <a:off x="9375310" y="3290792"/>
              <a:ext cx="865005" cy="276999"/>
            </a:xfrm>
            <a:prstGeom prst="rect">
              <a:avLst/>
            </a:prstGeom>
            <a:noFill/>
          </p:spPr>
          <p:txBody>
            <a:bodyPr wrap="square" lIns="0" tIns="0" rIns="0" bIns="0">
              <a:spAutoFit/>
            </a:bodyPr>
            <a:lstStyle/>
            <a:p>
              <a:pPr algn="r"/>
              <a:r>
                <a:rPr lang="zh-CN" altLang="en-US" sz="1800" b="1" dirty="0">
                  <a:latin typeface="Courier New" panose="02070309020205020404" pitchFamily="49" charset="0"/>
                  <a:cs typeface="Courier New" panose="02070309020205020404" pitchFamily="49" charset="0"/>
                </a:rPr>
                <a:t>n</a:t>
              </a:r>
              <a:endParaRPr lang="zh-CN" altLang="en-US" dirty="0"/>
            </a:p>
          </p:txBody>
        </p:sp>
        <p:sp>
          <p:nvSpPr>
            <p:cNvPr id="200" name="文本框 199">
              <a:extLst>
                <a:ext uri="{FF2B5EF4-FFF2-40B4-BE49-F238E27FC236}">
                  <a16:creationId xmlns:a16="http://schemas.microsoft.com/office/drawing/2014/main" id="{A2DE9015-015D-49F6-A9F5-EF3976A8841D}"/>
                </a:ext>
              </a:extLst>
            </p:cNvPr>
            <p:cNvSpPr txBox="1"/>
            <p:nvPr/>
          </p:nvSpPr>
          <p:spPr>
            <a:xfrm>
              <a:off x="10930798" y="2674626"/>
              <a:ext cx="413575"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key</a:t>
              </a:r>
              <a:endParaRPr lang="zh-CN" altLang="en-US" b="1" dirty="0">
                <a:latin typeface="Courier New" panose="02070309020205020404" pitchFamily="49" charset="0"/>
                <a:cs typeface="Courier New" panose="02070309020205020404" pitchFamily="49" charset="0"/>
              </a:endParaRPr>
            </a:p>
          </p:txBody>
        </p:sp>
        <p:sp>
          <p:nvSpPr>
            <p:cNvPr id="201" name="文本框 200">
              <a:extLst>
                <a:ext uri="{FF2B5EF4-FFF2-40B4-BE49-F238E27FC236}">
                  <a16:creationId xmlns:a16="http://schemas.microsoft.com/office/drawing/2014/main" id="{943CFAAC-F635-4D25-ABB3-418B1095E76E}"/>
                </a:ext>
              </a:extLst>
            </p:cNvPr>
            <p:cNvSpPr txBox="1"/>
            <p:nvPr/>
          </p:nvSpPr>
          <p:spPr>
            <a:xfrm>
              <a:off x="10914844" y="3579765"/>
              <a:ext cx="551433"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kids</a:t>
              </a:r>
              <a:endParaRPr lang="zh-CN" altLang="en-US" b="1" dirty="0">
                <a:latin typeface="Courier New" panose="02070309020205020404" pitchFamily="49" charset="0"/>
                <a:cs typeface="Courier New" panose="02070309020205020404" pitchFamily="49" charset="0"/>
              </a:endParaRPr>
            </a:p>
          </p:txBody>
        </p:sp>
        <p:sp>
          <p:nvSpPr>
            <p:cNvPr id="203" name="文本框 202">
              <a:extLst>
                <a:ext uri="{FF2B5EF4-FFF2-40B4-BE49-F238E27FC236}">
                  <a16:creationId xmlns:a16="http://schemas.microsoft.com/office/drawing/2014/main" id="{B912C4F2-99F9-47F5-A1AF-B2FF549CFB0C}"/>
                </a:ext>
              </a:extLst>
            </p:cNvPr>
            <p:cNvSpPr txBox="1"/>
            <p:nvPr/>
          </p:nvSpPr>
          <p:spPr>
            <a:xfrm>
              <a:off x="10868418" y="3113258"/>
              <a:ext cx="272251" cy="276999"/>
            </a:xfrm>
            <a:prstGeom prst="rect">
              <a:avLst/>
            </a:prstGeom>
            <a:solidFill>
              <a:schemeClr val="tx2">
                <a:lumMod val="10000"/>
                <a:lumOff val="90000"/>
              </a:schemeClr>
            </a:solidFill>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47</a:t>
              </a:r>
              <a:endParaRPr lang="zh-CN" altLang="en-US" b="1" dirty="0">
                <a:latin typeface="Times New Roman" panose="02020603050405020304" pitchFamily="18" charset="0"/>
                <a:cs typeface="Times New Roman" panose="02020603050405020304" pitchFamily="18" charset="0"/>
              </a:endParaRPr>
            </a:p>
          </p:txBody>
        </p:sp>
        <p:sp>
          <p:nvSpPr>
            <p:cNvPr id="204" name="文本框 203">
              <a:extLst>
                <a:ext uri="{FF2B5EF4-FFF2-40B4-BE49-F238E27FC236}">
                  <a16:creationId xmlns:a16="http://schemas.microsoft.com/office/drawing/2014/main" id="{149C0D8B-F867-44AC-914A-0DDE94D6E5CE}"/>
                </a:ext>
              </a:extLst>
            </p:cNvPr>
            <p:cNvSpPr txBox="1"/>
            <p:nvPr/>
          </p:nvSpPr>
          <p:spPr>
            <a:xfrm>
              <a:off x="11143791" y="3106278"/>
              <a:ext cx="272251" cy="276999"/>
            </a:xfrm>
            <a:prstGeom prst="rect">
              <a:avLst/>
            </a:prstGeom>
            <a:solidFill>
              <a:schemeClr val="tx2">
                <a:lumMod val="10000"/>
                <a:lumOff val="90000"/>
              </a:schemeClr>
            </a:solidFill>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53</a:t>
              </a:r>
              <a:endParaRPr lang="zh-CN" altLang="en-US" b="1" dirty="0">
                <a:latin typeface="Times New Roman" panose="02020603050405020304" pitchFamily="18" charset="0"/>
                <a:cs typeface="Times New Roman" panose="02020603050405020304" pitchFamily="18" charset="0"/>
              </a:endParaRPr>
            </a:p>
          </p:txBody>
        </p:sp>
        <p:cxnSp>
          <p:nvCxnSpPr>
            <p:cNvPr id="207" name="直接连接符 206">
              <a:extLst>
                <a:ext uri="{FF2B5EF4-FFF2-40B4-BE49-F238E27FC236}">
                  <a16:creationId xmlns:a16="http://schemas.microsoft.com/office/drawing/2014/main" id="{6274B070-4A25-41BB-A7AB-B7A665BA9448}"/>
                </a:ext>
              </a:extLst>
            </p:cNvPr>
            <p:cNvCxnSpPr>
              <a:cxnSpLocks/>
            </p:cNvCxnSpPr>
            <p:nvPr/>
          </p:nvCxnSpPr>
          <p:spPr>
            <a:xfrm flipH="1" flipV="1">
              <a:off x="10397789" y="2730650"/>
              <a:ext cx="65899" cy="472404"/>
            </a:xfrm>
            <a:prstGeom prst="line">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B442BE57-CCC9-490D-A14F-6B40DCFFB90D}"/>
                </a:ext>
              </a:extLst>
            </p:cNvPr>
            <p:cNvCxnSpPr>
              <a:cxnSpLocks/>
            </p:cNvCxnSpPr>
            <p:nvPr/>
          </p:nvCxnSpPr>
          <p:spPr>
            <a:xfrm flipH="1">
              <a:off x="10562007" y="3467969"/>
              <a:ext cx="161171" cy="422695"/>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65491323-A119-44FE-8AC2-028A0C4606D0}"/>
                </a:ext>
              </a:extLst>
            </p:cNvPr>
            <p:cNvCxnSpPr>
              <a:cxnSpLocks/>
            </p:cNvCxnSpPr>
            <p:nvPr/>
          </p:nvCxnSpPr>
          <p:spPr>
            <a:xfrm>
              <a:off x="10977101" y="3480379"/>
              <a:ext cx="157402" cy="469471"/>
            </a:xfrm>
            <a:prstGeom prst="line">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EDAAEFA6-4D73-4E3E-8AA9-BCB15E4081CB}"/>
                </a:ext>
              </a:extLst>
            </p:cNvPr>
            <p:cNvCxnSpPr>
              <a:cxnSpLocks/>
            </p:cNvCxnSpPr>
            <p:nvPr/>
          </p:nvCxnSpPr>
          <p:spPr>
            <a:xfrm>
              <a:off x="11280429" y="3480379"/>
              <a:ext cx="284546" cy="410285"/>
            </a:xfrm>
            <a:prstGeom prst="line">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89" name="文本框 288">
              <a:extLst>
                <a:ext uri="{FF2B5EF4-FFF2-40B4-BE49-F238E27FC236}">
                  <a16:creationId xmlns:a16="http://schemas.microsoft.com/office/drawing/2014/main" id="{3A0C267C-F6F7-484A-93D0-01C702FCA448}"/>
                </a:ext>
              </a:extLst>
            </p:cNvPr>
            <p:cNvSpPr txBox="1"/>
            <p:nvPr/>
          </p:nvSpPr>
          <p:spPr>
            <a:xfrm>
              <a:off x="11687518" y="3112477"/>
              <a:ext cx="272251" cy="276999"/>
            </a:xfrm>
            <a:prstGeom prst="rect">
              <a:avLst/>
            </a:prstGeom>
            <a:solidFill>
              <a:schemeClr val="tx2">
                <a:lumMod val="10000"/>
                <a:lumOff val="9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290" name="文本框 289">
              <a:extLst>
                <a:ext uri="{FF2B5EF4-FFF2-40B4-BE49-F238E27FC236}">
                  <a16:creationId xmlns:a16="http://schemas.microsoft.com/office/drawing/2014/main" id="{594D6429-89AC-4854-8CCC-57FCA9B59274}"/>
                </a:ext>
              </a:extLst>
            </p:cNvPr>
            <p:cNvSpPr txBox="1"/>
            <p:nvPr/>
          </p:nvSpPr>
          <p:spPr>
            <a:xfrm>
              <a:off x="11687518" y="3389377"/>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cxnSp>
          <p:nvCxnSpPr>
            <p:cNvPr id="291" name="直接连接符 290">
              <a:extLst>
                <a:ext uri="{FF2B5EF4-FFF2-40B4-BE49-F238E27FC236}">
                  <a16:creationId xmlns:a16="http://schemas.microsoft.com/office/drawing/2014/main" id="{12358745-AD7D-46D3-A1B7-230F90CE42A7}"/>
                </a:ext>
              </a:extLst>
            </p:cNvPr>
            <p:cNvCxnSpPr>
              <a:cxnSpLocks/>
            </p:cNvCxnSpPr>
            <p:nvPr/>
          </p:nvCxnSpPr>
          <p:spPr>
            <a:xfrm>
              <a:off x="11541462" y="3481419"/>
              <a:ext cx="418307" cy="454531"/>
            </a:xfrm>
            <a:prstGeom prst="line">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7" name="组合 56">
            <a:extLst>
              <a:ext uri="{FF2B5EF4-FFF2-40B4-BE49-F238E27FC236}">
                <a16:creationId xmlns:a16="http://schemas.microsoft.com/office/drawing/2014/main" id="{C555512B-5E76-4A5C-A339-651FC651EE32}"/>
              </a:ext>
            </a:extLst>
          </p:cNvPr>
          <p:cNvGrpSpPr/>
          <p:nvPr/>
        </p:nvGrpSpPr>
        <p:grpSpPr>
          <a:xfrm>
            <a:off x="1446168" y="5865464"/>
            <a:ext cx="166027" cy="720894"/>
            <a:chOff x="1318137" y="5108763"/>
            <a:chExt cx="166027" cy="720894"/>
          </a:xfrm>
        </p:grpSpPr>
        <p:sp>
          <p:nvSpPr>
            <p:cNvPr id="292" name="文本框 291">
              <a:extLst>
                <a:ext uri="{FF2B5EF4-FFF2-40B4-BE49-F238E27FC236}">
                  <a16:creationId xmlns:a16="http://schemas.microsoft.com/office/drawing/2014/main" id="{6A7774CB-D3C0-463F-A7AB-572CA3B6D128}"/>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293" name="直接连接符 292">
              <a:extLst>
                <a:ext uri="{FF2B5EF4-FFF2-40B4-BE49-F238E27FC236}">
                  <a16:creationId xmlns:a16="http://schemas.microsoft.com/office/drawing/2014/main" id="{4F80F9FB-7263-4BA9-9267-738062494A10}"/>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94" name="组合 293">
            <a:extLst>
              <a:ext uri="{FF2B5EF4-FFF2-40B4-BE49-F238E27FC236}">
                <a16:creationId xmlns:a16="http://schemas.microsoft.com/office/drawing/2014/main" id="{0299375D-65FB-4554-BE71-1A38FFA50DE9}"/>
              </a:ext>
            </a:extLst>
          </p:cNvPr>
          <p:cNvGrpSpPr/>
          <p:nvPr/>
        </p:nvGrpSpPr>
        <p:grpSpPr>
          <a:xfrm>
            <a:off x="1786146" y="5865464"/>
            <a:ext cx="166027" cy="720894"/>
            <a:chOff x="1318137" y="5108763"/>
            <a:chExt cx="166027" cy="720894"/>
          </a:xfrm>
        </p:grpSpPr>
        <p:sp>
          <p:nvSpPr>
            <p:cNvPr id="295" name="文本框 294">
              <a:extLst>
                <a:ext uri="{FF2B5EF4-FFF2-40B4-BE49-F238E27FC236}">
                  <a16:creationId xmlns:a16="http://schemas.microsoft.com/office/drawing/2014/main" id="{A2FE8D4A-72BE-41BA-AEE1-0C648CC172FA}"/>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296" name="直接连接符 295">
              <a:extLst>
                <a:ext uri="{FF2B5EF4-FFF2-40B4-BE49-F238E27FC236}">
                  <a16:creationId xmlns:a16="http://schemas.microsoft.com/office/drawing/2014/main" id="{523A9213-58ED-4248-95F9-07C6DEE8FCBE}"/>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97" name="组合 296">
            <a:extLst>
              <a:ext uri="{FF2B5EF4-FFF2-40B4-BE49-F238E27FC236}">
                <a16:creationId xmlns:a16="http://schemas.microsoft.com/office/drawing/2014/main" id="{12392526-CED4-402A-AC65-0BEC3F854D80}"/>
              </a:ext>
            </a:extLst>
          </p:cNvPr>
          <p:cNvGrpSpPr/>
          <p:nvPr/>
        </p:nvGrpSpPr>
        <p:grpSpPr>
          <a:xfrm>
            <a:off x="3455160" y="5872020"/>
            <a:ext cx="166027" cy="720894"/>
            <a:chOff x="1318137" y="5108763"/>
            <a:chExt cx="166027" cy="720894"/>
          </a:xfrm>
        </p:grpSpPr>
        <p:sp>
          <p:nvSpPr>
            <p:cNvPr id="298" name="文本框 297">
              <a:extLst>
                <a:ext uri="{FF2B5EF4-FFF2-40B4-BE49-F238E27FC236}">
                  <a16:creationId xmlns:a16="http://schemas.microsoft.com/office/drawing/2014/main" id="{0A58EC6A-F3B1-467A-A895-9D5099A5B97A}"/>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299" name="直接连接符 298">
              <a:extLst>
                <a:ext uri="{FF2B5EF4-FFF2-40B4-BE49-F238E27FC236}">
                  <a16:creationId xmlns:a16="http://schemas.microsoft.com/office/drawing/2014/main" id="{E091BC3D-CF02-4289-ACC8-E46E80B2DC19}"/>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00" name="组合 299">
            <a:extLst>
              <a:ext uri="{FF2B5EF4-FFF2-40B4-BE49-F238E27FC236}">
                <a16:creationId xmlns:a16="http://schemas.microsoft.com/office/drawing/2014/main" id="{63525758-3C72-4041-B7D8-3A8DD3BEB7A1}"/>
              </a:ext>
            </a:extLst>
          </p:cNvPr>
          <p:cNvGrpSpPr/>
          <p:nvPr/>
        </p:nvGrpSpPr>
        <p:grpSpPr>
          <a:xfrm>
            <a:off x="3802118" y="5872020"/>
            <a:ext cx="166027" cy="720894"/>
            <a:chOff x="1318137" y="5108763"/>
            <a:chExt cx="166027" cy="720894"/>
          </a:xfrm>
        </p:grpSpPr>
        <p:sp>
          <p:nvSpPr>
            <p:cNvPr id="301" name="文本框 300">
              <a:extLst>
                <a:ext uri="{FF2B5EF4-FFF2-40B4-BE49-F238E27FC236}">
                  <a16:creationId xmlns:a16="http://schemas.microsoft.com/office/drawing/2014/main" id="{242FF9DF-91CC-416B-A7AA-4FED78BC8CFC}"/>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02" name="直接连接符 301">
              <a:extLst>
                <a:ext uri="{FF2B5EF4-FFF2-40B4-BE49-F238E27FC236}">
                  <a16:creationId xmlns:a16="http://schemas.microsoft.com/office/drawing/2014/main" id="{872490B4-8891-4D77-9164-3F253FE366EC}"/>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03" name="组合 302">
            <a:extLst>
              <a:ext uri="{FF2B5EF4-FFF2-40B4-BE49-F238E27FC236}">
                <a16:creationId xmlns:a16="http://schemas.microsoft.com/office/drawing/2014/main" id="{0DCA781B-2D82-4F85-92C9-5FAEE969F09F}"/>
              </a:ext>
            </a:extLst>
          </p:cNvPr>
          <p:cNvGrpSpPr/>
          <p:nvPr/>
        </p:nvGrpSpPr>
        <p:grpSpPr>
          <a:xfrm>
            <a:off x="5478362" y="5861619"/>
            <a:ext cx="166027" cy="720894"/>
            <a:chOff x="1318137" y="5108763"/>
            <a:chExt cx="166027" cy="720894"/>
          </a:xfrm>
        </p:grpSpPr>
        <p:sp>
          <p:nvSpPr>
            <p:cNvPr id="304" name="文本框 303">
              <a:extLst>
                <a:ext uri="{FF2B5EF4-FFF2-40B4-BE49-F238E27FC236}">
                  <a16:creationId xmlns:a16="http://schemas.microsoft.com/office/drawing/2014/main" id="{5AB0427A-15D4-4B6E-A1FE-FAB57994D58B}"/>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05" name="直接连接符 304">
              <a:extLst>
                <a:ext uri="{FF2B5EF4-FFF2-40B4-BE49-F238E27FC236}">
                  <a16:creationId xmlns:a16="http://schemas.microsoft.com/office/drawing/2014/main" id="{8771D7D9-A1C8-4B67-8087-EA53EC08CD72}"/>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06" name="组合 305">
            <a:extLst>
              <a:ext uri="{FF2B5EF4-FFF2-40B4-BE49-F238E27FC236}">
                <a16:creationId xmlns:a16="http://schemas.microsoft.com/office/drawing/2014/main" id="{2D4D9234-F6D5-46C3-9265-5DCA15121C94}"/>
              </a:ext>
            </a:extLst>
          </p:cNvPr>
          <p:cNvGrpSpPr/>
          <p:nvPr/>
        </p:nvGrpSpPr>
        <p:grpSpPr>
          <a:xfrm>
            <a:off x="5825320" y="5861619"/>
            <a:ext cx="166027" cy="720894"/>
            <a:chOff x="1318137" y="5108763"/>
            <a:chExt cx="166027" cy="720894"/>
          </a:xfrm>
        </p:grpSpPr>
        <p:sp>
          <p:nvSpPr>
            <p:cNvPr id="307" name="文本框 306">
              <a:extLst>
                <a:ext uri="{FF2B5EF4-FFF2-40B4-BE49-F238E27FC236}">
                  <a16:creationId xmlns:a16="http://schemas.microsoft.com/office/drawing/2014/main" id="{907CE008-C730-4805-BA5A-51EEF4F50A9C}"/>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08" name="直接连接符 307">
              <a:extLst>
                <a:ext uri="{FF2B5EF4-FFF2-40B4-BE49-F238E27FC236}">
                  <a16:creationId xmlns:a16="http://schemas.microsoft.com/office/drawing/2014/main" id="{0D4DD3F8-BCF1-4C99-9763-62BAB7128590}"/>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09" name="组合 308">
            <a:extLst>
              <a:ext uri="{FF2B5EF4-FFF2-40B4-BE49-F238E27FC236}">
                <a16:creationId xmlns:a16="http://schemas.microsoft.com/office/drawing/2014/main" id="{49B35145-CC84-4210-9911-D79AA02A9F40}"/>
              </a:ext>
            </a:extLst>
          </p:cNvPr>
          <p:cNvGrpSpPr/>
          <p:nvPr/>
        </p:nvGrpSpPr>
        <p:grpSpPr>
          <a:xfrm>
            <a:off x="7509040" y="5855923"/>
            <a:ext cx="166027" cy="720894"/>
            <a:chOff x="1318137" y="5108763"/>
            <a:chExt cx="166027" cy="720894"/>
          </a:xfrm>
        </p:grpSpPr>
        <p:sp>
          <p:nvSpPr>
            <p:cNvPr id="310" name="文本框 309">
              <a:extLst>
                <a:ext uri="{FF2B5EF4-FFF2-40B4-BE49-F238E27FC236}">
                  <a16:creationId xmlns:a16="http://schemas.microsoft.com/office/drawing/2014/main" id="{2A4A543F-D76B-433F-BE40-AB2DCFD2AC1A}"/>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11" name="直接连接符 310">
              <a:extLst>
                <a:ext uri="{FF2B5EF4-FFF2-40B4-BE49-F238E27FC236}">
                  <a16:creationId xmlns:a16="http://schemas.microsoft.com/office/drawing/2014/main" id="{8C0892AB-7D8F-4496-9AF3-4E625ED64808}"/>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12" name="组合 311">
            <a:extLst>
              <a:ext uri="{FF2B5EF4-FFF2-40B4-BE49-F238E27FC236}">
                <a16:creationId xmlns:a16="http://schemas.microsoft.com/office/drawing/2014/main" id="{9BDA81DC-E7CE-4EC9-84F1-2F0802FFF3F2}"/>
              </a:ext>
            </a:extLst>
          </p:cNvPr>
          <p:cNvGrpSpPr/>
          <p:nvPr/>
        </p:nvGrpSpPr>
        <p:grpSpPr>
          <a:xfrm>
            <a:off x="7855998" y="5855923"/>
            <a:ext cx="166027" cy="720894"/>
            <a:chOff x="1318137" y="5108763"/>
            <a:chExt cx="166027" cy="720894"/>
          </a:xfrm>
        </p:grpSpPr>
        <p:sp>
          <p:nvSpPr>
            <p:cNvPr id="313" name="文本框 312">
              <a:extLst>
                <a:ext uri="{FF2B5EF4-FFF2-40B4-BE49-F238E27FC236}">
                  <a16:creationId xmlns:a16="http://schemas.microsoft.com/office/drawing/2014/main" id="{CA613004-7F4A-4ED6-A694-68DF35BE9CE2}"/>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14" name="直接连接符 313">
              <a:extLst>
                <a:ext uri="{FF2B5EF4-FFF2-40B4-BE49-F238E27FC236}">
                  <a16:creationId xmlns:a16="http://schemas.microsoft.com/office/drawing/2014/main" id="{4E9B1421-6781-42F6-82CE-0EE25FD56CDD}"/>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15" name="组合 314">
            <a:extLst>
              <a:ext uri="{FF2B5EF4-FFF2-40B4-BE49-F238E27FC236}">
                <a16:creationId xmlns:a16="http://schemas.microsoft.com/office/drawing/2014/main" id="{374EC36C-E8D9-4C79-B704-2A50408A921E}"/>
              </a:ext>
            </a:extLst>
          </p:cNvPr>
          <p:cNvGrpSpPr/>
          <p:nvPr/>
        </p:nvGrpSpPr>
        <p:grpSpPr>
          <a:xfrm>
            <a:off x="8200403" y="5872020"/>
            <a:ext cx="166027" cy="720894"/>
            <a:chOff x="1318137" y="5108763"/>
            <a:chExt cx="166027" cy="720894"/>
          </a:xfrm>
        </p:grpSpPr>
        <p:sp>
          <p:nvSpPr>
            <p:cNvPr id="316" name="文本框 315">
              <a:extLst>
                <a:ext uri="{FF2B5EF4-FFF2-40B4-BE49-F238E27FC236}">
                  <a16:creationId xmlns:a16="http://schemas.microsoft.com/office/drawing/2014/main" id="{BC329CF1-9A65-4E2A-9E9F-180A8D706303}"/>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17" name="直接连接符 316">
              <a:extLst>
                <a:ext uri="{FF2B5EF4-FFF2-40B4-BE49-F238E27FC236}">
                  <a16:creationId xmlns:a16="http://schemas.microsoft.com/office/drawing/2014/main" id="{1DB5B3A8-763D-4590-95ED-6F8E832C6A49}"/>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18" name="组合 317">
            <a:extLst>
              <a:ext uri="{FF2B5EF4-FFF2-40B4-BE49-F238E27FC236}">
                <a16:creationId xmlns:a16="http://schemas.microsoft.com/office/drawing/2014/main" id="{7D90275B-F71F-4C7E-B04A-0F6B66C3F44C}"/>
              </a:ext>
            </a:extLst>
          </p:cNvPr>
          <p:cNvGrpSpPr/>
          <p:nvPr/>
        </p:nvGrpSpPr>
        <p:grpSpPr>
          <a:xfrm>
            <a:off x="8547361" y="5872020"/>
            <a:ext cx="166027" cy="720894"/>
            <a:chOff x="1318137" y="5108763"/>
            <a:chExt cx="166027" cy="720894"/>
          </a:xfrm>
        </p:grpSpPr>
        <p:sp>
          <p:nvSpPr>
            <p:cNvPr id="319" name="文本框 318">
              <a:extLst>
                <a:ext uri="{FF2B5EF4-FFF2-40B4-BE49-F238E27FC236}">
                  <a16:creationId xmlns:a16="http://schemas.microsoft.com/office/drawing/2014/main" id="{212CA7D3-6600-4C23-B8B9-BA3F98EA14E9}"/>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20" name="直接连接符 319">
              <a:extLst>
                <a:ext uri="{FF2B5EF4-FFF2-40B4-BE49-F238E27FC236}">
                  <a16:creationId xmlns:a16="http://schemas.microsoft.com/office/drawing/2014/main" id="{F47B78BA-D517-4BE2-95B2-B7903E08E802}"/>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21" name="组合 320">
            <a:extLst>
              <a:ext uri="{FF2B5EF4-FFF2-40B4-BE49-F238E27FC236}">
                <a16:creationId xmlns:a16="http://schemas.microsoft.com/office/drawing/2014/main" id="{83B310D4-5DF6-4C71-9571-5AF2D22BF53D}"/>
              </a:ext>
            </a:extLst>
          </p:cNvPr>
          <p:cNvGrpSpPr/>
          <p:nvPr/>
        </p:nvGrpSpPr>
        <p:grpSpPr>
          <a:xfrm>
            <a:off x="9490713" y="5864587"/>
            <a:ext cx="166027" cy="720894"/>
            <a:chOff x="1318137" y="5108763"/>
            <a:chExt cx="166027" cy="720894"/>
          </a:xfrm>
        </p:grpSpPr>
        <p:sp>
          <p:nvSpPr>
            <p:cNvPr id="322" name="文本框 321">
              <a:extLst>
                <a:ext uri="{FF2B5EF4-FFF2-40B4-BE49-F238E27FC236}">
                  <a16:creationId xmlns:a16="http://schemas.microsoft.com/office/drawing/2014/main" id="{08C026FC-01DB-4B27-B0A2-14B5ED7128D7}"/>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23" name="直接连接符 322">
              <a:extLst>
                <a:ext uri="{FF2B5EF4-FFF2-40B4-BE49-F238E27FC236}">
                  <a16:creationId xmlns:a16="http://schemas.microsoft.com/office/drawing/2014/main" id="{B5D5563A-F01B-4525-84A0-12518340A512}"/>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24" name="组合 323">
            <a:extLst>
              <a:ext uri="{FF2B5EF4-FFF2-40B4-BE49-F238E27FC236}">
                <a16:creationId xmlns:a16="http://schemas.microsoft.com/office/drawing/2014/main" id="{D8E0438D-E6A5-4A72-82BD-EA3E68BB1FF2}"/>
              </a:ext>
            </a:extLst>
          </p:cNvPr>
          <p:cNvGrpSpPr/>
          <p:nvPr/>
        </p:nvGrpSpPr>
        <p:grpSpPr>
          <a:xfrm>
            <a:off x="9837671" y="5864587"/>
            <a:ext cx="166027" cy="720894"/>
            <a:chOff x="1318137" y="5108763"/>
            <a:chExt cx="166027" cy="720894"/>
          </a:xfrm>
        </p:grpSpPr>
        <p:sp>
          <p:nvSpPr>
            <p:cNvPr id="325" name="文本框 324">
              <a:extLst>
                <a:ext uri="{FF2B5EF4-FFF2-40B4-BE49-F238E27FC236}">
                  <a16:creationId xmlns:a16="http://schemas.microsoft.com/office/drawing/2014/main" id="{685F4B49-7AC7-4E2B-854C-4BF102F8B328}"/>
                </a:ext>
              </a:extLst>
            </p:cNvPr>
            <p:cNvSpPr txBox="1"/>
            <p:nvPr/>
          </p:nvSpPr>
          <p:spPr>
            <a:xfrm>
              <a:off x="1318137" y="5510733"/>
              <a:ext cx="166027"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F</a:t>
              </a:r>
              <a:endParaRPr lang="zh-CN" altLang="en-US" sz="1600" b="1" dirty="0">
                <a:latin typeface="Times New Roman" panose="02020603050405020304" pitchFamily="18" charset="0"/>
                <a:cs typeface="Times New Roman" panose="02020603050405020304" pitchFamily="18" charset="0"/>
              </a:endParaRPr>
            </a:p>
          </p:txBody>
        </p:sp>
        <p:cxnSp>
          <p:nvCxnSpPr>
            <p:cNvPr id="326" name="直接连接符 325">
              <a:extLst>
                <a:ext uri="{FF2B5EF4-FFF2-40B4-BE49-F238E27FC236}">
                  <a16:creationId xmlns:a16="http://schemas.microsoft.com/office/drawing/2014/main" id="{DB46B3A0-7A46-443F-88F9-9EE50C447350}"/>
                </a:ext>
              </a:extLst>
            </p:cNvPr>
            <p:cNvCxnSpPr>
              <a:cxnSpLocks/>
            </p:cNvCxnSpPr>
            <p:nvPr/>
          </p:nvCxnSpPr>
          <p:spPr>
            <a:xfrm flipH="1">
              <a:off x="1394640" y="5108763"/>
              <a:ext cx="3410" cy="412538"/>
            </a:xfrm>
            <a:prstGeom prst="line">
              <a:avLst/>
            </a:prstGeom>
            <a:ln w="19050">
              <a:headEnd type="diamond" w="med" len="med"/>
              <a:tailEnd type="triangle" w="med" len="lg"/>
            </a:ln>
          </p:spPr>
          <p:style>
            <a:lnRef idx="1">
              <a:schemeClr val="accent1"/>
            </a:lnRef>
            <a:fillRef idx="0">
              <a:schemeClr val="accent1"/>
            </a:fillRef>
            <a:effectRef idx="0">
              <a:schemeClr val="accent1"/>
            </a:effectRef>
            <a:fontRef idx="minor">
              <a:schemeClr val="tx1"/>
            </a:fontRef>
          </p:style>
        </p:cxnSp>
      </p:grpSp>
      <p:cxnSp>
        <p:nvCxnSpPr>
          <p:cNvPr id="60" name="直接箭头连接符 59">
            <a:extLst>
              <a:ext uri="{FF2B5EF4-FFF2-40B4-BE49-F238E27FC236}">
                <a16:creationId xmlns:a16="http://schemas.microsoft.com/office/drawing/2014/main" id="{0FD11B59-B904-456C-B18C-627C3657778B}"/>
              </a:ext>
            </a:extLst>
          </p:cNvPr>
          <p:cNvCxnSpPr>
            <a:cxnSpLocks/>
          </p:cNvCxnSpPr>
          <p:nvPr/>
        </p:nvCxnSpPr>
        <p:spPr>
          <a:xfrm flipH="1">
            <a:off x="3023636" y="4015079"/>
            <a:ext cx="2097576" cy="670592"/>
          </a:xfrm>
          <a:prstGeom prst="straightConnector1">
            <a:avLst/>
          </a:prstGeom>
          <a:ln w="19050">
            <a:solidFill>
              <a:schemeClr val="accent2"/>
            </a:solidFill>
            <a:prstDash val="lgDash"/>
            <a:tailEnd type="triangle" w="med" len="lg"/>
          </a:ln>
        </p:spPr>
        <p:style>
          <a:lnRef idx="1">
            <a:schemeClr val="accent1"/>
          </a:lnRef>
          <a:fillRef idx="0">
            <a:schemeClr val="accent1"/>
          </a:fillRef>
          <a:effectRef idx="0">
            <a:schemeClr val="accent1"/>
          </a:effectRef>
          <a:fontRef idx="minor">
            <a:schemeClr val="tx1"/>
          </a:fontRef>
        </p:style>
      </p:cxnSp>
      <p:cxnSp>
        <p:nvCxnSpPr>
          <p:cNvPr id="327" name="直接箭头连接符 326">
            <a:extLst>
              <a:ext uri="{FF2B5EF4-FFF2-40B4-BE49-F238E27FC236}">
                <a16:creationId xmlns:a16="http://schemas.microsoft.com/office/drawing/2014/main" id="{DE47EFC5-0E4E-4A60-8745-0C777C03E91B}"/>
              </a:ext>
            </a:extLst>
          </p:cNvPr>
          <p:cNvCxnSpPr>
            <a:cxnSpLocks/>
          </p:cNvCxnSpPr>
          <p:nvPr/>
        </p:nvCxnSpPr>
        <p:spPr>
          <a:xfrm>
            <a:off x="3004889" y="4845694"/>
            <a:ext cx="1325349" cy="785286"/>
          </a:xfrm>
          <a:prstGeom prst="straightConnector1">
            <a:avLst/>
          </a:prstGeom>
          <a:ln w="19050">
            <a:solidFill>
              <a:schemeClr val="accent2"/>
            </a:solidFill>
            <a:prstDash val="lgDash"/>
            <a:tailEnd type="triangle" w="med" len="lg"/>
          </a:ln>
        </p:spPr>
        <p:style>
          <a:lnRef idx="1">
            <a:schemeClr val="accent1"/>
          </a:lnRef>
          <a:fillRef idx="0">
            <a:schemeClr val="accent1"/>
          </a:fillRef>
          <a:effectRef idx="0">
            <a:schemeClr val="accent1"/>
          </a:effectRef>
          <a:fontRef idx="minor">
            <a:schemeClr val="tx1"/>
          </a:fontRef>
        </p:style>
      </p:cxnSp>
      <p:cxnSp>
        <p:nvCxnSpPr>
          <p:cNvPr id="328" name="直接箭头连接符 327">
            <a:extLst>
              <a:ext uri="{FF2B5EF4-FFF2-40B4-BE49-F238E27FC236}">
                <a16:creationId xmlns:a16="http://schemas.microsoft.com/office/drawing/2014/main" id="{49E272BD-D569-42FC-8D94-D1C1DD858CF8}"/>
              </a:ext>
            </a:extLst>
          </p:cNvPr>
          <p:cNvCxnSpPr>
            <a:cxnSpLocks/>
          </p:cNvCxnSpPr>
          <p:nvPr/>
        </p:nvCxnSpPr>
        <p:spPr>
          <a:xfrm flipH="1">
            <a:off x="3459534" y="5874758"/>
            <a:ext cx="4496" cy="392196"/>
          </a:xfrm>
          <a:prstGeom prst="straightConnector1">
            <a:avLst/>
          </a:prstGeom>
          <a:ln w="19050">
            <a:solidFill>
              <a:schemeClr val="accent2"/>
            </a:solidFill>
            <a:prstDash val="lgDash"/>
            <a:tailEnd type="triangle" w="med" len="lg"/>
          </a:ln>
        </p:spPr>
        <p:style>
          <a:lnRef idx="1">
            <a:schemeClr val="accent1"/>
          </a:lnRef>
          <a:fillRef idx="0">
            <a:schemeClr val="accent1"/>
          </a:fillRef>
          <a:effectRef idx="0">
            <a:schemeClr val="accent1"/>
          </a:effectRef>
          <a:fontRef idx="minor">
            <a:schemeClr val="tx1"/>
          </a:fontRef>
        </p:style>
      </p:cxnSp>
      <p:cxnSp>
        <p:nvCxnSpPr>
          <p:cNvPr id="329" name="直接箭头连接符 328">
            <a:extLst>
              <a:ext uri="{FF2B5EF4-FFF2-40B4-BE49-F238E27FC236}">
                <a16:creationId xmlns:a16="http://schemas.microsoft.com/office/drawing/2014/main" id="{B4C3F080-6C5C-4DEA-9570-4E5FC0394940}"/>
              </a:ext>
            </a:extLst>
          </p:cNvPr>
          <p:cNvCxnSpPr>
            <a:cxnSpLocks/>
          </p:cNvCxnSpPr>
          <p:nvPr/>
        </p:nvCxnSpPr>
        <p:spPr>
          <a:xfrm>
            <a:off x="5445836" y="4000045"/>
            <a:ext cx="2958816" cy="647320"/>
          </a:xfrm>
          <a:prstGeom prst="straightConnector1">
            <a:avLst/>
          </a:prstGeom>
          <a:ln w="19050">
            <a:solidFill>
              <a:srgbClr val="00B050"/>
            </a:solidFill>
            <a:prstDash val="lgDash"/>
            <a:tailEnd type="triangle" w="med" len="lg"/>
          </a:ln>
        </p:spPr>
        <p:style>
          <a:lnRef idx="1">
            <a:schemeClr val="accent1"/>
          </a:lnRef>
          <a:fillRef idx="0">
            <a:schemeClr val="accent1"/>
          </a:fillRef>
          <a:effectRef idx="0">
            <a:schemeClr val="accent1"/>
          </a:effectRef>
          <a:fontRef idx="minor">
            <a:schemeClr val="tx1"/>
          </a:fontRef>
        </p:style>
      </p:cxnSp>
      <p:cxnSp>
        <p:nvCxnSpPr>
          <p:cNvPr id="330" name="直接箭头连接符 329">
            <a:extLst>
              <a:ext uri="{FF2B5EF4-FFF2-40B4-BE49-F238E27FC236}">
                <a16:creationId xmlns:a16="http://schemas.microsoft.com/office/drawing/2014/main" id="{34F6AEA1-3EC4-455E-8762-5C6695614653}"/>
              </a:ext>
            </a:extLst>
          </p:cNvPr>
          <p:cNvCxnSpPr>
            <a:cxnSpLocks/>
            <a:endCxn id="265" idx="0"/>
          </p:cNvCxnSpPr>
          <p:nvPr/>
        </p:nvCxnSpPr>
        <p:spPr>
          <a:xfrm>
            <a:off x="7988342" y="4894312"/>
            <a:ext cx="292987" cy="750128"/>
          </a:xfrm>
          <a:prstGeom prst="straightConnector1">
            <a:avLst/>
          </a:prstGeom>
          <a:ln w="19050">
            <a:solidFill>
              <a:srgbClr val="00B050"/>
            </a:solidFill>
            <a:prstDash val="lgDash"/>
            <a:tailEnd type="triangle" w="med" len="lg"/>
          </a:ln>
        </p:spPr>
        <p:style>
          <a:lnRef idx="1">
            <a:schemeClr val="accent1"/>
          </a:lnRef>
          <a:fillRef idx="0">
            <a:schemeClr val="accent1"/>
          </a:fillRef>
          <a:effectRef idx="0">
            <a:schemeClr val="accent1"/>
          </a:effectRef>
          <a:fontRef idx="minor">
            <a:schemeClr val="tx1"/>
          </a:fontRef>
        </p:style>
      </p:cxnSp>
      <p:sp>
        <p:nvSpPr>
          <p:cNvPr id="73" name="箭头: 上下 72">
            <a:extLst>
              <a:ext uri="{FF2B5EF4-FFF2-40B4-BE49-F238E27FC236}">
                <a16:creationId xmlns:a16="http://schemas.microsoft.com/office/drawing/2014/main" id="{D94BABC2-78FE-452B-88D8-87258BC237DD}"/>
              </a:ext>
            </a:extLst>
          </p:cNvPr>
          <p:cNvSpPr/>
          <p:nvPr/>
        </p:nvSpPr>
        <p:spPr>
          <a:xfrm rot="2450211" flipH="1">
            <a:off x="9397374" y="4006027"/>
            <a:ext cx="216398" cy="1796090"/>
          </a:xfrm>
          <a:prstGeom prst="upDownArrow">
            <a:avLst/>
          </a:prstGeom>
          <a:noFill/>
          <a:ln w="190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CC93B14C-EE1D-48DD-A0F9-53B1A7FF035F}"/>
              </a:ext>
            </a:extLst>
          </p:cNvPr>
          <p:cNvSpPr txBox="1"/>
          <p:nvPr/>
        </p:nvSpPr>
        <p:spPr>
          <a:xfrm>
            <a:off x="1267985" y="3759403"/>
            <a:ext cx="441146" cy="400110"/>
          </a:xfrm>
          <a:prstGeom prst="rect">
            <a:avLst/>
          </a:prstGeom>
          <a:noFill/>
        </p:spPr>
        <p:txBody>
          <a:bodyPr wrap="none"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47</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nvGrpSpPr>
          <p:cNvPr id="331" name="组合 330">
            <a:extLst>
              <a:ext uri="{FF2B5EF4-FFF2-40B4-BE49-F238E27FC236}">
                <a16:creationId xmlns:a16="http://schemas.microsoft.com/office/drawing/2014/main" id="{D792791C-358D-4B6E-AF33-4C5711105320}"/>
              </a:ext>
            </a:extLst>
          </p:cNvPr>
          <p:cNvGrpSpPr/>
          <p:nvPr/>
        </p:nvGrpSpPr>
        <p:grpSpPr>
          <a:xfrm>
            <a:off x="5607658" y="3268702"/>
            <a:ext cx="222844" cy="590341"/>
            <a:chOff x="5368814" y="2529954"/>
            <a:chExt cx="222844" cy="590341"/>
          </a:xfrm>
        </p:grpSpPr>
        <p:cxnSp>
          <p:nvCxnSpPr>
            <p:cNvPr id="332" name="直接箭头连接符 331">
              <a:extLst>
                <a:ext uri="{FF2B5EF4-FFF2-40B4-BE49-F238E27FC236}">
                  <a16:creationId xmlns:a16="http://schemas.microsoft.com/office/drawing/2014/main" id="{484DA771-FC21-416A-B75D-F4A196118B2B}"/>
                </a:ext>
              </a:extLst>
            </p:cNvPr>
            <p:cNvCxnSpPr>
              <a:cxnSpLocks/>
            </p:cNvCxnSpPr>
            <p:nvPr/>
          </p:nvCxnSpPr>
          <p:spPr>
            <a:xfrm>
              <a:off x="5572516" y="2788995"/>
              <a:ext cx="0" cy="331300"/>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33" name="文本框 332">
              <a:extLst>
                <a:ext uri="{FF2B5EF4-FFF2-40B4-BE49-F238E27FC236}">
                  <a16:creationId xmlns:a16="http://schemas.microsoft.com/office/drawing/2014/main" id="{7978E00A-18C0-498B-9E5C-39DC804728A8}"/>
                </a:ext>
              </a:extLst>
            </p:cNvPr>
            <p:cNvSpPr txBox="1"/>
            <p:nvPr/>
          </p:nvSpPr>
          <p:spPr>
            <a:xfrm>
              <a:off x="5368814" y="2529954"/>
              <a:ext cx="222844" cy="369332"/>
            </a:xfrm>
            <a:prstGeom prst="rect">
              <a:avLst/>
            </a:prstGeom>
            <a:noFill/>
          </p:spPr>
          <p:txBody>
            <a:bodyPr wrap="square" lIns="0" tIns="0" rIns="0" bIns="0" rtlCol="0">
              <a:spAutoFit/>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p</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grpSp>
        <p:nvGrpSpPr>
          <p:cNvPr id="334" name="组合 333">
            <a:extLst>
              <a:ext uri="{FF2B5EF4-FFF2-40B4-BE49-F238E27FC236}">
                <a16:creationId xmlns:a16="http://schemas.microsoft.com/office/drawing/2014/main" id="{08B17A19-477B-4E83-BD5C-220CCF40F3AA}"/>
              </a:ext>
            </a:extLst>
          </p:cNvPr>
          <p:cNvGrpSpPr/>
          <p:nvPr/>
        </p:nvGrpSpPr>
        <p:grpSpPr>
          <a:xfrm>
            <a:off x="6868203" y="3264245"/>
            <a:ext cx="222844" cy="619533"/>
            <a:chOff x="5513748" y="2500762"/>
            <a:chExt cx="222844" cy="619533"/>
          </a:xfrm>
        </p:grpSpPr>
        <p:cxnSp>
          <p:nvCxnSpPr>
            <p:cNvPr id="335" name="直接箭头连接符 334">
              <a:extLst>
                <a:ext uri="{FF2B5EF4-FFF2-40B4-BE49-F238E27FC236}">
                  <a16:creationId xmlns:a16="http://schemas.microsoft.com/office/drawing/2014/main" id="{2CA3CF9E-1735-46DF-B296-58DD59576365}"/>
                </a:ext>
              </a:extLst>
            </p:cNvPr>
            <p:cNvCxnSpPr>
              <a:cxnSpLocks/>
            </p:cNvCxnSpPr>
            <p:nvPr/>
          </p:nvCxnSpPr>
          <p:spPr>
            <a:xfrm>
              <a:off x="5572516" y="2788995"/>
              <a:ext cx="0" cy="331300"/>
            </a:xfrm>
            <a:prstGeom prst="straightConnector1">
              <a:avLst/>
            </a:prstGeom>
            <a:ln w="19050">
              <a:solidFill>
                <a:srgbClr val="892CAA"/>
              </a:solidFill>
              <a:tailEnd type="triangle" w="med" len="lg"/>
            </a:ln>
          </p:spPr>
          <p:style>
            <a:lnRef idx="1">
              <a:schemeClr val="accent1"/>
            </a:lnRef>
            <a:fillRef idx="0">
              <a:schemeClr val="accent1"/>
            </a:fillRef>
            <a:effectRef idx="0">
              <a:schemeClr val="accent1"/>
            </a:effectRef>
            <a:fontRef idx="minor">
              <a:schemeClr val="tx1"/>
            </a:fontRef>
          </p:style>
        </p:cxnSp>
        <p:sp>
          <p:nvSpPr>
            <p:cNvPr id="336" name="文本框 335">
              <a:extLst>
                <a:ext uri="{FF2B5EF4-FFF2-40B4-BE49-F238E27FC236}">
                  <a16:creationId xmlns:a16="http://schemas.microsoft.com/office/drawing/2014/main" id="{BC849A07-B8D4-475E-B0F3-FDB80DCF3882}"/>
                </a:ext>
              </a:extLst>
            </p:cNvPr>
            <p:cNvSpPr txBox="1"/>
            <p:nvPr/>
          </p:nvSpPr>
          <p:spPr>
            <a:xfrm>
              <a:off x="5513748" y="2500762"/>
              <a:ext cx="222844" cy="369332"/>
            </a:xfrm>
            <a:prstGeom prst="rect">
              <a:avLst/>
            </a:prstGeom>
            <a:noFill/>
          </p:spPr>
          <p:txBody>
            <a:bodyPr wrap="square" lIns="0" tIns="0" rIns="0" bIns="0" rtlCol="0">
              <a:spAutoFit/>
            </a:bodyPr>
            <a:lstStyle/>
            <a:p>
              <a:pPr algn="ctr"/>
              <a:r>
                <a:rPr lang="en-US" altLang="zh-CN" sz="2400" b="1" dirty="0">
                  <a:solidFill>
                    <a:srgbClr val="892CAA"/>
                  </a:solidFill>
                  <a:latin typeface="Courier New" panose="02070309020205020404" pitchFamily="49" charset="0"/>
                  <a:cs typeface="Courier New" panose="02070309020205020404" pitchFamily="49" charset="0"/>
                </a:rPr>
                <a:t>q</a:t>
              </a:r>
              <a:endParaRPr lang="zh-CN" altLang="en-US" sz="2400" b="1" dirty="0">
                <a:solidFill>
                  <a:srgbClr val="892CAA"/>
                </a:solidFill>
                <a:latin typeface="Courier New" panose="02070309020205020404" pitchFamily="49" charset="0"/>
                <a:cs typeface="Courier New" panose="02070309020205020404" pitchFamily="49" charset="0"/>
              </a:endParaRPr>
            </a:p>
          </p:txBody>
        </p:sp>
      </p:grpSp>
      <p:grpSp>
        <p:nvGrpSpPr>
          <p:cNvPr id="337" name="组合 336">
            <a:extLst>
              <a:ext uri="{FF2B5EF4-FFF2-40B4-BE49-F238E27FC236}">
                <a16:creationId xmlns:a16="http://schemas.microsoft.com/office/drawing/2014/main" id="{C7386F7E-0BEC-42AC-893F-EBAD44A3B22E}"/>
              </a:ext>
            </a:extLst>
          </p:cNvPr>
          <p:cNvGrpSpPr/>
          <p:nvPr/>
        </p:nvGrpSpPr>
        <p:grpSpPr>
          <a:xfrm>
            <a:off x="5078975" y="4207507"/>
            <a:ext cx="222844" cy="438019"/>
            <a:chOff x="5355562" y="2461267"/>
            <a:chExt cx="222844" cy="438019"/>
          </a:xfrm>
        </p:grpSpPr>
        <p:cxnSp>
          <p:nvCxnSpPr>
            <p:cNvPr id="338" name="直接箭头连接符 337">
              <a:extLst>
                <a:ext uri="{FF2B5EF4-FFF2-40B4-BE49-F238E27FC236}">
                  <a16:creationId xmlns:a16="http://schemas.microsoft.com/office/drawing/2014/main" id="{D68F2D61-940E-4D36-A467-FECA2BB01675}"/>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39" name="文本框 338">
              <a:extLst>
                <a:ext uri="{FF2B5EF4-FFF2-40B4-BE49-F238E27FC236}">
                  <a16:creationId xmlns:a16="http://schemas.microsoft.com/office/drawing/2014/main" id="{FE65F2C7-5C11-401E-BB41-544F9139E77C}"/>
                </a:ext>
              </a:extLst>
            </p:cNvPr>
            <p:cNvSpPr txBox="1"/>
            <p:nvPr/>
          </p:nvSpPr>
          <p:spPr>
            <a:xfrm>
              <a:off x="5355562" y="2529954"/>
              <a:ext cx="222844" cy="369332"/>
            </a:xfrm>
            <a:prstGeom prst="rect">
              <a:avLst/>
            </a:prstGeom>
            <a:noFill/>
          </p:spPr>
          <p:txBody>
            <a:bodyPr wrap="square" lIns="0" tIns="0" rIns="0" bIns="0" rtlCol="0">
              <a:spAutoFit/>
            </a:bodyPr>
            <a:lstStyle/>
            <a:p>
              <a:pPr algn="ctr"/>
              <a:r>
                <a:rPr lang="en-US" altLang="zh-CN" sz="2400" b="1" dirty="0" err="1">
                  <a:solidFill>
                    <a:srgbClr val="00B0F0"/>
                  </a:solidFill>
                  <a:latin typeface="Courier New" panose="02070309020205020404" pitchFamily="49" charset="0"/>
                  <a:cs typeface="Courier New" panose="02070309020205020404" pitchFamily="49" charset="0"/>
                </a:rPr>
                <a:t>i</a:t>
              </a:r>
              <a:endParaRPr lang="zh-CN" altLang="en-US" sz="2400" b="1" dirty="0">
                <a:solidFill>
                  <a:srgbClr val="00B0F0"/>
                </a:solidFill>
                <a:latin typeface="Courier New" panose="02070309020205020404" pitchFamily="49" charset="0"/>
                <a:cs typeface="Courier New" panose="02070309020205020404" pitchFamily="49" charset="0"/>
              </a:endParaRPr>
            </a:p>
          </p:txBody>
        </p:sp>
      </p:grpSp>
      <p:grpSp>
        <p:nvGrpSpPr>
          <p:cNvPr id="340" name="组合 339">
            <a:extLst>
              <a:ext uri="{FF2B5EF4-FFF2-40B4-BE49-F238E27FC236}">
                <a16:creationId xmlns:a16="http://schemas.microsoft.com/office/drawing/2014/main" id="{052A7E92-2116-486C-B3C4-1548FB31344E}"/>
              </a:ext>
            </a:extLst>
          </p:cNvPr>
          <p:cNvGrpSpPr/>
          <p:nvPr/>
        </p:nvGrpSpPr>
        <p:grpSpPr>
          <a:xfrm>
            <a:off x="7555568" y="5030761"/>
            <a:ext cx="222844" cy="438019"/>
            <a:chOff x="5355562" y="2461267"/>
            <a:chExt cx="222844" cy="438019"/>
          </a:xfrm>
        </p:grpSpPr>
        <p:cxnSp>
          <p:nvCxnSpPr>
            <p:cNvPr id="341" name="直接箭头连接符 340">
              <a:extLst>
                <a:ext uri="{FF2B5EF4-FFF2-40B4-BE49-F238E27FC236}">
                  <a16:creationId xmlns:a16="http://schemas.microsoft.com/office/drawing/2014/main" id="{F1442B6E-CA35-4B24-9C68-C34FC1839DD1}"/>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42" name="文本框 341">
              <a:extLst>
                <a:ext uri="{FF2B5EF4-FFF2-40B4-BE49-F238E27FC236}">
                  <a16:creationId xmlns:a16="http://schemas.microsoft.com/office/drawing/2014/main" id="{6B1AD44A-D8E1-4A33-BF32-CF5F3D3AB337}"/>
                </a:ext>
              </a:extLst>
            </p:cNvPr>
            <p:cNvSpPr txBox="1"/>
            <p:nvPr/>
          </p:nvSpPr>
          <p:spPr>
            <a:xfrm>
              <a:off x="5355562" y="2529954"/>
              <a:ext cx="222844" cy="369332"/>
            </a:xfrm>
            <a:prstGeom prst="rect">
              <a:avLst/>
            </a:prstGeom>
            <a:noFill/>
          </p:spPr>
          <p:txBody>
            <a:bodyPr wrap="square" lIns="0" tIns="0" rIns="0" bIns="0" rtlCol="0">
              <a:spAutoFit/>
            </a:bodyPr>
            <a:lstStyle/>
            <a:p>
              <a:pPr algn="ctr"/>
              <a:r>
                <a:rPr lang="en-US" altLang="zh-CN" sz="2400" b="1" dirty="0" err="1">
                  <a:solidFill>
                    <a:srgbClr val="00B0F0"/>
                  </a:solidFill>
                  <a:latin typeface="Courier New" panose="02070309020205020404" pitchFamily="49" charset="0"/>
                  <a:cs typeface="Courier New" panose="02070309020205020404" pitchFamily="49" charset="0"/>
                </a:rPr>
                <a:t>i</a:t>
              </a:r>
              <a:endParaRPr lang="zh-CN" altLang="en-US" sz="2400" b="1" dirty="0">
                <a:solidFill>
                  <a:srgbClr val="00B0F0"/>
                </a:solidFill>
                <a:latin typeface="Courier New" panose="02070309020205020404" pitchFamily="49" charset="0"/>
                <a:cs typeface="Courier New" panose="02070309020205020404" pitchFamily="49" charset="0"/>
              </a:endParaRPr>
            </a:p>
          </p:txBody>
        </p:sp>
      </p:grpSp>
      <p:grpSp>
        <p:nvGrpSpPr>
          <p:cNvPr id="343" name="组合 342">
            <a:extLst>
              <a:ext uri="{FF2B5EF4-FFF2-40B4-BE49-F238E27FC236}">
                <a16:creationId xmlns:a16="http://schemas.microsoft.com/office/drawing/2014/main" id="{E3A9495E-0FDA-40D5-BD20-4E7FCD0AAF3A}"/>
              </a:ext>
            </a:extLst>
          </p:cNvPr>
          <p:cNvGrpSpPr/>
          <p:nvPr/>
        </p:nvGrpSpPr>
        <p:grpSpPr>
          <a:xfrm>
            <a:off x="7577556" y="5960713"/>
            <a:ext cx="222844" cy="438019"/>
            <a:chOff x="5355562" y="2461267"/>
            <a:chExt cx="222844" cy="438019"/>
          </a:xfrm>
        </p:grpSpPr>
        <p:cxnSp>
          <p:nvCxnSpPr>
            <p:cNvPr id="344" name="直接箭头连接符 343">
              <a:extLst>
                <a:ext uri="{FF2B5EF4-FFF2-40B4-BE49-F238E27FC236}">
                  <a16:creationId xmlns:a16="http://schemas.microsoft.com/office/drawing/2014/main" id="{06CD5987-C2F7-4D1D-81AD-C1D323063AB5}"/>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45" name="文本框 344">
              <a:extLst>
                <a:ext uri="{FF2B5EF4-FFF2-40B4-BE49-F238E27FC236}">
                  <a16:creationId xmlns:a16="http://schemas.microsoft.com/office/drawing/2014/main" id="{9CA42D59-F211-4CBB-A74D-D6CF8AF72520}"/>
                </a:ext>
              </a:extLst>
            </p:cNvPr>
            <p:cNvSpPr txBox="1"/>
            <p:nvPr/>
          </p:nvSpPr>
          <p:spPr>
            <a:xfrm>
              <a:off x="5355562" y="2529954"/>
              <a:ext cx="222844" cy="369332"/>
            </a:xfrm>
            <a:prstGeom prst="rect">
              <a:avLst/>
            </a:prstGeom>
            <a:noFill/>
          </p:spPr>
          <p:txBody>
            <a:bodyPr wrap="square" lIns="0" tIns="0" rIns="0" bIns="0" rtlCol="0">
              <a:spAutoFit/>
            </a:bodyPr>
            <a:lstStyle/>
            <a:p>
              <a:pPr algn="ctr"/>
              <a:r>
                <a:rPr lang="en-US" altLang="zh-CN" sz="2400" b="1" dirty="0" err="1">
                  <a:solidFill>
                    <a:srgbClr val="00B0F0"/>
                  </a:solidFill>
                  <a:latin typeface="Courier New" panose="02070309020205020404" pitchFamily="49" charset="0"/>
                  <a:cs typeface="Courier New" panose="02070309020205020404" pitchFamily="49" charset="0"/>
                </a:rPr>
                <a:t>i</a:t>
              </a:r>
              <a:endParaRPr lang="zh-CN" altLang="en-US" sz="2400" b="1" dirty="0">
                <a:solidFill>
                  <a:srgbClr val="00B0F0"/>
                </a:solidFill>
                <a:latin typeface="Courier New" panose="02070309020205020404" pitchFamily="49" charset="0"/>
                <a:cs typeface="Courier New" panose="02070309020205020404" pitchFamily="49" charset="0"/>
              </a:endParaRPr>
            </a:p>
          </p:txBody>
        </p:sp>
      </p:grpSp>
      <p:sp>
        <p:nvSpPr>
          <p:cNvPr id="346" name="文本框 345">
            <a:extLst>
              <a:ext uri="{FF2B5EF4-FFF2-40B4-BE49-F238E27FC236}">
                <a16:creationId xmlns:a16="http://schemas.microsoft.com/office/drawing/2014/main" id="{49FAC9D3-14CD-4259-B503-7C571CC3AACE}"/>
              </a:ext>
            </a:extLst>
          </p:cNvPr>
          <p:cNvSpPr txBox="1"/>
          <p:nvPr/>
        </p:nvSpPr>
        <p:spPr>
          <a:xfrm>
            <a:off x="7645567" y="5659579"/>
            <a:ext cx="230832" cy="276999"/>
          </a:xfrm>
          <a:prstGeom prst="rect">
            <a:avLst/>
          </a:prstGeom>
          <a:solidFill>
            <a:schemeClr val="tx2">
              <a:lumMod val="10000"/>
              <a:lumOff val="90000"/>
            </a:schemeClr>
          </a:solidFill>
        </p:spPr>
        <p:txBody>
          <a:bodyPr wrap="none" lIns="0" tIns="0" rIns="0" bIns="0" rtlCol="0">
            <a:spAutoFit/>
          </a:bodyPr>
          <a:lstStyle/>
          <a:p>
            <a:pPr algn="ctr"/>
            <a:r>
              <a:rPr lang="en-US" altLang="zh-CN" b="1" dirty="0">
                <a:solidFill>
                  <a:srgbClr val="FF0000"/>
                </a:solidFill>
                <a:latin typeface="Times New Roman" panose="02020603050405020304" pitchFamily="18" charset="0"/>
                <a:cs typeface="Times New Roman" panose="02020603050405020304" pitchFamily="18" charset="0"/>
              </a:rPr>
              <a:t>47</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84" name="文本框 83">
            <a:extLst>
              <a:ext uri="{FF2B5EF4-FFF2-40B4-BE49-F238E27FC236}">
                <a16:creationId xmlns:a16="http://schemas.microsoft.com/office/drawing/2014/main" id="{A9C27BE0-85AF-4D29-95FA-9ADB89F20B14}"/>
              </a:ext>
            </a:extLst>
          </p:cNvPr>
          <p:cNvSpPr txBox="1"/>
          <p:nvPr/>
        </p:nvSpPr>
        <p:spPr>
          <a:xfrm>
            <a:off x="1404278" y="3884078"/>
            <a:ext cx="492443" cy="461665"/>
          </a:xfrm>
          <a:prstGeom prst="rect">
            <a:avLst/>
          </a:prstGeom>
          <a:noFill/>
        </p:spPr>
        <p:txBody>
          <a:bodyPr wrap="none" rtlCol="0">
            <a:spAutoFit/>
          </a:bodyPr>
          <a:lstStyle/>
          <a:p>
            <a:r>
              <a:rPr lang="zh-CN" altLang="en-US" sz="2400" b="1" dirty="0">
                <a:solidFill>
                  <a:srgbClr val="00B050"/>
                </a:solidFill>
                <a:latin typeface="等线" panose="02010600030101010101" pitchFamily="2" charset="-122"/>
                <a:ea typeface="等线" panose="02010600030101010101" pitchFamily="2" charset="-122"/>
              </a:rPr>
              <a:t>√</a:t>
            </a:r>
            <a:endParaRPr lang="zh-CN" altLang="en-US" sz="2400" b="1" dirty="0">
              <a:solidFill>
                <a:srgbClr val="00B050"/>
              </a:solidFill>
            </a:endParaRPr>
          </a:p>
        </p:txBody>
      </p:sp>
      <p:sp>
        <p:nvSpPr>
          <p:cNvPr id="347" name="文本框 346">
            <a:extLst>
              <a:ext uri="{FF2B5EF4-FFF2-40B4-BE49-F238E27FC236}">
                <a16:creationId xmlns:a16="http://schemas.microsoft.com/office/drawing/2014/main" id="{2F05916E-0FE4-42A1-B515-53297DA36C5B}"/>
              </a:ext>
            </a:extLst>
          </p:cNvPr>
          <p:cNvSpPr txBox="1"/>
          <p:nvPr/>
        </p:nvSpPr>
        <p:spPr>
          <a:xfrm>
            <a:off x="1866664" y="3770835"/>
            <a:ext cx="441146" cy="400110"/>
          </a:xfrm>
          <a:prstGeom prst="rect">
            <a:avLst/>
          </a:prstGeom>
          <a:noFill/>
        </p:spPr>
        <p:txBody>
          <a:bodyPr wrap="none"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23</a:t>
            </a:r>
            <a:endParaRPr lang="zh-CN" altLang="en-US" sz="2000" b="1" dirty="0">
              <a:solidFill>
                <a:srgbClr val="C00000"/>
              </a:solidFill>
              <a:latin typeface="Times New Roman" panose="02020603050405020304" pitchFamily="18" charset="0"/>
              <a:cs typeface="Times New Roman" panose="02020603050405020304" pitchFamily="18" charset="0"/>
            </a:endParaRPr>
          </a:p>
        </p:txBody>
      </p:sp>
      <p:grpSp>
        <p:nvGrpSpPr>
          <p:cNvPr id="348" name="组合 347">
            <a:extLst>
              <a:ext uri="{FF2B5EF4-FFF2-40B4-BE49-F238E27FC236}">
                <a16:creationId xmlns:a16="http://schemas.microsoft.com/office/drawing/2014/main" id="{E73165DC-9371-42AA-B634-9058BD057579}"/>
              </a:ext>
            </a:extLst>
          </p:cNvPr>
          <p:cNvGrpSpPr/>
          <p:nvPr/>
        </p:nvGrpSpPr>
        <p:grpSpPr>
          <a:xfrm>
            <a:off x="2600119" y="5022072"/>
            <a:ext cx="222844" cy="438019"/>
            <a:chOff x="5355562" y="2461267"/>
            <a:chExt cx="222844" cy="438019"/>
          </a:xfrm>
        </p:grpSpPr>
        <p:cxnSp>
          <p:nvCxnSpPr>
            <p:cNvPr id="349" name="直接箭头连接符 348">
              <a:extLst>
                <a:ext uri="{FF2B5EF4-FFF2-40B4-BE49-F238E27FC236}">
                  <a16:creationId xmlns:a16="http://schemas.microsoft.com/office/drawing/2014/main" id="{8D7B370F-FB78-4C87-9687-059BD4B7BA68}"/>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50" name="文本框 349">
              <a:extLst>
                <a:ext uri="{FF2B5EF4-FFF2-40B4-BE49-F238E27FC236}">
                  <a16:creationId xmlns:a16="http://schemas.microsoft.com/office/drawing/2014/main" id="{4A27EDEE-E834-4CE3-AD48-1D82CB3C2DD8}"/>
                </a:ext>
              </a:extLst>
            </p:cNvPr>
            <p:cNvSpPr txBox="1"/>
            <p:nvPr/>
          </p:nvSpPr>
          <p:spPr>
            <a:xfrm>
              <a:off x="5355562" y="2529954"/>
              <a:ext cx="222844" cy="369332"/>
            </a:xfrm>
            <a:prstGeom prst="rect">
              <a:avLst/>
            </a:prstGeom>
            <a:noFill/>
          </p:spPr>
          <p:txBody>
            <a:bodyPr wrap="square" lIns="0" tIns="0" rIns="0" bIns="0" rtlCol="0">
              <a:spAutoFit/>
            </a:bodyPr>
            <a:lstStyle/>
            <a:p>
              <a:pPr algn="ctr"/>
              <a:r>
                <a:rPr lang="en-US" altLang="zh-CN" sz="2400" b="1" dirty="0" err="1">
                  <a:solidFill>
                    <a:srgbClr val="00B0F0"/>
                  </a:solidFill>
                  <a:latin typeface="Courier New" panose="02070309020205020404" pitchFamily="49" charset="0"/>
                  <a:cs typeface="Courier New" panose="02070309020205020404" pitchFamily="49" charset="0"/>
                </a:rPr>
                <a:t>i</a:t>
              </a:r>
              <a:endParaRPr lang="zh-CN" altLang="en-US" sz="2400" b="1" dirty="0">
                <a:solidFill>
                  <a:srgbClr val="00B0F0"/>
                </a:solidFill>
                <a:latin typeface="Courier New" panose="02070309020205020404" pitchFamily="49" charset="0"/>
                <a:cs typeface="Courier New" panose="02070309020205020404" pitchFamily="49" charset="0"/>
              </a:endParaRPr>
            </a:p>
          </p:txBody>
        </p:sp>
      </p:grpSp>
      <p:grpSp>
        <p:nvGrpSpPr>
          <p:cNvPr id="351" name="组合 350">
            <a:extLst>
              <a:ext uri="{FF2B5EF4-FFF2-40B4-BE49-F238E27FC236}">
                <a16:creationId xmlns:a16="http://schemas.microsoft.com/office/drawing/2014/main" id="{90781631-00DF-489F-B8CE-D49436F3C797}"/>
              </a:ext>
            </a:extLst>
          </p:cNvPr>
          <p:cNvGrpSpPr/>
          <p:nvPr/>
        </p:nvGrpSpPr>
        <p:grpSpPr>
          <a:xfrm>
            <a:off x="3564726" y="5965864"/>
            <a:ext cx="222844" cy="438019"/>
            <a:chOff x="5355562" y="2461267"/>
            <a:chExt cx="222844" cy="438019"/>
          </a:xfrm>
        </p:grpSpPr>
        <p:cxnSp>
          <p:nvCxnSpPr>
            <p:cNvPr id="352" name="直接箭头连接符 351">
              <a:extLst>
                <a:ext uri="{FF2B5EF4-FFF2-40B4-BE49-F238E27FC236}">
                  <a16:creationId xmlns:a16="http://schemas.microsoft.com/office/drawing/2014/main" id="{E4EC2DF3-4608-43E2-A439-E5D1424E7DCC}"/>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53" name="文本框 352">
              <a:extLst>
                <a:ext uri="{FF2B5EF4-FFF2-40B4-BE49-F238E27FC236}">
                  <a16:creationId xmlns:a16="http://schemas.microsoft.com/office/drawing/2014/main" id="{763878AA-A94A-4729-A474-51E940285A1C}"/>
                </a:ext>
              </a:extLst>
            </p:cNvPr>
            <p:cNvSpPr txBox="1"/>
            <p:nvPr/>
          </p:nvSpPr>
          <p:spPr>
            <a:xfrm>
              <a:off x="5355562" y="2529954"/>
              <a:ext cx="222844" cy="369332"/>
            </a:xfrm>
            <a:prstGeom prst="rect">
              <a:avLst/>
            </a:prstGeom>
            <a:noFill/>
          </p:spPr>
          <p:txBody>
            <a:bodyPr wrap="square" lIns="0" tIns="0" rIns="0" bIns="0" rtlCol="0">
              <a:spAutoFit/>
            </a:bodyPr>
            <a:lstStyle/>
            <a:p>
              <a:pPr algn="ctr"/>
              <a:r>
                <a:rPr lang="en-US" altLang="zh-CN" sz="2400" b="1" dirty="0" err="1">
                  <a:solidFill>
                    <a:srgbClr val="00B0F0"/>
                  </a:solidFill>
                  <a:latin typeface="Courier New" panose="02070309020205020404" pitchFamily="49" charset="0"/>
                  <a:cs typeface="Courier New" panose="02070309020205020404" pitchFamily="49" charset="0"/>
                </a:rPr>
                <a:t>i</a:t>
              </a:r>
              <a:endParaRPr lang="zh-CN" altLang="en-US" sz="2400" b="1" dirty="0">
                <a:solidFill>
                  <a:srgbClr val="00B0F0"/>
                </a:solidFill>
                <a:latin typeface="Courier New" panose="02070309020205020404" pitchFamily="49" charset="0"/>
                <a:cs typeface="Courier New" panose="02070309020205020404" pitchFamily="49" charset="0"/>
              </a:endParaRPr>
            </a:p>
          </p:txBody>
        </p:sp>
      </p:grpSp>
      <p:sp>
        <p:nvSpPr>
          <p:cNvPr id="354" name="文本框 353">
            <a:extLst>
              <a:ext uri="{FF2B5EF4-FFF2-40B4-BE49-F238E27FC236}">
                <a16:creationId xmlns:a16="http://schemas.microsoft.com/office/drawing/2014/main" id="{876F2EBA-19AC-4B64-A40D-B6CBA8799180}"/>
              </a:ext>
            </a:extLst>
          </p:cNvPr>
          <p:cNvSpPr txBox="1"/>
          <p:nvPr/>
        </p:nvSpPr>
        <p:spPr>
          <a:xfrm>
            <a:off x="2134831" y="3883443"/>
            <a:ext cx="415498" cy="369332"/>
          </a:xfrm>
          <a:prstGeom prst="rect">
            <a:avLst/>
          </a:prstGeom>
          <a:noFill/>
        </p:spPr>
        <p:txBody>
          <a:bodyPr wrap="none" rtlCol="0">
            <a:spAutoFit/>
          </a:bodyPr>
          <a:lstStyle/>
          <a:p>
            <a:r>
              <a:rPr lang="zh-CN" altLang="en-US" b="1" dirty="0">
                <a:solidFill>
                  <a:srgbClr val="7030A0"/>
                </a:solidFill>
                <a:latin typeface="Broadway" panose="04040905080002020502" pitchFamily="82" charset="0"/>
                <a:ea typeface="等线" panose="02010600030101010101" pitchFamily="2" charset="-122"/>
              </a:rPr>
              <a:t>╳</a:t>
            </a:r>
            <a:endParaRPr lang="zh-CN" altLang="en-US" b="1" dirty="0">
              <a:solidFill>
                <a:srgbClr val="7030A0"/>
              </a:solidFill>
              <a:latin typeface="Broadway" panose="04040905080002020502" pitchFamily="82" charset="0"/>
            </a:endParaRPr>
          </a:p>
        </p:txBody>
      </p:sp>
      <p:sp>
        <p:nvSpPr>
          <p:cNvPr id="92" name="文本框 91">
            <a:extLst>
              <a:ext uri="{FF2B5EF4-FFF2-40B4-BE49-F238E27FC236}">
                <a16:creationId xmlns:a16="http://schemas.microsoft.com/office/drawing/2014/main" id="{41B1973D-C32C-4067-B3D8-967B97FE3A56}"/>
              </a:ext>
            </a:extLst>
          </p:cNvPr>
          <p:cNvSpPr txBox="1"/>
          <p:nvPr/>
        </p:nvSpPr>
        <p:spPr>
          <a:xfrm>
            <a:off x="8554081" y="2235560"/>
            <a:ext cx="2262158" cy="369332"/>
          </a:xfrm>
          <a:prstGeom prst="rect">
            <a:avLst/>
          </a:prstGeom>
          <a:noFill/>
        </p:spPr>
        <p:txBody>
          <a:bodyPr wrap="none" rtlCol="0">
            <a:spAutoFit/>
          </a:bodyPr>
          <a:lstStyle/>
          <a:p>
            <a:r>
              <a:rPr lang="zh-CN" altLang="en-US" dirty="0">
                <a:solidFill>
                  <a:srgbClr val="C00000"/>
                </a:solidFill>
              </a:rPr>
              <a:t>在结点的图示中省略</a:t>
            </a:r>
          </a:p>
        </p:txBody>
      </p:sp>
      <p:grpSp>
        <p:nvGrpSpPr>
          <p:cNvPr id="97" name="组合 96">
            <a:extLst>
              <a:ext uri="{FF2B5EF4-FFF2-40B4-BE49-F238E27FC236}">
                <a16:creationId xmlns:a16="http://schemas.microsoft.com/office/drawing/2014/main" id="{A7A70D26-B507-4DBC-8239-7C1C6C0B0130}"/>
              </a:ext>
            </a:extLst>
          </p:cNvPr>
          <p:cNvGrpSpPr/>
          <p:nvPr/>
        </p:nvGrpSpPr>
        <p:grpSpPr>
          <a:xfrm>
            <a:off x="4908319" y="2112610"/>
            <a:ext cx="3573277" cy="299523"/>
            <a:chOff x="5222510" y="2060570"/>
            <a:chExt cx="3573277" cy="299523"/>
          </a:xfrm>
        </p:grpSpPr>
        <p:cxnSp>
          <p:nvCxnSpPr>
            <p:cNvPr id="86" name="直接连接符 85">
              <a:extLst>
                <a:ext uri="{FF2B5EF4-FFF2-40B4-BE49-F238E27FC236}">
                  <a16:creationId xmlns:a16="http://schemas.microsoft.com/office/drawing/2014/main" id="{AF22B5D7-5C5B-4F85-B295-EE42760FBAE3}"/>
                </a:ext>
              </a:extLst>
            </p:cNvPr>
            <p:cNvCxnSpPr>
              <a:cxnSpLocks/>
            </p:cNvCxnSpPr>
            <p:nvPr/>
          </p:nvCxnSpPr>
          <p:spPr>
            <a:xfrm>
              <a:off x="5222510" y="2062867"/>
              <a:ext cx="1547846"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81D5D626-D294-4A53-AFBC-D8D279728DD4}"/>
                </a:ext>
              </a:extLst>
            </p:cNvPr>
            <p:cNvCxnSpPr>
              <a:cxnSpLocks/>
            </p:cNvCxnSpPr>
            <p:nvPr/>
          </p:nvCxnSpPr>
          <p:spPr>
            <a:xfrm>
              <a:off x="6697871" y="2060570"/>
              <a:ext cx="2097916" cy="29952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56" name="文本框 355">
            <a:extLst>
              <a:ext uri="{FF2B5EF4-FFF2-40B4-BE49-F238E27FC236}">
                <a16:creationId xmlns:a16="http://schemas.microsoft.com/office/drawing/2014/main" id="{7E8E3400-588E-476C-BA97-18732DD52430}"/>
              </a:ext>
            </a:extLst>
          </p:cNvPr>
          <p:cNvSpPr txBox="1"/>
          <p:nvPr/>
        </p:nvSpPr>
        <p:spPr>
          <a:xfrm>
            <a:off x="3692589" y="249193"/>
            <a:ext cx="7905955" cy="3046988"/>
          </a:xfrm>
          <a:prstGeom prst="rect">
            <a:avLst/>
          </a:prstGeom>
          <a:solidFill>
            <a:srgbClr val="FFFAEB"/>
          </a:solidFill>
          <a:ln w="12700">
            <a:solidFill>
              <a:schemeClr val="accent2">
                <a:lumMod val="50000"/>
              </a:schemeClr>
            </a:solidFill>
          </a:ln>
        </p:spPr>
        <p:txBody>
          <a:bodyPr wrap="square">
            <a:spAutoFit/>
          </a:bodyPr>
          <a:lstStyle/>
          <a:p>
            <a:r>
              <a:rPr lang="zh-CN" altLang="en-US" sz="1600" b="1" dirty="0">
                <a:latin typeface="Courier New" panose="02070309020205020404" pitchFamily="49" charset="0"/>
                <a:cs typeface="Courier New" panose="02070309020205020404" pitchFamily="49" charset="0"/>
              </a:rPr>
              <a:t>Result Search(BTree T, KeyType </a:t>
            </a:r>
            <a:r>
              <a:rPr lang="en-US" altLang="zh-CN" sz="1600" b="1" dirty="0">
                <a:latin typeface="Courier New" panose="02070309020205020404" pitchFamily="49" charset="0"/>
                <a:cs typeface="Courier New" panose="02070309020205020404" pitchFamily="49" charset="0"/>
              </a:rPr>
              <a:t>key</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a:t>
            </a:r>
            <a:r>
              <a:rPr lang="en-US" altLang="zh-CN"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20</a:t>
            </a:r>
            <a:endParaRPr lang="zh-CN" altLang="en-US" sz="1600" b="1" dirty="0">
              <a:solidFill>
                <a:srgbClr val="C0000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在m阶B树T上查找关键字K，返回结果(pt,i,tag)</a:t>
            </a:r>
          </a:p>
          <a:p>
            <a:r>
              <a:rPr lang="zh-CN" altLang="en-US" sz="1600" b="1" dirty="0">
                <a:latin typeface="Courier New" panose="02070309020205020404" pitchFamily="49" charset="0"/>
                <a:cs typeface="Courier New" panose="02070309020205020404" pitchFamily="49" charset="0"/>
              </a:rPr>
              <a:t>  p=T;  q=NULL;  found=FALSE;  i=0;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初始化</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600" b="1" dirty="0">
                <a:latin typeface="Courier New" panose="02070309020205020404" pitchFamily="49" charset="0"/>
                <a:cs typeface="Courier New" panose="02070309020205020404" pitchFamily="49" charset="0"/>
              </a:rPr>
              <a:t> (p &amp;&amp; !found)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i=</a:t>
            </a:r>
            <a:r>
              <a:rPr lang="en-US" altLang="zh-CN" sz="1600" b="1" dirty="0">
                <a:latin typeface="Courier New" panose="02070309020205020404" pitchFamily="49" charset="0"/>
                <a:cs typeface="Courier New" panose="02070309020205020404" pitchFamily="49" charset="0"/>
              </a:rPr>
              <a:t>Find</a:t>
            </a:r>
            <a:r>
              <a:rPr lang="zh-CN" altLang="en-US" sz="1600" b="1" dirty="0">
                <a:latin typeface="Courier New" panose="02070309020205020404" pitchFamily="49" charset="0"/>
                <a:cs typeface="Courier New" panose="02070309020205020404" pitchFamily="49" charset="0"/>
              </a:rPr>
              <a:t>(p, </a:t>
            </a:r>
            <a:r>
              <a:rPr lang="en-US" altLang="zh-CN" sz="1600" b="1" dirty="0">
                <a:latin typeface="Courier New" panose="02070309020205020404" pitchFamily="49" charset="0"/>
                <a:cs typeface="Courier New" panose="02070309020205020404" pitchFamily="49" charset="0"/>
              </a:rPr>
              <a:t>key</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在p-&gt;key</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s</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[1..</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p-&gt;</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n]中查找i，</a:t>
            </a:r>
            <a:endPar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使得：p-&gt;key</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s</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[i]&lt;=K&lt;p-&gt;key</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s</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[i+1]</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a:t>
            </a:r>
            <a:r>
              <a:rPr lang="zh-CN" altLang="en-US" sz="1600" b="1" dirty="0">
                <a:latin typeface="Courier New" panose="02070309020205020404" pitchFamily="49" charset="0"/>
                <a:cs typeface="Courier New" panose="02070309020205020404" pitchFamily="49" charset="0"/>
              </a:rPr>
              <a:t>(i&gt;0 &amp;&amp; p-&gt;key</a:t>
            </a:r>
            <a:r>
              <a:rPr lang="en-US" altLang="zh-CN" sz="1600" b="1" dirty="0">
                <a:latin typeface="Courier New" panose="02070309020205020404" pitchFamily="49" charset="0"/>
                <a:cs typeface="Courier New" panose="02070309020205020404" pitchFamily="49" charset="0"/>
              </a:rPr>
              <a:t>s</a:t>
            </a:r>
            <a:r>
              <a:rPr lang="zh-CN" altLang="en-US" sz="1600" b="1" dirty="0">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key</a:t>
            </a:r>
            <a:r>
              <a:rPr lang="zh-CN" altLang="en-US" sz="1600" b="1" dirty="0">
                <a:latin typeface="Courier New" panose="02070309020205020404" pitchFamily="49" charset="0"/>
                <a:cs typeface="Courier New" panose="02070309020205020404" pitchFamily="49" charset="0"/>
              </a:rPr>
              <a:t>) found=TRUE;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找到待查关键字</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q=p;  p=p-&gt;</a:t>
            </a:r>
            <a:r>
              <a:rPr lang="en-US" altLang="zh-CN" sz="1600" b="1" dirty="0">
                <a:latin typeface="Courier New" panose="02070309020205020404" pitchFamily="49" charset="0"/>
                <a:cs typeface="Courier New" panose="02070309020205020404" pitchFamily="49" charset="0"/>
              </a:rPr>
              <a:t>kids</a:t>
            </a:r>
            <a:r>
              <a:rPr lang="zh-CN" altLang="en-US" sz="1600" b="1" dirty="0">
                <a:latin typeface="Courier New" panose="02070309020205020404" pitchFamily="49" charset="0"/>
                <a:cs typeface="Courier New" panose="02070309020205020404" pitchFamily="49" charset="0"/>
              </a:rPr>
              <a:t>[i];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(p)p-&gt;</a:t>
            </a:r>
            <a:r>
              <a:rPr lang="en-US" altLang="zh-CN" sz="1600" b="1" dirty="0" err="1">
                <a:latin typeface="Courier New" panose="02070309020205020404" pitchFamily="49" charset="0"/>
                <a:cs typeface="Courier New" panose="02070309020205020404" pitchFamily="49" charset="0"/>
              </a:rPr>
              <a:t>pci</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下一层继续查找</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a:t>
            </a:r>
            <a:r>
              <a:rPr lang="zh-CN" altLang="en-US" sz="1600" b="1" dirty="0">
                <a:latin typeface="Courier New" panose="02070309020205020404" pitchFamily="49" charset="0"/>
                <a:cs typeface="Courier New" panose="02070309020205020404" pitchFamily="49" charset="0"/>
              </a:rPr>
              <a:t>(found)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p</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1</a:t>
            </a:r>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查找成功，返回K的位置</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(q,i,0);</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查找不成功，返回K的插入位置</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cxnSp>
        <p:nvCxnSpPr>
          <p:cNvPr id="101" name="直接连接符 100">
            <a:extLst>
              <a:ext uri="{FF2B5EF4-FFF2-40B4-BE49-F238E27FC236}">
                <a16:creationId xmlns:a16="http://schemas.microsoft.com/office/drawing/2014/main" id="{B410CA33-EBD4-474B-AE47-54178BBCFC3B}"/>
              </a:ext>
            </a:extLst>
          </p:cNvPr>
          <p:cNvCxnSpPr/>
          <p:nvPr/>
        </p:nvCxnSpPr>
        <p:spPr>
          <a:xfrm>
            <a:off x="4007889" y="1026196"/>
            <a:ext cx="402190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7" name="直接连接符 356">
            <a:extLst>
              <a:ext uri="{FF2B5EF4-FFF2-40B4-BE49-F238E27FC236}">
                <a16:creationId xmlns:a16="http://schemas.microsoft.com/office/drawing/2014/main" id="{DBFFB60F-A651-43F5-B5DC-0D92C49AE84C}"/>
              </a:ext>
            </a:extLst>
          </p:cNvPr>
          <p:cNvCxnSpPr>
            <a:cxnSpLocks/>
          </p:cNvCxnSpPr>
          <p:nvPr/>
        </p:nvCxnSpPr>
        <p:spPr>
          <a:xfrm>
            <a:off x="4005426" y="1268397"/>
            <a:ext cx="247736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8" name="直接连接符 357">
            <a:extLst>
              <a:ext uri="{FF2B5EF4-FFF2-40B4-BE49-F238E27FC236}">
                <a16:creationId xmlns:a16="http://schemas.microsoft.com/office/drawing/2014/main" id="{4B9C6FFD-6708-4843-B62B-07692C7B7CD3}"/>
              </a:ext>
            </a:extLst>
          </p:cNvPr>
          <p:cNvCxnSpPr>
            <a:cxnSpLocks/>
          </p:cNvCxnSpPr>
          <p:nvPr/>
        </p:nvCxnSpPr>
        <p:spPr>
          <a:xfrm flipV="1">
            <a:off x="4261018" y="1496242"/>
            <a:ext cx="1838517" cy="1331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9" name="直接连接符 358">
            <a:extLst>
              <a:ext uri="{FF2B5EF4-FFF2-40B4-BE49-F238E27FC236}">
                <a16:creationId xmlns:a16="http://schemas.microsoft.com/office/drawing/2014/main" id="{5ACCD23C-21C8-46CB-B253-5D1E7AD5CB18}"/>
              </a:ext>
            </a:extLst>
          </p:cNvPr>
          <p:cNvCxnSpPr>
            <a:cxnSpLocks/>
          </p:cNvCxnSpPr>
          <p:nvPr/>
        </p:nvCxnSpPr>
        <p:spPr>
          <a:xfrm>
            <a:off x="4255351" y="2002845"/>
            <a:ext cx="444011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0" name="直接连接符 359">
            <a:extLst>
              <a:ext uri="{FF2B5EF4-FFF2-40B4-BE49-F238E27FC236}">
                <a16:creationId xmlns:a16="http://schemas.microsoft.com/office/drawing/2014/main" id="{425896D5-60D2-4AB7-9273-E0C474D99229}"/>
              </a:ext>
            </a:extLst>
          </p:cNvPr>
          <p:cNvCxnSpPr>
            <a:cxnSpLocks/>
          </p:cNvCxnSpPr>
          <p:nvPr/>
        </p:nvCxnSpPr>
        <p:spPr>
          <a:xfrm>
            <a:off x="4258530" y="2242038"/>
            <a:ext cx="316459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1" name="直接连接符 360">
            <a:extLst>
              <a:ext uri="{FF2B5EF4-FFF2-40B4-BE49-F238E27FC236}">
                <a16:creationId xmlns:a16="http://schemas.microsoft.com/office/drawing/2014/main" id="{2F02357A-3F4E-4C80-BB5A-CE44139E3FE1}"/>
              </a:ext>
            </a:extLst>
          </p:cNvPr>
          <p:cNvCxnSpPr>
            <a:cxnSpLocks/>
          </p:cNvCxnSpPr>
          <p:nvPr/>
        </p:nvCxnSpPr>
        <p:spPr>
          <a:xfrm>
            <a:off x="3998944" y="2736940"/>
            <a:ext cx="305819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2" name="直接连接符 361">
            <a:extLst>
              <a:ext uri="{FF2B5EF4-FFF2-40B4-BE49-F238E27FC236}">
                <a16:creationId xmlns:a16="http://schemas.microsoft.com/office/drawing/2014/main" id="{D18FB704-49C9-4790-89FB-0529BBDFE42E}"/>
              </a:ext>
            </a:extLst>
          </p:cNvPr>
          <p:cNvCxnSpPr/>
          <p:nvPr/>
        </p:nvCxnSpPr>
        <p:spPr>
          <a:xfrm>
            <a:off x="4029894" y="1024919"/>
            <a:ext cx="402190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3" name="直接连接符 362">
            <a:extLst>
              <a:ext uri="{FF2B5EF4-FFF2-40B4-BE49-F238E27FC236}">
                <a16:creationId xmlns:a16="http://schemas.microsoft.com/office/drawing/2014/main" id="{6DDE8A62-38E9-4C94-82C9-141E51B46DA0}"/>
              </a:ext>
            </a:extLst>
          </p:cNvPr>
          <p:cNvCxnSpPr>
            <a:cxnSpLocks/>
          </p:cNvCxnSpPr>
          <p:nvPr/>
        </p:nvCxnSpPr>
        <p:spPr>
          <a:xfrm>
            <a:off x="4027431" y="1267120"/>
            <a:ext cx="247736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4" name="直接连接符 363">
            <a:extLst>
              <a:ext uri="{FF2B5EF4-FFF2-40B4-BE49-F238E27FC236}">
                <a16:creationId xmlns:a16="http://schemas.microsoft.com/office/drawing/2014/main" id="{9EC1D2BA-FCE8-4746-A317-B2FED5DCDE4E}"/>
              </a:ext>
            </a:extLst>
          </p:cNvPr>
          <p:cNvCxnSpPr>
            <a:cxnSpLocks/>
          </p:cNvCxnSpPr>
          <p:nvPr/>
        </p:nvCxnSpPr>
        <p:spPr>
          <a:xfrm flipV="1">
            <a:off x="4283023" y="1494965"/>
            <a:ext cx="1838517" cy="1331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5" name="直接连接符 364">
            <a:extLst>
              <a:ext uri="{FF2B5EF4-FFF2-40B4-BE49-F238E27FC236}">
                <a16:creationId xmlns:a16="http://schemas.microsoft.com/office/drawing/2014/main" id="{09971DBD-1B1B-4B9C-82CB-83825FEF38D5}"/>
              </a:ext>
            </a:extLst>
          </p:cNvPr>
          <p:cNvCxnSpPr>
            <a:cxnSpLocks/>
          </p:cNvCxnSpPr>
          <p:nvPr/>
        </p:nvCxnSpPr>
        <p:spPr>
          <a:xfrm>
            <a:off x="4277356" y="2001568"/>
            <a:ext cx="444011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6" name="直接连接符 365">
            <a:extLst>
              <a:ext uri="{FF2B5EF4-FFF2-40B4-BE49-F238E27FC236}">
                <a16:creationId xmlns:a16="http://schemas.microsoft.com/office/drawing/2014/main" id="{FB4A17C6-88F8-4B3D-A1A2-0B55AF8B5448}"/>
              </a:ext>
            </a:extLst>
          </p:cNvPr>
          <p:cNvCxnSpPr>
            <a:cxnSpLocks/>
          </p:cNvCxnSpPr>
          <p:nvPr/>
        </p:nvCxnSpPr>
        <p:spPr>
          <a:xfrm>
            <a:off x="4027206" y="2967482"/>
            <a:ext cx="235961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文本框 3">
            <a:extLst>
              <a:ext uri="{FF2B5EF4-FFF2-40B4-BE49-F238E27FC236}">
                <a16:creationId xmlns:a16="http://schemas.microsoft.com/office/drawing/2014/main" id="{7CB0903B-9386-177B-3C83-8D041539680D}"/>
              </a:ext>
            </a:extLst>
          </p:cNvPr>
          <p:cNvSpPr txBox="1"/>
          <p:nvPr/>
        </p:nvSpPr>
        <p:spPr>
          <a:xfrm>
            <a:off x="963068" y="233061"/>
            <a:ext cx="316717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70510">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9.2.4</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B</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树</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kern="100" baseline="300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树</a:t>
            </a:r>
            <a:endParaRPr lang="zh-CN" altLang="zh-CN" sz="2400" b="1"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09788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
                                            <p:bg/>
                                          </p:spTgt>
                                        </p:tgtEl>
                                        <p:attrNameLst>
                                          <p:attrName>style.visibility</p:attrName>
                                        </p:attrNameLst>
                                      </p:cBhvr>
                                      <p:to>
                                        <p:strVal val="visible"/>
                                      </p:to>
                                    </p:set>
                                    <p:animEffect transition="in" filter="wipe(up)">
                                      <p:cBhvr>
                                        <p:cTn id="7" dur="500"/>
                                        <p:tgtEl>
                                          <p:spTgt spid="153">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53">
                                            <p:txEl>
                                              <p:pRg st="0" end="0"/>
                                            </p:txEl>
                                          </p:spTgt>
                                        </p:tgtEl>
                                        <p:attrNameLst>
                                          <p:attrName>style.visibility</p:attrName>
                                        </p:attrNameLst>
                                      </p:cBhvr>
                                      <p:to>
                                        <p:strVal val="visible"/>
                                      </p:to>
                                    </p:set>
                                    <p:animEffect transition="in" filter="wipe(up)">
                                      <p:cBhvr>
                                        <p:cTn id="10" dur="500"/>
                                        <p:tgtEl>
                                          <p:spTgt spid="153">
                                            <p:txEl>
                                              <p:pRg st="0" end="0"/>
                                            </p:txEl>
                                          </p:spTgt>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26"/>
                                        </p:tgtEl>
                                        <p:attrNameLst>
                                          <p:attrName>style.visibility</p:attrName>
                                        </p:attrNameLst>
                                      </p:cBhvr>
                                      <p:to>
                                        <p:strVal val="visible"/>
                                      </p:to>
                                    </p:set>
                                    <p:animEffect transition="in" filter="wipe(left)">
                                      <p:cBhvr>
                                        <p:cTn id="14" dur="500"/>
                                        <p:tgtEl>
                                          <p:spTgt spid="226"/>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76"/>
                                        </p:tgtEl>
                                        <p:attrNameLst>
                                          <p:attrName>style.visibility</p:attrName>
                                        </p:attrNameLst>
                                      </p:cBhvr>
                                      <p:to>
                                        <p:strVal val="visible"/>
                                      </p:to>
                                    </p:set>
                                    <p:animEffect transition="in" filter="wipe(left)">
                                      <p:cBhvr>
                                        <p:cTn id="18" dur="500"/>
                                        <p:tgtEl>
                                          <p:spTgt spid="17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53">
                                            <p:txEl>
                                              <p:pRg st="1" end="1"/>
                                            </p:txEl>
                                          </p:spTgt>
                                        </p:tgtEl>
                                        <p:attrNameLst>
                                          <p:attrName>style.visibility</p:attrName>
                                        </p:attrNameLst>
                                      </p:cBhvr>
                                      <p:to>
                                        <p:strVal val="visible"/>
                                      </p:to>
                                    </p:set>
                                    <p:animEffect transition="in" filter="wipe(up)">
                                      <p:cBhvr>
                                        <p:cTn id="23" dur="500"/>
                                        <p:tgtEl>
                                          <p:spTgt spid="153">
                                            <p:txEl>
                                              <p:pRg st="1" end="1"/>
                                            </p:txEl>
                                          </p:spTgt>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79"/>
                                        </p:tgtEl>
                                        <p:attrNameLst>
                                          <p:attrName>style.visibility</p:attrName>
                                        </p:attrNameLst>
                                      </p:cBhvr>
                                      <p:to>
                                        <p:strVal val="visible"/>
                                      </p:to>
                                    </p:set>
                                    <p:animEffect transition="in" filter="wipe(left)">
                                      <p:cBhvr>
                                        <p:cTn id="27" dur="500"/>
                                        <p:tgtEl>
                                          <p:spTgt spid="1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3">
                                            <p:txEl>
                                              <p:pRg st="2" end="2"/>
                                            </p:txEl>
                                          </p:spTgt>
                                        </p:tgtEl>
                                        <p:attrNameLst>
                                          <p:attrName>style.visibility</p:attrName>
                                        </p:attrNameLst>
                                      </p:cBhvr>
                                      <p:to>
                                        <p:strVal val="visible"/>
                                      </p:to>
                                    </p:set>
                                    <p:animEffect transition="in" filter="wipe(up)">
                                      <p:cBhvr>
                                        <p:cTn id="32" dur="500"/>
                                        <p:tgtEl>
                                          <p:spTgt spid="153">
                                            <p:txEl>
                                              <p:pRg st="2" end="2"/>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77"/>
                                        </p:tgtEl>
                                        <p:attrNameLst>
                                          <p:attrName>style.visibility</p:attrName>
                                        </p:attrNameLst>
                                      </p:cBhvr>
                                      <p:to>
                                        <p:strVal val="visible"/>
                                      </p:to>
                                    </p:set>
                                    <p:animEffect transition="in" filter="wipe(left)">
                                      <p:cBhvr>
                                        <p:cTn id="36" dur="500"/>
                                        <p:tgtEl>
                                          <p:spTgt spid="17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53">
                                            <p:txEl>
                                              <p:pRg st="3" end="3"/>
                                            </p:txEl>
                                          </p:spTgt>
                                        </p:tgtEl>
                                        <p:attrNameLst>
                                          <p:attrName>style.visibility</p:attrName>
                                        </p:attrNameLst>
                                      </p:cBhvr>
                                      <p:to>
                                        <p:strVal val="visible"/>
                                      </p:to>
                                    </p:set>
                                    <p:animEffect transition="in" filter="wipe(up)">
                                      <p:cBhvr>
                                        <p:cTn id="41" dur="500"/>
                                        <p:tgtEl>
                                          <p:spTgt spid="153">
                                            <p:txEl>
                                              <p:pRg st="3" end="3"/>
                                            </p:txEl>
                                          </p:spTgt>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80"/>
                                        </p:tgtEl>
                                        <p:attrNameLst>
                                          <p:attrName>style.visibility</p:attrName>
                                        </p:attrNameLst>
                                      </p:cBhvr>
                                      <p:to>
                                        <p:strVal val="visible"/>
                                      </p:to>
                                    </p:set>
                                    <p:animEffect transition="in" filter="wipe(left)">
                                      <p:cBhvr>
                                        <p:cTn id="45" dur="500"/>
                                        <p:tgtEl>
                                          <p:spTgt spid="18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53">
                                            <p:txEl>
                                              <p:pRg st="4" end="4"/>
                                            </p:txEl>
                                          </p:spTgt>
                                        </p:tgtEl>
                                        <p:attrNameLst>
                                          <p:attrName>style.visibility</p:attrName>
                                        </p:attrNameLst>
                                      </p:cBhvr>
                                      <p:to>
                                        <p:strVal val="visible"/>
                                      </p:to>
                                    </p:set>
                                    <p:animEffect transition="in" filter="wipe(up)">
                                      <p:cBhvr>
                                        <p:cTn id="50" dur="500"/>
                                        <p:tgtEl>
                                          <p:spTgt spid="153">
                                            <p:txEl>
                                              <p:pRg st="4" end="4"/>
                                            </p:txEl>
                                          </p:spTgt>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81"/>
                                        </p:tgtEl>
                                        <p:attrNameLst>
                                          <p:attrName>style.visibility</p:attrName>
                                        </p:attrNameLst>
                                      </p:cBhvr>
                                      <p:to>
                                        <p:strVal val="visible"/>
                                      </p:to>
                                    </p:set>
                                    <p:animEffect transition="in" filter="wipe(left)">
                                      <p:cBhvr>
                                        <p:cTn id="54" dur="500"/>
                                        <p:tgtEl>
                                          <p:spTgt spid="18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53">
                                            <p:txEl>
                                              <p:pRg st="5" end="5"/>
                                            </p:txEl>
                                          </p:spTgt>
                                        </p:tgtEl>
                                        <p:attrNameLst>
                                          <p:attrName>style.visibility</p:attrName>
                                        </p:attrNameLst>
                                      </p:cBhvr>
                                      <p:to>
                                        <p:strVal val="visible"/>
                                      </p:to>
                                    </p:set>
                                    <p:animEffect transition="in" filter="wipe(up)">
                                      <p:cBhvr>
                                        <p:cTn id="59" dur="500"/>
                                        <p:tgtEl>
                                          <p:spTgt spid="153">
                                            <p:txEl>
                                              <p:pRg st="5" end="5"/>
                                            </p:txEl>
                                          </p:spTgt>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97"/>
                                        </p:tgtEl>
                                        <p:attrNameLst>
                                          <p:attrName>style.visibility</p:attrName>
                                        </p:attrNameLst>
                                      </p:cBhvr>
                                      <p:to>
                                        <p:strVal val="visible"/>
                                      </p:to>
                                    </p:set>
                                    <p:animEffect transition="in" filter="wipe(left)">
                                      <p:cBhvr>
                                        <p:cTn id="63" dur="500"/>
                                        <p:tgtEl>
                                          <p:spTgt spid="97"/>
                                        </p:tgtEl>
                                      </p:cBhvr>
                                    </p:animEffect>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92"/>
                                        </p:tgtEl>
                                        <p:attrNameLst>
                                          <p:attrName>style.visibility</p:attrName>
                                        </p:attrNameLst>
                                      </p:cBhvr>
                                      <p:to>
                                        <p:strVal val="visible"/>
                                      </p:to>
                                    </p:set>
                                    <p:animEffect transition="in" filter="wipe(left)">
                                      <p:cBhvr>
                                        <p:cTn id="67" dur="500"/>
                                        <p:tgtEl>
                                          <p:spTgt spid="92"/>
                                        </p:tgtEl>
                                      </p:cBhvr>
                                    </p:animEffect>
                                  </p:childTnLst>
                                </p:cTn>
                              </p:par>
                            </p:childTnLst>
                          </p:cTn>
                        </p:par>
                        <p:par>
                          <p:cTn id="68" fill="hold">
                            <p:stCondLst>
                              <p:cond delay="1500"/>
                            </p:stCondLst>
                            <p:childTnLst>
                              <p:par>
                                <p:cTn id="69" presetID="22" presetClass="entr" presetSubtype="1" fill="hold" grpId="0" nodeType="afterEffect">
                                  <p:stCondLst>
                                    <p:cond delay="0"/>
                                  </p:stCondLst>
                                  <p:childTnLst>
                                    <p:set>
                                      <p:cBhvr>
                                        <p:cTn id="70" dur="1" fill="hold">
                                          <p:stCondLst>
                                            <p:cond delay="0"/>
                                          </p:stCondLst>
                                        </p:cTn>
                                        <p:tgtEl>
                                          <p:spTgt spid="153">
                                            <p:txEl>
                                              <p:pRg st="6" end="6"/>
                                            </p:txEl>
                                          </p:spTgt>
                                        </p:tgtEl>
                                        <p:attrNameLst>
                                          <p:attrName>style.visibility</p:attrName>
                                        </p:attrNameLst>
                                      </p:cBhvr>
                                      <p:to>
                                        <p:strVal val="visible"/>
                                      </p:to>
                                    </p:set>
                                    <p:animEffect transition="in" filter="wipe(up)">
                                      <p:cBhvr>
                                        <p:cTn id="71" dur="500"/>
                                        <p:tgtEl>
                                          <p:spTgt spid="153">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73"/>
                                        </p:tgtEl>
                                        <p:attrNameLst>
                                          <p:attrName>style.visibility</p:attrName>
                                        </p:attrNameLst>
                                      </p:cBhvr>
                                      <p:to>
                                        <p:strVal val="visible"/>
                                      </p:to>
                                    </p:set>
                                    <p:animEffect transition="in" filter="wipe(down)">
                                      <p:cBhvr>
                                        <p:cTn id="76" dur="2000"/>
                                        <p:tgtEl>
                                          <p:spTgt spid="73"/>
                                        </p:tgtEl>
                                      </p:cBhvr>
                                    </p:animEffect>
                                  </p:childTnLst>
                                </p:cTn>
                              </p:par>
                            </p:childTnLst>
                          </p:cTn>
                        </p:par>
                        <p:par>
                          <p:cTn id="77" fill="hold">
                            <p:stCondLst>
                              <p:cond delay="2000"/>
                            </p:stCondLst>
                            <p:childTnLst>
                              <p:par>
                                <p:cTn id="78" presetID="6" presetClass="entr" presetSubtype="32" fill="hold" nodeType="after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circle(out)">
                                      <p:cBhvr>
                                        <p:cTn id="80" dur="2000"/>
                                        <p:tgtEl>
                                          <p:spTgt spid="50"/>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356"/>
                                        </p:tgtEl>
                                        <p:attrNameLst>
                                          <p:attrName>style.visibility</p:attrName>
                                        </p:attrNameLst>
                                      </p:cBhvr>
                                      <p:to>
                                        <p:strVal val="visible"/>
                                      </p:to>
                                    </p:set>
                                    <p:anim calcmode="lin" valueType="num">
                                      <p:cBhvr>
                                        <p:cTn id="85" dur="1000" fill="hold"/>
                                        <p:tgtEl>
                                          <p:spTgt spid="356"/>
                                        </p:tgtEl>
                                        <p:attrNameLst>
                                          <p:attrName>ppt_w</p:attrName>
                                        </p:attrNameLst>
                                      </p:cBhvr>
                                      <p:tavLst>
                                        <p:tav tm="0">
                                          <p:val>
                                            <p:fltVal val="0"/>
                                          </p:val>
                                        </p:tav>
                                        <p:tav tm="100000">
                                          <p:val>
                                            <p:strVal val="#ppt_w"/>
                                          </p:val>
                                        </p:tav>
                                      </p:tavLst>
                                    </p:anim>
                                    <p:anim calcmode="lin" valueType="num">
                                      <p:cBhvr>
                                        <p:cTn id="86" dur="1000" fill="hold"/>
                                        <p:tgtEl>
                                          <p:spTgt spid="356"/>
                                        </p:tgtEl>
                                        <p:attrNameLst>
                                          <p:attrName>ppt_h</p:attrName>
                                        </p:attrNameLst>
                                      </p:cBhvr>
                                      <p:tavLst>
                                        <p:tav tm="0">
                                          <p:val>
                                            <p:fltVal val="0"/>
                                          </p:val>
                                        </p:tav>
                                        <p:tav tm="100000">
                                          <p:val>
                                            <p:strVal val="#ppt_h"/>
                                          </p:val>
                                        </p:tav>
                                      </p:tavLst>
                                    </p:anim>
                                    <p:anim calcmode="lin" valueType="num">
                                      <p:cBhvr>
                                        <p:cTn id="87" dur="1000" fill="hold"/>
                                        <p:tgtEl>
                                          <p:spTgt spid="356"/>
                                        </p:tgtEl>
                                        <p:attrNameLst>
                                          <p:attrName>style.rotation</p:attrName>
                                        </p:attrNameLst>
                                      </p:cBhvr>
                                      <p:tavLst>
                                        <p:tav tm="0">
                                          <p:val>
                                            <p:fltVal val="90"/>
                                          </p:val>
                                        </p:tav>
                                        <p:tav tm="100000">
                                          <p:val>
                                            <p:fltVal val="0"/>
                                          </p:val>
                                        </p:tav>
                                      </p:tavLst>
                                    </p:anim>
                                    <p:animEffect transition="in" filter="fade">
                                      <p:cBhvr>
                                        <p:cTn id="88" dur="1000"/>
                                        <p:tgtEl>
                                          <p:spTgt spid="35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iterate type="lt">
                                    <p:tmPct val="0"/>
                                  </p:iterate>
                                  <p:childTnLst>
                                    <p:set>
                                      <p:cBhvr>
                                        <p:cTn id="92" dur="1" fill="hold">
                                          <p:stCondLst>
                                            <p:cond delay="0"/>
                                          </p:stCondLst>
                                        </p:cTn>
                                        <p:tgtEl>
                                          <p:spTgt spid="58"/>
                                        </p:tgtEl>
                                        <p:attrNameLst>
                                          <p:attrName>style.visibility</p:attrName>
                                        </p:attrNameLst>
                                      </p:cBhvr>
                                      <p:to>
                                        <p:strVal val="visible"/>
                                      </p:to>
                                    </p:set>
                                    <p:animEffect transition="in" filter="wipe(left)">
                                      <p:cBhvr>
                                        <p:cTn id="93" dur="500"/>
                                        <p:tgtEl>
                                          <p:spTgt spid="58"/>
                                        </p:tgtEl>
                                      </p:cBhvr>
                                    </p:animEffect>
                                  </p:childTnLst>
                                </p:cTn>
                              </p:par>
                            </p:childTnLst>
                          </p:cTn>
                        </p:par>
                        <p:par>
                          <p:cTn id="94" fill="hold">
                            <p:stCondLst>
                              <p:cond delay="500"/>
                            </p:stCondLst>
                            <p:childTnLst>
                              <p:par>
                                <p:cTn id="95" presetID="31" presetClass="entr" presetSubtype="0" fill="hold" grpId="0" nodeType="afterEffect">
                                  <p:stCondLst>
                                    <p:cond delay="0"/>
                                  </p:stCondLst>
                                  <p:childTnLst>
                                    <p:set>
                                      <p:cBhvr>
                                        <p:cTn id="96" dur="1" fill="hold">
                                          <p:stCondLst>
                                            <p:cond delay="0"/>
                                          </p:stCondLst>
                                        </p:cTn>
                                        <p:tgtEl>
                                          <p:spTgt spid="74"/>
                                        </p:tgtEl>
                                        <p:attrNameLst>
                                          <p:attrName>style.visibility</p:attrName>
                                        </p:attrNameLst>
                                      </p:cBhvr>
                                      <p:to>
                                        <p:strVal val="visible"/>
                                      </p:to>
                                    </p:set>
                                    <p:anim calcmode="lin" valueType="num">
                                      <p:cBhvr>
                                        <p:cTn id="97" dur="1000" fill="hold"/>
                                        <p:tgtEl>
                                          <p:spTgt spid="74"/>
                                        </p:tgtEl>
                                        <p:attrNameLst>
                                          <p:attrName>ppt_w</p:attrName>
                                        </p:attrNameLst>
                                      </p:cBhvr>
                                      <p:tavLst>
                                        <p:tav tm="0">
                                          <p:val>
                                            <p:fltVal val="0"/>
                                          </p:val>
                                        </p:tav>
                                        <p:tav tm="100000">
                                          <p:val>
                                            <p:strVal val="#ppt_w"/>
                                          </p:val>
                                        </p:tav>
                                      </p:tavLst>
                                    </p:anim>
                                    <p:anim calcmode="lin" valueType="num">
                                      <p:cBhvr>
                                        <p:cTn id="98" dur="1000" fill="hold"/>
                                        <p:tgtEl>
                                          <p:spTgt spid="74"/>
                                        </p:tgtEl>
                                        <p:attrNameLst>
                                          <p:attrName>ppt_h</p:attrName>
                                        </p:attrNameLst>
                                      </p:cBhvr>
                                      <p:tavLst>
                                        <p:tav tm="0">
                                          <p:val>
                                            <p:fltVal val="0"/>
                                          </p:val>
                                        </p:tav>
                                        <p:tav tm="100000">
                                          <p:val>
                                            <p:strVal val="#ppt_h"/>
                                          </p:val>
                                        </p:tav>
                                      </p:tavLst>
                                    </p:anim>
                                    <p:anim calcmode="lin" valueType="num">
                                      <p:cBhvr>
                                        <p:cTn id="99" dur="1000" fill="hold"/>
                                        <p:tgtEl>
                                          <p:spTgt spid="74"/>
                                        </p:tgtEl>
                                        <p:attrNameLst>
                                          <p:attrName>style.rotation</p:attrName>
                                        </p:attrNameLst>
                                      </p:cBhvr>
                                      <p:tavLst>
                                        <p:tav tm="0">
                                          <p:val>
                                            <p:fltVal val="90"/>
                                          </p:val>
                                        </p:tav>
                                        <p:tav tm="100000">
                                          <p:val>
                                            <p:fltVal val="0"/>
                                          </p:val>
                                        </p:tav>
                                      </p:tavLst>
                                    </p:anim>
                                    <p:animEffect transition="in" filter="fade">
                                      <p:cBhvr>
                                        <p:cTn id="100" dur="1000"/>
                                        <p:tgtEl>
                                          <p:spTgt spid="74"/>
                                        </p:tgtEl>
                                      </p:cBhvr>
                                    </p:animEffect>
                                  </p:childTnLst>
                                </p:cTn>
                              </p:par>
                            </p:childTnLst>
                          </p:cTn>
                        </p:par>
                        <p:par>
                          <p:cTn id="101" fill="hold">
                            <p:stCondLst>
                              <p:cond delay="1500"/>
                            </p:stCondLst>
                            <p:childTnLst>
                              <p:par>
                                <p:cTn id="102" presetID="22" presetClass="entr" presetSubtype="8" fill="hold" nodeType="afterEffect">
                                  <p:stCondLst>
                                    <p:cond delay="0"/>
                                  </p:stCondLst>
                                  <p:childTnLst>
                                    <p:set>
                                      <p:cBhvr>
                                        <p:cTn id="103" dur="1" fill="hold">
                                          <p:stCondLst>
                                            <p:cond delay="0"/>
                                          </p:stCondLst>
                                        </p:cTn>
                                        <p:tgtEl>
                                          <p:spTgt spid="101"/>
                                        </p:tgtEl>
                                        <p:attrNameLst>
                                          <p:attrName>style.visibility</p:attrName>
                                        </p:attrNameLst>
                                      </p:cBhvr>
                                      <p:to>
                                        <p:strVal val="visible"/>
                                      </p:to>
                                    </p:set>
                                    <p:animEffect transition="in" filter="wipe(left)">
                                      <p:cBhvr>
                                        <p:cTn id="104" dur="1000"/>
                                        <p:tgtEl>
                                          <p:spTgt spid="10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nodeType="clickEffect">
                                  <p:stCondLst>
                                    <p:cond delay="0"/>
                                  </p:stCondLst>
                                  <p:childTnLst>
                                    <p:set>
                                      <p:cBhvr>
                                        <p:cTn id="108" dur="1" fill="hold">
                                          <p:stCondLst>
                                            <p:cond delay="0"/>
                                          </p:stCondLst>
                                        </p:cTn>
                                        <p:tgtEl>
                                          <p:spTgt spid="331"/>
                                        </p:tgtEl>
                                        <p:attrNameLst>
                                          <p:attrName>style.visibility</p:attrName>
                                        </p:attrNameLst>
                                      </p:cBhvr>
                                      <p:to>
                                        <p:strVal val="visible"/>
                                      </p:to>
                                    </p:set>
                                    <p:animEffect transition="in" filter="wipe(up)">
                                      <p:cBhvr>
                                        <p:cTn id="109" dur="500"/>
                                        <p:tgtEl>
                                          <p:spTgt spid="331"/>
                                        </p:tgtEl>
                                      </p:cBhvr>
                                    </p:animEffect>
                                  </p:childTnLst>
                                </p:cTn>
                              </p:par>
                            </p:childTnLst>
                          </p:cTn>
                        </p:par>
                        <p:par>
                          <p:cTn id="110" fill="hold">
                            <p:stCondLst>
                              <p:cond delay="500"/>
                            </p:stCondLst>
                            <p:childTnLst>
                              <p:par>
                                <p:cTn id="111" presetID="22" presetClass="entr" presetSubtype="1" fill="hold" nodeType="afterEffect">
                                  <p:stCondLst>
                                    <p:cond delay="0"/>
                                  </p:stCondLst>
                                  <p:childTnLst>
                                    <p:set>
                                      <p:cBhvr>
                                        <p:cTn id="112" dur="1" fill="hold">
                                          <p:stCondLst>
                                            <p:cond delay="0"/>
                                          </p:stCondLst>
                                        </p:cTn>
                                        <p:tgtEl>
                                          <p:spTgt spid="334"/>
                                        </p:tgtEl>
                                        <p:attrNameLst>
                                          <p:attrName>style.visibility</p:attrName>
                                        </p:attrNameLst>
                                      </p:cBhvr>
                                      <p:to>
                                        <p:strVal val="visible"/>
                                      </p:to>
                                    </p:set>
                                    <p:animEffect transition="in" filter="wipe(up)">
                                      <p:cBhvr>
                                        <p:cTn id="113" dur="500"/>
                                        <p:tgtEl>
                                          <p:spTgt spid="334"/>
                                        </p:tgtEl>
                                      </p:cBhvr>
                                    </p:animEffect>
                                  </p:childTnLst>
                                </p:cTn>
                              </p:par>
                            </p:childTnLst>
                          </p:cTn>
                        </p:par>
                        <p:par>
                          <p:cTn id="114" fill="hold">
                            <p:stCondLst>
                              <p:cond delay="1000"/>
                            </p:stCondLst>
                            <p:childTnLst>
                              <p:par>
                                <p:cTn id="115" presetID="22" presetClass="exit" presetSubtype="1" fill="hold" nodeType="afterEffect">
                                  <p:stCondLst>
                                    <p:cond delay="0"/>
                                  </p:stCondLst>
                                  <p:childTnLst>
                                    <p:animEffect transition="out" filter="wipe(up)">
                                      <p:cBhvr>
                                        <p:cTn id="116" dur="500"/>
                                        <p:tgtEl>
                                          <p:spTgt spid="101"/>
                                        </p:tgtEl>
                                      </p:cBhvr>
                                    </p:animEffect>
                                    <p:set>
                                      <p:cBhvr>
                                        <p:cTn id="117" dur="1" fill="hold">
                                          <p:stCondLst>
                                            <p:cond delay="499"/>
                                          </p:stCondLst>
                                        </p:cTn>
                                        <p:tgtEl>
                                          <p:spTgt spid="101"/>
                                        </p:tgtEl>
                                        <p:attrNameLst>
                                          <p:attrName>style.visibility</p:attrName>
                                        </p:attrNameLst>
                                      </p:cBhvr>
                                      <p:to>
                                        <p:strVal val="hidden"/>
                                      </p:to>
                                    </p:set>
                                  </p:childTnLst>
                                </p:cTn>
                              </p:par>
                              <p:par>
                                <p:cTn id="118" presetID="22" presetClass="entr" presetSubtype="8" fill="hold" nodeType="withEffect">
                                  <p:stCondLst>
                                    <p:cond delay="0"/>
                                  </p:stCondLst>
                                  <p:childTnLst>
                                    <p:set>
                                      <p:cBhvr>
                                        <p:cTn id="119" dur="1" fill="hold">
                                          <p:stCondLst>
                                            <p:cond delay="0"/>
                                          </p:stCondLst>
                                        </p:cTn>
                                        <p:tgtEl>
                                          <p:spTgt spid="357"/>
                                        </p:tgtEl>
                                        <p:attrNameLst>
                                          <p:attrName>style.visibility</p:attrName>
                                        </p:attrNameLst>
                                      </p:cBhvr>
                                      <p:to>
                                        <p:strVal val="visible"/>
                                      </p:to>
                                    </p:set>
                                    <p:animEffect transition="in" filter="wipe(left)">
                                      <p:cBhvr>
                                        <p:cTn id="120" dur="1000"/>
                                        <p:tgtEl>
                                          <p:spTgt spid="357"/>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xit" presetSubtype="1" fill="hold" nodeType="clickEffect">
                                  <p:stCondLst>
                                    <p:cond delay="0"/>
                                  </p:stCondLst>
                                  <p:childTnLst>
                                    <p:animEffect transition="out" filter="wipe(up)">
                                      <p:cBhvr>
                                        <p:cTn id="124" dur="500"/>
                                        <p:tgtEl>
                                          <p:spTgt spid="357"/>
                                        </p:tgtEl>
                                      </p:cBhvr>
                                    </p:animEffect>
                                    <p:set>
                                      <p:cBhvr>
                                        <p:cTn id="125" dur="1" fill="hold">
                                          <p:stCondLst>
                                            <p:cond delay="499"/>
                                          </p:stCondLst>
                                        </p:cTn>
                                        <p:tgtEl>
                                          <p:spTgt spid="357"/>
                                        </p:tgtEl>
                                        <p:attrNameLst>
                                          <p:attrName>style.visibility</p:attrName>
                                        </p:attrNameLst>
                                      </p:cBhvr>
                                      <p:to>
                                        <p:strVal val="hidden"/>
                                      </p:to>
                                    </p:set>
                                  </p:childTnLst>
                                </p:cTn>
                              </p:par>
                            </p:childTnLst>
                          </p:cTn>
                        </p:par>
                        <p:par>
                          <p:cTn id="126" fill="hold">
                            <p:stCondLst>
                              <p:cond delay="500"/>
                            </p:stCondLst>
                            <p:childTnLst>
                              <p:par>
                                <p:cTn id="127" presetID="22" presetClass="entr" presetSubtype="8" fill="hold" nodeType="afterEffect">
                                  <p:stCondLst>
                                    <p:cond delay="0"/>
                                  </p:stCondLst>
                                  <p:childTnLst>
                                    <p:set>
                                      <p:cBhvr>
                                        <p:cTn id="128" dur="1" fill="hold">
                                          <p:stCondLst>
                                            <p:cond delay="0"/>
                                          </p:stCondLst>
                                        </p:cTn>
                                        <p:tgtEl>
                                          <p:spTgt spid="358"/>
                                        </p:tgtEl>
                                        <p:attrNameLst>
                                          <p:attrName>style.visibility</p:attrName>
                                        </p:attrNameLst>
                                      </p:cBhvr>
                                      <p:to>
                                        <p:strVal val="visible"/>
                                      </p:to>
                                    </p:set>
                                    <p:animEffect transition="in" filter="wipe(left)">
                                      <p:cBhvr>
                                        <p:cTn id="129" dur="1000"/>
                                        <p:tgtEl>
                                          <p:spTgt spid="358"/>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1" fill="hold" nodeType="clickEffect">
                                  <p:stCondLst>
                                    <p:cond delay="0"/>
                                  </p:stCondLst>
                                  <p:childTnLst>
                                    <p:set>
                                      <p:cBhvr>
                                        <p:cTn id="133" dur="1" fill="hold">
                                          <p:stCondLst>
                                            <p:cond delay="0"/>
                                          </p:stCondLst>
                                        </p:cTn>
                                        <p:tgtEl>
                                          <p:spTgt spid="337"/>
                                        </p:tgtEl>
                                        <p:attrNameLst>
                                          <p:attrName>style.visibility</p:attrName>
                                        </p:attrNameLst>
                                      </p:cBhvr>
                                      <p:to>
                                        <p:strVal val="visible"/>
                                      </p:to>
                                    </p:set>
                                    <p:animEffect transition="in" filter="wipe(up)">
                                      <p:cBhvr>
                                        <p:cTn id="134" dur="500"/>
                                        <p:tgtEl>
                                          <p:spTgt spid="337"/>
                                        </p:tgtEl>
                                      </p:cBhvr>
                                    </p:animEffect>
                                  </p:childTnLst>
                                </p:cTn>
                              </p:par>
                            </p:childTnLst>
                          </p:cTn>
                        </p:par>
                        <p:par>
                          <p:cTn id="135" fill="hold">
                            <p:stCondLst>
                              <p:cond delay="500"/>
                            </p:stCondLst>
                            <p:childTnLst>
                              <p:par>
                                <p:cTn id="136" presetID="63" presetClass="path" presetSubtype="0" accel="50000" decel="50000" fill="hold" nodeType="afterEffect">
                                  <p:stCondLst>
                                    <p:cond delay="0"/>
                                  </p:stCondLst>
                                  <p:childTnLst>
                                    <p:animMotion origin="layout" path="M -1.04167E-6 -3.7037E-7 L 0.02969 -0.00046 " pathEditMode="relative" rAng="0" ptsTypes="AA">
                                      <p:cBhvr>
                                        <p:cTn id="137" dur="2000" fill="hold"/>
                                        <p:tgtEl>
                                          <p:spTgt spid="337"/>
                                        </p:tgtEl>
                                        <p:attrNameLst>
                                          <p:attrName>ppt_x</p:attrName>
                                          <p:attrName>ppt_y</p:attrName>
                                        </p:attrNameLst>
                                      </p:cBhvr>
                                      <p:rCtr x="1484" y="-23"/>
                                    </p:animMotion>
                                  </p:childTnLst>
                                </p:cTn>
                              </p:par>
                            </p:childTnLst>
                          </p:cTn>
                        </p:par>
                        <p:par>
                          <p:cTn id="138" fill="hold">
                            <p:stCondLst>
                              <p:cond delay="2500"/>
                            </p:stCondLst>
                            <p:childTnLst>
                              <p:par>
                                <p:cTn id="139" presetID="22" presetClass="exit" presetSubtype="1" fill="hold" nodeType="afterEffect">
                                  <p:stCondLst>
                                    <p:cond delay="0"/>
                                  </p:stCondLst>
                                  <p:childTnLst>
                                    <p:animEffect transition="out" filter="wipe(up)">
                                      <p:cBhvr>
                                        <p:cTn id="140" dur="500"/>
                                        <p:tgtEl>
                                          <p:spTgt spid="358"/>
                                        </p:tgtEl>
                                      </p:cBhvr>
                                    </p:animEffect>
                                    <p:set>
                                      <p:cBhvr>
                                        <p:cTn id="141" dur="1" fill="hold">
                                          <p:stCondLst>
                                            <p:cond delay="499"/>
                                          </p:stCondLst>
                                        </p:cTn>
                                        <p:tgtEl>
                                          <p:spTgt spid="358"/>
                                        </p:tgtEl>
                                        <p:attrNameLst>
                                          <p:attrName>style.visibility</p:attrName>
                                        </p:attrNameLst>
                                      </p:cBhvr>
                                      <p:to>
                                        <p:strVal val="hidden"/>
                                      </p:to>
                                    </p:set>
                                  </p:childTnLst>
                                </p:cTn>
                              </p:par>
                            </p:childTnLst>
                          </p:cTn>
                        </p:par>
                        <p:par>
                          <p:cTn id="142" fill="hold">
                            <p:stCondLst>
                              <p:cond delay="3000"/>
                            </p:stCondLst>
                            <p:childTnLst>
                              <p:par>
                                <p:cTn id="143" presetID="22" presetClass="entr" presetSubtype="8" fill="hold" nodeType="afterEffect">
                                  <p:stCondLst>
                                    <p:cond delay="0"/>
                                  </p:stCondLst>
                                  <p:childTnLst>
                                    <p:set>
                                      <p:cBhvr>
                                        <p:cTn id="144" dur="1" fill="hold">
                                          <p:stCondLst>
                                            <p:cond delay="0"/>
                                          </p:stCondLst>
                                        </p:cTn>
                                        <p:tgtEl>
                                          <p:spTgt spid="359"/>
                                        </p:tgtEl>
                                        <p:attrNameLst>
                                          <p:attrName>style.visibility</p:attrName>
                                        </p:attrNameLst>
                                      </p:cBhvr>
                                      <p:to>
                                        <p:strVal val="visible"/>
                                      </p:to>
                                    </p:set>
                                    <p:animEffect transition="in" filter="wipe(left)">
                                      <p:cBhvr>
                                        <p:cTn id="145" dur="1000"/>
                                        <p:tgtEl>
                                          <p:spTgt spid="359"/>
                                        </p:tgtEl>
                                      </p:cBhvr>
                                    </p:animEffect>
                                  </p:childTnLst>
                                </p:cTn>
                              </p:par>
                            </p:childTnLst>
                          </p:cTn>
                        </p:par>
                        <p:par>
                          <p:cTn id="146" fill="hold">
                            <p:stCondLst>
                              <p:cond delay="4000"/>
                            </p:stCondLst>
                            <p:childTnLst>
                              <p:par>
                                <p:cTn id="147" presetID="22" presetClass="exit" presetSubtype="1" fill="hold" nodeType="afterEffect">
                                  <p:stCondLst>
                                    <p:cond delay="0"/>
                                  </p:stCondLst>
                                  <p:childTnLst>
                                    <p:animEffect transition="out" filter="wipe(up)">
                                      <p:cBhvr>
                                        <p:cTn id="148" dur="500"/>
                                        <p:tgtEl>
                                          <p:spTgt spid="359"/>
                                        </p:tgtEl>
                                      </p:cBhvr>
                                    </p:animEffect>
                                    <p:set>
                                      <p:cBhvr>
                                        <p:cTn id="149" dur="1" fill="hold">
                                          <p:stCondLst>
                                            <p:cond delay="499"/>
                                          </p:stCondLst>
                                        </p:cTn>
                                        <p:tgtEl>
                                          <p:spTgt spid="359"/>
                                        </p:tgtEl>
                                        <p:attrNameLst>
                                          <p:attrName>style.visibility</p:attrName>
                                        </p:attrNameLst>
                                      </p:cBhvr>
                                      <p:to>
                                        <p:strVal val="hidden"/>
                                      </p:to>
                                    </p:set>
                                  </p:childTnLst>
                                </p:cTn>
                              </p:par>
                            </p:childTnLst>
                          </p:cTn>
                        </p:par>
                        <p:par>
                          <p:cTn id="150" fill="hold">
                            <p:stCondLst>
                              <p:cond delay="4500"/>
                            </p:stCondLst>
                            <p:childTnLst>
                              <p:par>
                                <p:cTn id="151" presetID="22" presetClass="entr" presetSubtype="8" fill="hold" nodeType="afterEffect">
                                  <p:stCondLst>
                                    <p:cond delay="0"/>
                                  </p:stCondLst>
                                  <p:childTnLst>
                                    <p:set>
                                      <p:cBhvr>
                                        <p:cTn id="152" dur="1" fill="hold">
                                          <p:stCondLst>
                                            <p:cond delay="0"/>
                                          </p:stCondLst>
                                        </p:cTn>
                                        <p:tgtEl>
                                          <p:spTgt spid="360"/>
                                        </p:tgtEl>
                                        <p:attrNameLst>
                                          <p:attrName>style.visibility</p:attrName>
                                        </p:attrNameLst>
                                      </p:cBhvr>
                                      <p:to>
                                        <p:strVal val="visible"/>
                                      </p:to>
                                    </p:set>
                                    <p:animEffect transition="in" filter="wipe(left)">
                                      <p:cBhvr>
                                        <p:cTn id="153" dur="1000"/>
                                        <p:tgtEl>
                                          <p:spTgt spid="360"/>
                                        </p:tgtEl>
                                      </p:cBhvr>
                                    </p:animEffect>
                                  </p:childTnLst>
                                </p:cTn>
                              </p:par>
                            </p:childTnLst>
                          </p:cTn>
                        </p:par>
                        <p:par>
                          <p:cTn id="154" fill="hold">
                            <p:stCondLst>
                              <p:cond delay="6000"/>
                            </p:stCondLst>
                            <p:childTnLst>
                              <p:par>
                                <p:cTn id="155" presetID="35" presetClass="path" presetSubtype="0" accel="50000" decel="50000" fill="hold" nodeType="afterEffect">
                                  <p:stCondLst>
                                    <p:cond delay="0"/>
                                  </p:stCondLst>
                                  <p:childTnLst>
                                    <p:animMotion origin="layout" path="M 4.16667E-6 -4.81481E-6 L -0.07813 -0.00254 " pathEditMode="relative" rAng="0" ptsTypes="AA">
                                      <p:cBhvr>
                                        <p:cTn id="156" dur="2000" fill="hold"/>
                                        <p:tgtEl>
                                          <p:spTgt spid="334"/>
                                        </p:tgtEl>
                                        <p:attrNameLst>
                                          <p:attrName>ppt_x</p:attrName>
                                          <p:attrName>ppt_y</p:attrName>
                                        </p:attrNameLst>
                                      </p:cBhvr>
                                      <p:rCtr x="-3906" y="-139"/>
                                    </p:animMotion>
                                  </p:childTnLst>
                                </p:cTn>
                              </p:par>
                            </p:childTnLst>
                          </p:cTn>
                        </p:par>
                        <p:par>
                          <p:cTn id="157" fill="hold">
                            <p:stCondLst>
                              <p:cond delay="8000"/>
                            </p:stCondLst>
                            <p:childTnLst>
                              <p:par>
                                <p:cTn id="158" presetID="63" presetClass="path" presetSubtype="0" accel="50000" decel="50000" fill="hold" nodeType="afterEffect">
                                  <p:stCondLst>
                                    <p:cond delay="0"/>
                                  </p:stCondLst>
                                  <p:childTnLst>
                                    <p:animMotion origin="layout" path="M -4.16667E-7 4.07407E-6 L 0.21198 0.11759 " pathEditMode="relative" rAng="0" ptsTypes="AA">
                                      <p:cBhvr>
                                        <p:cTn id="159" dur="2000" fill="hold"/>
                                        <p:tgtEl>
                                          <p:spTgt spid="331"/>
                                        </p:tgtEl>
                                        <p:attrNameLst>
                                          <p:attrName>ppt_x</p:attrName>
                                          <p:attrName>ppt_y</p:attrName>
                                        </p:attrNameLst>
                                      </p:cBhvr>
                                      <p:rCtr x="10599" y="5880"/>
                                    </p:animMotion>
                                  </p:childTnLst>
                                </p:cTn>
                              </p:par>
                              <p:par>
                                <p:cTn id="160" presetID="22" presetClass="entr" presetSubtype="8" fill="hold" nodeType="withEffect">
                                  <p:stCondLst>
                                    <p:cond delay="0"/>
                                  </p:stCondLst>
                                  <p:childTnLst>
                                    <p:set>
                                      <p:cBhvr>
                                        <p:cTn id="161" dur="1" fill="hold">
                                          <p:stCondLst>
                                            <p:cond delay="0"/>
                                          </p:stCondLst>
                                        </p:cTn>
                                        <p:tgtEl>
                                          <p:spTgt spid="329"/>
                                        </p:tgtEl>
                                        <p:attrNameLst>
                                          <p:attrName>style.visibility</p:attrName>
                                        </p:attrNameLst>
                                      </p:cBhvr>
                                      <p:to>
                                        <p:strVal val="visible"/>
                                      </p:to>
                                    </p:set>
                                    <p:animEffect transition="in" filter="wipe(left)">
                                      <p:cBhvr>
                                        <p:cTn id="162" dur="2000"/>
                                        <p:tgtEl>
                                          <p:spTgt spid="329"/>
                                        </p:tgtEl>
                                      </p:cBhvr>
                                    </p:animEffect>
                                  </p:childTnLst>
                                </p:cTn>
                              </p:par>
                            </p:childTnLst>
                          </p:cTn>
                        </p:par>
                        <p:par>
                          <p:cTn id="163" fill="hold">
                            <p:stCondLst>
                              <p:cond delay="10000"/>
                            </p:stCondLst>
                            <p:childTnLst>
                              <p:par>
                                <p:cTn id="164" presetID="22" presetClass="exit" presetSubtype="1" fill="hold" nodeType="afterEffect">
                                  <p:stCondLst>
                                    <p:cond delay="0"/>
                                  </p:stCondLst>
                                  <p:childTnLst>
                                    <p:animEffect transition="out" filter="wipe(up)">
                                      <p:cBhvr>
                                        <p:cTn id="165" dur="500"/>
                                        <p:tgtEl>
                                          <p:spTgt spid="360"/>
                                        </p:tgtEl>
                                      </p:cBhvr>
                                    </p:animEffect>
                                    <p:set>
                                      <p:cBhvr>
                                        <p:cTn id="166" dur="1" fill="hold">
                                          <p:stCondLst>
                                            <p:cond delay="499"/>
                                          </p:stCondLst>
                                        </p:cTn>
                                        <p:tgtEl>
                                          <p:spTgt spid="360"/>
                                        </p:tgtEl>
                                        <p:attrNameLst>
                                          <p:attrName>style.visibility</p:attrName>
                                        </p:attrNameLst>
                                      </p:cBhvr>
                                      <p:to>
                                        <p:strVal val="hidden"/>
                                      </p:to>
                                    </p:set>
                                  </p:childTnLst>
                                </p:cTn>
                              </p:par>
                            </p:childTnLst>
                          </p:cTn>
                        </p:par>
                        <p:par>
                          <p:cTn id="167" fill="hold">
                            <p:stCondLst>
                              <p:cond delay="10500"/>
                            </p:stCondLst>
                            <p:childTnLst>
                              <p:par>
                                <p:cTn id="168" presetID="22" presetClass="entr" presetSubtype="8" fill="hold" nodeType="afterEffect">
                                  <p:stCondLst>
                                    <p:cond delay="0"/>
                                  </p:stCondLst>
                                  <p:childTnLst>
                                    <p:set>
                                      <p:cBhvr>
                                        <p:cTn id="169" dur="1" fill="hold">
                                          <p:stCondLst>
                                            <p:cond delay="0"/>
                                          </p:stCondLst>
                                        </p:cTn>
                                        <p:tgtEl>
                                          <p:spTgt spid="357"/>
                                        </p:tgtEl>
                                        <p:attrNameLst>
                                          <p:attrName>style.visibility</p:attrName>
                                        </p:attrNameLst>
                                      </p:cBhvr>
                                      <p:to>
                                        <p:strVal val="visible"/>
                                      </p:to>
                                    </p:set>
                                    <p:animEffect transition="in" filter="wipe(left)">
                                      <p:cBhvr>
                                        <p:cTn id="170" dur="500"/>
                                        <p:tgtEl>
                                          <p:spTgt spid="357"/>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xit" presetSubtype="1" fill="hold" nodeType="clickEffect">
                                  <p:stCondLst>
                                    <p:cond delay="0"/>
                                  </p:stCondLst>
                                  <p:childTnLst>
                                    <p:animEffect transition="out" filter="wipe(up)">
                                      <p:cBhvr>
                                        <p:cTn id="174" dur="500"/>
                                        <p:tgtEl>
                                          <p:spTgt spid="357"/>
                                        </p:tgtEl>
                                      </p:cBhvr>
                                    </p:animEffect>
                                    <p:set>
                                      <p:cBhvr>
                                        <p:cTn id="175" dur="1" fill="hold">
                                          <p:stCondLst>
                                            <p:cond delay="499"/>
                                          </p:stCondLst>
                                        </p:cTn>
                                        <p:tgtEl>
                                          <p:spTgt spid="357"/>
                                        </p:tgtEl>
                                        <p:attrNameLst>
                                          <p:attrName>style.visibility</p:attrName>
                                        </p:attrNameLst>
                                      </p:cBhvr>
                                      <p:to>
                                        <p:strVal val="hidden"/>
                                      </p:to>
                                    </p:set>
                                  </p:childTnLst>
                                </p:cTn>
                              </p:par>
                              <p:par>
                                <p:cTn id="176" presetID="22" presetClass="entr" presetSubtype="8" fill="hold" nodeType="withEffect">
                                  <p:stCondLst>
                                    <p:cond delay="0"/>
                                  </p:stCondLst>
                                  <p:childTnLst>
                                    <p:set>
                                      <p:cBhvr>
                                        <p:cTn id="177" dur="1" fill="hold">
                                          <p:stCondLst>
                                            <p:cond delay="0"/>
                                          </p:stCondLst>
                                        </p:cTn>
                                        <p:tgtEl>
                                          <p:spTgt spid="358"/>
                                        </p:tgtEl>
                                        <p:attrNameLst>
                                          <p:attrName>style.visibility</p:attrName>
                                        </p:attrNameLst>
                                      </p:cBhvr>
                                      <p:to>
                                        <p:strVal val="visible"/>
                                      </p:to>
                                    </p:set>
                                    <p:animEffect transition="in" filter="wipe(left)">
                                      <p:cBhvr>
                                        <p:cTn id="178" dur="500"/>
                                        <p:tgtEl>
                                          <p:spTgt spid="358"/>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xit" presetSubtype="0" fill="hold" nodeType="clickEffect">
                                  <p:stCondLst>
                                    <p:cond delay="0"/>
                                  </p:stCondLst>
                                  <p:childTnLst>
                                    <p:animEffect transition="out" filter="fade">
                                      <p:cBhvr>
                                        <p:cTn id="182" dur="500"/>
                                        <p:tgtEl>
                                          <p:spTgt spid="337"/>
                                        </p:tgtEl>
                                      </p:cBhvr>
                                    </p:animEffect>
                                    <p:set>
                                      <p:cBhvr>
                                        <p:cTn id="183" dur="1" fill="hold">
                                          <p:stCondLst>
                                            <p:cond delay="499"/>
                                          </p:stCondLst>
                                        </p:cTn>
                                        <p:tgtEl>
                                          <p:spTgt spid="337"/>
                                        </p:tgtEl>
                                        <p:attrNameLst>
                                          <p:attrName>style.visibility</p:attrName>
                                        </p:attrNameLst>
                                      </p:cBhvr>
                                      <p:to>
                                        <p:strVal val="hidden"/>
                                      </p:to>
                                    </p:set>
                                  </p:childTnLst>
                                </p:cTn>
                              </p:par>
                              <p:par>
                                <p:cTn id="184" presetID="22" presetClass="entr" presetSubtype="1" fill="hold" nodeType="withEffect">
                                  <p:stCondLst>
                                    <p:cond delay="0"/>
                                  </p:stCondLst>
                                  <p:childTnLst>
                                    <p:set>
                                      <p:cBhvr>
                                        <p:cTn id="185" dur="1" fill="hold">
                                          <p:stCondLst>
                                            <p:cond delay="0"/>
                                          </p:stCondLst>
                                        </p:cTn>
                                        <p:tgtEl>
                                          <p:spTgt spid="340"/>
                                        </p:tgtEl>
                                        <p:attrNameLst>
                                          <p:attrName>style.visibility</p:attrName>
                                        </p:attrNameLst>
                                      </p:cBhvr>
                                      <p:to>
                                        <p:strVal val="visible"/>
                                      </p:to>
                                    </p:set>
                                    <p:animEffect transition="in" filter="wipe(up)">
                                      <p:cBhvr>
                                        <p:cTn id="186" dur="500"/>
                                        <p:tgtEl>
                                          <p:spTgt spid="340"/>
                                        </p:tgtEl>
                                      </p:cBhvr>
                                    </p:animEffect>
                                  </p:childTnLst>
                                </p:cTn>
                              </p:par>
                            </p:childTnLst>
                          </p:cTn>
                        </p:par>
                        <p:par>
                          <p:cTn id="187" fill="hold">
                            <p:stCondLst>
                              <p:cond delay="500"/>
                            </p:stCondLst>
                            <p:childTnLst>
                              <p:par>
                                <p:cTn id="188" presetID="63" presetClass="path" presetSubtype="0" accel="50000" decel="50000" fill="hold" nodeType="afterEffect">
                                  <p:stCondLst>
                                    <p:cond delay="0"/>
                                  </p:stCondLst>
                                  <p:childTnLst>
                                    <p:animMotion origin="layout" path="M 3.95833E-6 7.40741E-7 L 0.02968 -0.00046 " pathEditMode="relative" rAng="0" ptsTypes="AA">
                                      <p:cBhvr>
                                        <p:cTn id="189" dur="2000" fill="hold"/>
                                        <p:tgtEl>
                                          <p:spTgt spid="340"/>
                                        </p:tgtEl>
                                        <p:attrNameLst>
                                          <p:attrName>ppt_x</p:attrName>
                                          <p:attrName>ppt_y</p:attrName>
                                        </p:attrNameLst>
                                      </p:cBhvr>
                                      <p:rCtr x="1484" y="-23"/>
                                    </p:animMotion>
                                  </p:childTnLst>
                                </p:cTn>
                              </p:par>
                            </p:childTnLst>
                          </p:cTn>
                        </p:par>
                      </p:childTnLst>
                    </p:cTn>
                  </p:par>
                  <p:par>
                    <p:cTn id="190" fill="hold">
                      <p:stCondLst>
                        <p:cond delay="indefinite"/>
                      </p:stCondLst>
                      <p:childTnLst>
                        <p:par>
                          <p:cTn id="191" fill="hold">
                            <p:stCondLst>
                              <p:cond delay="0"/>
                            </p:stCondLst>
                            <p:childTnLst>
                              <p:par>
                                <p:cTn id="192" presetID="22" presetClass="exit" presetSubtype="1" fill="hold" nodeType="clickEffect">
                                  <p:stCondLst>
                                    <p:cond delay="0"/>
                                  </p:stCondLst>
                                  <p:childTnLst>
                                    <p:animEffect transition="out" filter="wipe(up)">
                                      <p:cBhvr>
                                        <p:cTn id="193" dur="500"/>
                                        <p:tgtEl>
                                          <p:spTgt spid="358"/>
                                        </p:tgtEl>
                                      </p:cBhvr>
                                    </p:animEffect>
                                    <p:set>
                                      <p:cBhvr>
                                        <p:cTn id="194" dur="1" fill="hold">
                                          <p:stCondLst>
                                            <p:cond delay="499"/>
                                          </p:stCondLst>
                                        </p:cTn>
                                        <p:tgtEl>
                                          <p:spTgt spid="358"/>
                                        </p:tgtEl>
                                        <p:attrNameLst>
                                          <p:attrName>style.visibility</p:attrName>
                                        </p:attrNameLst>
                                      </p:cBhvr>
                                      <p:to>
                                        <p:strVal val="hidden"/>
                                      </p:to>
                                    </p:set>
                                  </p:childTnLst>
                                </p:cTn>
                              </p:par>
                              <p:par>
                                <p:cTn id="195" presetID="22" presetClass="entr" presetSubtype="8" fill="hold" nodeType="withEffect">
                                  <p:stCondLst>
                                    <p:cond delay="0"/>
                                  </p:stCondLst>
                                  <p:childTnLst>
                                    <p:set>
                                      <p:cBhvr>
                                        <p:cTn id="196" dur="1" fill="hold">
                                          <p:stCondLst>
                                            <p:cond delay="0"/>
                                          </p:stCondLst>
                                        </p:cTn>
                                        <p:tgtEl>
                                          <p:spTgt spid="359"/>
                                        </p:tgtEl>
                                        <p:attrNameLst>
                                          <p:attrName>style.visibility</p:attrName>
                                        </p:attrNameLst>
                                      </p:cBhvr>
                                      <p:to>
                                        <p:strVal val="visible"/>
                                      </p:to>
                                    </p:set>
                                    <p:animEffect transition="in" filter="wipe(left)">
                                      <p:cBhvr>
                                        <p:cTn id="197" dur="500"/>
                                        <p:tgtEl>
                                          <p:spTgt spid="359"/>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xit" presetSubtype="1" fill="hold" nodeType="clickEffect">
                                  <p:stCondLst>
                                    <p:cond delay="0"/>
                                  </p:stCondLst>
                                  <p:childTnLst>
                                    <p:animEffect transition="out" filter="wipe(up)">
                                      <p:cBhvr>
                                        <p:cTn id="201" dur="500"/>
                                        <p:tgtEl>
                                          <p:spTgt spid="359"/>
                                        </p:tgtEl>
                                      </p:cBhvr>
                                    </p:animEffect>
                                    <p:set>
                                      <p:cBhvr>
                                        <p:cTn id="202" dur="1" fill="hold">
                                          <p:stCondLst>
                                            <p:cond delay="499"/>
                                          </p:stCondLst>
                                        </p:cTn>
                                        <p:tgtEl>
                                          <p:spTgt spid="359"/>
                                        </p:tgtEl>
                                        <p:attrNameLst>
                                          <p:attrName>style.visibility</p:attrName>
                                        </p:attrNameLst>
                                      </p:cBhvr>
                                      <p:to>
                                        <p:strVal val="hidden"/>
                                      </p:to>
                                    </p:set>
                                  </p:childTnLst>
                                </p:cTn>
                              </p:par>
                              <p:par>
                                <p:cTn id="203" presetID="22" presetClass="entr" presetSubtype="8" fill="hold" nodeType="withEffect">
                                  <p:stCondLst>
                                    <p:cond delay="0"/>
                                  </p:stCondLst>
                                  <p:childTnLst>
                                    <p:set>
                                      <p:cBhvr>
                                        <p:cTn id="204" dur="1" fill="hold">
                                          <p:stCondLst>
                                            <p:cond delay="0"/>
                                          </p:stCondLst>
                                        </p:cTn>
                                        <p:tgtEl>
                                          <p:spTgt spid="360"/>
                                        </p:tgtEl>
                                        <p:attrNameLst>
                                          <p:attrName>style.visibility</p:attrName>
                                        </p:attrNameLst>
                                      </p:cBhvr>
                                      <p:to>
                                        <p:strVal val="visible"/>
                                      </p:to>
                                    </p:set>
                                    <p:animEffect transition="in" filter="wipe(left)">
                                      <p:cBhvr>
                                        <p:cTn id="205" dur="500"/>
                                        <p:tgtEl>
                                          <p:spTgt spid="360"/>
                                        </p:tgtEl>
                                      </p:cBhvr>
                                    </p:animEffect>
                                  </p:childTnLst>
                                </p:cTn>
                              </p:par>
                            </p:childTnLst>
                          </p:cTn>
                        </p:par>
                        <p:par>
                          <p:cTn id="206" fill="hold">
                            <p:stCondLst>
                              <p:cond delay="500"/>
                            </p:stCondLst>
                            <p:childTnLst>
                              <p:par>
                                <p:cTn id="207" presetID="63" presetClass="path" presetSubtype="0" accel="50000" decel="50000" fill="hold" nodeType="afterEffect">
                                  <p:stCondLst>
                                    <p:cond delay="0"/>
                                  </p:stCondLst>
                                  <p:childTnLst>
                                    <p:animMotion origin="layout" path="M -0.07813 -0.00254 L 0.13007 0.11598 " pathEditMode="relative" rAng="0" ptsTypes="AA">
                                      <p:cBhvr>
                                        <p:cTn id="208" dur="2000" fill="hold"/>
                                        <p:tgtEl>
                                          <p:spTgt spid="334"/>
                                        </p:tgtEl>
                                        <p:attrNameLst>
                                          <p:attrName>ppt_x</p:attrName>
                                          <p:attrName>ppt_y</p:attrName>
                                        </p:attrNameLst>
                                      </p:cBhvr>
                                      <p:rCtr x="10404" y="5926"/>
                                    </p:animMotion>
                                  </p:childTnLst>
                                </p:cTn>
                              </p:par>
                            </p:childTnLst>
                          </p:cTn>
                        </p:par>
                        <p:par>
                          <p:cTn id="209" fill="hold">
                            <p:stCondLst>
                              <p:cond delay="2500"/>
                            </p:stCondLst>
                            <p:childTnLst>
                              <p:par>
                                <p:cTn id="210" presetID="42" presetClass="path" presetSubtype="0" accel="50000" decel="50000" fill="hold" nodeType="afterEffect">
                                  <p:stCondLst>
                                    <p:cond delay="0"/>
                                  </p:stCondLst>
                                  <p:childTnLst>
                                    <p:animMotion origin="layout" path="M 0.21198 0.11759 L 0.21328 0.25949 " pathEditMode="relative" rAng="0" ptsTypes="AA">
                                      <p:cBhvr>
                                        <p:cTn id="211" dur="2000" fill="hold"/>
                                        <p:tgtEl>
                                          <p:spTgt spid="331"/>
                                        </p:tgtEl>
                                        <p:attrNameLst>
                                          <p:attrName>ppt_x</p:attrName>
                                          <p:attrName>ppt_y</p:attrName>
                                        </p:attrNameLst>
                                      </p:cBhvr>
                                      <p:rCtr x="65" y="7083"/>
                                    </p:animMotion>
                                  </p:childTnLst>
                                </p:cTn>
                              </p:par>
                              <p:par>
                                <p:cTn id="212" presetID="22" presetClass="entr" presetSubtype="1" fill="hold" nodeType="withEffect">
                                  <p:stCondLst>
                                    <p:cond delay="0"/>
                                  </p:stCondLst>
                                  <p:childTnLst>
                                    <p:set>
                                      <p:cBhvr>
                                        <p:cTn id="213" dur="1" fill="hold">
                                          <p:stCondLst>
                                            <p:cond delay="0"/>
                                          </p:stCondLst>
                                        </p:cTn>
                                        <p:tgtEl>
                                          <p:spTgt spid="330"/>
                                        </p:tgtEl>
                                        <p:attrNameLst>
                                          <p:attrName>style.visibility</p:attrName>
                                        </p:attrNameLst>
                                      </p:cBhvr>
                                      <p:to>
                                        <p:strVal val="visible"/>
                                      </p:to>
                                    </p:set>
                                    <p:animEffect transition="in" filter="wipe(up)">
                                      <p:cBhvr>
                                        <p:cTn id="214" dur="2000"/>
                                        <p:tgtEl>
                                          <p:spTgt spid="330"/>
                                        </p:tgtEl>
                                      </p:cBhvr>
                                    </p:animEffect>
                                  </p:childTnLst>
                                </p:cTn>
                              </p:par>
                              <p:par>
                                <p:cTn id="215" presetID="22" presetClass="exit" presetSubtype="1" fill="hold" nodeType="withEffect">
                                  <p:stCondLst>
                                    <p:cond delay="0"/>
                                  </p:stCondLst>
                                  <p:childTnLst>
                                    <p:animEffect transition="out" filter="wipe(up)">
                                      <p:cBhvr>
                                        <p:cTn id="216" dur="500"/>
                                        <p:tgtEl>
                                          <p:spTgt spid="360"/>
                                        </p:tgtEl>
                                      </p:cBhvr>
                                    </p:animEffect>
                                    <p:set>
                                      <p:cBhvr>
                                        <p:cTn id="217" dur="1" fill="hold">
                                          <p:stCondLst>
                                            <p:cond delay="499"/>
                                          </p:stCondLst>
                                        </p:cTn>
                                        <p:tgtEl>
                                          <p:spTgt spid="360"/>
                                        </p:tgtEl>
                                        <p:attrNameLst>
                                          <p:attrName>style.visibility</p:attrName>
                                        </p:attrNameLst>
                                      </p:cBhvr>
                                      <p:to>
                                        <p:strVal val="hidden"/>
                                      </p:to>
                                    </p:set>
                                  </p:childTnLst>
                                </p:cTn>
                              </p:par>
                              <p:par>
                                <p:cTn id="218" presetID="22" presetClass="entr" presetSubtype="8" fill="hold" nodeType="withEffect">
                                  <p:stCondLst>
                                    <p:cond delay="0"/>
                                  </p:stCondLst>
                                  <p:childTnLst>
                                    <p:set>
                                      <p:cBhvr>
                                        <p:cTn id="219" dur="1" fill="hold">
                                          <p:stCondLst>
                                            <p:cond delay="0"/>
                                          </p:stCondLst>
                                        </p:cTn>
                                        <p:tgtEl>
                                          <p:spTgt spid="357"/>
                                        </p:tgtEl>
                                        <p:attrNameLst>
                                          <p:attrName>style.visibility</p:attrName>
                                        </p:attrNameLst>
                                      </p:cBhvr>
                                      <p:to>
                                        <p:strVal val="visible"/>
                                      </p:to>
                                    </p:set>
                                    <p:animEffect transition="in" filter="wipe(left)">
                                      <p:cBhvr>
                                        <p:cTn id="220" dur="500"/>
                                        <p:tgtEl>
                                          <p:spTgt spid="357"/>
                                        </p:tgtEl>
                                      </p:cBhvr>
                                    </p:animEffect>
                                  </p:childTnLst>
                                </p:cTn>
                              </p:par>
                            </p:childTnLst>
                          </p:cTn>
                        </p:par>
                      </p:childTnLst>
                    </p:cTn>
                  </p:par>
                  <p:par>
                    <p:cTn id="221" fill="hold">
                      <p:stCondLst>
                        <p:cond delay="indefinite"/>
                      </p:stCondLst>
                      <p:childTnLst>
                        <p:par>
                          <p:cTn id="222" fill="hold">
                            <p:stCondLst>
                              <p:cond delay="0"/>
                            </p:stCondLst>
                            <p:childTnLst>
                              <p:par>
                                <p:cTn id="223" presetID="22" presetClass="exit" presetSubtype="1" fill="hold" nodeType="clickEffect">
                                  <p:stCondLst>
                                    <p:cond delay="0"/>
                                  </p:stCondLst>
                                  <p:childTnLst>
                                    <p:animEffect transition="out" filter="wipe(up)">
                                      <p:cBhvr>
                                        <p:cTn id="224" dur="500"/>
                                        <p:tgtEl>
                                          <p:spTgt spid="357"/>
                                        </p:tgtEl>
                                      </p:cBhvr>
                                    </p:animEffect>
                                    <p:set>
                                      <p:cBhvr>
                                        <p:cTn id="225" dur="1" fill="hold">
                                          <p:stCondLst>
                                            <p:cond delay="499"/>
                                          </p:stCondLst>
                                        </p:cTn>
                                        <p:tgtEl>
                                          <p:spTgt spid="357"/>
                                        </p:tgtEl>
                                        <p:attrNameLst>
                                          <p:attrName>style.visibility</p:attrName>
                                        </p:attrNameLst>
                                      </p:cBhvr>
                                      <p:to>
                                        <p:strVal val="hidden"/>
                                      </p:to>
                                    </p:set>
                                  </p:childTnLst>
                                </p:cTn>
                              </p:par>
                              <p:par>
                                <p:cTn id="226" presetID="22" presetClass="entr" presetSubtype="8" fill="hold" nodeType="withEffect">
                                  <p:stCondLst>
                                    <p:cond delay="0"/>
                                  </p:stCondLst>
                                  <p:childTnLst>
                                    <p:set>
                                      <p:cBhvr>
                                        <p:cTn id="227" dur="1" fill="hold">
                                          <p:stCondLst>
                                            <p:cond delay="0"/>
                                          </p:stCondLst>
                                        </p:cTn>
                                        <p:tgtEl>
                                          <p:spTgt spid="358"/>
                                        </p:tgtEl>
                                        <p:attrNameLst>
                                          <p:attrName>style.visibility</p:attrName>
                                        </p:attrNameLst>
                                      </p:cBhvr>
                                      <p:to>
                                        <p:strVal val="visible"/>
                                      </p:to>
                                    </p:set>
                                    <p:animEffect transition="in" filter="wipe(left)">
                                      <p:cBhvr>
                                        <p:cTn id="228" dur="500"/>
                                        <p:tgtEl>
                                          <p:spTgt spid="358"/>
                                        </p:tgtEl>
                                      </p:cBhvr>
                                    </p:animEffect>
                                  </p:childTnLst>
                                </p:cTn>
                              </p:par>
                            </p:childTnLst>
                          </p:cTn>
                        </p:par>
                      </p:childTnLst>
                    </p:cTn>
                  </p:par>
                  <p:par>
                    <p:cTn id="229" fill="hold">
                      <p:stCondLst>
                        <p:cond delay="indefinite"/>
                      </p:stCondLst>
                      <p:childTnLst>
                        <p:par>
                          <p:cTn id="230" fill="hold">
                            <p:stCondLst>
                              <p:cond delay="0"/>
                            </p:stCondLst>
                            <p:childTnLst>
                              <p:par>
                                <p:cTn id="231" presetID="10" presetClass="exit" presetSubtype="0" fill="hold" nodeType="clickEffect">
                                  <p:stCondLst>
                                    <p:cond delay="0"/>
                                  </p:stCondLst>
                                  <p:childTnLst>
                                    <p:animEffect transition="out" filter="fade">
                                      <p:cBhvr>
                                        <p:cTn id="232" dur="500"/>
                                        <p:tgtEl>
                                          <p:spTgt spid="340"/>
                                        </p:tgtEl>
                                      </p:cBhvr>
                                    </p:animEffect>
                                    <p:set>
                                      <p:cBhvr>
                                        <p:cTn id="233" dur="1" fill="hold">
                                          <p:stCondLst>
                                            <p:cond delay="499"/>
                                          </p:stCondLst>
                                        </p:cTn>
                                        <p:tgtEl>
                                          <p:spTgt spid="340"/>
                                        </p:tgtEl>
                                        <p:attrNameLst>
                                          <p:attrName>style.visibility</p:attrName>
                                        </p:attrNameLst>
                                      </p:cBhvr>
                                      <p:to>
                                        <p:strVal val="hidden"/>
                                      </p:to>
                                    </p:set>
                                  </p:childTnLst>
                                </p:cTn>
                              </p:par>
                              <p:par>
                                <p:cTn id="234" presetID="22" presetClass="entr" presetSubtype="4" fill="hold" nodeType="withEffect">
                                  <p:stCondLst>
                                    <p:cond delay="0"/>
                                  </p:stCondLst>
                                  <p:childTnLst>
                                    <p:set>
                                      <p:cBhvr>
                                        <p:cTn id="235" dur="1" fill="hold">
                                          <p:stCondLst>
                                            <p:cond delay="0"/>
                                          </p:stCondLst>
                                        </p:cTn>
                                        <p:tgtEl>
                                          <p:spTgt spid="343"/>
                                        </p:tgtEl>
                                        <p:attrNameLst>
                                          <p:attrName>style.visibility</p:attrName>
                                        </p:attrNameLst>
                                      </p:cBhvr>
                                      <p:to>
                                        <p:strVal val="visible"/>
                                      </p:to>
                                    </p:set>
                                    <p:animEffect transition="in" filter="wipe(down)">
                                      <p:cBhvr>
                                        <p:cTn id="236" dur="500"/>
                                        <p:tgtEl>
                                          <p:spTgt spid="343"/>
                                        </p:tgtEl>
                                      </p:cBhvr>
                                    </p:animEffect>
                                  </p:childTnLst>
                                </p:cTn>
                              </p:par>
                            </p:childTnLst>
                          </p:cTn>
                        </p:par>
                        <p:par>
                          <p:cTn id="237" fill="hold">
                            <p:stCondLst>
                              <p:cond delay="500"/>
                            </p:stCondLst>
                            <p:childTnLst>
                              <p:par>
                                <p:cTn id="238" presetID="6" presetClass="emph" presetSubtype="0" autoRev="1" fill="hold" nodeType="afterEffect">
                                  <p:stCondLst>
                                    <p:cond delay="0"/>
                                  </p:stCondLst>
                                  <p:childTnLst>
                                    <p:animScale>
                                      <p:cBhvr>
                                        <p:cTn id="239" dur="2000" fill="hold"/>
                                        <p:tgtEl>
                                          <p:spTgt spid="343"/>
                                        </p:tgtEl>
                                      </p:cBhvr>
                                      <p:by x="150000" y="150000"/>
                                    </p:animScale>
                                  </p:childTnLst>
                                </p:cTn>
                              </p:par>
                              <p:par>
                                <p:cTn id="240" presetID="22" presetClass="exit" presetSubtype="1" fill="hold" nodeType="withEffect">
                                  <p:stCondLst>
                                    <p:cond delay="0"/>
                                  </p:stCondLst>
                                  <p:childTnLst>
                                    <p:animEffect transition="out" filter="wipe(up)">
                                      <p:cBhvr>
                                        <p:cTn id="241" dur="500"/>
                                        <p:tgtEl>
                                          <p:spTgt spid="358"/>
                                        </p:tgtEl>
                                      </p:cBhvr>
                                    </p:animEffect>
                                    <p:set>
                                      <p:cBhvr>
                                        <p:cTn id="242" dur="1" fill="hold">
                                          <p:stCondLst>
                                            <p:cond delay="499"/>
                                          </p:stCondLst>
                                        </p:cTn>
                                        <p:tgtEl>
                                          <p:spTgt spid="358"/>
                                        </p:tgtEl>
                                        <p:attrNameLst>
                                          <p:attrName>style.visibility</p:attrName>
                                        </p:attrNameLst>
                                      </p:cBhvr>
                                      <p:to>
                                        <p:strVal val="hidden"/>
                                      </p:to>
                                    </p:set>
                                  </p:childTnLst>
                                </p:cTn>
                              </p:par>
                              <p:par>
                                <p:cTn id="243" presetID="22" presetClass="entr" presetSubtype="8" fill="hold" nodeType="withEffect">
                                  <p:stCondLst>
                                    <p:cond delay="0"/>
                                  </p:stCondLst>
                                  <p:childTnLst>
                                    <p:set>
                                      <p:cBhvr>
                                        <p:cTn id="244" dur="1" fill="hold">
                                          <p:stCondLst>
                                            <p:cond delay="0"/>
                                          </p:stCondLst>
                                        </p:cTn>
                                        <p:tgtEl>
                                          <p:spTgt spid="359"/>
                                        </p:tgtEl>
                                        <p:attrNameLst>
                                          <p:attrName>style.visibility</p:attrName>
                                        </p:attrNameLst>
                                      </p:cBhvr>
                                      <p:to>
                                        <p:strVal val="visible"/>
                                      </p:to>
                                    </p:set>
                                    <p:animEffect transition="in" filter="wipe(left)">
                                      <p:cBhvr>
                                        <p:cTn id="245" dur="500"/>
                                        <p:tgtEl>
                                          <p:spTgt spid="359"/>
                                        </p:tgtEl>
                                      </p:cBhvr>
                                    </p:animEffect>
                                  </p:childTnLst>
                                </p:cTn>
                              </p:par>
                            </p:childTnLst>
                          </p:cTn>
                        </p:par>
                        <p:par>
                          <p:cTn id="246" fill="hold">
                            <p:stCondLst>
                              <p:cond delay="4500"/>
                            </p:stCondLst>
                            <p:childTnLst>
                              <p:par>
                                <p:cTn id="247" presetID="16" presetClass="entr" presetSubtype="21" fill="hold" grpId="0" nodeType="afterEffect">
                                  <p:stCondLst>
                                    <p:cond delay="0"/>
                                  </p:stCondLst>
                                  <p:childTnLst>
                                    <p:set>
                                      <p:cBhvr>
                                        <p:cTn id="248" dur="1" fill="hold">
                                          <p:stCondLst>
                                            <p:cond delay="0"/>
                                          </p:stCondLst>
                                        </p:cTn>
                                        <p:tgtEl>
                                          <p:spTgt spid="346"/>
                                        </p:tgtEl>
                                        <p:attrNameLst>
                                          <p:attrName>style.visibility</p:attrName>
                                        </p:attrNameLst>
                                      </p:cBhvr>
                                      <p:to>
                                        <p:strVal val="visible"/>
                                      </p:to>
                                    </p:set>
                                    <p:animEffect transition="in" filter="barn(inVertical)">
                                      <p:cBhvr>
                                        <p:cTn id="249" dur="500"/>
                                        <p:tgtEl>
                                          <p:spTgt spid="346"/>
                                        </p:tgtEl>
                                      </p:cBhvr>
                                    </p:animEffect>
                                  </p:childTnLst>
                                </p:cTn>
                              </p:par>
                            </p:childTnLst>
                          </p:cTn>
                        </p:par>
                        <p:par>
                          <p:cTn id="250" fill="hold">
                            <p:stCondLst>
                              <p:cond delay="5000"/>
                            </p:stCondLst>
                            <p:childTnLst>
                              <p:par>
                                <p:cTn id="251" presetID="8" presetClass="emph" presetSubtype="0" fill="hold" grpId="1" nodeType="afterEffect">
                                  <p:stCondLst>
                                    <p:cond delay="0"/>
                                  </p:stCondLst>
                                  <p:childTnLst>
                                    <p:animRot by="21600000">
                                      <p:cBhvr>
                                        <p:cTn id="252" dur="2000" fill="hold"/>
                                        <p:tgtEl>
                                          <p:spTgt spid="346"/>
                                        </p:tgtEl>
                                        <p:attrNameLst>
                                          <p:attrName>r</p:attrName>
                                        </p:attrNameLst>
                                      </p:cBhvr>
                                    </p:animRot>
                                  </p:childTnLst>
                                </p:cTn>
                              </p:par>
                            </p:childTnLst>
                          </p:cTn>
                        </p:par>
                        <p:par>
                          <p:cTn id="253" fill="hold">
                            <p:stCondLst>
                              <p:cond delay="7000"/>
                            </p:stCondLst>
                            <p:childTnLst>
                              <p:par>
                                <p:cTn id="254" presetID="22" presetClass="exit" presetSubtype="1" fill="hold" nodeType="afterEffect">
                                  <p:stCondLst>
                                    <p:cond delay="0"/>
                                  </p:stCondLst>
                                  <p:childTnLst>
                                    <p:animEffect transition="out" filter="wipe(up)">
                                      <p:cBhvr>
                                        <p:cTn id="255" dur="500"/>
                                        <p:tgtEl>
                                          <p:spTgt spid="359"/>
                                        </p:tgtEl>
                                      </p:cBhvr>
                                    </p:animEffect>
                                    <p:set>
                                      <p:cBhvr>
                                        <p:cTn id="256" dur="1" fill="hold">
                                          <p:stCondLst>
                                            <p:cond delay="499"/>
                                          </p:stCondLst>
                                        </p:cTn>
                                        <p:tgtEl>
                                          <p:spTgt spid="359"/>
                                        </p:tgtEl>
                                        <p:attrNameLst>
                                          <p:attrName>style.visibility</p:attrName>
                                        </p:attrNameLst>
                                      </p:cBhvr>
                                      <p:to>
                                        <p:strVal val="hidden"/>
                                      </p:to>
                                    </p:set>
                                  </p:childTnLst>
                                </p:cTn>
                              </p:par>
                              <p:par>
                                <p:cTn id="257" presetID="22" presetClass="entr" presetSubtype="8" fill="hold" nodeType="withEffect">
                                  <p:stCondLst>
                                    <p:cond delay="0"/>
                                  </p:stCondLst>
                                  <p:childTnLst>
                                    <p:set>
                                      <p:cBhvr>
                                        <p:cTn id="258" dur="1" fill="hold">
                                          <p:stCondLst>
                                            <p:cond delay="0"/>
                                          </p:stCondLst>
                                        </p:cTn>
                                        <p:tgtEl>
                                          <p:spTgt spid="361"/>
                                        </p:tgtEl>
                                        <p:attrNameLst>
                                          <p:attrName>style.visibility</p:attrName>
                                        </p:attrNameLst>
                                      </p:cBhvr>
                                      <p:to>
                                        <p:strVal val="visible"/>
                                      </p:to>
                                    </p:set>
                                    <p:animEffect transition="in" filter="wipe(left)">
                                      <p:cBhvr>
                                        <p:cTn id="259" dur="1000"/>
                                        <p:tgtEl>
                                          <p:spTgt spid="361"/>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grpId="0" nodeType="clickEffect">
                                  <p:stCondLst>
                                    <p:cond delay="0"/>
                                  </p:stCondLst>
                                  <p:childTnLst>
                                    <p:set>
                                      <p:cBhvr>
                                        <p:cTn id="263" dur="1" fill="hold">
                                          <p:stCondLst>
                                            <p:cond delay="0"/>
                                          </p:stCondLst>
                                        </p:cTn>
                                        <p:tgtEl>
                                          <p:spTgt spid="84"/>
                                        </p:tgtEl>
                                        <p:attrNameLst>
                                          <p:attrName>style.visibility</p:attrName>
                                        </p:attrNameLst>
                                      </p:cBhvr>
                                      <p:to>
                                        <p:strVal val="visible"/>
                                      </p:to>
                                    </p:set>
                                    <p:animEffect transition="in" filter="wipe(down)">
                                      <p:cBhvr>
                                        <p:cTn id="264" dur="1000"/>
                                        <p:tgtEl>
                                          <p:spTgt spid="84"/>
                                        </p:tgtEl>
                                      </p:cBhvr>
                                    </p:animEffect>
                                  </p:childTnLst>
                                </p:cTn>
                              </p:par>
                            </p:childTnLst>
                          </p:cTn>
                        </p:par>
                        <p:par>
                          <p:cTn id="265" fill="hold">
                            <p:stCondLst>
                              <p:cond delay="1000"/>
                            </p:stCondLst>
                            <p:childTnLst>
                              <p:par>
                                <p:cTn id="266" presetID="22" presetClass="exit" presetSubtype="1" fill="hold" nodeType="afterEffect">
                                  <p:stCondLst>
                                    <p:cond delay="0"/>
                                  </p:stCondLst>
                                  <p:childTnLst>
                                    <p:animEffect transition="out" filter="wipe(up)">
                                      <p:cBhvr>
                                        <p:cTn id="267" dur="500"/>
                                        <p:tgtEl>
                                          <p:spTgt spid="361"/>
                                        </p:tgtEl>
                                      </p:cBhvr>
                                    </p:animEffect>
                                    <p:set>
                                      <p:cBhvr>
                                        <p:cTn id="268" dur="1" fill="hold">
                                          <p:stCondLst>
                                            <p:cond delay="499"/>
                                          </p:stCondLst>
                                        </p:cTn>
                                        <p:tgtEl>
                                          <p:spTgt spid="361"/>
                                        </p:tgtEl>
                                        <p:attrNameLst>
                                          <p:attrName>style.visibility</p:attrName>
                                        </p:attrNameLst>
                                      </p:cBhvr>
                                      <p:to>
                                        <p:strVal val="hidden"/>
                                      </p:to>
                                    </p:set>
                                  </p:childTnLst>
                                </p:cTn>
                              </p:par>
                            </p:childTnLst>
                          </p:cTn>
                        </p:par>
                      </p:childTnLst>
                    </p:cTn>
                  </p:par>
                  <p:par>
                    <p:cTn id="269" fill="hold">
                      <p:stCondLst>
                        <p:cond delay="indefinite"/>
                      </p:stCondLst>
                      <p:childTnLst>
                        <p:par>
                          <p:cTn id="270" fill="hold">
                            <p:stCondLst>
                              <p:cond delay="0"/>
                            </p:stCondLst>
                            <p:childTnLst>
                              <p:par>
                                <p:cTn id="271" presetID="6" presetClass="emph" presetSubtype="0" autoRev="1" fill="hold" grpId="1" nodeType="clickEffect">
                                  <p:stCondLst>
                                    <p:cond delay="0"/>
                                  </p:stCondLst>
                                  <p:iterate type="lt">
                                    <p:tmPct val="0"/>
                                  </p:iterate>
                                  <p:childTnLst>
                                    <p:animScale>
                                      <p:cBhvr>
                                        <p:cTn id="272" dur="2000" fill="hold"/>
                                        <p:tgtEl>
                                          <p:spTgt spid="58"/>
                                        </p:tgtEl>
                                      </p:cBhvr>
                                      <p:by x="150000" y="150000"/>
                                    </p:animScale>
                                  </p:childTnLst>
                                </p:cTn>
                              </p:par>
                            </p:childTnLst>
                          </p:cTn>
                        </p:par>
                        <p:par>
                          <p:cTn id="273" fill="hold">
                            <p:stCondLst>
                              <p:cond delay="4000"/>
                            </p:stCondLst>
                            <p:childTnLst>
                              <p:par>
                                <p:cTn id="274" presetID="31" presetClass="entr" presetSubtype="0" fill="hold" grpId="0" nodeType="afterEffect">
                                  <p:stCondLst>
                                    <p:cond delay="0"/>
                                  </p:stCondLst>
                                  <p:childTnLst>
                                    <p:set>
                                      <p:cBhvr>
                                        <p:cTn id="275" dur="1" fill="hold">
                                          <p:stCondLst>
                                            <p:cond delay="0"/>
                                          </p:stCondLst>
                                        </p:cTn>
                                        <p:tgtEl>
                                          <p:spTgt spid="347"/>
                                        </p:tgtEl>
                                        <p:attrNameLst>
                                          <p:attrName>style.visibility</p:attrName>
                                        </p:attrNameLst>
                                      </p:cBhvr>
                                      <p:to>
                                        <p:strVal val="visible"/>
                                      </p:to>
                                    </p:set>
                                    <p:anim calcmode="lin" valueType="num">
                                      <p:cBhvr>
                                        <p:cTn id="276" dur="1000" fill="hold"/>
                                        <p:tgtEl>
                                          <p:spTgt spid="347"/>
                                        </p:tgtEl>
                                        <p:attrNameLst>
                                          <p:attrName>ppt_w</p:attrName>
                                        </p:attrNameLst>
                                      </p:cBhvr>
                                      <p:tavLst>
                                        <p:tav tm="0">
                                          <p:val>
                                            <p:fltVal val="0"/>
                                          </p:val>
                                        </p:tav>
                                        <p:tav tm="100000">
                                          <p:val>
                                            <p:strVal val="#ppt_w"/>
                                          </p:val>
                                        </p:tav>
                                      </p:tavLst>
                                    </p:anim>
                                    <p:anim calcmode="lin" valueType="num">
                                      <p:cBhvr>
                                        <p:cTn id="277" dur="1000" fill="hold"/>
                                        <p:tgtEl>
                                          <p:spTgt spid="347"/>
                                        </p:tgtEl>
                                        <p:attrNameLst>
                                          <p:attrName>ppt_h</p:attrName>
                                        </p:attrNameLst>
                                      </p:cBhvr>
                                      <p:tavLst>
                                        <p:tav tm="0">
                                          <p:val>
                                            <p:fltVal val="0"/>
                                          </p:val>
                                        </p:tav>
                                        <p:tav tm="100000">
                                          <p:val>
                                            <p:strVal val="#ppt_h"/>
                                          </p:val>
                                        </p:tav>
                                      </p:tavLst>
                                    </p:anim>
                                    <p:anim calcmode="lin" valueType="num">
                                      <p:cBhvr>
                                        <p:cTn id="278" dur="1000" fill="hold"/>
                                        <p:tgtEl>
                                          <p:spTgt spid="347"/>
                                        </p:tgtEl>
                                        <p:attrNameLst>
                                          <p:attrName>style.rotation</p:attrName>
                                        </p:attrNameLst>
                                      </p:cBhvr>
                                      <p:tavLst>
                                        <p:tav tm="0">
                                          <p:val>
                                            <p:fltVal val="90"/>
                                          </p:val>
                                        </p:tav>
                                        <p:tav tm="100000">
                                          <p:val>
                                            <p:fltVal val="0"/>
                                          </p:val>
                                        </p:tav>
                                      </p:tavLst>
                                    </p:anim>
                                    <p:animEffect transition="in" filter="fade">
                                      <p:cBhvr>
                                        <p:cTn id="279" dur="1000"/>
                                        <p:tgtEl>
                                          <p:spTgt spid="347"/>
                                        </p:tgtEl>
                                      </p:cBhvr>
                                    </p:animEffect>
                                  </p:childTnLst>
                                </p:cTn>
                              </p:par>
                              <p:par>
                                <p:cTn id="280" presetID="10" presetClass="exit" presetSubtype="0" fill="hold" nodeType="withEffect">
                                  <p:stCondLst>
                                    <p:cond delay="0"/>
                                  </p:stCondLst>
                                  <p:childTnLst>
                                    <p:animEffect transition="out" filter="fade">
                                      <p:cBhvr>
                                        <p:cTn id="281" dur="500"/>
                                        <p:tgtEl>
                                          <p:spTgt spid="331"/>
                                        </p:tgtEl>
                                      </p:cBhvr>
                                    </p:animEffect>
                                    <p:set>
                                      <p:cBhvr>
                                        <p:cTn id="282" dur="1" fill="hold">
                                          <p:stCondLst>
                                            <p:cond delay="499"/>
                                          </p:stCondLst>
                                        </p:cTn>
                                        <p:tgtEl>
                                          <p:spTgt spid="331"/>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500"/>
                                        <p:tgtEl>
                                          <p:spTgt spid="334"/>
                                        </p:tgtEl>
                                      </p:cBhvr>
                                    </p:animEffect>
                                    <p:set>
                                      <p:cBhvr>
                                        <p:cTn id="285" dur="1" fill="hold">
                                          <p:stCondLst>
                                            <p:cond delay="499"/>
                                          </p:stCondLst>
                                        </p:cTn>
                                        <p:tgtEl>
                                          <p:spTgt spid="334"/>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500"/>
                                        <p:tgtEl>
                                          <p:spTgt spid="337"/>
                                        </p:tgtEl>
                                      </p:cBhvr>
                                    </p:animEffect>
                                    <p:set>
                                      <p:cBhvr>
                                        <p:cTn id="288" dur="1" fill="hold">
                                          <p:stCondLst>
                                            <p:cond delay="499"/>
                                          </p:stCondLst>
                                        </p:cTn>
                                        <p:tgtEl>
                                          <p:spTgt spid="337"/>
                                        </p:tgtEl>
                                        <p:attrNameLst>
                                          <p:attrName>style.visibility</p:attrName>
                                        </p:attrNameLst>
                                      </p:cBhvr>
                                      <p:to>
                                        <p:strVal val="hidden"/>
                                      </p:to>
                                    </p:set>
                                  </p:childTnLst>
                                </p:cTn>
                              </p:par>
                            </p:childTnLst>
                          </p:cTn>
                        </p:par>
                        <p:par>
                          <p:cTn id="289" fill="hold">
                            <p:stCondLst>
                              <p:cond delay="5000"/>
                            </p:stCondLst>
                            <p:childTnLst>
                              <p:par>
                                <p:cTn id="290" presetID="22" presetClass="entr" presetSubtype="8" fill="hold" nodeType="afterEffect">
                                  <p:stCondLst>
                                    <p:cond delay="0"/>
                                  </p:stCondLst>
                                  <p:childTnLst>
                                    <p:set>
                                      <p:cBhvr>
                                        <p:cTn id="291" dur="1" fill="hold">
                                          <p:stCondLst>
                                            <p:cond delay="0"/>
                                          </p:stCondLst>
                                        </p:cTn>
                                        <p:tgtEl>
                                          <p:spTgt spid="362"/>
                                        </p:tgtEl>
                                        <p:attrNameLst>
                                          <p:attrName>style.visibility</p:attrName>
                                        </p:attrNameLst>
                                      </p:cBhvr>
                                      <p:to>
                                        <p:strVal val="visible"/>
                                      </p:to>
                                    </p:set>
                                    <p:animEffect transition="in" filter="wipe(left)">
                                      <p:cBhvr>
                                        <p:cTn id="292" dur="1000"/>
                                        <p:tgtEl>
                                          <p:spTgt spid="362"/>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1" fill="hold" nodeType="clickEffect">
                                  <p:stCondLst>
                                    <p:cond delay="0"/>
                                  </p:stCondLst>
                                  <p:childTnLst>
                                    <p:set>
                                      <p:cBhvr>
                                        <p:cTn id="296" dur="1" fill="hold">
                                          <p:stCondLst>
                                            <p:cond delay="0"/>
                                          </p:stCondLst>
                                        </p:cTn>
                                        <p:tgtEl>
                                          <p:spTgt spid="331"/>
                                        </p:tgtEl>
                                        <p:attrNameLst>
                                          <p:attrName>style.visibility</p:attrName>
                                        </p:attrNameLst>
                                      </p:cBhvr>
                                      <p:to>
                                        <p:strVal val="visible"/>
                                      </p:to>
                                    </p:set>
                                    <p:animEffect transition="in" filter="wipe(up)">
                                      <p:cBhvr>
                                        <p:cTn id="297" dur="500"/>
                                        <p:tgtEl>
                                          <p:spTgt spid="331"/>
                                        </p:tgtEl>
                                      </p:cBhvr>
                                    </p:animEffect>
                                  </p:childTnLst>
                                </p:cTn>
                              </p:par>
                            </p:childTnLst>
                          </p:cTn>
                        </p:par>
                        <p:par>
                          <p:cTn id="298" fill="hold">
                            <p:stCondLst>
                              <p:cond delay="500"/>
                            </p:stCondLst>
                            <p:childTnLst>
                              <p:par>
                                <p:cTn id="299" presetID="22" presetClass="entr" presetSubtype="1" fill="hold" nodeType="afterEffect">
                                  <p:stCondLst>
                                    <p:cond delay="0"/>
                                  </p:stCondLst>
                                  <p:childTnLst>
                                    <p:set>
                                      <p:cBhvr>
                                        <p:cTn id="300" dur="1" fill="hold">
                                          <p:stCondLst>
                                            <p:cond delay="0"/>
                                          </p:stCondLst>
                                        </p:cTn>
                                        <p:tgtEl>
                                          <p:spTgt spid="334"/>
                                        </p:tgtEl>
                                        <p:attrNameLst>
                                          <p:attrName>style.visibility</p:attrName>
                                        </p:attrNameLst>
                                      </p:cBhvr>
                                      <p:to>
                                        <p:strVal val="visible"/>
                                      </p:to>
                                    </p:set>
                                    <p:animEffect transition="in" filter="wipe(up)">
                                      <p:cBhvr>
                                        <p:cTn id="301" dur="500"/>
                                        <p:tgtEl>
                                          <p:spTgt spid="334"/>
                                        </p:tgtEl>
                                      </p:cBhvr>
                                    </p:animEffect>
                                  </p:childTnLst>
                                </p:cTn>
                              </p:par>
                            </p:childTnLst>
                          </p:cTn>
                        </p:par>
                        <p:par>
                          <p:cTn id="302" fill="hold">
                            <p:stCondLst>
                              <p:cond delay="1000"/>
                            </p:stCondLst>
                            <p:childTnLst>
                              <p:par>
                                <p:cTn id="303" presetID="22" presetClass="exit" presetSubtype="1" fill="hold" nodeType="afterEffect">
                                  <p:stCondLst>
                                    <p:cond delay="0"/>
                                  </p:stCondLst>
                                  <p:childTnLst>
                                    <p:animEffect transition="out" filter="wipe(up)">
                                      <p:cBhvr>
                                        <p:cTn id="304" dur="500"/>
                                        <p:tgtEl>
                                          <p:spTgt spid="362"/>
                                        </p:tgtEl>
                                      </p:cBhvr>
                                    </p:animEffect>
                                    <p:set>
                                      <p:cBhvr>
                                        <p:cTn id="305" dur="1" fill="hold">
                                          <p:stCondLst>
                                            <p:cond delay="499"/>
                                          </p:stCondLst>
                                        </p:cTn>
                                        <p:tgtEl>
                                          <p:spTgt spid="362"/>
                                        </p:tgtEl>
                                        <p:attrNameLst>
                                          <p:attrName>style.visibility</p:attrName>
                                        </p:attrNameLst>
                                      </p:cBhvr>
                                      <p:to>
                                        <p:strVal val="hidden"/>
                                      </p:to>
                                    </p:set>
                                  </p:childTnLst>
                                </p:cTn>
                              </p:par>
                              <p:par>
                                <p:cTn id="306" presetID="22" presetClass="entr" presetSubtype="8" fill="hold" nodeType="withEffect">
                                  <p:stCondLst>
                                    <p:cond delay="0"/>
                                  </p:stCondLst>
                                  <p:childTnLst>
                                    <p:set>
                                      <p:cBhvr>
                                        <p:cTn id="307" dur="1" fill="hold">
                                          <p:stCondLst>
                                            <p:cond delay="0"/>
                                          </p:stCondLst>
                                        </p:cTn>
                                        <p:tgtEl>
                                          <p:spTgt spid="363"/>
                                        </p:tgtEl>
                                        <p:attrNameLst>
                                          <p:attrName>style.visibility</p:attrName>
                                        </p:attrNameLst>
                                      </p:cBhvr>
                                      <p:to>
                                        <p:strVal val="visible"/>
                                      </p:to>
                                    </p:set>
                                    <p:animEffect transition="in" filter="wipe(left)">
                                      <p:cBhvr>
                                        <p:cTn id="308" dur="1000"/>
                                        <p:tgtEl>
                                          <p:spTgt spid="363"/>
                                        </p:tgtEl>
                                      </p:cBhvr>
                                    </p:animEffect>
                                  </p:childTnLst>
                                </p:cTn>
                              </p:par>
                            </p:childTnLst>
                          </p:cTn>
                        </p:par>
                      </p:childTnLst>
                    </p:cTn>
                  </p:par>
                  <p:par>
                    <p:cTn id="309" fill="hold">
                      <p:stCondLst>
                        <p:cond delay="indefinite"/>
                      </p:stCondLst>
                      <p:childTnLst>
                        <p:par>
                          <p:cTn id="310" fill="hold">
                            <p:stCondLst>
                              <p:cond delay="0"/>
                            </p:stCondLst>
                            <p:childTnLst>
                              <p:par>
                                <p:cTn id="311" presetID="22" presetClass="exit" presetSubtype="1" fill="hold" nodeType="clickEffect">
                                  <p:stCondLst>
                                    <p:cond delay="0"/>
                                  </p:stCondLst>
                                  <p:childTnLst>
                                    <p:animEffect transition="out" filter="wipe(up)">
                                      <p:cBhvr>
                                        <p:cTn id="312" dur="500"/>
                                        <p:tgtEl>
                                          <p:spTgt spid="363"/>
                                        </p:tgtEl>
                                      </p:cBhvr>
                                    </p:animEffect>
                                    <p:set>
                                      <p:cBhvr>
                                        <p:cTn id="313" dur="1" fill="hold">
                                          <p:stCondLst>
                                            <p:cond delay="499"/>
                                          </p:stCondLst>
                                        </p:cTn>
                                        <p:tgtEl>
                                          <p:spTgt spid="363"/>
                                        </p:tgtEl>
                                        <p:attrNameLst>
                                          <p:attrName>style.visibility</p:attrName>
                                        </p:attrNameLst>
                                      </p:cBhvr>
                                      <p:to>
                                        <p:strVal val="hidden"/>
                                      </p:to>
                                    </p:set>
                                  </p:childTnLst>
                                </p:cTn>
                              </p:par>
                            </p:childTnLst>
                          </p:cTn>
                        </p:par>
                        <p:par>
                          <p:cTn id="314" fill="hold">
                            <p:stCondLst>
                              <p:cond delay="500"/>
                            </p:stCondLst>
                            <p:childTnLst>
                              <p:par>
                                <p:cTn id="315" presetID="22" presetClass="entr" presetSubtype="8" fill="hold" nodeType="afterEffect">
                                  <p:stCondLst>
                                    <p:cond delay="0"/>
                                  </p:stCondLst>
                                  <p:childTnLst>
                                    <p:set>
                                      <p:cBhvr>
                                        <p:cTn id="316" dur="1" fill="hold">
                                          <p:stCondLst>
                                            <p:cond delay="0"/>
                                          </p:stCondLst>
                                        </p:cTn>
                                        <p:tgtEl>
                                          <p:spTgt spid="364"/>
                                        </p:tgtEl>
                                        <p:attrNameLst>
                                          <p:attrName>style.visibility</p:attrName>
                                        </p:attrNameLst>
                                      </p:cBhvr>
                                      <p:to>
                                        <p:strVal val="visible"/>
                                      </p:to>
                                    </p:set>
                                    <p:animEffect transition="in" filter="wipe(left)">
                                      <p:cBhvr>
                                        <p:cTn id="317" dur="1000"/>
                                        <p:tgtEl>
                                          <p:spTgt spid="364"/>
                                        </p:tgtEl>
                                      </p:cBhvr>
                                    </p:animEffect>
                                  </p:childTnLst>
                                </p:cTn>
                              </p:par>
                            </p:childTnLst>
                          </p:cTn>
                        </p:par>
                      </p:childTnLst>
                    </p:cTn>
                  </p:par>
                  <p:par>
                    <p:cTn id="318" fill="hold">
                      <p:stCondLst>
                        <p:cond delay="indefinite"/>
                      </p:stCondLst>
                      <p:childTnLst>
                        <p:par>
                          <p:cTn id="319" fill="hold">
                            <p:stCondLst>
                              <p:cond delay="0"/>
                            </p:stCondLst>
                            <p:childTnLst>
                              <p:par>
                                <p:cTn id="320" presetID="22" presetClass="entr" presetSubtype="4" fill="hold" nodeType="clickEffect">
                                  <p:stCondLst>
                                    <p:cond delay="0"/>
                                  </p:stCondLst>
                                  <p:childTnLst>
                                    <p:set>
                                      <p:cBhvr>
                                        <p:cTn id="321" dur="1" fill="hold">
                                          <p:stCondLst>
                                            <p:cond delay="0"/>
                                          </p:stCondLst>
                                        </p:cTn>
                                        <p:tgtEl>
                                          <p:spTgt spid="337"/>
                                        </p:tgtEl>
                                        <p:attrNameLst>
                                          <p:attrName>style.visibility</p:attrName>
                                        </p:attrNameLst>
                                      </p:cBhvr>
                                      <p:to>
                                        <p:strVal val="visible"/>
                                      </p:to>
                                    </p:set>
                                    <p:animEffect transition="in" filter="wipe(down)">
                                      <p:cBhvr>
                                        <p:cTn id="322" dur="500"/>
                                        <p:tgtEl>
                                          <p:spTgt spid="337"/>
                                        </p:tgtEl>
                                      </p:cBhvr>
                                    </p:animEffect>
                                  </p:childTnLst>
                                </p:cTn>
                              </p:par>
                            </p:childTnLst>
                          </p:cTn>
                        </p:par>
                        <p:par>
                          <p:cTn id="323" fill="hold">
                            <p:stCondLst>
                              <p:cond delay="500"/>
                            </p:stCondLst>
                            <p:childTnLst>
                              <p:par>
                                <p:cTn id="324" presetID="22" presetClass="exit" presetSubtype="1" fill="hold" nodeType="afterEffect">
                                  <p:stCondLst>
                                    <p:cond delay="0"/>
                                  </p:stCondLst>
                                  <p:childTnLst>
                                    <p:animEffect transition="out" filter="wipe(up)">
                                      <p:cBhvr>
                                        <p:cTn id="325" dur="500"/>
                                        <p:tgtEl>
                                          <p:spTgt spid="364"/>
                                        </p:tgtEl>
                                      </p:cBhvr>
                                    </p:animEffect>
                                    <p:set>
                                      <p:cBhvr>
                                        <p:cTn id="326" dur="1" fill="hold">
                                          <p:stCondLst>
                                            <p:cond delay="499"/>
                                          </p:stCondLst>
                                        </p:cTn>
                                        <p:tgtEl>
                                          <p:spTgt spid="364"/>
                                        </p:tgtEl>
                                        <p:attrNameLst>
                                          <p:attrName>style.visibility</p:attrName>
                                        </p:attrNameLst>
                                      </p:cBhvr>
                                      <p:to>
                                        <p:strVal val="hidden"/>
                                      </p:to>
                                    </p:set>
                                  </p:childTnLst>
                                </p:cTn>
                              </p:par>
                            </p:childTnLst>
                          </p:cTn>
                        </p:par>
                        <p:par>
                          <p:cTn id="327" fill="hold">
                            <p:stCondLst>
                              <p:cond delay="1000"/>
                            </p:stCondLst>
                            <p:childTnLst>
                              <p:par>
                                <p:cTn id="328" presetID="22" presetClass="entr" presetSubtype="8" fill="hold" nodeType="afterEffect">
                                  <p:stCondLst>
                                    <p:cond delay="0"/>
                                  </p:stCondLst>
                                  <p:childTnLst>
                                    <p:set>
                                      <p:cBhvr>
                                        <p:cTn id="329" dur="1" fill="hold">
                                          <p:stCondLst>
                                            <p:cond delay="0"/>
                                          </p:stCondLst>
                                        </p:cTn>
                                        <p:tgtEl>
                                          <p:spTgt spid="365"/>
                                        </p:tgtEl>
                                        <p:attrNameLst>
                                          <p:attrName>style.visibility</p:attrName>
                                        </p:attrNameLst>
                                      </p:cBhvr>
                                      <p:to>
                                        <p:strVal val="visible"/>
                                      </p:to>
                                    </p:set>
                                    <p:animEffect transition="in" filter="wipe(left)">
                                      <p:cBhvr>
                                        <p:cTn id="330" dur="1000"/>
                                        <p:tgtEl>
                                          <p:spTgt spid="365"/>
                                        </p:tgtEl>
                                      </p:cBhvr>
                                    </p:animEffect>
                                  </p:childTnLst>
                                </p:cTn>
                              </p:par>
                            </p:childTnLst>
                          </p:cTn>
                        </p:par>
                      </p:childTnLst>
                    </p:cTn>
                  </p:par>
                  <p:par>
                    <p:cTn id="331" fill="hold">
                      <p:stCondLst>
                        <p:cond delay="indefinite"/>
                      </p:stCondLst>
                      <p:childTnLst>
                        <p:par>
                          <p:cTn id="332" fill="hold">
                            <p:stCondLst>
                              <p:cond delay="0"/>
                            </p:stCondLst>
                            <p:childTnLst>
                              <p:par>
                                <p:cTn id="333" presetID="22" presetClass="exit" presetSubtype="1" fill="hold" nodeType="clickEffect">
                                  <p:stCondLst>
                                    <p:cond delay="0"/>
                                  </p:stCondLst>
                                  <p:childTnLst>
                                    <p:animEffect transition="out" filter="wipe(up)">
                                      <p:cBhvr>
                                        <p:cTn id="334" dur="500"/>
                                        <p:tgtEl>
                                          <p:spTgt spid="365"/>
                                        </p:tgtEl>
                                      </p:cBhvr>
                                    </p:animEffect>
                                    <p:set>
                                      <p:cBhvr>
                                        <p:cTn id="335" dur="1" fill="hold">
                                          <p:stCondLst>
                                            <p:cond delay="499"/>
                                          </p:stCondLst>
                                        </p:cTn>
                                        <p:tgtEl>
                                          <p:spTgt spid="365"/>
                                        </p:tgtEl>
                                        <p:attrNameLst>
                                          <p:attrName>style.visibility</p:attrName>
                                        </p:attrNameLst>
                                      </p:cBhvr>
                                      <p:to>
                                        <p:strVal val="hidden"/>
                                      </p:to>
                                    </p:set>
                                  </p:childTnLst>
                                </p:cTn>
                              </p:par>
                              <p:par>
                                <p:cTn id="336" presetID="22" presetClass="entr" presetSubtype="8" fill="hold" nodeType="withEffect">
                                  <p:stCondLst>
                                    <p:cond delay="0"/>
                                  </p:stCondLst>
                                  <p:childTnLst>
                                    <p:set>
                                      <p:cBhvr>
                                        <p:cTn id="337" dur="1" fill="hold">
                                          <p:stCondLst>
                                            <p:cond delay="0"/>
                                          </p:stCondLst>
                                        </p:cTn>
                                        <p:tgtEl>
                                          <p:spTgt spid="360"/>
                                        </p:tgtEl>
                                        <p:attrNameLst>
                                          <p:attrName>style.visibility</p:attrName>
                                        </p:attrNameLst>
                                      </p:cBhvr>
                                      <p:to>
                                        <p:strVal val="visible"/>
                                      </p:to>
                                    </p:set>
                                    <p:animEffect transition="in" filter="wipe(left)">
                                      <p:cBhvr>
                                        <p:cTn id="338" dur="500"/>
                                        <p:tgtEl>
                                          <p:spTgt spid="360"/>
                                        </p:tgtEl>
                                      </p:cBhvr>
                                    </p:animEffect>
                                  </p:childTnLst>
                                </p:cTn>
                              </p:par>
                            </p:childTnLst>
                          </p:cTn>
                        </p:par>
                        <p:par>
                          <p:cTn id="339" fill="hold">
                            <p:stCondLst>
                              <p:cond delay="500"/>
                            </p:stCondLst>
                            <p:childTnLst>
                              <p:par>
                                <p:cTn id="340" presetID="35" presetClass="path" presetSubtype="0" accel="50000" decel="50000" fill="hold" nodeType="afterEffect">
                                  <p:stCondLst>
                                    <p:cond delay="0"/>
                                  </p:stCondLst>
                                  <p:childTnLst>
                                    <p:animMotion origin="layout" path="M 4.16667E-6 -4.81481E-6 L -0.07813 -0.00254 " pathEditMode="relative" rAng="0" ptsTypes="AA">
                                      <p:cBhvr>
                                        <p:cTn id="341" dur="2000" fill="hold"/>
                                        <p:tgtEl>
                                          <p:spTgt spid="334"/>
                                        </p:tgtEl>
                                        <p:attrNameLst>
                                          <p:attrName>ppt_x</p:attrName>
                                          <p:attrName>ppt_y</p:attrName>
                                        </p:attrNameLst>
                                      </p:cBhvr>
                                      <p:rCtr x="-3906" y="-139"/>
                                    </p:animMotion>
                                  </p:childTnLst>
                                </p:cTn>
                              </p:par>
                            </p:childTnLst>
                          </p:cTn>
                        </p:par>
                        <p:par>
                          <p:cTn id="342" fill="hold">
                            <p:stCondLst>
                              <p:cond delay="2500"/>
                            </p:stCondLst>
                            <p:childTnLst>
                              <p:par>
                                <p:cTn id="343" presetID="42" presetClass="path" presetSubtype="0" accel="50000" decel="50000" fill="hold" nodeType="afterEffect">
                                  <p:stCondLst>
                                    <p:cond delay="0"/>
                                  </p:stCondLst>
                                  <p:childTnLst>
                                    <p:animMotion origin="layout" path="M -4.16667E-7 4.07407E-6 L -0.22917 0.12245 " pathEditMode="relative" rAng="0" ptsTypes="AA">
                                      <p:cBhvr>
                                        <p:cTn id="344" dur="2000" fill="hold"/>
                                        <p:tgtEl>
                                          <p:spTgt spid="331"/>
                                        </p:tgtEl>
                                        <p:attrNameLst>
                                          <p:attrName>ppt_x</p:attrName>
                                          <p:attrName>ppt_y</p:attrName>
                                        </p:attrNameLst>
                                      </p:cBhvr>
                                      <p:rCtr x="-11458" y="6111"/>
                                    </p:animMotion>
                                  </p:childTnLst>
                                </p:cTn>
                              </p:par>
                              <p:par>
                                <p:cTn id="345" presetID="22" presetClass="entr" presetSubtype="2" fill="hold" nodeType="withEffect">
                                  <p:stCondLst>
                                    <p:cond delay="0"/>
                                  </p:stCondLst>
                                  <p:childTnLst>
                                    <p:set>
                                      <p:cBhvr>
                                        <p:cTn id="346" dur="1" fill="hold">
                                          <p:stCondLst>
                                            <p:cond delay="0"/>
                                          </p:stCondLst>
                                        </p:cTn>
                                        <p:tgtEl>
                                          <p:spTgt spid="60"/>
                                        </p:tgtEl>
                                        <p:attrNameLst>
                                          <p:attrName>style.visibility</p:attrName>
                                        </p:attrNameLst>
                                      </p:cBhvr>
                                      <p:to>
                                        <p:strVal val="visible"/>
                                      </p:to>
                                    </p:set>
                                    <p:animEffect transition="in" filter="wipe(right)">
                                      <p:cBhvr>
                                        <p:cTn id="347" dur="2000"/>
                                        <p:tgtEl>
                                          <p:spTgt spid="60"/>
                                        </p:tgtEl>
                                      </p:cBhvr>
                                    </p:animEffect>
                                  </p:childTnLst>
                                </p:cTn>
                              </p:par>
                            </p:childTnLst>
                          </p:cTn>
                        </p:par>
                      </p:childTnLst>
                    </p:cTn>
                  </p:par>
                  <p:par>
                    <p:cTn id="348" fill="hold">
                      <p:stCondLst>
                        <p:cond delay="indefinite"/>
                      </p:stCondLst>
                      <p:childTnLst>
                        <p:par>
                          <p:cTn id="349" fill="hold">
                            <p:stCondLst>
                              <p:cond delay="0"/>
                            </p:stCondLst>
                            <p:childTnLst>
                              <p:par>
                                <p:cTn id="350" presetID="22" presetClass="exit" presetSubtype="1" fill="hold" nodeType="clickEffect">
                                  <p:stCondLst>
                                    <p:cond delay="0"/>
                                  </p:stCondLst>
                                  <p:childTnLst>
                                    <p:animEffect transition="out" filter="wipe(up)">
                                      <p:cBhvr>
                                        <p:cTn id="351" dur="500"/>
                                        <p:tgtEl>
                                          <p:spTgt spid="360"/>
                                        </p:tgtEl>
                                      </p:cBhvr>
                                    </p:animEffect>
                                    <p:set>
                                      <p:cBhvr>
                                        <p:cTn id="352" dur="1" fill="hold">
                                          <p:stCondLst>
                                            <p:cond delay="499"/>
                                          </p:stCondLst>
                                        </p:cTn>
                                        <p:tgtEl>
                                          <p:spTgt spid="360"/>
                                        </p:tgtEl>
                                        <p:attrNameLst>
                                          <p:attrName>style.visibility</p:attrName>
                                        </p:attrNameLst>
                                      </p:cBhvr>
                                      <p:to>
                                        <p:strVal val="hidden"/>
                                      </p:to>
                                    </p:set>
                                  </p:childTnLst>
                                </p:cTn>
                              </p:par>
                            </p:childTnLst>
                          </p:cTn>
                        </p:par>
                        <p:par>
                          <p:cTn id="353" fill="hold">
                            <p:stCondLst>
                              <p:cond delay="500"/>
                            </p:stCondLst>
                            <p:childTnLst>
                              <p:par>
                                <p:cTn id="354" presetID="22" presetClass="entr" presetSubtype="8" fill="hold" nodeType="afterEffect">
                                  <p:stCondLst>
                                    <p:cond delay="0"/>
                                  </p:stCondLst>
                                  <p:childTnLst>
                                    <p:set>
                                      <p:cBhvr>
                                        <p:cTn id="355" dur="1" fill="hold">
                                          <p:stCondLst>
                                            <p:cond delay="0"/>
                                          </p:stCondLst>
                                        </p:cTn>
                                        <p:tgtEl>
                                          <p:spTgt spid="363"/>
                                        </p:tgtEl>
                                        <p:attrNameLst>
                                          <p:attrName>style.visibility</p:attrName>
                                        </p:attrNameLst>
                                      </p:cBhvr>
                                      <p:to>
                                        <p:strVal val="visible"/>
                                      </p:to>
                                    </p:set>
                                    <p:animEffect transition="in" filter="wipe(left)">
                                      <p:cBhvr>
                                        <p:cTn id="356" dur="500"/>
                                        <p:tgtEl>
                                          <p:spTgt spid="363"/>
                                        </p:tgtEl>
                                      </p:cBhvr>
                                    </p:animEffect>
                                  </p:childTnLst>
                                </p:cTn>
                              </p:par>
                            </p:childTnLst>
                          </p:cTn>
                        </p:par>
                      </p:childTnLst>
                    </p:cTn>
                  </p:par>
                  <p:par>
                    <p:cTn id="357" fill="hold">
                      <p:stCondLst>
                        <p:cond delay="indefinite"/>
                      </p:stCondLst>
                      <p:childTnLst>
                        <p:par>
                          <p:cTn id="358" fill="hold">
                            <p:stCondLst>
                              <p:cond delay="0"/>
                            </p:stCondLst>
                            <p:childTnLst>
                              <p:par>
                                <p:cTn id="359" presetID="22" presetClass="exit" presetSubtype="1" fill="hold" nodeType="clickEffect">
                                  <p:stCondLst>
                                    <p:cond delay="0"/>
                                  </p:stCondLst>
                                  <p:childTnLst>
                                    <p:animEffect transition="out" filter="wipe(up)">
                                      <p:cBhvr>
                                        <p:cTn id="360" dur="500"/>
                                        <p:tgtEl>
                                          <p:spTgt spid="363"/>
                                        </p:tgtEl>
                                      </p:cBhvr>
                                    </p:animEffect>
                                    <p:set>
                                      <p:cBhvr>
                                        <p:cTn id="361" dur="1" fill="hold">
                                          <p:stCondLst>
                                            <p:cond delay="499"/>
                                          </p:stCondLst>
                                        </p:cTn>
                                        <p:tgtEl>
                                          <p:spTgt spid="363"/>
                                        </p:tgtEl>
                                        <p:attrNameLst>
                                          <p:attrName>style.visibility</p:attrName>
                                        </p:attrNameLst>
                                      </p:cBhvr>
                                      <p:to>
                                        <p:strVal val="hidden"/>
                                      </p:to>
                                    </p:set>
                                  </p:childTnLst>
                                </p:cTn>
                              </p:par>
                              <p:par>
                                <p:cTn id="362" presetID="22" presetClass="entr" presetSubtype="8" fill="hold" nodeType="withEffect">
                                  <p:stCondLst>
                                    <p:cond delay="0"/>
                                  </p:stCondLst>
                                  <p:childTnLst>
                                    <p:set>
                                      <p:cBhvr>
                                        <p:cTn id="363" dur="1" fill="hold">
                                          <p:stCondLst>
                                            <p:cond delay="0"/>
                                          </p:stCondLst>
                                        </p:cTn>
                                        <p:tgtEl>
                                          <p:spTgt spid="364"/>
                                        </p:tgtEl>
                                        <p:attrNameLst>
                                          <p:attrName>style.visibility</p:attrName>
                                        </p:attrNameLst>
                                      </p:cBhvr>
                                      <p:to>
                                        <p:strVal val="visible"/>
                                      </p:to>
                                    </p:set>
                                    <p:animEffect transition="in" filter="wipe(left)">
                                      <p:cBhvr>
                                        <p:cTn id="364" dur="500"/>
                                        <p:tgtEl>
                                          <p:spTgt spid="364"/>
                                        </p:tgtEl>
                                      </p:cBhvr>
                                    </p:animEffect>
                                  </p:childTnLst>
                                </p:cTn>
                              </p:par>
                              <p:par>
                                <p:cTn id="365" presetID="10" presetClass="exit" presetSubtype="0" fill="hold" nodeType="withEffect">
                                  <p:stCondLst>
                                    <p:cond delay="0"/>
                                  </p:stCondLst>
                                  <p:childTnLst>
                                    <p:animEffect transition="out" filter="fade">
                                      <p:cBhvr>
                                        <p:cTn id="366" dur="500"/>
                                        <p:tgtEl>
                                          <p:spTgt spid="337"/>
                                        </p:tgtEl>
                                      </p:cBhvr>
                                    </p:animEffect>
                                    <p:set>
                                      <p:cBhvr>
                                        <p:cTn id="367" dur="1" fill="hold">
                                          <p:stCondLst>
                                            <p:cond delay="499"/>
                                          </p:stCondLst>
                                        </p:cTn>
                                        <p:tgtEl>
                                          <p:spTgt spid="337"/>
                                        </p:tgtEl>
                                        <p:attrNameLst>
                                          <p:attrName>style.visibility</p:attrName>
                                        </p:attrNameLst>
                                      </p:cBhvr>
                                      <p:to>
                                        <p:strVal val="hidden"/>
                                      </p:to>
                                    </p:set>
                                  </p:childTnLst>
                                </p:cTn>
                              </p:par>
                            </p:childTnLst>
                          </p:cTn>
                        </p:par>
                        <p:par>
                          <p:cTn id="368" fill="hold">
                            <p:stCondLst>
                              <p:cond delay="500"/>
                            </p:stCondLst>
                            <p:childTnLst>
                              <p:par>
                                <p:cTn id="369" presetID="22" presetClass="entr" presetSubtype="1" fill="hold" nodeType="afterEffect">
                                  <p:stCondLst>
                                    <p:cond delay="0"/>
                                  </p:stCondLst>
                                  <p:childTnLst>
                                    <p:set>
                                      <p:cBhvr>
                                        <p:cTn id="370" dur="1" fill="hold">
                                          <p:stCondLst>
                                            <p:cond delay="0"/>
                                          </p:stCondLst>
                                        </p:cTn>
                                        <p:tgtEl>
                                          <p:spTgt spid="348"/>
                                        </p:tgtEl>
                                        <p:attrNameLst>
                                          <p:attrName>style.visibility</p:attrName>
                                        </p:attrNameLst>
                                      </p:cBhvr>
                                      <p:to>
                                        <p:strVal val="visible"/>
                                      </p:to>
                                    </p:set>
                                    <p:animEffect transition="in" filter="wipe(up)">
                                      <p:cBhvr>
                                        <p:cTn id="371" dur="500"/>
                                        <p:tgtEl>
                                          <p:spTgt spid="348"/>
                                        </p:tgtEl>
                                      </p:cBhvr>
                                    </p:animEffect>
                                  </p:childTnLst>
                                </p:cTn>
                              </p:par>
                            </p:childTnLst>
                          </p:cTn>
                        </p:par>
                        <p:par>
                          <p:cTn id="372" fill="hold">
                            <p:stCondLst>
                              <p:cond delay="1000"/>
                            </p:stCondLst>
                            <p:childTnLst>
                              <p:par>
                                <p:cTn id="373" presetID="63" presetClass="path" presetSubtype="0" accel="50000" decel="50000" fill="hold" nodeType="afterEffect">
                                  <p:stCondLst>
                                    <p:cond delay="0"/>
                                  </p:stCondLst>
                                  <p:childTnLst>
                                    <p:animMotion origin="layout" path="M 4.16667E-6 -3.7037E-7 L 0.02968 -0.00046 " pathEditMode="relative" rAng="0" ptsTypes="AA">
                                      <p:cBhvr>
                                        <p:cTn id="374" dur="2000" fill="hold"/>
                                        <p:tgtEl>
                                          <p:spTgt spid="348"/>
                                        </p:tgtEl>
                                        <p:attrNameLst>
                                          <p:attrName>ppt_x</p:attrName>
                                          <p:attrName>ppt_y</p:attrName>
                                        </p:attrNameLst>
                                      </p:cBhvr>
                                      <p:rCtr x="1484" y="-23"/>
                                    </p:animMotion>
                                  </p:childTnLst>
                                </p:cTn>
                              </p:par>
                            </p:childTnLst>
                          </p:cTn>
                        </p:par>
                      </p:childTnLst>
                    </p:cTn>
                  </p:par>
                  <p:par>
                    <p:cTn id="375" fill="hold">
                      <p:stCondLst>
                        <p:cond delay="indefinite"/>
                      </p:stCondLst>
                      <p:childTnLst>
                        <p:par>
                          <p:cTn id="376" fill="hold">
                            <p:stCondLst>
                              <p:cond delay="0"/>
                            </p:stCondLst>
                            <p:childTnLst>
                              <p:par>
                                <p:cTn id="377" presetID="22" presetClass="exit" presetSubtype="1" fill="hold" nodeType="clickEffect">
                                  <p:stCondLst>
                                    <p:cond delay="0"/>
                                  </p:stCondLst>
                                  <p:childTnLst>
                                    <p:animEffect transition="out" filter="wipe(up)">
                                      <p:cBhvr>
                                        <p:cTn id="378" dur="500"/>
                                        <p:tgtEl>
                                          <p:spTgt spid="364"/>
                                        </p:tgtEl>
                                      </p:cBhvr>
                                    </p:animEffect>
                                    <p:set>
                                      <p:cBhvr>
                                        <p:cTn id="379" dur="1" fill="hold">
                                          <p:stCondLst>
                                            <p:cond delay="499"/>
                                          </p:stCondLst>
                                        </p:cTn>
                                        <p:tgtEl>
                                          <p:spTgt spid="364"/>
                                        </p:tgtEl>
                                        <p:attrNameLst>
                                          <p:attrName>style.visibility</p:attrName>
                                        </p:attrNameLst>
                                      </p:cBhvr>
                                      <p:to>
                                        <p:strVal val="hidden"/>
                                      </p:to>
                                    </p:set>
                                  </p:childTnLst>
                                </p:cTn>
                              </p:par>
                              <p:par>
                                <p:cTn id="380" presetID="22" presetClass="entr" presetSubtype="8" fill="hold" nodeType="withEffect">
                                  <p:stCondLst>
                                    <p:cond delay="0"/>
                                  </p:stCondLst>
                                  <p:childTnLst>
                                    <p:set>
                                      <p:cBhvr>
                                        <p:cTn id="381" dur="1" fill="hold">
                                          <p:stCondLst>
                                            <p:cond delay="0"/>
                                          </p:stCondLst>
                                        </p:cTn>
                                        <p:tgtEl>
                                          <p:spTgt spid="365"/>
                                        </p:tgtEl>
                                        <p:attrNameLst>
                                          <p:attrName>style.visibility</p:attrName>
                                        </p:attrNameLst>
                                      </p:cBhvr>
                                      <p:to>
                                        <p:strVal val="visible"/>
                                      </p:to>
                                    </p:set>
                                    <p:animEffect transition="in" filter="wipe(left)">
                                      <p:cBhvr>
                                        <p:cTn id="382" dur="500"/>
                                        <p:tgtEl>
                                          <p:spTgt spid="365"/>
                                        </p:tgtEl>
                                      </p:cBhvr>
                                    </p:animEffect>
                                  </p:childTnLst>
                                </p:cTn>
                              </p:par>
                            </p:childTnLst>
                          </p:cTn>
                        </p:par>
                      </p:childTnLst>
                    </p:cTn>
                  </p:par>
                  <p:par>
                    <p:cTn id="383" fill="hold">
                      <p:stCondLst>
                        <p:cond delay="indefinite"/>
                      </p:stCondLst>
                      <p:childTnLst>
                        <p:par>
                          <p:cTn id="384" fill="hold">
                            <p:stCondLst>
                              <p:cond delay="0"/>
                            </p:stCondLst>
                            <p:childTnLst>
                              <p:par>
                                <p:cTn id="385" presetID="22" presetClass="exit" presetSubtype="1" fill="hold" nodeType="clickEffect">
                                  <p:stCondLst>
                                    <p:cond delay="0"/>
                                  </p:stCondLst>
                                  <p:childTnLst>
                                    <p:animEffect transition="out" filter="wipe(up)">
                                      <p:cBhvr>
                                        <p:cTn id="386" dur="500"/>
                                        <p:tgtEl>
                                          <p:spTgt spid="365"/>
                                        </p:tgtEl>
                                      </p:cBhvr>
                                    </p:animEffect>
                                    <p:set>
                                      <p:cBhvr>
                                        <p:cTn id="387" dur="1" fill="hold">
                                          <p:stCondLst>
                                            <p:cond delay="499"/>
                                          </p:stCondLst>
                                        </p:cTn>
                                        <p:tgtEl>
                                          <p:spTgt spid="365"/>
                                        </p:tgtEl>
                                        <p:attrNameLst>
                                          <p:attrName>style.visibility</p:attrName>
                                        </p:attrNameLst>
                                      </p:cBhvr>
                                      <p:to>
                                        <p:strVal val="hidden"/>
                                      </p:to>
                                    </p:set>
                                  </p:childTnLst>
                                </p:cTn>
                              </p:par>
                              <p:par>
                                <p:cTn id="388" presetID="22" presetClass="entr" presetSubtype="8" fill="hold" nodeType="withEffect">
                                  <p:stCondLst>
                                    <p:cond delay="0"/>
                                  </p:stCondLst>
                                  <p:childTnLst>
                                    <p:set>
                                      <p:cBhvr>
                                        <p:cTn id="389" dur="1" fill="hold">
                                          <p:stCondLst>
                                            <p:cond delay="0"/>
                                          </p:stCondLst>
                                        </p:cTn>
                                        <p:tgtEl>
                                          <p:spTgt spid="360"/>
                                        </p:tgtEl>
                                        <p:attrNameLst>
                                          <p:attrName>style.visibility</p:attrName>
                                        </p:attrNameLst>
                                      </p:cBhvr>
                                      <p:to>
                                        <p:strVal val="visible"/>
                                      </p:to>
                                    </p:set>
                                    <p:animEffect transition="in" filter="wipe(left)">
                                      <p:cBhvr>
                                        <p:cTn id="390" dur="500"/>
                                        <p:tgtEl>
                                          <p:spTgt spid="360"/>
                                        </p:tgtEl>
                                      </p:cBhvr>
                                    </p:animEffect>
                                  </p:childTnLst>
                                </p:cTn>
                              </p:par>
                            </p:childTnLst>
                          </p:cTn>
                        </p:par>
                        <p:par>
                          <p:cTn id="391" fill="hold">
                            <p:stCondLst>
                              <p:cond delay="500"/>
                            </p:stCondLst>
                            <p:childTnLst>
                              <p:par>
                                <p:cTn id="392" presetID="42" presetClass="path" presetSubtype="0" accel="50000" decel="50000" fill="hold" nodeType="afterEffect">
                                  <p:stCondLst>
                                    <p:cond delay="0"/>
                                  </p:stCondLst>
                                  <p:childTnLst>
                                    <p:animMotion origin="layout" path="M 4.16667E-6 -4.81481E-6 L -0.30013 0.11875 " pathEditMode="relative" rAng="0" ptsTypes="AA">
                                      <p:cBhvr>
                                        <p:cTn id="393" dur="2000" fill="hold"/>
                                        <p:tgtEl>
                                          <p:spTgt spid="334"/>
                                        </p:tgtEl>
                                        <p:attrNameLst>
                                          <p:attrName>ppt_x</p:attrName>
                                          <p:attrName>ppt_y</p:attrName>
                                        </p:attrNameLst>
                                      </p:cBhvr>
                                      <p:rCtr x="-15013" y="5926"/>
                                    </p:animMotion>
                                  </p:childTnLst>
                                </p:cTn>
                              </p:par>
                            </p:childTnLst>
                          </p:cTn>
                        </p:par>
                        <p:par>
                          <p:cTn id="394" fill="hold">
                            <p:stCondLst>
                              <p:cond delay="2500"/>
                            </p:stCondLst>
                            <p:childTnLst>
                              <p:par>
                                <p:cTn id="395" presetID="42" presetClass="path" presetSubtype="0" accel="50000" decel="50000" fill="hold" nodeType="afterEffect">
                                  <p:stCondLst>
                                    <p:cond delay="0"/>
                                  </p:stCondLst>
                                  <p:childTnLst>
                                    <p:animMotion origin="layout" path="M -0.22917 0.12245 L -0.12383 0.26064 " pathEditMode="relative" rAng="0" ptsTypes="AA">
                                      <p:cBhvr>
                                        <p:cTn id="396" dur="2000" fill="hold"/>
                                        <p:tgtEl>
                                          <p:spTgt spid="331"/>
                                        </p:tgtEl>
                                        <p:attrNameLst>
                                          <p:attrName>ppt_x</p:attrName>
                                          <p:attrName>ppt_y</p:attrName>
                                        </p:attrNameLst>
                                      </p:cBhvr>
                                      <p:rCtr x="5260" y="6898"/>
                                    </p:animMotion>
                                  </p:childTnLst>
                                </p:cTn>
                              </p:par>
                              <p:par>
                                <p:cTn id="397" presetID="22" presetClass="entr" presetSubtype="8" fill="hold" nodeType="withEffect">
                                  <p:stCondLst>
                                    <p:cond delay="0"/>
                                  </p:stCondLst>
                                  <p:childTnLst>
                                    <p:set>
                                      <p:cBhvr>
                                        <p:cTn id="398" dur="1" fill="hold">
                                          <p:stCondLst>
                                            <p:cond delay="0"/>
                                          </p:stCondLst>
                                        </p:cTn>
                                        <p:tgtEl>
                                          <p:spTgt spid="327"/>
                                        </p:tgtEl>
                                        <p:attrNameLst>
                                          <p:attrName>style.visibility</p:attrName>
                                        </p:attrNameLst>
                                      </p:cBhvr>
                                      <p:to>
                                        <p:strVal val="visible"/>
                                      </p:to>
                                    </p:set>
                                    <p:animEffect transition="in" filter="wipe(left)">
                                      <p:cBhvr>
                                        <p:cTn id="399" dur="2000"/>
                                        <p:tgtEl>
                                          <p:spTgt spid="327"/>
                                        </p:tgtEl>
                                      </p:cBhvr>
                                    </p:animEffect>
                                  </p:childTnLst>
                                </p:cTn>
                              </p:par>
                            </p:childTnLst>
                          </p:cTn>
                        </p:par>
                      </p:childTnLst>
                    </p:cTn>
                  </p:par>
                  <p:par>
                    <p:cTn id="400" fill="hold">
                      <p:stCondLst>
                        <p:cond delay="indefinite"/>
                      </p:stCondLst>
                      <p:childTnLst>
                        <p:par>
                          <p:cTn id="401" fill="hold">
                            <p:stCondLst>
                              <p:cond delay="0"/>
                            </p:stCondLst>
                            <p:childTnLst>
                              <p:par>
                                <p:cTn id="402" presetID="22" presetClass="exit" presetSubtype="1" fill="hold" nodeType="clickEffect">
                                  <p:stCondLst>
                                    <p:cond delay="0"/>
                                  </p:stCondLst>
                                  <p:childTnLst>
                                    <p:animEffect transition="out" filter="wipe(up)">
                                      <p:cBhvr>
                                        <p:cTn id="403" dur="500"/>
                                        <p:tgtEl>
                                          <p:spTgt spid="360"/>
                                        </p:tgtEl>
                                      </p:cBhvr>
                                    </p:animEffect>
                                    <p:set>
                                      <p:cBhvr>
                                        <p:cTn id="404" dur="1" fill="hold">
                                          <p:stCondLst>
                                            <p:cond delay="499"/>
                                          </p:stCondLst>
                                        </p:cTn>
                                        <p:tgtEl>
                                          <p:spTgt spid="360"/>
                                        </p:tgtEl>
                                        <p:attrNameLst>
                                          <p:attrName>style.visibility</p:attrName>
                                        </p:attrNameLst>
                                      </p:cBhvr>
                                      <p:to>
                                        <p:strVal val="hidden"/>
                                      </p:to>
                                    </p:set>
                                  </p:childTnLst>
                                </p:cTn>
                              </p:par>
                              <p:par>
                                <p:cTn id="405" presetID="22" presetClass="entr" presetSubtype="8" fill="hold" nodeType="withEffect">
                                  <p:stCondLst>
                                    <p:cond delay="0"/>
                                  </p:stCondLst>
                                  <p:childTnLst>
                                    <p:set>
                                      <p:cBhvr>
                                        <p:cTn id="406" dur="1" fill="hold">
                                          <p:stCondLst>
                                            <p:cond delay="0"/>
                                          </p:stCondLst>
                                        </p:cTn>
                                        <p:tgtEl>
                                          <p:spTgt spid="363"/>
                                        </p:tgtEl>
                                        <p:attrNameLst>
                                          <p:attrName>style.visibility</p:attrName>
                                        </p:attrNameLst>
                                      </p:cBhvr>
                                      <p:to>
                                        <p:strVal val="visible"/>
                                      </p:to>
                                    </p:set>
                                    <p:animEffect transition="in" filter="wipe(left)">
                                      <p:cBhvr>
                                        <p:cTn id="407" dur="500"/>
                                        <p:tgtEl>
                                          <p:spTgt spid="363"/>
                                        </p:tgtEl>
                                      </p:cBhvr>
                                    </p:animEffect>
                                  </p:childTnLst>
                                </p:cTn>
                              </p:par>
                            </p:childTnLst>
                          </p:cTn>
                        </p:par>
                      </p:childTnLst>
                    </p:cTn>
                  </p:par>
                  <p:par>
                    <p:cTn id="408" fill="hold">
                      <p:stCondLst>
                        <p:cond delay="indefinite"/>
                      </p:stCondLst>
                      <p:childTnLst>
                        <p:par>
                          <p:cTn id="409" fill="hold">
                            <p:stCondLst>
                              <p:cond delay="0"/>
                            </p:stCondLst>
                            <p:childTnLst>
                              <p:par>
                                <p:cTn id="410" presetID="22" presetClass="exit" presetSubtype="1" fill="hold" nodeType="clickEffect">
                                  <p:stCondLst>
                                    <p:cond delay="0"/>
                                  </p:stCondLst>
                                  <p:childTnLst>
                                    <p:animEffect transition="out" filter="wipe(up)">
                                      <p:cBhvr>
                                        <p:cTn id="411" dur="500"/>
                                        <p:tgtEl>
                                          <p:spTgt spid="363"/>
                                        </p:tgtEl>
                                      </p:cBhvr>
                                    </p:animEffect>
                                    <p:set>
                                      <p:cBhvr>
                                        <p:cTn id="412" dur="1" fill="hold">
                                          <p:stCondLst>
                                            <p:cond delay="499"/>
                                          </p:stCondLst>
                                        </p:cTn>
                                        <p:tgtEl>
                                          <p:spTgt spid="363"/>
                                        </p:tgtEl>
                                        <p:attrNameLst>
                                          <p:attrName>style.visibility</p:attrName>
                                        </p:attrNameLst>
                                      </p:cBhvr>
                                      <p:to>
                                        <p:strVal val="hidden"/>
                                      </p:to>
                                    </p:set>
                                  </p:childTnLst>
                                </p:cTn>
                              </p:par>
                              <p:par>
                                <p:cTn id="413" presetID="22" presetClass="entr" presetSubtype="8" fill="hold" nodeType="withEffect">
                                  <p:stCondLst>
                                    <p:cond delay="0"/>
                                  </p:stCondLst>
                                  <p:childTnLst>
                                    <p:set>
                                      <p:cBhvr>
                                        <p:cTn id="414" dur="1" fill="hold">
                                          <p:stCondLst>
                                            <p:cond delay="0"/>
                                          </p:stCondLst>
                                        </p:cTn>
                                        <p:tgtEl>
                                          <p:spTgt spid="364"/>
                                        </p:tgtEl>
                                        <p:attrNameLst>
                                          <p:attrName>style.visibility</p:attrName>
                                        </p:attrNameLst>
                                      </p:cBhvr>
                                      <p:to>
                                        <p:strVal val="visible"/>
                                      </p:to>
                                    </p:set>
                                    <p:animEffect transition="in" filter="wipe(left)">
                                      <p:cBhvr>
                                        <p:cTn id="415" dur="500"/>
                                        <p:tgtEl>
                                          <p:spTgt spid="364"/>
                                        </p:tgtEl>
                                      </p:cBhvr>
                                    </p:animEffect>
                                  </p:childTnLst>
                                </p:cTn>
                              </p:par>
                            </p:childTnLst>
                          </p:cTn>
                        </p:par>
                      </p:childTnLst>
                    </p:cTn>
                  </p:par>
                  <p:par>
                    <p:cTn id="416" fill="hold">
                      <p:stCondLst>
                        <p:cond delay="indefinite"/>
                      </p:stCondLst>
                      <p:childTnLst>
                        <p:par>
                          <p:cTn id="417" fill="hold">
                            <p:stCondLst>
                              <p:cond delay="0"/>
                            </p:stCondLst>
                            <p:childTnLst>
                              <p:par>
                                <p:cTn id="418" presetID="10" presetClass="exit" presetSubtype="0" fill="hold" nodeType="clickEffect">
                                  <p:stCondLst>
                                    <p:cond delay="0"/>
                                  </p:stCondLst>
                                  <p:childTnLst>
                                    <p:animEffect transition="out" filter="fade">
                                      <p:cBhvr>
                                        <p:cTn id="419" dur="500"/>
                                        <p:tgtEl>
                                          <p:spTgt spid="348"/>
                                        </p:tgtEl>
                                      </p:cBhvr>
                                    </p:animEffect>
                                    <p:set>
                                      <p:cBhvr>
                                        <p:cTn id="420" dur="1" fill="hold">
                                          <p:stCondLst>
                                            <p:cond delay="499"/>
                                          </p:stCondLst>
                                        </p:cTn>
                                        <p:tgtEl>
                                          <p:spTgt spid="348"/>
                                        </p:tgtEl>
                                        <p:attrNameLst>
                                          <p:attrName>style.visibility</p:attrName>
                                        </p:attrNameLst>
                                      </p:cBhvr>
                                      <p:to>
                                        <p:strVal val="hidden"/>
                                      </p:to>
                                    </p:set>
                                  </p:childTnLst>
                                </p:cTn>
                              </p:par>
                            </p:childTnLst>
                          </p:cTn>
                        </p:par>
                        <p:par>
                          <p:cTn id="421" fill="hold">
                            <p:stCondLst>
                              <p:cond delay="500"/>
                            </p:stCondLst>
                            <p:childTnLst>
                              <p:par>
                                <p:cTn id="422" presetID="22" presetClass="entr" presetSubtype="1" fill="hold" nodeType="afterEffect">
                                  <p:stCondLst>
                                    <p:cond delay="0"/>
                                  </p:stCondLst>
                                  <p:childTnLst>
                                    <p:set>
                                      <p:cBhvr>
                                        <p:cTn id="423" dur="1" fill="hold">
                                          <p:stCondLst>
                                            <p:cond delay="0"/>
                                          </p:stCondLst>
                                        </p:cTn>
                                        <p:tgtEl>
                                          <p:spTgt spid="351"/>
                                        </p:tgtEl>
                                        <p:attrNameLst>
                                          <p:attrName>style.visibility</p:attrName>
                                        </p:attrNameLst>
                                      </p:cBhvr>
                                      <p:to>
                                        <p:strVal val="visible"/>
                                      </p:to>
                                    </p:set>
                                    <p:animEffect transition="in" filter="wipe(up)">
                                      <p:cBhvr>
                                        <p:cTn id="424" dur="500"/>
                                        <p:tgtEl>
                                          <p:spTgt spid="351"/>
                                        </p:tgtEl>
                                      </p:cBhvr>
                                    </p:animEffect>
                                  </p:childTnLst>
                                </p:cTn>
                              </p:par>
                            </p:childTnLst>
                          </p:cTn>
                        </p:par>
                        <p:par>
                          <p:cTn id="425" fill="hold">
                            <p:stCondLst>
                              <p:cond delay="1000"/>
                            </p:stCondLst>
                            <p:childTnLst>
                              <p:par>
                                <p:cTn id="426" presetID="63" presetClass="path" presetSubtype="0" accel="50000" decel="50000" fill="hold" nodeType="afterEffect">
                                  <p:stCondLst>
                                    <p:cond delay="0"/>
                                  </p:stCondLst>
                                  <p:childTnLst>
                                    <p:animMotion origin="layout" path="M -2.29167E-6 -1.85185E-6 L 0.02969 -0.00046 " pathEditMode="relative" rAng="0" ptsTypes="AA">
                                      <p:cBhvr>
                                        <p:cTn id="427" dur="2000" fill="hold"/>
                                        <p:tgtEl>
                                          <p:spTgt spid="351"/>
                                        </p:tgtEl>
                                        <p:attrNameLst>
                                          <p:attrName>ppt_x</p:attrName>
                                          <p:attrName>ppt_y</p:attrName>
                                        </p:attrNameLst>
                                      </p:cBhvr>
                                      <p:rCtr x="1484" y="-23"/>
                                    </p:animMotion>
                                  </p:childTnLst>
                                </p:cTn>
                              </p:par>
                              <p:par>
                                <p:cTn id="428" presetID="22" presetClass="exit" presetSubtype="1" fill="hold" nodeType="withEffect">
                                  <p:stCondLst>
                                    <p:cond delay="0"/>
                                  </p:stCondLst>
                                  <p:childTnLst>
                                    <p:animEffect transition="out" filter="wipe(up)">
                                      <p:cBhvr>
                                        <p:cTn id="429" dur="500"/>
                                        <p:tgtEl>
                                          <p:spTgt spid="364"/>
                                        </p:tgtEl>
                                      </p:cBhvr>
                                    </p:animEffect>
                                    <p:set>
                                      <p:cBhvr>
                                        <p:cTn id="430" dur="1" fill="hold">
                                          <p:stCondLst>
                                            <p:cond delay="499"/>
                                          </p:stCondLst>
                                        </p:cTn>
                                        <p:tgtEl>
                                          <p:spTgt spid="364"/>
                                        </p:tgtEl>
                                        <p:attrNameLst>
                                          <p:attrName>style.visibility</p:attrName>
                                        </p:attrNameLst>
                                      </p:cBhvr>
                                      <p:to>
                                        <p:strVal val="hidden"/>
                                      </p:to>
                                    </p:set>
                                  </p:childTnLst>
                                </p:cTn>
                              </p:par>
                              <p:par>
                                <p:cTn id="431" presetID="22" presetClass="entr" presetSubtype="8" fill="hold" nodeType="withEffect">
                                  <p:stCondLst>
                                    <p:cond delay="0"/>
                                  </p:stCondLst>
                                  <p:childTnLst>
                                    <p:set>
                                      <p:cBhvr>
                                        <p:cTn id="432" dur="1" fill="hold">
                                          <p:stCondLst>
                                            <p:cond delay="0"/>
                                          </p:stCondLst>
                                        </p:cTn>
                                        <p:tgtEl>
                                          <p:spTgt spid="365"/>
                                        </p:tgtEl>
                                        <p:attrNameLst>
                                          <p:attrName>style.visibility</p:attrName>
                                        </p:attrNameLst>
                                      </p:cBhvr>
                                      <p:to>
                                        <p:strVal val="visible"/>
                                      </p:to>
                                    </p:set>
                                    <p:animEffect transition="in" filter="wipe(left)">
                                      <p:cBhvr>
                                        <p:cTn id="433" dur="500"/>
                                        <p:tgtEl>
                                          <p:spTgt spid="365"/>
                                        </p:tgtEl>
                                      </p:cBhvr>
                                    </p:animEffect>
                                  </p:childTnLst>
                                </p:cTn>
                              </p:par>
                            </p:childTnLst>
                          </p:cTn>
                        </p:par>
                      </p:childTnLst>
                    </p:cTn>
                  </p:par>
                  <p:par>
                    <p:cTn id="434" fill="hold">
                      <p:stCondLst>
                        <p:cond delay="indefinite"/>
                      </p:stCondLst>
                      <p:childTnLst>
                        <p:par>
                          <p:cTn id="435" fill="hold">
                            <p:stCondLst>
                              <p:cond delay="0"/>
                            </p:stCondLst>
                            <p:childTnLst>
                              <p:par>
                                <p:cTn id="436" presetID="22" presetClass="exit" presetSubtype="1" fill="hold" nodeType="clickEffect">
                                  <p:stCondLst>
                                    <p:cond delay="0"/>
                                  </p:stCondLst>
                                  <p:childTnLst>
                                    <p:animEffect transition="out" filter="wipe(up)">
                                      <p:cBhvr>
                                        <p:cTn id="437" dur="500"/>
                                        <p:tgtEl>
                                          <p:spTgt spid="365"/>
                                        </p:tgtEl>
                                      </p:cBhvr>
                                    </p:animEffect>
                                    <p:set>
                                      <p:cBhvr>
                                        <p:cTn id="438" dur="1" fill="hold">
                                          <p:stCondLst>
                                            <p:cond delay="499"/>
                                          </p:stCondLst>
                                        </p:cTn>
                                        <p:tgtEl>
                                          <p:spTgt spid="365"/>
                                        </p:tgtEl>
                                        <p:attrNameLst>
                                          <p:attrName>style.visibility</p:attrName>
                                        </p:attrNameLst>
                                      </p:cBhvr>
                                      <p:to>
                                        <p:strVal val="hidden"/>
                                      </p:to>
                                    </p:set>
                                  </p:childTnLst>
                                </p:cTn>
                              </p:par>
                              <p:par>
                                <p:cTn id="439" presetID="22" presetClass="entr" presetSubtype="8" fill="hold" nodeType="withEffect">
                                  <p:stCondLst>
                                    <p:cond delay="0"/>
                                  </p:stCondLst>
                                  <p:childTnLst>
                                    <p:set>
                                      <p:cBhvr>
                                        <p:cTn id="440" dur="1" fill="hold">
                                          <p:stCondLst>
                                            <p:cond delay="0"/>
                                          </p:stCondLst>
                                        </p:cTn>
                                        <p:tgtEl>
                                          <p:spTgt spid="360"/>
                                        </p:tgtEl>
                                        <p:attrNameLst>
                                          <p:attrName>style.visibility</p:attrName>
                                        </p:attrNameLst>
                                      </p:cBhvr>
                                      <p:to>
                                        <p:strVal val="visible"/>
                                      </p:to>
                                    </p:set>
                                    <p:animEffect transition="in" filter="wipe(left)">
                                      <p:cBhvr>
                                        <p:cTn id="441" dur="500"/>
                                        <p:tgtEl>
                                          <p:spTgt spid="360"/>
                                        </p:tgtEl>
                                      </p:cBhvr>
                                    </p:animEffect>
                                  </p:childTnLst>
                                </p:cTn>
                              </p:par>
                            </p:childTnLst>
                          </p:cTn>
                        </p:par>
                      </p:childTnLst>
                    </p:cTn>
                  </p:par>
                  <p:par>
                    <p:cTn id="442" fill="hold">
                      <p:stCondLst>
                        <p:cond delay="indefinite"/>
                      </p:stCondLst>
                      <p:childTnLst>
                        <p:par>
                          <p:cTn id="443" fill="hold">
                            <p:stCondLst>
                              <p:cond delay="0"/>
                            </p:stCondLst>
                            <p:childTnLst>
                              <p:par>
                                <p:cTn id="444" presetID="42" presetClass="path" presetSubtype="0" accel="50000" decel="50000" fill="hold" nodeType="clickEffect">
                                  <p:stCondLst>
                                    <p:cond delay="0"/>
                                  </p:stCondLst>
                                  <p:childTnLst>
                                    <p:animMotion origin="layout" path="M -0.30013 0.11875 L -0.20092 0.25672 " pathEditMode="relative" rAng="0" ptsTypes="AA">
                                      <p:cBhvr>
                                        <p:cTn id="445" dur="2000" fill="hold"/>
                                        <p:tgtEl>
                                          <p:spTgt spid="334"/>
                                        </p:tgtEl>
                                        <p:attrNameLst>
                                          <p:attrName>ppt_x</p:attrName>
                                          <p:attrName>ppt_y</p:attrName>
                                        </p:attrNameLst>
                                      </p:cBhvr>
                                      <p:rCtr x="4961" y="6898"/>
                                    </p:animMotion>
                                  </p:childTnLst>
                                </p:cTn>
                              </p:par>
                            </p:childTnLst>
                          </p:cTn>
                        </p:par>
                        <p:par>
                          <p:cTn id="446" fill="hold">
                            <p:stCondLst>
                              <p:cond delay="2000"/>
                            </p:stCondLst>
                            <p:childTnLst>
                              <p:par>
                                <p:cTn id="447" presetID="42" presetClass="path" presetSubtype="0" accel="50000" decel="50000" fill="hold" nodeType="afterEffect">
                                  <p:stCondLst>
                                    <p:cond delay="0"/>
                                  </p:stCondLst>
                                  <p:childTnLst>
                                    <p:animMotion origin="layout" path="M -0.12383 0.26064 L -0.18255 0.35185 " pathEditMode="relative" rAng="0" ptsTypes="AA">
                                      <p:cBhvr>
                                        <p:cTn id="448" dur="2000" fill="hold"/>
                                        <p:tgtEl>
                                          <p:spTgt spid="331"/>
                                        </p:tgtEl>
                                        <p:attrNameLst>
                                          <p:attrName>ppt_x</p:attrName>
                                          <p:attrName>ppt_y</p:attrName>
                                        </p:attrNameLst>
                                      </p:cBhvr>
                                      <p:rCtr x="-2943" y="4560"/>
                                    </p:animMotion>
                                  </p:childTnLst>
                                </p:cTn>
                              </p:par>
                              <p:par>
                                <p:cTn id="449" presetID="22" presetClass="entr" presetSubtype="1" fill="hold" nodeType="withEffect">
                                  <p:stCondLst>
                                    <p:cond delay="0"/>
                                  </p:stCondLst>
                                  <p:childTnLst>
                                    <p:set>
                                      <p:cBhvr>
                                        <p:cTn id="450" dur="1" fill="hold">
                                          <p:stCondLst>
                                            <p:cond delay="0"/>
                                          </p:stCondLst>
                                        </p:cTn>
                                        <p:tgtEl>
                                          <p:spTgt spid="328"/>
                                        </p:tgtEl>
                                        <p:attrNameLst>
                                          <p:attrName>style.visibility</p:attrName>
                                        </p:attrNameLst>
                                      </p:cBhvr>
                                      <p:to>
                                        <p:strVal val="visible"/>
                                      </p:to>
                                    </p:set>
                                    <p:animEffect transition="in" filter="wipe(up)">
                                      <p:cBhvr>
                                        <p:cTn id="451" dur="2000"/>
                                        <p:tgtEl>
                                          <p:spTgt spid="328"/>
                                        </p:tgtEl>
                                      </p:cBhvr>
                                    </p:animEffect>
                                  </p:childTnLst>
                                </p:cTn>
                              </p:par>
                            </p:childTnLst>
                          </p:cTn>
                        </p:par>
                      </p:childTnLst>
                    </p:cTn>
                  </p:par>
                  <p:par>
                    <p:cTn id="452" fill="hold">
                      <p:stCondLst>
                        <p:cond delay="indefinite"/>
                      </p:stCondLst>
                      <p:childTnLst>
                        <p:par>
                          <p:cTn id="453" fill="hold">
                            <p:stCondLst>
                              <p:cond delay="0"/>
                            </p:stCondLst>
                            <p:childTnLst>
                              <p:par>
                                <p:cTn id="454" presetID="22" presetClass="exit" presetSubtype="1" fill="hold" nodeType="clickEffect">
                                  <p:stCondLst>
                                    <p:cond delay="0"/>
                                  </p:stCondLst>
                                  <p:childTnLst>
                                    <p:animEffect transition="out" filter="wipe(up)">
                                      <p:cBhvr>
                                        <p:cTn id="455" dur="500"/>
                                        <p:tgtEl>
                                          <p:spTgt spid="360"/>
                                        </p:tgtEl>
                                      </p:cBhvr>
                                    </p:animEffect>
                                    <p:set>
                                      <p:cBhvr>
                                        <p:cTn id="456" dur="1" fill="hold">
                                          <p:stCondLst>
                                            <p:cond delay="499"/>
                                          </p:stCondLst>
                                        </p:cTn>
                                        <p:tgtEl>
                                          <p:spTgt spid="360"/>
                                        </p:tgtEl>
                                        <p:attrNameLst>
                                          <p:attrName>style.visibility</p:attrName>
                                        </p:attrNameLst>
                                      </p:cBhvr>
                                      <p:to>
                                        <p:strVal val="hidden"/>
                                      </p:to>
                                    </p:set>
                                  </p:childTnLst>
                                </p:cTn>
                              </p:par>
                              <p:par>
                                <p:cTn id="457" presetID="31" presetClass="entr" presetSubtype="0" fill="hold" nodeType="withEffect">
                                  <p:stCondLst>
                                    <p:cond delay="0"/>
                                  </p:stCondLst>
                                  <p:childTnLst>
                                    <p:set>
                                      <p:cBhvr>
                                        <p:cTn id="458" dur="1" fill="hold">
                                          <p:stCondLst>
                                            <p:cond delay="0"/>
                                          </p:stCondLst>
                                        </p:cTn>
                                        <p:tgtEl>
                                          <p:spTgt spid="363"/>
                                        </p:tgtEl>
                                        <p:attrNameLst>
                                          <p:attrName>style.visibility</p:attrName>
                                        </p:attrNameLst>
                                      </p:cBhvr>
                                      <p:to>
                                        <p:strVal val="visible"/>
                                      </p:to>
                                    </p:set>
                                    <p:anim calcmode="lin" valueType="num">
                                      <p:cBhvr>
                                        <p:cTn id="459" dur="1000" fill="hold"/>
                                        <p:tgtEl>
                                          <p:spTgt spid="363"/>
                                        </p:tgtEl>
                                        <p:attrNameLst>
                                          <p:attrName>ppt_w</p:attrName>
                                        </p:attrNameLst>
                                      </p:cBhvr>
                                      <p:tavLst>
                                        <p:tav tm="0">
                                          <p:val>
                                            <p:fltVal val="0"/>
                                          </p:val>
                                        </p:tav>
                                        <p:tav tm="100000">
                                          <p:val>
                                            <p:strVal val="#ppt_w"/>
                                          </p:val>
                                        </p:tav>
                                      </p:tavLst>
                                    </p:anim>
                                    <p:anim calcmode="lin" valueType="num">
                                      <p:cBhvr>
                                        <p:cTn id="460" dur="1000" fill="hold"/>
                                        <p:tgtEl>
                                          <p:spTgt spid="363"/>
                                        </p:tgtEl>
                                        <p:attrNameLst>
                                          <p:attrName>ppt_h</p:attrName>
                                        </p:attrNameLst>
                                      </p:cBhvr>
                                      <p:tavLst>
                                        <p:tav tm="0">
                                          <p:val>
                                            <p:fltVal val="0"/>
                                          </p:val>
                                        </p:tav>
                                        <p:tav tm="100000">
                                          <p:val>
                                            <p:strVal val="#ppt_h"/>
                                          </p:val>
                                        </p:tav>
                                      </p:tavLst>
                                    </p:anim>
                                    <p:anim calcmode="lin" valueType="num">
                                      <p:cBhvr>
                                        <p:cTn id="461" dur="1000" fill="hold"/>
                                        <p:tgtEl>
                                          <p:spTgt spid="363"/>
                                        </p:tgtEl>
                                        <p:attrNameLst>
                                          <p:attrName>style.rotation</p:attrName>
                                        </p:attrNameLst>
                                      </p:cBhvr>
                                      <p:tavLst>
                                        <p:tav tm="0">
                                          <p:val>
                                            <p:fltVal val="90"/>
                                          </p:val>
                                        </p:tav>
                                        <p:tav tm="100000">
                                          <p:val>
                                            <p:fltVal val="0"/>
                                          </p:val>
                                        </p:tav>
                                      </p:tavLst>
                                    </p:anim>
                                    <p:animEffect transition="in" filter="fade">
                                      <p:cBhvr>
                                        <p:cTn id="462" dur="1000"/>
                                        <p:tgtEl>
                                          <p:spTgt spid="363"/>
                                        </p:tgtEl>
                                      </p:cBhvr>
                                    </p:animEffect>
                                  </p:childTnLst>
                                </p:cTn>
                              </p:par>
                            </p:childTnLst>
                          </p:cTn>
                        </p:par>
                      </p:childTnLst>
                    </p:cTn>
                  </p:par>
                  <p:par>
                    <p:cTn id="463" fill="hold">
                      <p:stCondLst>
                        <p:cond delay="indefinite"/>
                      </p:stCondLst>
                      <p:childTnLst>
                        <p:par>
                          <p:cTn id="464" fill="hold">
                            <p:stCondLst>
                              <p:cond delay="0"/>
                            </p:stCondLst>
                            <p:childTnLst>
                              <p:par>
                                <p:cTn id="465" presetID="22" presetClass="exit" presetSubtype="1" fill="hold" nodeType="clickEffect">
                                  <p:stCondLst>
                                    <p:cond delay="0"/>
                                  </p:stCondLst>
                                  <p:childTnLst>
                                    <p:animEffect transition="out" filter="wipe(up)">
                                      <p:cBhvr>
                                        <p:cTn id="466" dur="500"/>
                                        <p:tgtEl>
                                          <p:spTgt spid="363"/>
                                        </p:tgtEl>
                                      </p:cBhvr>
                                    </p:animEffect>
                                    <p:set>
                                      <p:cBhvr>
                                        <p:cTn id="467" dur="1" fill="hold">
                                          <p:stCondLst>
                                            <p:cond delay="499"/>
                                          </p:stCondLst>
                                        </p:cTn>
                                        <p:tgtEl>
                                          <p:spTgt spid="363"/>
                                        </p:tgtEl>
                                        <p:attrNameLst>
                                          <p:attrName>style.visibility</p:attrName>
                                        </p:attrNameLst>
                                      </p:cBhvr>
                                      <p:to>
                                        <p:strVal val="hidden"/>
                                      </p:to>
                                    </p:set>
                                  </p:childTnLst>
                                </p:cTn>
                              </p:par>
                              <p:par>
                                <p:cTn id="468" presetID="22" presetClass="entr" presetSubtype="8" fill="hold" nodeType="withEffect">
                                  <p:stCondLst>
                                    <p:cond delay="0"/>
                                  </p:stCondLst>
                                  <p:childTnLst>
                                    <p:set>
                                      <p:cBhvr>
                                        <p:cTn id="469" dur="1" fill="hold">
                                          <p:stCondLst>
                                            <p:cond delay="0"/>
                                          </p:stCondLst>
                                        </p:cTn>
                                        <p:tgtEl>
                                          <p:spTgt spid="361"/>
                                        </p:tgtEl>
                                        <p:attrNameLst>
                                          <p:attrName>style.visibility</p:attrName>
                                        </p:attrNameLst>
                                      </p:cBhvr>
                                      <p:to>
                                        <p:strVal val="visible"/>
                                      </p:to>
                                    </p:set>
                                    <p:animEffect transition="in" filter="wipe(left)">
                                      <p:cBhvr>
                                        <p:cTn id="470" dur="500"/>
                                        <p:tgtEl>
                                          <p:spTgt spid="361"/>
                                        </p:tgtEl>
                                      </p:cBhvr>
                                    </p:animEffect>
                                  </p:childTnLst>
                                </p:cTn>
                              </p:par>
                            </p:childTnLst>
                          </p:cTn>
                        </p:par>
                      </p:childTnLst>
                    </p:cTn>
                  </p:par>
                  <p:par>
                    <p:cTn id="471" fill="hold">
                      <p:stCondLst>
                        <p:cond delay="indefinite"/>
                      </p:stCondLst>
                      <p:childTnLst>
                        <p:par>
                          <p:cTn id="472" fill="hold">
                            <p:stCondLst>
                              <p:cond delay="0"/>
                            </p:stCondLst>
                            <p:childTnLst>
                              <p:par>
                                <p:cTn id="473" presetID="22" presetClass="exit" presetSubtype="1" fill="hold" nodeType="clickEffect">
                                  <p:stCondLst>
                                    <p:cond delay="0"/>
                                  </p:stCondLst>
                                  <p:childTnLst>
                                    <p:animEffect transition="out" filter="wipe(up)">
                                      <p:cBhvr>
                                        <p:cTn id="474" dur="500"/>
                                        <p:tgtEl>
                                          <p:spTgt spid="361"/>
                                        </p:tgtEl>
                                      </p:cBhvr>
                                    </p:animEffect>
                                    <p:set>
                                      <p:cBhvr>
                                        <p:cTn id="475" dur="1" fill="hold">
                                          <p:stCondLst>
                                            <p:cond delay="499"/>
                                          </p:stCondLst>
                                        </p:cTn>
                                        <p:tgtEl>
                                          <p:spTgt spid="361"/>
                                        </p:tgtEl>
                                        <p:attrNameLst>
                                          <p:attrName>style.visibility</p:attrName>
                                        </p:attrNameLst>
                                      </p:cBhvr>
                                      <p:to>
                                        <p:strVal val="hidden"/>
                                      </p:to>
                                    </p:set>
                                  </p:childTnLst>
                                </p:cTn>
                              </p:par>
                              <p:par>
                                <p:cTn id="476" presetID="22" presetClass="entr" presetSubtype="8" fill="hold" nodeType="withEffect">
                                  <p:stCondLst>
                                    <p:cond delay="0"/>
                                  </p:stCondLst>
                                  <p:childTnLst>
                                    <p:set>
                                      <p:cBhvr>
                                        <p:cTn id="477" dur="1" fill="hold">
                                          <p:stCondLst>
                                            <p:cond delay="0"/>
                                          </p:stCondLst>
                                        </p:cTn>
                                        <p:tgtEl>
                                          <p:spTgt spid="366"/>
                                        </p:tgtEl>
                                        <p:attrNameLst>
                                          <p:attrName>style.visibility</p:attrName>
                                        </p:attrNameLst>
                                      </p:cBhvr>
                                      <p:to>
                                        <p:strVal val="visible"/>
                                      </p:to>
                                    </p:set>
                                    <p:animEffect transition="in" filter="wipe(left)">
                                      <p:cBhvr>
                                        <p:cTn id="478" dur="1000"/>
                                        <p:tgtEl>
                                          <p:spTgt spid="366"/>
                                        </p:tgtEl>
                                      </p:cBhvr>
                                    </p:animEffect>
                                  </p:childTnLst>
                                </p:cTn>
                              </p:par>
                            </p:childTnLst>
                          </p:cTn>
                        </p:par>
                      </p:childTnLst>
                    </p:cTn>
                  </p:par>
                  <p:par>
                    <p:cTn id="479" fill="hold">
                      <p:stCondLst>
                        <p:cond delay="indefinite"/>
                      </p:stCondLst>
                      <p:childTnLst>
                        <p:par>
                          <p:cTn id="480" fill="hold">
                            <p:stCondLst>
                              <p:cond delay="0"/>
                            </p:stCondLst>
                            <p:childTnLst>
                              <p:par>
                                <p:cTn id="481" presetID="22" presetClass="entr" presetSubtype="4" fill="hold" grpId="0" nodeType="clickEffect">
                                  <p:stCondLst>
                                    <p:cond delay="0"/>
                                  </p:stCondLst>
                                  <p:childTnLst>
                                    <p:set>
                                      <p:cBhvr>
                                        <p:cTn id="482" dur="1" fill="hold">
                                          <p:stCondLst>
                                            <p:cond delay="0"/>
                                          </p:stCondLst>
                                        </p:cTn>
                                        <p:tgtEl>
                                          <p:spTgt spid="354"/>
                                        </p:tgtEl>
                                        <p:attrNameLst>
                                          <p:attrName>style.visibility</p:attrName>
                                        </p:attrNameLst>
                                      </p:cBhvr>
                                      <p:to>
                                        <p:strVal val="visible"/>
                                      </p:to>
                                    </p:set>
                                    <p:animEffect transition="in" filter="wipe(down)">
                                      <p:cBhvr>
                                        <p:cTn id="483" dur="1000"/>
                                        <p:tgtEl>
                                          <p:spTgt spid="354"/>
                                        </p:tgtEl>
                                      </p:cBhvr>
                                    </p:animEffect>
                                  </p:childTnLst>
                                </p:cTn>
                              </p:par>
                            </p:childTnLst>
                          </p:cTn>
                        </p:par>
                        <p:par>
                          <p:cTn id="484" fill="hold">
                            <p:stCondLst>
                              <p:cond delay="1000"/>
                            </p:stCondLst>
                            <p:childTnLst>
                              <p:par>
                                <p:cTn id="485" presetID="22" presetClass="exit" presetSubtype="1" fill="hold" nodeType="afterEffect">
                                  <p:stCondLst>
                                    <p:cond delay="0"/>
                                  </p:stCondLst>
                                  <p:childTnLst>
                                    <p:animEffect transition="out" filter="wipe(up)">
                                      <p:cBhvr>
                                        <p:cTn id="486" dur="500"/>
                                        <p:tgtEl>
                                          <p:spTgt spid="366"/>
                                        </p:tgtEl>
                                      </p:cBhvr>
                                    </p:animEffect>
                                    <p:set>
                                      <p:cBhvr>
                                        <p:cTn id="487" dur="1" fill="hold">
                                          <p:stCondLst>
                                            <p:cond delay="499"/>
                                          </p:stCondLst>
                                        </p:cTn>
                                        <p:tgtEl>
                                          <p:spTgt spid="3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8" grpId="1"/>
      <p:bldP spid="153" grpId="0" uiExpand="1" build="p" animBg="1"/>
      <p:bldP spid="177" grpId="0"/>
      <p:bldP spid="179" grpId="0"/>
      <p:bldP spid="180" grpId="0"/>
      <p:bldP spid="181" grpId="0"/>
      <p:bldP spid="226" grpId="0"/>
      <p:bldP spid="73" grpId="0" animBg="1"/>
      <p:bldP spid="74" grpId="0"/>
      <p:bldP spid="346" grpId="0" animBg="1"/>
      <p:bldP spid="346" grpId="1" animBg="1"/>
      <p:bldP spid="84" grpId="0"/>
      <p:bldP spid="347" grpId="0"/>
      <p:bldP spid="354" grpId="0"/>
      <p:bldP spid="92" grpId="0"/>
      <p:bldP spid="35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文本框 289">
            <a:extLst>
              <a:ext uri="{FF2B5EF4-FFF2-40B4-BE49-F238E27FC236}">
                <a16:creationId xmlns:a16="http://schemas.microsoft.com/office/drawing/2014/main" id="{D318C8B2-794E-4D63-9CA2-22AC817C3A0F}"/>
              </a:ext>
            </a:extLst>
          </p:cNvPr>
          <p:cNvSpPr txBox="1"/>
          <p:nvPr/>
        </p:nvSpPr>
        <p:spPr>
          <a:xfrm>
            <a:off x="3680239" y="274929"/>
            <a:ext cx="8293022" cy="3221651"/>
          </a:xfrm>
          <a:prstGeom prst="rect">
            <a:avLst/>
          </a:prstGeom>
          <a:solidFill>
            <a:schemeClr val="bg2"/>
          </a:solidFill>
          <a:ln w="12700">
            <a:solidFill>
              <a:schemeClr val="accent3">
                <a:lumMod val="50000"/>
              </a:schemeClr>
            </a:solidFill>
          </a:ln>
        </p:spPr>
        <p:txBody>
          <a:bodyPr wrap="square">
            <a:spAutoFit/>
          </a:bodyPr>
          <a:lstStyle/>
          <a:p>
            <a:r>
              <a:rPr lang="zh-CN" altLang="en-US" sz="1400" b="1" dirty="0">
                <a:latin typeface="Courier New" panose="02070309020205020404" pitchFamily="49" charset="0"/>
                <a:cs typeface="Courier New" panose="02070309020205020404" pitchFamily="49" charset="0"/>
              </a:rPr>
              <a:t>BTree InsertBTree(BTree T, KeyType </a:t>
            </a:r>
            <a:r>
              <a:rPr lang="en-US" altLang="zh-CN" sz="1400" b="1" dirty="0">
                <a:latin typeface="Courier New" panose="02070309020205020404" pitchFamily="49" charset="0"/>
                <a:cs typeface="Courier New" panose="02070309020205020404" pitchFamily="49" charset="0"/>
              </a:rPr>
              <a:t>key</a:t>
            </a:r>
            <a:r>
              <a:rPr lang="zh-CN" altLang="en-US" sz="1400" b="1" dirty="0">
                <a:latin typeface="Courier New" panose="02070309020205020404" pitchFamily="49" charset="0"/>
                <a:cs typeface="Courier New" panose="02070309020205020404" pitchFamily="49" charset="0"/>
              </a:rPr>
              <a:t>, BTree q,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zh-CN" altLang="en-US" sz="1400" b="1" dirty="0">
                <a:latin typeface="Courier New" panose="02070309020205020404" pitchFamily="49" charset="0"/>
                <a:cs typeface="Courier New" panose="02070309020205020404" pitchFamily="49" charset="0"/>
              </a:rPr>
              <a:t> i)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算法9.</a:t>
            </a:r>
            <a:r>
              <a:rPr lang="en-US" altLang="zh-CN"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rPr>
              <a:t>21</a:t>
            </a:r>
            <a:endParaRPr lang="zh-CN" altLang="en-US" sz="1400" b="1" dirty="0">
              <a:solidFill>
                <a:srgbClr val="C0000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T = </a:t>
            </a:r>
            <a:r>
              <a:rPr lang="en-US" altLang="zh-CN" sz="1400" b="1" dirty="0" err="1">
                <a:latin typeface="Courier New" panose="02070309020205020404" pitchFamily="49" charset="0"/>
                <a:cs typeface="Courier New" panose="02070309020205020404" pitchFamily="49" charset="0"/>
              </a:rPr>
              <a:t>NewRoot</a:t>
            </a:r>
            <a:r>
              <a:rPr lang="en-US" altLang="zh-CN" sz="1400" b="1" dirty="0">
                <a:latin typeface="Courier New" panose="02070309020205020404" pitchFamily="49" charset="0"/>
                <a:cs typeface="Courier New" panose="02070309020205020404" pitchFamily="49" charset="0"/>
              </a:rPr>
              <a:t>(NULL, key, NULL);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400" b="1" dirty="0">
                <a:latin typeface="Courier New" panose="02070309020205020404" pitchFamily="49" charset="0"/>
                <a:cs typeface="Courier New" panose="02070309020205020404" pitchFamily="49" charset="0"/>
              </a:rPr>
              <a:t> 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T</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空则生成含</a:t>
            </a:r>
            <a:r>
              <a:rPr lang="en-US" altLang="zh-CN"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key</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的根</a:t>
            </a:r>
            <a:endParaRPr lang="en-US" altLang="zh-CN"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x=</a:t>
            </a:r>
            <a:r>
              <a:rPr lang="en-US" altLang="zh-CN" sz="1400" b="1" dirty="0">
                <a:latin typeface="Courier New" panose="02070309020205020404" pitchFamily="49" charset="0"/>
                <a:cs typeface="Courier New" panose="02070309020205020404" pitchFamily="49" charset="0"/>
              </a:rPr>
              <a:t>key</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s</a:t>
            </a:r>
            <a:r>
              <a:rPr lang="zh-CN" altLang="en-US" sz="1400" b="1" dirty="0">
                <a:latin typeface="Courier New" panose="02070309020205020404" pitchFamily="49" charset="0"/>
                <a:cs typeface="Courier New" panose="02070309020205020404" pitchFamily="49" charset="0"/>
              </a:rPr>
              <a:t>p=NULL;  finished</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needNewRoot</a:t>
            </a:r>
            <a:r>
              <a:rPr lang="en-US" altLang="zh-CN" sz="1400" b="1" dirty="0">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FALSE;  </a:t>
            </a:r>
            <a:r>
              <a:rPr lang="en-US" altLang="zh-CN"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初始化   </a:t>
            </a:r>
          </a:p>
          <a:p>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needNewRoot</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&amp;&amp; !finished)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Add</a:t>
            </a:r>
            <a:r>
              <a:rPr lang="zh-CN" altLang="en-US" sz="1400" b="1" dirty="0">
                <a:latin typeface="Courier New" panose="02070309020205020404" pitchFamily="49" charset="0"/>
                <a:cs typeface="Courier New" panose="02070309020205020404" pitchFamily="49" charset="0"/>
              </a:rPr>
              <a:t>(q, i, </a:t>
            </a:r>
            <a:r>
              <a:rPr lang="en-US" altLang="zh-CN" sz="1400" b="1" dirty="0">
                <a:latin typeface="Courier New" panose="02070309020205020404" pitchFamily="49" charset="0"/>
                <a:cs typeface="Courier New" panose="02070309020205020404" pitchFamily="49" charset="0"/>
              </a:rPr>
              <a:t>key</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s</a:t>
            </a:r>
            <a:r>
              <a:rPr lang="zh-CN" altLang="en-US" sz="1400" b="1" dirty="0">
                <a:latin typeface="Courier New" panose="02070309020205020404" pitchFamily="49" charset="0"/>
                <a:cs typeface="Courier New" panose="02070309020205020404" pitchFamily="49" charset="0"/>
              </a:rPr>
              <a:t>p);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将x和ap分别插入到q-&gt;key[i+1]和q-&gt;ptr[i+1]</a:t>
            </a:r>
          </a:p>
          <a:p>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 (q-&gt;n &lt; m) finished = TRUE;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插入完成</a:t>
            </a:r>
          </a:p>
          <a:p>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分裂结点*q</a:t>
            </a:r>
          </a:p>
          <a:p>
            <a:r>
              <a:rPr lang="zh-CN" altLang="en-US" sz="1400" b="1" dirty="0">
                <a:latin typeface="Courier New" panose="02070309020205020404" pitchFamily="49" charset="0"/>
                <a:cs typeface="Courier New" panose="02070309020205020404" pitchFamily="49" charset="0"/>
              </a:rPr>
              <a:t>      s = (m+1)/2;  </a:t>
            </a:r>
            <a:r>
              <a:rPr lang="en-US" altLang="zh-CN" sz="1400" b="1" dirty="0" err="1">
                <a:latin typeface="Courier New" panose="02070309020205020404" pitchFamily="49" charset="0"/>
                <a:cs typeface="Courier New" panose="02070309020205020404" pitchFamily="49" charset="0"/>
              </a:rPr>
              <a:t>sp</a:t>
            </a:r>
            <a:r>
              <a:rPr lang="en-US" altLang="zh-CN" sz="1400" b="1" dirty="0">
                <a:latin typeface="Courier New" panose="02070309020205020404" pitchFamily="49" charset="0"/>
                <a:cs typeface="Courier New" panose="02070309020205020404" pitchFamily="49" charset="0"/>
              </a:rPr>
              <a:t> = </a:t>
            </a:r>
            <a:r>
              <a:rPr lang="zh-CN" altLang="en-US" sz="1400" b="1" dirty="0">
                <a:latin typeface="Courier New" panose="02070309020205020404" pitchFamily="49" charset="0"/>
                <a:cs typeface="Courier New" panose="02070309020205020404" pitchFamily="49" charset="0"/>
              </a:rPr>
              <a:t>split(q, s);  x = q-&gt;key[s];</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(q</a:t>
            </a:r>
            <a:r>
              <a:rPr lang="en-US" altLang="zh-CN" sz="1400" b="1" dirty="0">
                <a:latin typeface="Courier New" panose="02070309020205020404" pitchFamily="49" charset="0"/>
                <a:cs typeface="Courier New" panose="02070309020205020404" pitchFamily="49" charset="0"/>
              </a:rPr>
              <a:t>-&gt;parent</a:t>
            </a:r>
            <a:r>
              <a:rPr lang="zh-CN" altLang="en-US"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=q-&gt;</a:t>
            </a:r>
            <a:r>
              <a:rPr lang="en-US" altLang="zh-CN" sz="1400" b="1" dirty="0" err="1">
                <a:latin typeface="Courier New" panose="02070309020205020404" pitchFamily="49" charset="0"/>
                <a:cs typeface="Courier New" panose="02070309020205020404" pitchFamily="49" charset="0"/>
              </a:rPr>
              <a:t>pci</a:t>
            </a:r>
            <a:r>
              <a:rPr lang="en-US" altLang="zh-CN" sz="1400" b="1" dirty="0">
                <a:latin typeface="Courier New" panose="02070309020205020404" pitchFamily="49" charset="0"/>
                <a:cs typeface="Courier New" panose="02070309020205020404" pitchFamily="49" charset="0"/>
              </a:rPr>
              <a:t>;  </a:t>
            </a:r>
            <a:r>
              <a:rPr lang="zh-CN" altLang="en-US" sz="1400" b="1" dirty="0">
                <a:latin typeface="Courier New" panose="02070309020205020404" pitchFamily="49" charset="0"/>
                <a:cs typeface="Courier New" panose="02070309020205020404" pitchFamily="49" charset="0"/>
              </a:rPr>
              <a:t>q=q-&gt;parent;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400" b="1" dirty="0">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 在双亲结点中x插入位置为</a:t>
            </a:r>
            <a:r>
              <a:rPr lang="en-US" altLang="zh-CN" sz="1400" b="1" dirty="0" err="1">
                <a:solidFill>
                  <a:srgbClr val="0070C0"/>
                </a:solidFill>
                <a:latin typeface="Courier New" panose="02070309020205020404" pitchFamily="49" charset="0"/>
                <a:ea typeface="仿宋" panose="02010609060101010101" pitchFamily="49" charset="-122"/>
                <a:cs typeface="Courier New" panose="02070309020205020404" pitchFamily="49" charset="0"/>
              </a:rPr>
              <a:t>i</a:t>
            </a:r>
            <a:r>
              <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rPr>
              <a:t>之后</a:t>
            </a:r>
          </a:p>
          <a:p>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needNewRoot</a:t>
            </a:r>
            <a:r>
              <a:rPr lang="en-US" altLang="zh-CN" sz="1400" b="1" dirty="0">
                <a:latin typeface="Courier New" panose="02070309020205020404" pitchFamily="49" charset="0"/>
                <a:cs typeface="Courier New" panose="02070309020205020404" pitchFamily="49" charset="0"/>
              </a:rPr>
              <a:t>=TRUE; </a:t>
            </a:r>
          </a:p>
          <a:p>
            <a:pPr>
              <a:lnSpc>
                <a:spcPct val="8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pPr>
              <a:lnSpc>
                <a:spcPct val="80000"/>
              </a:lnSpc>
            </a:pPr>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a:p>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needNewRoot</a:t>
            </a:r>
            <a:r>
              <a:rPr lang="zh-CN" altLang="en-US" sz="1400" b="1" dirty="0">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NewRoot(q,</a:t>
            </a:r>
            <a:r>
              <a:rPr lang="en-US" altLang="zh-CN" sz="1400" b="1" dirty="0">
                <a:latin typeface="Courier New" panose="02070309020205020404" pitchFamily="49" charset="0"/>
                <a:cs typeface="Courier New" panose="02070309020205020404" pitchFamily="49" charset="0"/>
              </a:rPr>
              <a:t>recs</a:t>
            </a:r>
            <a:r>
              <a:rPr lang="zh-CN" altLang="en-US" sz="1400" b="1" dirty="0">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s</a:t>
            </a:r>
            <a:r>
              <a:rPr lang="zh-CN" altLang="en-US" sz="1400" b="1" dirty="0">
                <a:latin typeface="Courier New" panose="02070309020205020404" pitchFamily="49" charset="0"/>
                <a:cs typeface="Courier New" panose="02070309020205020404" pitchFamily="49" charset="0"/>
              </a:rPr>
              <a:t>p); </a:t>
            </a:r>
            <a:r>
              <a:rPr lang="zh-CN" altLang="en-US" sz="14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 </a:t>
            </a:r>
            <a:r>
              <a:rPr lang="en-US" altLang="zh-CN" sz="14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T</a:t>
            </a:r>
            <a:r>
              <a:rPr lang="zh-CN" altLang="en-US" sz="1400" b="1" dirty="0">
                <a:solidFill>
                  <a:srgbClr val="0070C0"/>
                </a:solidFill>
                <a:latin typeface="仿宋" panose="02010609060101010101" pitchFamily="49" charset="-122"/>
                <a:ea typeface="仿宋" panose="02010609060101010101" pitchFamily="49" charset="-122"/>
                <a:cs typeface="Courier New" panose="02070309020205020404" pitchFamily="49" charset="0"/>
              </a:rPr>
              <a:t>是空树，或者根结点已分裂，生成新根结点*T</a:t>
            </a:r>
          </a:p>
          <a:p>
            <a:r>
              <a:rPr lang="zh-CN" altLang="en-US" sz="1400" b="1" dirty="0">
                <a:latin typeface="Courier New" panose="02070309020205020404" pitchFamily="49" charset="0"/>
                <a:cs typeface="Courier New" panose="02070309020205020404" pitchFamily="49" charset="0"/>
              </a:rPr>
              <a:t>  </a:t>
            </a: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T</a:t>
            </a:r>
            <a:r>
              <a:rPr lang="zh-CN" altLang="en-US" sz="1400" b="1" dirty="0">
                <a:latin typeface="Courier New" panose="02070309020205020404" pitchFamily="49" charset="0"/>
                <a:cs typeface="Courier New" panose="02070309020205020404" pitchFamily="49" charset="0"/>
              </a:rPr>
              <a:t>;</a:t>
            </a:r>
          </a:p>
          <a:p>
            <a:pPr>
              <a:lnSpc>
                <a:spcPct val="90000"/>
              </a:lnSpc>
            </a:pPr>
            <a:r>
              <a:rPr lang="zh-CN" altLang="en-US"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400" b="1" dirty="0">
              <a:solidFill>
                <a:srgbClr val="0070C0"/>
              </a:solidFill>
              <a:latin typeface="Courier New" panose="02070309020205020404" pitchFamily="49" charset="0"/>
              <a:ea typeface="仿宋" panose="02010609060101010101" pitchFamily="49" charset="-122"/>
              <a:cs typeface="Courier New" panose="02070309020205020404" pitchFamily="49" charset="0"/>
            </a:endParaRPr>
          </a:p>
        </p:txBody>
      </p:sp>
      <p:grpSp>
        <p:nvGrpSpPr>
          <p:cNvPr id="390" name="组合 389">
            <a:extLst>
              <a:ext uri="{FF2B5EF4-FFF2-40B4-BE49-F238E27FC236}">
                <a16:creationId xmlns:a16="http://schemas.microsoft.com/office/drawing/2014/main" id="{B2E48963-9C47-4735-8449-8EEBB5277040}"/>
              </a:ext>
            </a:extLst>
          </p:cNvPr>
          <p:cNvGrpSpPr/>
          <p:nvPr/>
        </p:nvGrpSpPr>
        <p:grpSpPr>
          <a:xfrm>
            <a:off x="5140976" y="3601477"/>
            <a:ext cx="1296351" cy="326172"/>
            <a:chOff x="4604077" y="1540318"/>
            <a:chExt cx="1296351" cy="326172"/>
          </a:xfrm>
        </p:grpSpPr>
        <p:sp>
          <p:nvSpPr>
            <p:cNvPr id="391" name="文本框 390">
              <a:extLst>
                <a:ext uri="{FF2B5EF4-FFF2-40B4-BE49-F238E27FC236}">
                  <a16:creationId xmlns:a16="http://schemas.microsoft.com/office/drawing/2014/main" id="{8C922A0E-E35E-4166-A2BB-608582DCAF3C}"/>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92" name="文本框 391">
              <a:extLst>
                <a:ext uri="{FF2B5EF4-FFF2-40B4-BE49-F238E27FC236}">
                  <a16:creationId xmlns:a16="http://schemas.microsoft.com/office/drawing/2014/main" id="{79D31E8A-5FB7-4306-8520-733F9408690A}"/>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393" name="文本框 392">
              <a:extLst>
                <a:ext uri="{FF2B5EF4-FFF2-40B4-BE49-F238E27FC236}">
                  <a16:creationId xmlns:a16="http://schemas.microsoft.com/office/drawing/2014/main" id="{F41A4D46-1CBF-47F4-BDBE-4DB0EE387840}"/>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94" name="文本框 393">
              <a:extLst>
                <a:ext uri="{FF2B5EF4-FFF2-40B4-BE49-F238E27FC236}">
                  <a16:creationId xmlns:a16="http://schemas.microsoft.com/office/drawing/2014/main" id="{0B934D38-5FC8-4367-9F84-F715218DF9C7}"/>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95" name="文本框 394">
              <a:extLst>
                <a:ext uri="{FF2B5EF4-FFF2-40B4-BE49-F238E27FC236}">
                  <a16:creationId xmlns:a16="http://schemas.microsoft.com/office/drawing/2014/main" id="{C9BABEB9-0EE0-445B-9074-8FE3CEBD3AFE}"/>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96" name="文本框 395">
              <a:extLst>
                <a:ext uri="{FF2B5EF4-FFF2-40B4-BE49-F238E27FC236}">
                  <a16:creationId xmlns:a16="http://schemas.microsoft.com/office/drawing/2014/main" id="{3119A978-29DB-4395-8E7F-BE49104A2BA6}"/>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97" name="文本框 396">
              <a:extLst>
                <a:ext uri="{FF2B5EF4-FFF2-40B4-BE49-F238E27FC236}">
                  <a16:creationId xmlns:a16="http://schemas.microsoft.com/office/drawing/2014/main" id="{3DBD77D3-877C-4799-AD92-E69DF563B790}"/>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98" name="文本框 397">
              <a:extLst>
                <a:ext uri="{FF2B5EF4-FFF2-40B4-BE49-F238E27FC236}">
                  <a16:creationId xmlns:a16="http://schemas.microsoft.com/office/drawing/2014/main" id="{B270B45E-3A03-4BD1-9738-8370DFEDEF3C}"/>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99" name="矩形 398">
              <a:extLst>
                <a:ext uri="{FF2B5EF4-FFF2-40B4-BE49-F238E27FC236}">
                  <a16:creationId xmlns:a16="http://schemas.microsoft.com/office/drawing/2014/main" id="{2AE07DF4-C495-428D-8947-6789E770045B}"/>
                </a:ext>
              </a:extLst>
            </p:cNvPr>
            <p:cNvSpPr/>
            <p:nvPr/>
          </p:nvSpPr>
          <p:spPr>
            <a:xfrm>
              <a:off x="4604077" y="1540318"/>
              <a:ext cx="1296351" cy="32273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376" name="组合 375">
            <a:extLst>
              <a:ext uri="{FF2B5EF4-FFF2-40B4-BE49-F238E27FC236}">
                <a16:creationId xmlns:a16="http://schemas.microsoft.com/office/drawing/2014/main" id="{B3761A8B-328F-415D-B86E-AE29FDF27DCB}"/>
              </a:ext>
            </a:extLst>
          </p:cNvPr>
          <p:cNvGrpSpPr/>
          <p:nvPr/>
        </p:nvGrpSpPr>
        <p:grpSpPr>
          <a:xfrm>
            <a:off x="8161522" y="4297333"/>
            <a:ext cx="1296351" cy="328453"/>
            <a:chOff x="4604077" y="1538037"/>
            <a:chExt cx="1296351" cy="328453"/>
          </a:xfrm>
        </p:grpSpPr>
        <p:sp>
          <p:nvSpPr>
            <p:cNvPr id="377" name="文本框 376">
              <a:extLst>
                <a:ext uri="{FF2B5EF4-FFF2-40B4-BE49-F238E27FC236}">
                  <a16:creationId xmlns:a16="http://schemas.microsoft.com/office/drawing/2014/main" id="{3BFAEF74-BC7B-4921-9215-7C6AEC1F1781}"/>
                </a:ext>
              </a:extLst>
            </p:cNvPr>
            <p:cNvSpPr txBox="1"/>
            <p:nvPr/>
          </p:nvSpPr>
          <p:spPr>
            <a:xfrm>
              <a:off x="4865380" y="1538037"/>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78" name="文本框 377">
              <a:extLst>
                <a:ext uri="{FF2B5EF4-FFF2-40B4-BE49-F238E27FC236}">
                  <a16:creationId xmlns:a16="http://schemas.microsoft.com/office/drawing/2014/main" id="{5A50E439-F84D-497C-BBC2-5B686BD44158}"/>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379" name="文本框 378">
              <a:extLst>
                <a:ext uri="{FF2B5EF4-FFF2-40B4-BE49-F238E27FC236}">
                  <a16:creationId xmlns:a16="http://schemas.microsoft.com/office/drawing/2014/main" id="{C1B89A55-DBB6-4375-8D9B-BCBD451C6A2B}"/>
                </a:ext>
              </a:extLst>
            </p:cNvPr>
            <p:cNvSpPr txBox="1"/>
            <p:nvPr/>
          </p:nvSpPr>
          <p:spPr>
            <a:xfrm>
              <a:off x="5204562" y="1541321"/>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80" name="文本框 379">
              <a:extLst>
                <a:ext uri="{FF2B5EF4-FFF2-40B4-BE49-F238E27FC236}">
                  <a16:creationId xmlns:a16="http://schemas.microsoft.com/office/drawing/2014/main" id="{FD9DC340-F817-41FE-9537-5D97B445D9C3}"/>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81" name="文本框 380">
              <a:extLst>
                <a:ext uri="{FF2B5EF4-FFF2-40B4-BE49-F238E27FC236}">
                  <a16:creationId xmlns:a16="http://schemas.microsoft.com/office/drawing/2014/main" id="{78614791-350A-4BB1-90A4-5808DE8DBAE3}"/>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82" name="文本框 381">
              <a:extLst>
                <a:ext uri="{FF2B5EF4-FFF2-40B4-BE49-F238E27FC236}">
                  <a16:creationId xmlns:a16="http://schemas.microsoft.com/office/drawing/2014/main" id="{E5D4FE44-2B42-4061-A762-4E317EFF164C}"/>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83" name="文本框 382">
              <a:extLst>
                <a:ext uri="{FF2B5EF4-FFF2-40B4-BE49-F238E27FC236}">
                  <a16:creationId xmlns:a16="http://schemas.microsoft.com/office/drawing/2014/main" id="{0DF8FE09-4782-4B8D-86C5-A1ABBA26C6FA}"/>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84" name="文本框 383">
              <a:extLst>
                <a:ext uri="{FF2B5EF4-FFF2-40B4-BE49-F238E27FC236}">
                  <a16:creationId xmlns:a16="http://schemas.microsoft.com/office/drawing/2014/main" id="{3F7C2FAA-85D4-4D77-94B0-137A56C41F00}"/>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85" name="矩形 384">
              <a:extLst>
                <a:ext uri="{FF2B5EF4-FFF2-40B4-BE49-F238E27FC236}">
                  <a16:creationId xmlns:a16="http://schemas.microsoft.com/office/drawing/2014/main" id="{B8ED5BAA-00A1-4DAD-A74F-A94A0BC46F1B}"/>
                </a:ext>
              </a:extLst>
            </p:cNvPr>
            <p:cNvSpPr/>
            <p:nvPr/>
          </p:nvSpPr>
          <p:spPr>
            <a:xfrm>
              <a:off x="4604077" y="1540318"/>
              <a:ext cx="1296351" cy="32273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354" name="组合 353">
            <a:extLst>
              <a:ext uri="{FF2B5EF4-FFF2-40B4-BE49-F238E27FC236}">
                <a16:creationId xmlns:a16="http://schemas.microsoft.com/office/drawing/2014/main" id="{D216C317-350E-4F8A-8BB5-51B00498C3C4}"/>
              </a:ext>
            </a:extLst>
          </p:cNvPr>
          <p:cNvGrpSpPr/>
          <p:nvPr/>
        </p:nvGrpSpPr>
        <p:grpSpPr>
          <a:xfrm>
            <a:off x="3919361" y="5013735"/>
            <a:ext cx="1296351" cy="326172"/>
            <a:chOff x="4604077" y="1540318"/>
            <a:chExt cx="1296351" cy="326172"/>
          </a:xfrm>
        </p:grpSpPr>
        <p:sp>
          <p:nvSpPr>
            <p:cNvPr id="355" name="文本框 354">
              <a:extLst>
                <a:ext uri="{FF2B5EF4-FFF2-40B4-BE49-F238E27FC236}">
                  <a16:creationId xmlns:a16="http://schemas.microsoft.com/office/drawing/2014/main" id="{227CA098-214B-4070-8A7D-4E153FDEFA15}"/>
                </a:ext>
              </a:extLst>
            </p:cNvPr>
            <p:cNvSpPr txBox="1"/>
            <p:nvPr/>
          </p:nvSpPr>
          <p:spPr>
            <a:xfrm>
              <a:off x="4852895" y="154232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56" name="文本框 355">
              <a:extLst>
                <a:ext uri="{FF2B5EF4-FFF2-40B4-BE49-F238E27FC236}">
                  <a16:creationId xmlns:a16="http://schemas.microsoft.com/office/drawing/2014/main" id="{781808A2-7279-4B6B-82D4-9DA432E76E8F}"/>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357" name="文本框 356">
              <a:extLst>
                <a:ext uri="{FF2B5EF4-FFF2-40B4-BE49-F238E27FC236}">
                  <a16:creationId xmlns:a16="http://schemas.microsoft.com/office/drawing/2014/main" id="{2CDAB93F-92B1-4A70-A501-EE656379408C}"/>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58" name="文本框 357">
              <a:extLst>
                <a:ext uri="{FF2B5EF4-FFF2-40B4-BE49-F238E27FC236}">
                  <a16:creationId xmlns:a16="http://schemas.microsoft.com/office/drawing/2014/main" id="{2FAEFD3D-8B0A-444F-BD79-9C9F81431521}"/>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59" name="文本框 358">
              <a:extLst>
                <a:ext uri="{FF2B5EF4-FFF2-40B4-BE49-F238E27FC236}">
                  <a16:creationId xmlns:a16="http://schemas.microsoft.com/office/drawing/2014/main" id="{90D91BA0-4DB3-4DBE-8E46-6E69B4EF4D1E}"/>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60" name="文本框 359">
              <a:extLst>
                <a:ext uri="{FF2B5EF4-FFF2-40B4-BE49-F238E27FC236}">
                  <a16:creationId xmlns:a16="http://schemas.microsoft.com/office/drawing/2014/main" id="{7557C9C7-E78D-4262-825F-1FA26FE694A4}"/>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61" name="文本框 360">
              <a:extLst>
                <a:ext uri="{FF2B5EF4-FFF2-40B4-BE49-F238E27FC236}">
                  <a16:creationId xmlns:a16="http://schemas.microsoft.com/office/drawing/2014/main" id="{BB12F525-BEA0-40CF-89B8-0B7B8C183D4A}"/>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62" name="文本框 361">
              <a:extLst>
                <a:ext uri="{FF2B5EF4-FFF2-40B4-BE49-F238E27FC236}">
                  <a16:creationId xmlns:a16="http://schemas.microsoft.com/office/drawing/2014/main" id="{F33E4FBF-3EDC-444E-A620-44CAADA78AE7}"/>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63" name="矩形 362">
              <a:extLst>
                <a:ext uri="{FF2B5EF4-FFF2-40B4-BE49-F238E27FC236}">
                  <a16:creationId xmlns:a16="http://schemas.microsoft.com/office/drawing/2014/main" id="{A4508851-67BD-4D1A-BAF9-494A28F1A5CB}"/>
                </a:ext>
              </a:extLst>
            </p:cNvPr>
            <p:cNvSpPr/>
            <p:nvPr/>
          </p:nvSpPr>
          <p:spPr>
            <a:xfrm>
              <a:off x="4604077" y="1540318"/>
              <a:ext cx="1296351" cy="32273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330" name="组合 329">
            <a:extLst>
              <a:ext uri="{FF2B5EF4-FFF2-40B4-BE49-F238E27FC236}">
                <a16:creationId xmlns:a16="http://schemas.microsoft.com/office/drawing/2014/main" id="{D023597C-0A5C-42C2-9215-3098AA0E7AA8}"/>
              </a:ext>
            </a:extLst>
          </p:cNvPr>
          <p:cNvGrpSpPr/>
          <p:nvPr/>
        </p:nvGrpSpPr>
        <p:grpSpPr>
          <a:xfrm>
            <a:off x="9536893" y="5002365"/>
            <a:ext cx="1296351" cy="326172"/>
            <a:chOff x="4604077" y="1540318"/>
            <a:chExt cx="1296351" cy="326172"/>
          </a:xfrm>
        </p:grpSpPr>
        <p:sp>
          <p:nvSpPr>
            <p:cNvPr id="331" name="文本框 330">
              <a:extLst>
                <a:ext uri="{FF2B5EF4-FFF2-40B4-BE49-F238E27FC236}">
                  <a16:creationId xmlns:a16="http://schemas.microsoft.com/office/drawing/2014/main" id="{8D8E8B9D-B6A4-41E4-AEF9-9CDCD85FB26F}"/>
                </a:ext>
              </a:extLst>
            </p:cNvPr>
            <p:cNvSpPr txBox="1"/>
            <p:nvPr/>
          </p:nvSpPr>
          <p:spPr>
            <a:xfrm>
              <a:off x="4855547" y="154597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32" name="文本框 331">
              <a:extLst>
                <a:ext uri="{FF2B5EF4-FFF2-40B4-BE49-F238E27FC236}">
                  <a16:creationId xmlns:a16="http://schemas.microsoft.com/office/drawing/2014/main" id="{265CA7C2-9C41-42B7-9847-8EAAE02A59F8}"/>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333" name="文本框 332">
              <a:extLst>
                <a:ext uri="{FF2B5EF4-FFF2-40B4-BE49-F238E27FC236}">
                  <a16:creationId xmlns:a16="http://schemas.microsoft.com/office/drawing/2014/main" id="{D2FBE7BB-A39F-4C6F-BD60-621BB5CFCD60}"/>
                </a:ext>
              </a:extLst>
            </p:cNvPr>
            <p:cNvSpPr txBox="1"/>
            <p:nvPr/>
          </p:nvSpPr>
          <p:spPr>
            <a:xfrm>
              <a:off x="5205221" y="1545979"/>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34" name="文本框 333">
              <a:extLst>
                <a:ext uri="{FF2B5EF4-FFF2-40B4-BE49-F238E27FC236}">
                  <a16:creationId xmlns:a16="http://schemas.microsoft.com/office/drawing/2014/main" id="{C613EE41-F6AF-412C-9A4C-67CD931C825F}"/>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35" name="文本框 334">
              <a:extLst>
                <a:ext uri="{FF2B5EF4-FFF2-40B4-BE49-F238E27FC236}">
                  <a16:creationId xmlns:a16="http://schemas.microsoft.com/office/drawing/2014/main" id="{D1E2562C-E76E-4C9A-A6DD-8E0E43D07A87}"/>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36" name="文本框 335">
              <a:extLst>
                <a:ext uri="{FF2B5EF4-FFF2-40B4-BE49-F238E27FC236}">
                  <a16:creationId xmlns:a16="http://schemas.microsoft.com/office/drawing/2014/main" id="{600ABFF0-11DD-4577-A68E-46D9D8632DD0}"/>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37" name="文本框 336">
              <a:extLst>
                <a:ext uri="{FF2B5EF4-FFF2-40B4-BE49-F238E27FC236}">
                  <a16:creationId xmlns:a16="http://schemas.microsoft.com/office/drawing/2014/main" id="{7CD04D5F-18EA-4EA3-8A5A-E4D9DC62D7FF}"/>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38" name="文本框 337">
              <a:extLst>
                <a:ext uri="{FF2B5EF4-FFF2-40B4-BE49-F238E27FC236}">
                  <a16:creationId xmlns:a16="http://schemas.microsoft.com/office/drawing/2014/main" id="{E27E91F0-2242-4F78-8745-3335D718D24A}"/>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39" name="矩形 338">
              <a:extLst>
                <a:ext uri="{FF2B5EF4-FFF2-40B4-BE49-F238E27FC236}">
                  <a16:creationId xmlns:a16="http://schemas.microsoft.com/office/drawing/2014/main" id="{DEFBC5A9-99AA-450F-ABAE-274AFC3D4629}"/>
                </a:ext>
              </a:extLst>
            </p:cNvPr>
            <p:cNvSpPr/>
            <p:nvPr/>
          </p:nvSpPr>
          <p:spPr>
            <a:xfrm>
              <a:off x="4604077" y="1540318"/>
              <a:ext cx="1296351" cy="32273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80" name="组合 279">
            <a:extLst>
              <a:ext uri="{FF2B5EF4-FFF2-40B4-BE49-F238E27FC236}">
                <a16:creationId xmlns:a16="http://schemas.microsoft.com/office/drawing/2014/main" id="{B69E2F3C-3F4E-4F12-86DF-A0F031AAB332}"/>
              </a:ext>
            </a:extLst>
          </p:cNvPr>
          <p:cNvGrpSpPr/>
          <p:nvPr/>
        </p:nvGrpSpPr>
        <p:grpSpPr>
          <a:xfrm>
            <a:off x="7426249" y="5001746"/>
            <a:ext cx="1296351" cy="326172"/>
            <a:chOff x="4604077" y="1540318"/>
            <a:chExt cx="1296351" cy="326172"/>
          </a:xfrm>
        </p:grpSpPr>
        <p:sp>
          <p:nvSpPr>
            <p:cNvPr id="281" name="文本框 280">
              <a:extLst>
                <a:ext uri="{FF2B5EF4-FFF2-40B4-BE49-F238E27FC236}">
                  <a16:creationId xmlns:a16="http://schemas.microsoft.com/office/drawing/2014/main" id="{5F22153D-CFCF-485A-88AD-A92845BE7A10}"/>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2" name="文本框 281">
              <a:extLst>
                <a:ext uri="{FF2B5EF4-FFF2-40B4-BE49-F238E27FC236}">
                  <a16:creationId xmlns:a16="http://schemas.microsoft.com/office/drawing/2014/main" id="{3B51916C-187A-4554-9351-9A7A9C026C81}"/>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83" name="文本框 282">
              <a:extLst>
                <a:ext uri="{FF2B5EF4-FFF2-40B4-BE49-F238E27FC236}">
                  <a16:creationId xmlns:a16="http://schemas.microsoft.com/office/drawing/2014/main" id="{14CB361F-A99B-44D0-A67C-DD32E8516E3B}"/>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4" name="文本框 283">
              <a:extLst>
                <a:ext uri="{FF2B5EF4-FFF2-40B4-BE49-F238E27FC236}">
                  <a16:creationId xmlns:a16="http://schemas.microsoft.com/office/drawing/2014/main" id="{BFF751E8-A4DD-4792-B697-1D04831A9060}"/>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5" name="文本框 284">
              <a:extLst>
                <a:ext uri="{FF2B5EF4-FFF2-40B4-BE49-F238E27FC236}">
                  <a16:creationId xmlns:a16="http://schemas.microsoft.com/office/drawing/2014/main" id="{506AABF4-9A65-4976-94D0-0B92BDF07139}"/>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6" name="文本框 285">
              <a:extLst>
                <a:ext uri="{FF2B5EF4-FFF2-40B4-BE49-F238E27FC236}">
                  <a16:creationId xmlns:a16="http://schemas.microsoft.com/office/drawing/2014/main" id="{F79621C7-6C66-4C7A-A3C3-EDBA3EBAE364}"/>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7" name="文本框 286">
              <a:extLst>
                <a:ext uri="{FF2B5EF4-FFF2-40B4-BE49-F238E27FC236}">
                  <a16:creationId xmlns:a16="http://schemas.microsoft.com/office/drawing/2014/main" id="{B2957764-9D91-4CEA-8FC2-C666893E51DC}"/>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8" name="文本框 287">
              <a:extLst>
                <a:ext uri="{FF2B5EF4-FFF2-40B4-BE49-F238E27FC236}">
                  <a16:creationId xmlns:a16="http://schemas.microsoft.com/office/drawing/2014/main" id="{91C31BB6-8424-48DE-B4B5-2ACCB4B6386B}"/>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9" name="矩形 288">
              <a:extLst>
                <a:ext uri="{FF2B5EF4-FFF2-40B4-BE49-F238E27FC236}">
                  <a16:creationId xmlns:a16="http://schemas.microsoft.com/office/drawing/2014/main" id="{1F9C11E9-FF54-4EBD-AB49-C1EA17E9CC8C}"/>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26" name="直接连接符 25">
            <a:extLst>
              <a:ext uri="{FF2B5EF4-FFF2-40B4-BE49-F238E27FC236}">
                <a16:creationId xmlns:a16="http://schemas.microsoft.com/office/drawing/2014/main" id="{9AB6AD05-62F2-456C-BDA5-E5884ECBE062}"/>
              </a:ext>
            </a:extLst>
          </p:cNvPr>
          <p:cNvCxnSpPr>
            <a:cxnSpLocks/>
          </p:cNvCxnSpPr>
          <p:nvPr/>
        </p:nvCxnSpPr>
        <p:spPr>
          <a:xfrm>
            <a:off x="10096228" y="5254807"/>
            <a:ext cx="804523" cy="49171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grpSp>
        <p:nvGrpSpPr>
          <p:cNvPr id="240" name="组合 239">
            <a:extLst>
              <a:ext uri="{FF2B5EF4-FFF2-40B4-BE49-F238E27FC236}">
                <a16:creationId xmlns:a16="http://schemas.microsoft.com/office/drawing/2014/main" id="{107F6EF3-0C1D-424C-9A9B-B7220ABE98FC}"/>
              </a:ext>
            </a:extLst>
          </p:cNvPr>
          <p:cNvGrpSpPr/>
          <p:nvPr/>
        </p:nvGrpSpPr>
        <p:grpSpPr>
          <a:xfrm>
            <a:off x="8835503" y="5753141"/>
            <a:ext cx="1296351" cy="326172"/>
            <a:chOff x="4604077" y="1540318"/>
            <a:chExt cx="1296351" cy="326172"/>
          </a:xfrm>
        </p:grpSpPr>
        <p:sp>
          <p:nvSpPr>
            <p:cNvPr id="241" name="文本框 240">
              <a:extLst>
                <a:ext uri="{FF2B5EF4-FFF2-40B4-BE49-F238E27FC236}">
                  <a16:creationId xmlns:a16="http://schemas.microsoft.com/office/drawing/2014/main" id="{81987D72-7B69-4100-9FDD-EF59E553EE33}"/>
                </a:ext>
              </a:extLst>
            </p:cNvPr>
            <p:cNvSpPr txBox="1"/>
            <p:nvPr/>
          </p:nvSpPr>
          <p:spPr>
            <a:xfrm>
              <a:off x="4860867" y="1547566"/>
              <a:ext cx="264137" cy="317228"/>
            </a:xfrm>
            <a:prstGeom prst="rect">
              <a:avLst/>
            </a:prstGeom>
            <a:solidFill>
              <a:schemeClr val="tx2">
                <a:lumMod val="10000"/>
                <a:lumOff val="90000"/>
              </a:schemeClr>
            </a:solidFill>
            <a:ln w="12700">
              <a:solidFill>
                <a:schemeClr val="tx1"/>
              </a:solidFill>
            </a:ln>
          </p:spPr>
          <p:txBody>
            <a:bodyPr wrap="square" lIns="0" tIns="54000" rIns="0" bIns="46800" rtlCol="0">
              <a:spAutoFit/>
            </a:bodyPr>
            <a:lstStyle/>
            <a:p>
              <a:pPr algn="ctr"/>
              <a:r>
                <a:rPr lang="en-US" altLang="zh-CN" sz="1400" b="1" spc="-150" dirty="0"/>
                <a:t>100</a:t>
              </a:r>
              <a:endParaRPr lang="zh-CN" altLang="en-US" sz="1400" b="1" spc="-150" dirty="0"/>
            </a:p>
          </p:txBody>
        </p:sp>
        <p:sp>
          <p:nvSpPr>
            <p:cNvPr id="242" name="文本框 241">
              <a:extLst>
                <a:ext uri="{FF2B5EF4-FFF2-40B4-BE49-F238E27FC236}">
                  <a16:creationId xmlns:a16="http://schemas.microsoft.com/office/drawing/2014/main" id="{9F5F4933-F68D-4CF7-AE17-9D0552654276}"/>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43" name="文本框 242">
              <a:extLst>
                <a:ext uri="{FF2B5EF4-FFF2-40B4-BE49-F238E27FC236}">
                  <a16:creationId xmlns:a16="http://schemas.microsoft.com/office/drawing/2014/main" id="{44F12BC9-830B-4BEC-A35C-F9E5F67AA4F9}"/>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4" name="文本框 243">
              <a:extLst>
                <a:ext uri="{FF2B5EF4-FFF2-40B4-BE49-F238E27FC236}">
                  <a16:creationId xmlns:a16="http://schemas.microsoft.com/office/drawing/2014/main" id="{E82064E4-DC5B-4912-A151-55F40C63E9D9}"/>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5" name="文本框 244">
              <a:extLst>
                <a:ext uri="{FF2B5EF4-FFF2-40B4-BE49-F238E27FC236}">
                  <a16:creationId xmlns:a16="http://schemas.microsoft.com/office/drawing/2014/main" id="{9E5C209B-50F5-4DB4-9640-D14825F30D80}"/>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6" name="文本框 245">
              <a:extLst>
                <a:ext uri="{FF2B5EF4-FFF2-40B4-BE49-F238E27FC236}">
                  <a16:creationId xmlns:a16="http://schemas.microsoft.com/office/drawing/2014/main" id="{601401DE-CCC6-4B7B-913B-060A5F5D62C0}"/>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7" name="文本框 246">
              <a:extLst>
                <a:ext uri="{FF2B5EF4-FFF2-40B4-BE49-F238E27FC236}">
                  <a16:creationId xmlns:a16="http://schemas.microsoft.com/office/drawing/2014/main" id="{7AFD0264-FB91-4EAA-86B2-6552BE4CA981}"/>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8" name="文本框 247">
              <a:extLst>
                <a:ext uri="{FF2B5EF4-FFF2-40B4-BE49-F238E27FC236}">
                  <a16:creationId xmlns:a16="http://schemas.microsoft.com/office/drawing/2014/main" id="{C20AD90C-CE73-4405-B4D1-52FD709A5C63}"/>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9" name="矩形 248">
              <a:extLst>
                <a:ext uri="{FF2B5EF4-FFF2-40B4-BE49-F238E27FC236}">
                  <a16:creationId xmlns:a16="http://schemas.microsoft.com/office/drawing/2014/main" id="{7FB235FF-12B7-40D4-BC98-8C58E68F4406}"/>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50" name="组合 249">
            <a:extLst>
              <a:ext uri="{FF2B5EF4-FFF2-40B4-BE49-F238E27FC236}">
                <a16:creationId xmlns:a16="http://schemas.microsoft.com/office/drawing/2014/main" id="{E8590DCE-324A-4FA1-B5F2-DC2ABCEFCC01}"/>
              </a:ext>
            </a:extLst>
          </p:cNvPr>
          <p:cNvGrpSpPr/>
          <p:nvPr/>
        </p:nvGrpSpPr>
        <p:grpSpPr>
          <a:xfrm>
            <a:off x="8845294" y="5749673"/>
            <a:ext cx="1296351" cy="329358"/>
            <a:chOff x="4604077" y="1537132"/>
            <a:chExt cx="1296351" cy="329358"/>
          </a:xfrm>
        </p:grpSpPr>
        <p:sp>
          <p:nvSpPr>
            <p:cNvPr id="251" name="文本框 250">
              <a:extLst>
                <a:ext uri="{FF2B5EF4-FFF2-40B4-BE49-F238E27FC236}">
                  <a16:creationId xmlns:a16="http://schemas.microsoft.com/office/drawing/2014/main" id="{73819065-1255-41E3-8140-53DE21527D8C}"/>
                </a:ext>
              </a:extLst>
            </p:cNvPr>
            <p:cNvSpPr txBox="1"/>
            <p:nvPr/>
          </p:nvSpPr>
          <p:spPr>
            <a:xfrm>
              <a:off x="4864134" y="154043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2" name="文本框 251">
              <a:extLst>
                <a:ext uri="{FF2B5EF4-FFF2-40B4-BE49-F238E27FC236}">
                  <a16:creationId xmlns:a16="http://schemas.microsoft.com/office/drawing/2014/main" id="{9788CA71-9216-4C0F-84D4-EE4A259D0D64}"/>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53" name="文本框 252">
              <a:extLst>
                <a:ext uri="{FF2B5EF4-FFF2-40B4-BE49-F238E27FC236}">
                  <a16:creationId xmlns:a16="http://schemas.microsoft.com/office/drawing/2014/main" id="{9ABCD763-345C-4D8B-8F36-53B5CC12C4B2}"/>
                </a:ext>
              </a:extLst>
            </p:cNvPr>
            <p:cNvSpPr txBox="1"/>
            <p:nvPr/>
          </p:nvSpPr>
          <p:spPr>
            <a:xfrm>
              <a:off x="5209817" y="1537132"/>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4" name="文本框 253">
              <a:extLst>
                <a:ext uri="{FF2B5EF4-FFF2-40B4-BE49-F238E27FC236}">
                  <a16:creationId xmlns:a16="http://schemas.microsoft.com/office/drawing/2014/main" id="{768C8694-F6CF-423B-96D3-EDC10D1D61CC}"/>
                </a:ext>
              </a:extLst>
            </p:cNvPr>
            <p:cNvSpPr txBox="1"/>
            <p:nvPr/>
          </p:nvSpPr>
          <p:spPr>
            <a:xfrm>
              <a:off x="5547365" y="1544573"/>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5" name="文本框 254">
              <a:extLst>
                <a:ext uri="{FF2B5EF4-FFF2-40B4-BE49-F238E27FC236}">
                  <a16:creationId xmlns:a16="http://schemas.microsoft.com/office/drawing/2014/main" id="{1AAE5A29-FD13-42BB-A585-863B1079B31D}"/>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6" name="文本框 255">
              <a:extLst>
                <a:ext uri="{FF2B5EF4-FFF2-40B4-BE49-F238E27FC236}">
                  <a16:creationId xmlns:a16="http://schemas.microsoft.com/office/drawing/2014/main" id="{41F47D73-7E89-44A2-9C94-71D54E129E88}"/>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7" name="文本框 256">
              <a:extLst>
                <a:ext uri="{FF2B5EF4-FFF2-40B4-BE49-F238E27FC236}">
                  <a16:creationId xmlns:a16="http://schemas.microsoft.com/office/drawing/2014/main" id="{094FCFCF-BF86-4A15-AB1C-133689AB7D75}"/>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8" name="文本框 257">
              <a:extLst>
                <a:ext uri="{FF2B5EF4-FFF2-40B4-BE49-F238E27FC236}">
                  <a16:creationId xmlns:a16="http://schemas.microsoft.com/office/drawing/2014/main" id="{010C7F90-47A5-4B87-AC5C-1F1526A31707}"/>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59" name="矩形 258">
              <a:extLst>
                <a:ext uri="{FF2B5EF4-FFF2-40B4-BE49-F238E27FC236}">
                  <a16:creationId xmlns:a16="http://schemas.microsoft.com/office/drawing/2014/main" id="{C802F0AA-557F-4C1C-A84C-7692D4952EE3}"/>
                </a:ext>
              </a:extLst>
            </p:cNvPr>
            <p:cNvSpPr/>
            <p:nvPr/>
          </p:nvSpPr>
          <p:spPr>
            <a:xfrm>
              <a:off x="4604077" y="1540318"/>
              <a:ext cx="1296351" cy="32273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308" name="组合 307">
            <a:extLst>
              <a:ext uri="{FF2B5EF4-FFF2-40B4-BE49-F238E27FC236}">
                <a16:creationId xmlns:a16="http://schemas.microsoft.com/office/drawing/2014/main" id="{3CD6DE76-878E-45E2-910D-8E0AB1804D84}"/>
              </a:ext>
            </a:extLst>
          </p:cNvPr>
          <p:cNvGrpSpPr/>
          <p:nvPr/>
        </p:nvGrpSpPr>
        <p:grpSpPr>
          <a:xfrm>
            <a:off x="2439281" y="5008763"/>
            <a:ext cx="1296351" cy="326172"/>
            <a:chOff x="4604077" y="1540318"/>
            <a:chExt cx="1296351" cy="326172"/>
          </a:xfrm>
        </p:grpSpPr>
        <p:sp>
          <p:nvSpPr>
            <p:cNvPr id="309" name="文本框 308">
              <a:extLst>
                <a:ext uri="{FF2B5EF4-FFF2-40B4-BE49-F238E27FC236}">
                  <a16:creationId xmlns:a16="http://schemas.microsoft.com/office/drawing/2014/main" id="{1CA47281-E2F0-48EE-AC5D-E2AF69A2E73A}"/>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0" name="文本框 309">
              <a:extLst>
                <a:ext uri="{FF2B5EF4-FFF2-40B4-BE49-F238E27FC236}">
                  <a16:creationId xmlns:a16="http://schemas.microsoft.com/office/drawing/2014/main" id="{42A56137-A098-4ED6-9642-B3656711A9ED}"/>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311" name="文本框 310">
              <a:extLst>
                <a:ext uri="{FF2B5EF4-FFF2-40B4-BE49-F238E27FC236}">
                  <a16:creationId xmlns:a16="http://schemas.microsoft.com/office/drawing/2014/main" id="{6FE2C0DE-400E-47EA-BFB6-BD4D0C3C1052}"/>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2" name="文本框 311">
              <a:extLst>
                <a:ext uri="{FF2B5EF4-FFF2-40B4-BE49-F238E27FC236}">
                  <a16:creationId xmlns:a16="http://schemas.microsoft.com/office/drawing/2014/main" id="{EC61C636-F71E-49B2-93A0-0B1A7FAAA074}"/>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3" name="文本框 312">
              <a:extLst>
                <a:ext uri="{FF2B5EF4-FFF2-40B4-BE49-F238E27FC236}">
                  <a16:creationId xmlns:a16="http://schemas.microsoft.com/office/drawing/2014/main" id="{76ABF86A-63FC-4A7D-9A8A-9409D6215032}"/>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4" name="文本框 313">
              <a:extLst>
                <a:ext uri="{FF2B5EF4-FFF2-40B4-BE49-F238E27FC236}">
                  <a16:creationId xmlns:a16="http://schemas.microsoft.com/office/drawing/2014/main" id="{EDBB37D4-6952-4EAD-BC54-6E012B44C515}"/>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5" name="文本框 314">
              <a:extLst>
                <a:ext uri="{FF2B5EF4-FFF2-40B4-BE49-F238E27FC236}">
                  <a16:creationId xmlns:a16="http://schemas.microsoft.com/office/drawing/2014/main" id="{68C73620-9AF2-489F-AF3D-23388B323828}"/>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6" name="文本框 315">
              <a:extLst>
                <a:ext uri="{FF2B5EF4-FFF2-40B4-BE49-F238E27FC236}">
                  <a16:creationId xmlns:a16="http://schemas.microsoft.com/office/drawing/2014/main" id="{BB7C753D-D400-4F54-A38F-E3E221A57FBF}"/>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7" name="矩形 316">
              <a:extLst>
                <a:ext uri="{FF2B5EF4-FFF2-40B4-BE49-F238E27FC236}">
                  <a16:creationId xmlns:a16="http://schemas.microsoft.com/office/drawing/2014/main" id="{4EE2F81C-7728-4F69-A340-80DC6DE05510}"/>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97" name="组合 296">
            <a:extLst>
              <a:ext uri="{FF2B5EF4-FFF2-40B4-BE49-F238E27FC236}">
                <a16:creationId xmlns:a16="http://schemas.microsoft.com/office/drawing/2014/main" id="{401FA10D-DD60-494A-8B4A-ECF52926E0CB}"/>
              </a:ext>
            </a:extLst>
          </p:cNvPr>
          <p:cNvGrpSpPr/>
          <p:nvPr/>
        </p:nvGrpSpPr>
        <p:grpSpPr>
          <a:xfrm>
            <a:off x="5268225" y="4297816"/>
            <a:ext cx="1296351" cy="326172"/>
            <a:chOff x="4604077" y="1540318"/>
            <a:chExt cx="1296351" cy="326172"/>
          </a:xfrm>
        </p:grpSpPr>
        <p:sp>
          <p:nvSpPr>
            <p:cNvPr id="298" name="文本框 297">
              <a:extLst>
                <a:ext uri="{FF2B5EF4-FFF2-40B4-BE49-F238E27FC236}">
                  <a16:creationId xmlns:a16="http://schemas.microsoft.com/office/drawing/2014/main" id="{392B15B4-D118-4600-A922-93B520663397}"/>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99" name="文本框 298">
              <a:extLst>
                <a:ext uri="{FF2B5EF4-FFF2-40B4-BE49-F238E27FC236}">
                  <a16:creationId xmlns:a16="http://schemas.microsoft.com/office/drawing/2014/main" id="{BABB5B36-ED9A-452C-8C29-10DD09E42B35}"/>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300" name="文本框 299">
              <a:extLst>
                <a:ext uri="{FF2B5EF4-FFF2-40B4-BE49-F238E27FC236}">
                  <a16:creationId xmlns:a16="http://schemas.microsoft.com/office/drawing/2014/main" id="{C990A445-1E3B-43CF-8992-90AD398BC572}"/>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1" name="文本框 300">
              <a:extLst>
                <a:ext uri="{FF2B5EF4-FFF2-40B4-BE49-F238E27FC236}">
                  <a16:creationId xmlns:a16="http://schemas.microsoft.com/office/drawing/2014/main" id="{3E7138FB-CFA5-4CF8-8913-E5A602848BB9}"/>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2" name="文本框 301">
              <a:extLst>
                <a:ext uri="{FF2B5EF4-FFF2-40B4-BE49-F238E27FC236}">
                  <a16:creationId xmlns:a16="http://schemas.microsoft.com/office/drawing/2014/main" id="{A939F7B1-B664-4BA2-BB17-2186F5C39A66}"/>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3" name="文本框 302">
              <a:extLst>
                <a:ext uri="{FF2B5EF4-FFF2-40B4-BE49-F238E27FC236}">
                  <a16:creationId xmlns:a16="http://schemas.microsoft.com/office/drawing/2014/main" id="{A44C700B-F43C-481C-B6BE-4D9C8423458A}"/>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4" name="文本框 303">
              <a:extLst>
                <a:ext uri="{FF2B5EF4-FFF2-40B4-BE49-F238E27FC236}">
                  <a16:creationId xmlns:a16="http://schemas.microsoft.com/office/drawing/2014/main" id="{4013D06F-6072-47DC-B44B-E9DE823B1B05}"/>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5" name="文本框 304">
              <a:extLst>
                <a:ext uri="{FF2B5EF4-FFF2-40B4-BE49-F238E27FC236}">
                  <a16:creationId xmlns:a16="http://schemas.microsoft.com/office/drawing/2014/main" id="{49112FF2-2B31-4C5E-8F38-92E45E15F252}"/>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6" name="矩形 305">
              <a:extLst>
                <a:ext uri="{FF2B5EF4-FFF2-40B4-BE49-F238E27FC236}">
                  <a16:creationId xmlns:a16="http://schemas.microsoft.com/office/drawing/2014/main" id="{78AAADFB-6949-4504-B456-B5697D0C1CD3}"/>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33" name="直接连接符 32">
            <a:extLst>
              <a:ext uri="{FF2B5EF4-FFF2-40B4-BE49-F238E27FC236}">
                <a16:creationId xmlns:a16="http://schemas.microsoft.com/office/drawing/2014/main" id="{3FE3FBFB-513A-4CB6-AF03-7290CBCFF0EC}"/>
              </a:ext>
            </a:extLst>
          </p:cNvPr>
          <p:cNvCxnSpPr>
            <a:cxnSpLocks/>
          </p:cNvCxnSpPr>
          <p:nvPr/>
        </p:nvCxnSpPr>
        <p:spPr>
          <a:xfrm flipH="1">
            <a:off x="6648074" y="5248930"/>
            <a:ext cx="976892" cy="56380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A43B43A5-8B3C-4C26-A775-42F26C133E57}"/>
              </a:ext>
            </a:extLst>
          </p:cNvPr>
          <p:cNvCxnSpPr>
            <a:cxnSpLocks/>
            <a:endCxn id="289" idx="0"/>
          </p:cNvCxnSpPr>
          <p:nvPr/>
        </p:nvCxnSpPr>
        <p:spPr>
          <a:xfrm flipH="1">
            <a:off x="8074425" y="4549306"/>
            <a:ext cx="319876" cy="452440"/>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grpSp>
        <p:nvGrpSpPr>
          <p:cNvPr id="209" name="组合 208">
            <a:extLst>
              <a:ext uri="{FF2B5EF4-FFF2-40B4-BE49-F238E27FC236}">
                <a16:creationId xmlns:a16="http://schemas.microsoft.com/office/drawing/2014/main" id="{12809C02-12D7-489E-9F35-3283CA5BB384}"/>
              </a:ext>
            </a:extLst>
          </p:cNvPr>
          <p:cNvGrpSpPr/>
          <p:nvPr/>
        </p:nvGrpSpPr>
        <p:grpSpPr>
          <a:xfrm>
            <a:off x="4583675" y="5755424"/>
            <a:ext cx="1296351" cy="326172"/>
            <a:chOff x="4604077" y="1540318"/>
            <a:chExt cx="1296351" cy="326172"/>
          </a:xfrm>
        </p:grpSpPr>
        <p:sp>
          <p:nvSpPr>
            <p:cNvPr id="166" name="文本框 165">
              <a:extLst>
                <a:ext uri="{FF2B5EF4-FFF2-40B4-BE49-F238E27FC236}">
                  <a16:creationId xmlns:a16="http://schemas.microsoft.com/office/drawing/2014/main" id="{DD5E4964-1238-481A-A66E-EC24062E42D3}"/>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67" name="文本框 166">
              <a:extLst>
                <a:ext uri="{FF2B5EF4-FFF2-40B4-BE49-F238E27FC236}">
                  <a16:creationId xmlns:a16="http://schemas.microsoft.com/office/drawing/2014/main" id="{AA69F852-5598-41A3-BABE-B69D639A792E}"/>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168" name="文本框 167">
              <a:extLst>
                <a:ext uri="{FF2B5EF4-FFF2-40B4-BE49-F238E27FC236}">
                  <a16:creationId xmlns:a16="http://schemas.microsoft.com/office/drawing/2014/main" id="{B912566B-910A-4E59-AFE8-8916C334AB03}"/>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70" name="文本框 169">
              <a:extLst>
                <a:ext uri="{FF2B5EF4-FFF2-40B4-BE49-F238E27FC236}">
                  <a16:creationId xmlns:a16="http://schemas.microsoft.com/office/drawing/2014/main" id="{6641524B-BFD2-4D8C-BEE2-ABE88F4F02C0}"/>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64" name="文本框 163">
              <a:extLst>
                <a:ext uri="{FF2B5EF4-FFF2-40B4-BE49-F238E27FC236}">
                  <a16:creationId xmlns:a16="http://schemas.microsoft.com/office/drawing/2014/main" id="{5FC7A207-78D1-4013-8475-0A91B218C5F8}"/>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06" name="文本框 205">
              <a:extLst>
                <a:ext uri="{FF2B5EF4-FFF2-40B4-BE49-F238E27FC236}">
                  <a16:creationId xmlns:a16="http://schemas.microsoft.com/office/drawing/2014/main" id="{DFE69171-88FF-49B2-B1CB-D5253B97B050}"/>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07" name="文本框 206">
              <a:extLst>
                <a:ext uri="{FF2B5EF4-FFF2-40B4-BE49-F238E27FC236}">
                  <a16:creationId xmlns:a16="http://schemas.microsoft.com/office/drawing/2014/main" id="{1DCD5E0E-B8F7-49FF-B79F-B7457DBF43B3}"/>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08" name="文本框 207">
              <a:extLst>
                <a:ext uri="{FF2B5EF4-FFF2-40B4-BE49-F238E27FC236}">
                  <a16:creationId xmlns:a16="http://schemas.microsoft.com/office/drawing/2014/main" id="{2EDF0725-6BD3-44A1-8951-227B376EF71F}"/>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165" name="矩形 164">
              <a:extLst>
                <a:ext uri="{FF2B5EF4-FFF2-40B4-BE49-F238E27FC236}">
                  <a16:creationId xmlns:a16="http://schemas.microsoft.com/office/drawing/2014/main" id="{4B1C0809-FDD4-4C4C-8487-92B465624168}"/>
                </a:ext>
              </a:extLst>
            </p:cNvPr>
            <p:cNvSpPr/>
            <p:nvPr/>
          </p:nvSpPr>
          <p:spPr>
            <a:xfrm>
              <a:off x="4604077" y="1540318"/>
              <a:ext cx="1296351" cy="32273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10" name="组合 209">
            <a:extLst>
              <a:ext uri="{FF2B5EF4-FFF2-40B4-BE49-F238E27FC236}">
                <a16:creationId xmlns:a16="http://schemas.microsoft.com/office/drawing/2014/main" id="{C92745EB-DA22-4CDF-937E-454006038DA7}"/>
              </a:ext>
            </a:extLst>
          </p:cNvPr>
          <p:cNvGrpSpPr/>
          <p:nvPr/>
        </p:nvGrpSpPr>
        <p:grpSpPr>
          <a:xfrm>
            <a:off x="3165553" y="5753512"/>
            <a:ext cx="1296351" cy="326172"/>
            <a:chOff x="4604077" y="1540318"/>
            <a:chExt cx="1296351" cy="326172"/>
          </a:xfrm>
        </p:grpSpPr>
        <p:sp>
          <p:nvSpPr>
            <p:cNvPr id="211" name="文本框 210">
              <a:extLst>
                <a:ext uri="{FF2B5EF4-FFF2-40B4-BE49-F238E27FC236}">
                  <a16:creationId xmlns:a16="http://schemas.microsoft.com/office/drawing/2014/main" id="{5EAB0481-D826-4B1C-BC3E-DD7357006AB5}"/>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2" name="文本框 211">
              <a:extLst>
                <a:ext uri="{FF2B5EF4-FFF2-40B4-BE49-F238E27FC236}">
                  <a16:creationId xmlns:a16="http://schemas.microsoft.com/office/drawing/2014/main" id="{93D788D2-308A-4C9B-AABD-95B38E00FE9B}"/>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13" name="文本框 212">
              <a:extLst>
                <a:ext uri="{FF2B5EF4-FFF2-40B4-BE49-F238E27FC236}">
                  <a16:creationId xmlns:a16="http://schemas.microsoft.com/office/drawing/2014/main" id="{453D6EEB-F05F-44DC-9BF8-4C6A2952EDE6}"/>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4" name="文本框 213">
              <a:extLst>
                <a:ext uri="{FF2B5EF4-FFF2-40B4-BE49-F238E27FC236}">
                  <a16:creationId xmlns:a16="http://schemas.microsoft.com/office/drawing/2014/main" id="{B0A11BAB-4955-4B10-8DD9-858942E75B44}"/>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5" name="文本框 214">
              <a:extLst>
                <a:ext uri="{FF2B5EF4-FFF2-40B4-BE49-F238E27FC236}">
                  <a16:creationId xmlns:a16="http://schemas.microsoft.com/office/drawing/2014/main" id="{0DDDDADC-3539-41F4-A580-1734E44F64C8}"/>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6" name="文本框 215">
              <a:extLst>
                <a:ext uri="{FF2B5EF4-FFF2-40B4-BE49-F238E27FC236}">
                  <a16:creationId xmlns:a16="http://schemas.microsoft.com/office/drawing/2014/main" id="{C3DE8462-A6F5-4DD2-855D-1935807A4C05}"/>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7" name="文本框 216">
              <a:extLst>
                <a:ext uri="{FF2B5EF4-FFF2-40B4-BE49-F238E27FC236}">
                  <a16:creationId xmlns:a16="http://schemas.microsoft.com/office/drawing/2014/main" id="{65EB9AC0-88D4-49FE-807D-972FFC1F29C8}"/>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8" name="文本框 217">
              <a:extLst>
                <a:ext uri="{FF2B5EF4-FFF2-40B4-BE49-F238E27FC236}">
                  <a16:creationId xmlns:a16="http://schemas.microsoft.com/office/drawing/2014/main" id="{E11C740E-7438-4A82-BFD7-5F6623CA22E2}"/>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9" name="矩形 218">
              <a:extLst>
                <a:ext uri="{FF2B5EF4-FFF2-40B4-BE49-F238E27FC236}">
                  <a16:creationId xmlns:a16="http://schemas.microsoft.com/office/drawing/2014/main" id="{A235DD6D-634B-4289-9B7B-423744F3BAA7}"/>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20" name="组合 219">
            <a:extLst>
              <a:ext uri="{FF2B5EF4-FFF2-40B4-BE49-F238E27FC236}">
                <a16:creationId xmlns:a16="http://schemas.microsoft.com/office/drawing/2014/main" id="{E656ACC1-2954-42CE-BEDC-ECBA5DAE47EF}"/>
              </a:ext>
            </a:extLst>
          </p:cNvPr>
          <p:cNvGrpSpPr/>
          <p:nvPr/>
        </p:nvGrpSpPr>
        <p:grpSpPr>
          <a:xfrm>
            <a:off x="1755461" y="5754296"/>
            <a:ext cx="1296351" cy="326172"/>
            <a:chOff x="4604077" y="1540318"/>
            <a:chExt cx="1296351" cy="326172"/>
          </a:xfrm>
        </p:grpSpPr>
        <p:sp>
          <p:nvSpPr>
            <p:cNvPr id="221" name="文本框 220">
              <a:extLst>
                <a:ext uri="{FF2B5EF4-FFF2-40B4-BE49-F238E27FC236}">
                  <a16:creationId xmlns:a16="http://schemas.microsoft.com/office/drawing/2014/main" id="{0C2661A6-53CC-4370-83A5-3667484CD6A3}"/>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2" name="文本框 221">
              <a:extLst>
                <a:ext uri="{FF2B5EF4-FFF2-40B4-BE49-F238E27FC236}">
                  <a16:creationId xmlns:a16="http://schemas.microsoft.com/office/drawing/2014/main" id="{7B7E13E9-83A9-4915-B0E7-C5B489E4059C}"/>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23" name="文本框 222">
              <a:extLst>
                <a:ext uri="{FF2B5EF4-FFF2-40B4-BE49-F238E27FC236}">
                  <a16:creationId xmlns:a16="http://schemas.microsoft.com/office/drawing/2014/main" id="{67F43F30-EAC4-478A-8F8F-CDE29891169D}"/>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4" name="文本框 223">
              <a:extLst>
                <a:ext uri="{FF2B5EF4-FFF2-40B4-BE49-F238E27FC236}">
                  <a16:creationId xmlns:a16="http://schemas.microsoft.com/office/drawing/2014/main" id="{3E719FEC-B9D0-4A2B-9E0D-8C4396E7F11D}"/>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5" name="文本框 224">
              <a:extLst>
                <a:ext uri="{FF2B5EF4-FFF2-40B4-BE49-F238E27FC236}">
                  <a16:creationId xmlns:a16="http://schemas.microsoft.com/office/drawing/2014/main" id="{2A8EA060-0DA9-4B23-93A9-FA0D26674EE6}"/>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6" name="文本框 225">
              <a:extLst>
                <a:ext uri="{FF2B5EF4-FFF2-40B4-BE49-F238E27FC236}">
                  <a16:creationId xmlns:a16="http://schemas.microsoft.com/office/drawing/2014/main" id="{55F1427F-0FDA-47B0-9046-053C7CDD636D}"/>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7" name="文本框 226">
              <a:extLst>
                <a:ext uri="{FF2B5EF4-FFF2-40B4-BE49-F238E27FC236}">
                  <a16:creationId xmlns:a16="http://schemas.microsoft.com/office/drawing/2014/main" id="{E3694048-AB55-4718-9D65-4B9126DD0DC3}"/>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8" name="文本框 227">
              <a:extLst>
                <a:ext uri="{FF2B5EF4-FFF2-40B4-BE49-F238E27FC236}">
                  <a16:creationId xmlns:a16="http://schemas.microsoft.com/office/drawing/2014/main" id="{72A9FEC8-47EB-455A-B0DE-3881EAF847B0}"/>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9" name="矩形 228">
              <a:extLst>
                <a:ext uri="{FF2B5EF4-FFF2-40B4-BE49-F238E27FC236}">
                  <a16:creationId xmlns:a16="http://schemas.microsoft.com/office/drawing/2014/main" id="{B8D6070E-FDB8-44E2-AB41-30B10FBF0D82}"/>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30" name="组合 229">
            <a:extLst>
              <a:ext uri="{FF2B5EF4-FFF2-40B4-BE49-F238E27FC236}">
                <a16:creationId xmlns:a16="http://schemas.microsoft.com/office/drawing/2014/main" id="{51054CAE-16A4-43CB-AFD7-5A6E2E0E65B6}"/>
              </a:ext>
            </a:extLst>
          </p:cNvPr>
          <p:cNvGrpSpPr/>
          <p:nvPr/>
        </p:nvGrpSpPr>
        <p:grpSpPr>
          <a:xfrm>
            <a:off x="1752207" y="5752259"/>
            <a:ext cx="1296351" cy="326172"/>
            <a:chOff x="4604077" y="1540318"/>
            <a:chExt cx="1296351" cy="326172"/>
          </a:xfrm>
        </p:grpSpPr>
        <p:sp>
          <p:nvSpPr>
            <p:cNvPr id="231" name="文本框 230">
              <a:extLst>
                <a:ext uri="{FF2B5EF4-FFF2-40B4-BE49-F238E27FC236}">
                  <a16:creationId xmlns:a16="http://schemas.microsoft.com/office/drawing/2014/main" id="{EA4D90F5-49DB-4668-AF06-4CE391619768}"/>
                </a:ext>
              </a:extLst>
            </p:cNvPr>
            <p:cNvSpPr txBox="1"/>
            <p:nvPr/>
          </p:nvSpPr>
          <p:spPr>
            <a:xfrm>
              <a:off x="4854919" y="1544453"/>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2" name="文本框 231">
              <a:extLst>
                <a:ext uri="{FF2B5EF4-FFF2-40B4-BE49-F238E27FC236}">
                  <a16:creationId xmlns:a16="http://schemas.microsoft.com/office/drawing/2014/main" id="{267BE248-E78C-4CB6-A118-2E39661C475E}"/>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33" name="文本框 232">
              <a:extLst>
                <a:ext uri="{FF2B5EF4-FFF2-40B4-BE49-F238E27FC236}">
                  <a16:creationId xmlns:a16="http://schemas.microsoft.com/office/drawing/2014/main" id="{CF091C08-6462-4395-9078-9644AAC7CE3D}"/>
                </a:ext>
              </a:extLst>
            </p:cNvPr>
            <p:cNvSpPr txBox="1"/>
            <p:nvPr/>
          </p:nvSpPr>
          <p:spPr>
            <a:xfrm>
              <a:off x="5205988" y="1545173"/>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4" name="文本框 233">
              <a:extLst>
                <a:ext uri="{FF2B5EF4-FFF2-40B4-BE49-F238E27FC236}">
                  <a16:creationId xmlns:a16="http://schemas.microsoft.com/office/drawing/2014/main" id="{39FD03CF-FE8A-4A6F-A2BD-C8CA5196CE5C}"/>
                </a:ext>
              </a:extLst>
            </p:cNvPr>
            <p:cNvSpPr txBox="1"/>
            <p:nvPr/>
          </p:nvSpPr>
          <p:spPr>
            <a:xfrm>
              <a:off x="5549418" y="1545173"/>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5" name="文本框 234">
              <a:extLst>
                <a:ext uri="{FF2B5EF4-FFF2-40B4-BE49-F238E27FC236}">
                  <a16:creationId xmlns:a16="http://schemas.microsoft.com/office/drawing/2014/main" id="{710D9540-8AD6-4C4E-B5E8-E02CBBF5CD35}"/>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6" name="文本框 235">
              <a:extLst>
                <a:ext uri="{FF2B5EF4-FFF2-40B4-BE49-F238E27FC236}">
                  <a16:creationId xmlns:a16="http://schemas.microsoft.com/office/drawing/2014/main" id="{F5F9DE85-F77E-4E69-A16A-10050903E2FA}"/>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7" name="文本框 236">
              <a:extLst>
                <a:ext uri="{FF2B5EF4-FFF2-40B4-BE49-F238E27FC236}">
                  <a16:creationId xmlns:a16="http://schemas.microsoft.com/office/drawing/2014/main" id="{A8DBF08B-2D13-489A-954D-C635A1D46247}"/>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8" name="文本框 237">
              <a:extLst>
                <a:ext uri="{FF2B5EF4-FFF2-40B4-BE49-F238E27FC236}">
                  <a16:creationId xmlns:a16="http://schemas.microsoft.com/office/drawing/2014/main" id="{F83DDB6F-FCE0-47CA-BCC3-DBC071C83267}"/>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39" name="矩形 238">
              <a:extLst>
                <a:ext uri="{FF2B5EF4-FFF2-40B4-BE49-F238E27FC236}">
                  <a16:creationId xmlns:a16="http://schemas.microsoft.com/office/drawing/2014/main" id="{90B4EAA7-8BFD-4F7B-B00E-75AC194D2501}"/>
                </a:ext>
              </a:extLst>
            </p:cNvPr>
            <p:cNvSpPr/>
            <p:nvPr/>
          </p:nvSpPr>
          <p:spPr>
            <a:xfrm>
              <a:off x="4604077" y="1540318"/>
              <a:ext cx="1296351" cy="32273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60" name="组合 259">
            <a:extLst>
              <a:ext uri="{FF2B5EF4-FFF2-40B4-BE49-F238E27FC236}">
                <a16:creationId xmlns:a16="http://schemas.microsoft.com/office/drawing/2014/main" id="{B3E500E4-64BE-49E0-8ACC-3B198D7400C9}"/>
              </a:ext>
            </a:extLst>
          </p:cNvPr>
          <p:cNvGrpSpPr/>
          <p:nvPr/>
        </p:nvGrpSpPr>
        <p:grpSpPr>
          <a:xfrm>
            <a:off x="7425411" y="5751638"/>
            <a:ext cx="1296351" cy="326172"/>
            <a:chOff x="4604077" y="1540318"/>
            <a:chExt cx="1296351" cy="326172"/>
          </a:xfrm>
        </p:grpSpPr>
        <p:sp>
          <p:nvSpPr>
            <p:cNvPr id="261" name="文本框 260">
              <a:extLst>
                <a:ext uri="{FF2B5EF4-FFF2-40B4-BE49-F238E27FC236}">
                  <a16:creationId xmlns:a16="http://schemas.microsoft.com/office/drawing/2014/main" id="{0A43F4BE-D15A-41D3-BE60-7F1641D7CD99}"/>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2" name="文本框 261">
              <a:extLst>
                <a:ext uri="{FF2B5EF4-FFF2-40B4-BE49-F238E27FC236}">
                  <a16:creationId xmlns:a16="http://schemas.microsoft.com/office/drawing/2014/main" id="{939D5216-84C2-4ED6-8627-03052211643F}"/>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63" name="文本框 262">
              <a:extLst>
                <a:ext uri="{FF2B5EF4-FFF2-40B4-BE49-F238E27FC236}">
                  <a16:creationId xmlns:a16="http://schemas.microsoft.com/office/drawing/2014/main" id="{0ECC6A8C-B410-4B91-8A8C-26CB1B6E161D}"/>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4" name="文本框 263">
              <a:extLst>
                <a:ext uri="{FF2B5EF4-FFF2-40B4-BE49-F238E27FC236}">
                  <a16:creationId xmlns:a16="http://schemas.microsoft.com/office/drawing/2014/main" id="{281F8211-CA4C-434B-B4F4-D0CBF9F2D13E}"/>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5" name="文本框 264">
              <a:extLst>
                <a:ext uri="{FF2B5EF4-FFF2-40B4-BE49-F238E27FC236}">
                  <a16:creationId xmlns:a16="http://schemas.microsoft.com/office/drawing/2014/main" id="{A17C9581-73D8-46E8-86AB-0E2EF2C9E13E}"/>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6" name="文本框 265">
              <a:extLst>
                <a:ext uri="{FF2B5EF4-FFF2-40B4-BE49-F238E27FC236}">
                  <a16:creationId xmlns:a16="http://schemas.microsoft.com/office/drawing/2014/main" id="{FC2D40AF-177F-470B-8F3C-4BCD0D7306CA}"/>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7" name="文本框 266">
              <a:extLst>
                <a:ext uri="{FF2B5EF4-FFF2-40B4-BE49-F238E27FC236}">
                  <a16:creationId xmlns:a16="http://schemas.microsoft.com/office/drawing/2014/main" id="{D341E968-75A6-41CB-8788-7EDBEA758F29}"/>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8" name="文本框 267">
              <a:extLst>
                <a:ext uri="{FF2B5EF4-FFF2-40B4-BE49-F238E27FC236}">
                  <a16:creationId xmlns:a16="http://schemas.microsoft.com/office/drawing/2014/main" id="{FAC608D3-F2AC-49F0-A65A-59CEFF04031E}"/>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9" name="矩形 268">
              <a:extLst>
                <a:ext uri="{FF2B5EF4-FFF2-40B4-BE49-F238E27FC236}">
                  <a16:creationId xmlns:a16="http://schemas.microsoft.com/office/drawing/2014/main" id="{8E4651E9-3F51-4151-A3D2-1FCA91EB873C}"/>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70" name="组合 269">
            <a:extLst>
              <a:ext uri="{FF2B5EF4-FFF2-40B4-BE49-F238E27FC236}">
                <a16:creationId xmlns:a16="http://schemas.microsoft.com/office/drawing/2014/main" id="{6724FFDA-C115-4FB0-9F7D-0049E0632890}"/>
              </a:ext>
            </a:extLst>
          </p:cNvPr>
          <p:cNvGrpSpPr/>
          <p:nvPr/>
        </p:nvGrpSpPr>
        <p:grpSpPr>
          <a:xfrm>
            <a:off x="5999898" y="5738634"/>
            <a:ext cx="1296351" cy="326172"/>
            <a:chOff x="4604077" y="1540318"/>
            <a:chExt cx="1296351" cy="326172"/>
          </a:xfrm>
        </p:grpSpPr>
        <p:sp>
          <p:nvSpPr>
            <p:cNvPr id="271" name="文本框 270">
              <a:extLst>
                <a:ext uri="{FF2B5EF4-FFF2-40B4-BE49-F238E27FC236}">
                  <a16:creationId xmlns:a16="http://schemas.microsoft.com/office/drawing/2014/main" id="{6AECE099-50CD-46F9-BC2B-3A2378698764}"/>
                </a:ext>
              </a:extLst>
            </p:cNvPr>
            <p:cNvSpPr txBox="1"/>
            <p:nvPr/>
          </p:nvSpPr>
          <p:spPr>
            <a:xfrm>
              <a:off x="4860867"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2" name="文本框 271">
              <a:extLst>
                <a:ext uri="{FF2B5EF4-FFF2-40B4-BE49-F238E27FC236}">
                  <a16:creationId xmlns:a16="http://schemas.microsoft.com/office/drawing/2014/main" id="{DE27A650-BCDE-4BB2-9453-44A774DDA685}"/>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73" name="文本框 272">
              <a:extLst>
                <a:ext uri="{FF2B5EF4-FFF2-40B4-BE49-F238E27FC236}">
                  <a16:creationId xmlns:a16="http://schemas.microsoft.com/office/drawing/2014/main" id="{C5477AD7-015C-4C28-9167-861130D65B23}"/>
                </a:ext>
              </a:extLst>
            </p:cNvPr>
            <p:cNvSpPr txBox="1"/>
            <p:nvPr/>
          </p:nvSpPr>
          <p:spPr>
            <a:xfrm>
              <a:off x="5207050" y="154756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4" name="文本框 273">
              <a:extLst>
                <a:ext uri="{FF2B5EF4-FFF2-40B4-BE49-F238E27FC236}">
                  <a16:creationId xmlns:a16="http://schemas.microsoft.com/office/drawing/2014/main" id="{FED74A6A-DF28-402E-93CE-3761140C61E9}"/>
                </a:ext>
              </a:extLst>
            </p:cNvPr>
            <p:cNvSpPr txBox="1"/>
            <p:nvPr/>
          </p:nvSpPr>
          <p:spPr>
            <a:xfrm>
              <a:off x="5548703" y="1544476"/>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5" name="文本框 274">
              <a:extLst>
                <a:ext uri="{FF2B5EF4-FFF2-40B4-BE49-F238E27FC236}">
                  <a16:creationId xmlns:a16="http://schemas.microsoft.com/office/drawing/2014/main" id="{4BD73BAE-1D97-4DC0-83F4-DD2E23AD6C94}"/>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6" name="文本框 275">
              <a:extLst>
                <a:ext uri="{FF2B5EF4-FFF2-40B4-BE49-F238E27FC236}">
                  <a16:creationId xmlns:a16="http://schemas.microsoft.com/office/drawing/2014/main" id="{0CE9187C-164A-4245-9C5D-6247A2C67C0A}"/>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7" name="文本框 276">
              <a:extLst>
                <a:ext uri="{FF2B5EF4-FFF2-40B4-BE49-F238E27FC236}">
                  <a16:creationId xmlns:a16="http://schemas.microsoft.com/office/drawing/2014/main" id="{73221050-9B1F-4350-932E-4B5B9A9FFECE}"/>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8" name="文本框 277">
              <a:extLst>
                <a:ext uri="{FF2B5EF4-FFF2-40B4-BE49-F238E27FC236}">
                  <a16:creationId xmlns:a16="http://schemas.microsoft.com/office/drawing/2014/main" id="{C76FA917-B6C3-4075-8603-489A26CF46BF}"/>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9" name="矩形 278">
              <a:extLst>
                <a:ext uri="{FF2B5EF4-FFF2-40B4-BE49-F238E27FC236}">
                  <a16:creationId xmlns:a16="http://schemas.microsoft.com/office/drawing/2014/main" id="{847E2E78-8AEC-4F4D-A77E-2514D5295345}"/>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34" name="直接连接符 33">
            <a:extLst>
              <a:ext uri="{FF2B5EF4-FFF2-40B4-BE49-F238E27FC236}">
                <a16:creationId xmlns:a16="http://schemas.microsoft.com/office/drawing/2014/main" id="{648F5B48-0941-45F7-9C03-F9443DCE7592}"/>
              </a:ext>
            </a:extLst>
          </p:cNvPr>
          <p:cNvCxnSpPr>
            <a:cxnSpLocks/>
          </p:cNvCxnSpPr>
          <p:nvPr/>
        </p:nvCxnSpPr>
        <p:spPr>
          <a:xfrm>
            <a:off x="7979416" y="5249182"/>
            <a:ext cx="87191" cy="502456"/>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16672B17-E427-4566-8772-1804D54E2756}"/>
              </a:ext>
            </a:extLst>
          </p:cNvPr>
          <p:cNvCxnSpPr>
            <a:cxnSpLocks/>
            <a:endCxn id="385" idx="0"/>
          </p:cNvCxnSpPr>
          <p:nvPr/>
        </p:nvCxnSpPr>
        <p:spPr>
          <a:xfrm>
            <a:off x="5704831" y="3841856"/>
            <a:ext cx="3104867" cy="457758"/>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3BB44320-51FE-4CA0-A4EA-90411B72527D}"/>
              </a:ext>
            </a:extLst>
          </p:cNvPr>
          <p:cNvCxnSpPr>
            <a:cxnSpLocks/>
            <a:endCxn id="339" idx="0"/>
          </p:cNvCxnSpPr>
          <p:nvPr/>
        </p:nvCxnSpPr>
        <p:spPr>
          <a:xfrm>
            <a:off x="8721762" y="4549033"/>
            <a:ext cx="1463307" cy="45333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23E9900-5F96-44C2-B4E0-479C3285D7E3}"/>
              </a:ext>
            </a:extLst>
          </p:cNvPr>
          <p:cNvCxnSpPr>
            <a:cxnSpLocks/>
          </p:cNvCxnSpPr>
          <p:nvPr/>
        </p:nvCxnSpPr>
        <p:spPr>
          <a:xfrm flipH="1">
            <a:off x="3071851" y="3846995"/>
            <a:ext cx="2284372" cy="43131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3092A60-7658-4BF7-B0B9-E5710BE8C37F}"/>
              </a:ext>
            </a:extLst>
          </p:cNvPr>
          <p:cNvCxnSpPr>
            <a:cxnSpLocks/>
            <a:endCxn id="363" idx="0"/>
          </p:cNvCxnSpPr>
          <p:nvPr/>
        </p:nvCxnSpPr>
        <p:spPr>
          <a:xfrm>
            <a:off x="2977983" y="4544835"/>
            <a:ext cx="1589554" cy="468900"/>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3D3B62F-8B86-4071-92B9-4E7660899C37}"/>
              </a:ext>
            </a:extLst>
          </p:cNvPr>
          <p:cNvCxnSpPr>
            <a:cxnSpLocks/>
          </p:cNvCxnSpPr>
          <p:nvPr/>
        </p:nvCxnSpPr>
        <p:spPr>
          <a:xfrm flipH="1">
            <a:off x="1635785" y="4541817"/>
            <a:ext cx="985685" cy="459799"/>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006C357-973A-45AD-83B7-24375B5D086D}"/>
              </a:ext>
            </a:extLst>
          </p:cNvPr>
          <p:cNvCxnSpPr>
            <a:cxnSpLocks/>
            <a:endCxn id="363" idx="0"/>
          </p:cNvCxnSpPr>
          <p:nvPr/>
        </p:nvCxnSpPr>
        <p:spPr>
          <a:xfrm flipH="1">
            <a:off x="4567537" y="4534808"/>
            <a:ext cx="1262364" cy="47892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4E77198-4DCC-48DD-B426-DE80A1C35BB3}"/>
              </a:ext>
            </a:extLst>
          </p:cNvPr>
          <p:cNvCxnSpPr>
            <a:cxnSpLocks/>
          </p:cNvCxnSpPr>
          <p:nvPr/>
        </p:nvCxnSpPr>
        <p:spPr>
          <a:xfrm flipH="1">
            <a:off x="1624707" y="4547668"/>
            <a:ext cx="3858023" cy="458970"/>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97232C1-166A-41A8-BCD6-70786AFB22E6}"/>
              </a:ext>
            </a:extLst>
          </p:cNvPr>
          <p:cNvCxnSpPr>
            <a:cxnSpLocks/>
            <a:endCxn id="165" idx="0"/>
          </p:cNvCxnSpPr>
          <p:nvPr/>
        </p:nvCxnSpPr>
        <p:spPr>
          <a:xfrm>
            <a:off x="4478191" y="5258077"/>
            <a:ext cx="753660" cy="49734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479CCEA1-BFF6-4A4F-B167-F50E16CE708C}"/>
              </a:ext>
            </a:extLst>
          </p:cNvPr>
          <p:cNvCxnSpPr>
            <a:cxnSpLocks/>
            <a:endCxn id="219" idx="0"/>
          </p:cNvCxnSpPr>
          <p:nvPr/>
        </p:nvCxnSpPr>
        <p:spPr>
          <a:xfrm flipH="1">
            <a:off x="3813729" y="5256995"/>
            <a:ext cx="321274" cy="49651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5A36BCC-E8A2-41EF-8D04-0E86153E39E8}"/>
              </a:ext>
            </a:extLst>
          </p:cNvPr>
          <p:cNvCxnSpPr>
            <a:cxnSpLocks/>
          </p:cNvCxnSpPr>
          <p:nvPr/>
        </p:nvCxnSpPr>
        <p:spPr>
          <a:xfrm>
            <a:off x="1529547" y="5266393"/>
            <a:ext cx="867738" cy="48491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3F51E3A-01A9-4791-8F4B-4C573CB7831A}"/>
              </a:ext>
            </a:extLst>
          </p:cNvPr>
          <p:cNvCxnSpPr>
            <a:cxnSpLocks/>
          </p:cNvCxnSpPr>
          <p:nvPr/>
        </p:nvCxnSpPr>
        <p:spPr>
          <a:xfrm flipH="1">
            <a:off x="986223" y="5268062"/>
            <a:ext cx="192526" cy="48491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8589954-2E6D-46B9-89EE-E912D9423083}"/>
              </a:ext>
            </a:extLst>
          </p:cNvPr>
          <p:cNvCxnSpPr>
            <a:cxnSpLocks/>
            <a:endCxn id="229" idx="0"/>
          </p:cNvCxnSpPr>
          <p:nvPr/>
        </p:nvCxnSpPr>
        <p:spPr>
          <a:xfrm flipH="1">
            <a:off x="2403637" y="5255556"/>
            <a:ext cx="247724" cy="498740"/>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6D1D03D-6D3F-4AEF-BC48-F53D8036BC39}"/>
              </a:ext>
            </a:extLst>
          </p:cNvPr>
          <p:cNvCxnSpPr>
            <a:cxnSpLocks/>
          </p:cNvCxnSpPr>
          <p:nvPr/>
        </p:nvCxnSpPr>
        <p:spPr>
          <a:xfrm flipH="1">
            <a:off x="979909" y="5251877"/>
            <a:ext cx="1679169" cy="510980"/>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E7653BF6-2DE9-4A3E-A98E-B73AFC600F2A}"/>
              </a:ext>
            </a:extLst>
          </p:cNvPr>
          <p:cNvCxnSpPr>
            <a:cxnSpLocks/>
            <a:endCxn id="259" idx="0"/>
          </p:cNvCxnSpPr>
          <p:nvPr/>
        </p:nvCxnSpPr>
        <p:spPr>
          <a:xfrm flipH="1">
            <a:off x="9493470" y="5252958"/>
            <a:ext cx="268982" cy="499901"/>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170B7BD-5ACD-4DC2-9315-6FEDCB11D829}"/>
              </a:ext>
            </a:extLst>
          </p:cNvPr>
          <p:cNvCxnSpPr>
            <a:cxnSpLocks/>
            <a:endCxn id="259" idx="0"/>
          </p:cNvCxnSpPr>
          <p:nvPr/>
        </p:nvCxnSpPr>
        <p:spPr>
          <a:xfrm>
            <a:off x="8335597" y="5251457"/>
            <a:ext cx="1157873" cy="50140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79C80B6-822E-4B9E-993C-2E20B9756545}"/>
              </a:ext>
            </a:extLst>
          </p:cNvPr>
          <p:cNvCxnSpPr>
            <a:cxnSpLocks/>
            <a:endCxn id="339" idx="0"/>
          </p:cNvCxnSpPr>
          <p:nvPr/>
        </p:nvCxnSpPr>
        <p:spPr>
          <a:xfrm>
            <a:off x="6171187" y="4537819"/>
            <a:ext cx="4013882" cy="464546"/>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7CF1C765-D206-4B4B-A04C-B5E1D5EE9BB6}"/>
              </a:ext>
            </a:extLst>
          </p:cNvPr>
          <p:cNvCxnSpPr>
            <a:cxnSpLocks/>
            <a:endCxn id="165" idx="0"/>
          </p:cNvCxnSpPr>
          <p:nvPr/>
        </p:nvCxnSpPr>
        <p:spPr>
          <a:xfrm>
            <a:off x="3340011" y="5260131"/>
            <a:ext cx="1891840" cy="495293"/>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1A267F0-16BD-4CF8-8319-8E8E24D9D797}"/>
              </a:ext>
            </a:extLst>
          </p:cNvPr>
          <p:cNvCxnSpPr>
            <a:cxnSpLocks/>
          </p:cNvCxnSpPr>
          <p:nvPr/>
        </p:nvCxnSpPr>
        <p:spPr>
          <a:xfrm flipH="1">
            <a:off x="3080477" y="4542364"/>
            <a:ext cx="2397732" cy="473379"/>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0DEEDADB-A3D1-4F07-AE61-3B47F0DFD287}"/>
              </a:ext>
            </a:extLst>
          </p:cNvPr>
          <p:cNvCxnSpPr>
            <a:cxnSpLocks/>
            <a:endCxn id="219" idx="0"/>
          </p:cNvCxnSpPr>
          <p:nvPr/>
        </p:nvCxnSpPr>
        <p:spPr>
          <a:xfrm>
            <a:off x="3003065" y="5255556"/>
            <a:ext cx="810664" cy="497956"/>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763B3B7-D0EF-41D5-8F09-031459AE583C}"/>
              </a:ext>
            </a:extLst>
          </p:cNvPr>
          <p:cNvCxnSpPr>
            <a:cxnSpLocks/>
          </p:cNvCxnSpPr>
          <p:nvPr/>
        </p:nvCxnSpPr>
        <p:spPr>
          <a:xfrm>
            <a:off x="5824412" y="4539803"/>
            <a:ext cx="2249805" cy="46268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06B26EB-984F-4E20-A715-9378D813274E}"/>
              </a:ext>
            </a:extLst>
          </p:cNvPr>
          <p:cNvCxnSpPr>
            <a:cxnSpLocks/>
            <a:endCxn id="259" idx="0"/>
          </p:cNvCxnSpPr>
          <p:nvPr/>
        </p:nvCxnSpPr>
        <p:spPr>
          <a:xfrm>
            <a:off x="8334503" y="5254527"/>
            <a:ext cx="1158967" cy="49833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0A84F638-FEF7-4A15-9F08-BE604DD8A1E2}"/>
              </a:ext>
            </a:extLst>
          </p:cNvPr>
          <p:cNvSpPr txBox="1"/>
          <p:nvPr/>
        </p:nvSpPr>
        <p:spPr>
          <a:xfrm>
            <a:off x="5538775" y="4339258"/>
            <a:ext cx="231969"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45</a:t>
            </a:r>
            <a:endParaRPr lang="zh-CN" altLang="en-US" b="1"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A128FF7-6422-4DDD-9DCA-256041E5D786}"/>
              </a:ext>
            </a:extLst>
          </p:cNvPr>
          <p:cNvSpPr txBox="1"/>
          <p:nvPr/>
        </p:nvSpPr>
        <p:spPr>
          <a:xfrm>
            <a:off x="2712454" y="5043283"/>
            <a:ext cx="235753"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24</a:t>
            </a:r>
            <a:endParaRPr lang="zh-CN" altLang="en-US"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A62743A8-D562-4276-BB21-8BEDAC2A1537}"/>
              </a:ext>
            </a:extLst>
          </p:cNvPr>
          <p:cNvSpPr txBox="1"/>
          <p:nvPr/>
        </p:nvSpPr>
        <p:spPr>
          <a:xfrm>
            <a:off x="7688641" y="5029313"/>
            <a:ext cx="244976" cy="276999"/>
          </a:xfrm>
          <a:prstGeom prst="rect">
            <a:avLst/>
          </a:prstGeom>
          <a:solidFill>
            <a:schemeClr val="tx2">
              <a:lumMod val="10000"/>
              <a:lumOff val="90000"/>
            </a:schemeClr>
          </a:solidFill>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53</a:t>
            </a:r>
            <a:endParaRPr lang="zh-CN" altLang="en-US" b="1"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A811754D-E1FC-4B26-AB81-DB1FDAFED89F}"/>
              </a:ext>
            </a:extLst>
          </p:cNvPr>
          <p:cNvSpPr txBox="1"/>
          <p:nvPr/>
        </p:nvSpPr>
        <p:spPr>
          <a:xfrm>
            <a:off x="8028935" y="5031694"/>
            <a:ext cx="253489" cy="276999"/>
          </a:xfrm>
          <a:prstGeom prst="rect">
            <a:avLst/>
          </a:prstGeom>
          <a:solidFill>
            <a:schemeClr val="tx2">
              <a:lumMod val="10000"/>
              <a:lumOff val="90000"/>
            </a:schemeClr>
          </a:solidFill>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90</a:t>
            </a:r>
            <a:endParaRPr lang="zh-CN" altLang="en-US" b="1"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6C5EF08C-FD6C-4A42-B912-70517888C8BE}"/>
              </a:ext>
            </a:extLst>
          </p:cNvPr>
          <p:cNvSpPr txBox="1"/>
          <p:nvPr/>
        </p:nvSpPr>
        <p:spPr>
          <a:xfrm>
            <a:off x="2093426" y="5783173"/>
            <a:ext cx="105940"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284A0BA0-6122-4D2E-A2E1-2BBAF84170D9}"/>
              </a:ext>
            </a:extLst>
          </p:cNvPr>
          <p:cNvSpPr txBox="1"/>
          <p:nvPr/>
        </p:nvSpPr>
        <p:spPr>
          <a:xfrm>
            <a:off x="2374862" y="5777373"/>
            <a:ext cx="230141"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12</a:t>
            </a:r>
            <a:endParaRPr lang="zh-CN" altLang="en-US" b="1"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B6FE1930-3BC9-4FA6-AB01-E340DAC61A70}"/>
              </a:ext>
            </a:extLst>
          </p:cNvPr>
          <p:cNvSpPr txBox="1"/>
          <p:nvPr/>
        </p:nvSpPr>
        <p:spPr>
          <a:xfrm>
            <a:off x="3371515" y="6517391"/>
            <a:ext cx="254899" cy="276999"/>
          </a:xfrm>
          <a:prstGeom prst="rect">
            <a:avLst/>
          </a:prstGeom>
          <a:noFill/>
        </p:spPr>
        <p:txBody>
          <a:bodyPr wrap="square" lIns="0" tIns="0" rIns="0" bIns="0" rtlCol="0">
            <a:spAutoFit/>
          </a:bodyPr>
          <a:lstStyle/>
          <a:p>
            <a:pPr algn="ctr"/>
            <a:r>
              <a:rPr lang="en-US" altLang="zh-CN" b="1" dirty="0">
                <a:solidFill>
                  <a:srgbClr val="C00000"/>
                </a:solidFill>
                <a:latin typeface="Times New Roman" panose="02020603050405020304" pitchFamily="18" charset="0"/>
                <a:cs typeface="Times New Roman" panose="02020603050405020304" pitchFamily="18" charset="0"/>
              </a:rPr>
              <a:t>30</a:t>
            </a:r>
            <a:endParaRPr lang="zh-CN" altLang="en-US" b="1" dirty="0">
              <a:solidFill>
                <a:srgbClr val="C00000"/>
              </a:solidFill>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E29A8B07-4259-45DA-B67A-367059F6539F}"/>
              </a:ext>
            </a:extLst>
          </p:cNvPr>
          <p:cNvSpPr txBox="1"/>
          <p:nvPr/>
        </p:nvSpPr>
        <p:spPr>
          <a:xfrm>
            <a:off x="3436482" y="5781549"/>
            <a:ext cx="240914"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37</a:t>
            </a:r>
            <a:endParaRPr lang="zh-CN" altLang="en-US" b="1" dirty="0">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567E5BAB-C062-4E65-B6C2-0967607BE672}"/>
              </a:ext>
            </a:extLst>
          </p:cNvPr>
          <p:cNvSpPr txBox="1"/>
          <p:nvPr/>
        </p:nvSpPr>
        <p:spPr>
          <a:xfrm>
            <a:off x="6276303" y="5770636"/>
            <a:ext cx="230141"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50</a:t>
            </a:r>
            <a:endParaRPr lang="zh-CN" altLang="en-US" b="1"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B630232A-7684-4AD1-BE61-2E7DAF564ED7}"/>
              </a:ext>
            </a:extLst>
          </p:cNvPr>
          <p:cNvSpPr txBox="1"/>
          <p:nvPr/>
        </p:nvSpPr>
        <p:spPr>
          <a:xfrm>
            <a:off x="7695105" y="5781848"/>
            <a:ext cx="238512"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61</a:t>
            </a:r>
            <a:endParaRPr lang="zh-CN" altLang="en-US" b="1" dirty="0">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38607D23-4E31-453D-BAD5-64D09A08A140}"/>
              </a:ext>
            </a:extLst>
          </p:cNvPr>
          <p:cNvSpPr txBox="1"/>
          <p:nvPr/>
        </p:nvSpPr>
        <p:spPr>
          <a:xfrm>
            <a:off x="8041712" y="5781502"/>
            <a:ext cx="238512"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70</a:t>
            </a:r>
            <a:endParaRPr lang="zh-CN" altLang="en-US" b="1" dirty="0">
              <a:latin typeface="Times New Roman" panose="02020603050405020304" pitchFamily="18" charset="0"/>
              <a:cs typeface="Times New Roman" panose="02020603050405020304" pitchFamily="18" charset="0"/>
            </a:endParaRPr>
          </a:p>
        </p:txBody>
      </p:sp>
      <p:grpSp>
        <p:nvGrpSpPr>
          <p:cNvPr id="57" name="组合 56">
            <a:extLst>
              <a:ext uri="{FF2B5EF4-FFF2-40B4-BE49-F238E27FC236}">
                <a16:creationId xmlns:a16="http://schemas.microsoft.com/office/drawing/2014/main" id="{492F942D-38AD-42E5-8AD1-A9877FB599B3}"/>
              </a:ext>
            </a:extLst>
          </p:cNvPr>
          <p:cNvGrpSpPr/>
          <p:nvPr/>
        </p:nvGrpSpPr>
        <p:grpSpPr>
          <a:xfrm>
            <a:off x="5399049" y="3852376"/>
            <a:ext cx="500901" cy="437732"/>
            <a:chOff x="8153284" y="1190995"/>
            <a:chExt cx="500901" cy="3039496"/>
          </a:xfrm>
        </p:grpSpPr>
        <p:cxnSp>
          <p:nvCxnSpPr>
            <p:cNvPr id="58" name="直接箭头连接符 57">
              <a:extLst>
                <a:ext uri="{FF2B5EF4-FFF2-40B4-BE49-F238E27FC236}">
                  <a16:creationId xmlns:a16="http://schemas.microsoft.com/office/drawing/2014/main" id="{92FD8D66-2F62-4B97-8081-06CFACEF2C31}"/>
                </a:ext>
              </a:extLst>
            </p:cNvPr>
            <p:cNvCxnSpPr>
              <a:cxnSpLocks/>
            </p:cNvCxnSpPr>
            <p:nvPr/>
          </p:nvCxnSpPr>
          <p:spPr>
            <a:xfrm>
              <a:off x="8437579" y="2347023"/>
              <a:ext cx="216606" cy="188346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E2654310-1D28-4D36-995F-FE5919376141}"/>
                </a:ext>
              </a:extLst>
            </p:cNvPr>
            <p:cNvSpPr txBox="1"/>
            <p:nvPr/>
          </p:nvSpPr>
          <p:spPr>
            <a:xfrm>
              <a:off x="8153284" y="1190995"/>
              <a:ext cx="347055" cy="2137123"/>
            </a:xfrm>
            <a:prstGeom prst="rect">
              <a:avLst/>
            </a:prstGeom>
            <a:noFill/>
          </p:spPr>
          <p:txBody>
            <a:bodyPr wrap="square" lIns="36000" tIns="0" rIns="36000" bIns="0" rtlCol="0">
              <a:spAutoFit/>
            </a:bodyPr>
            <a:lstStyle/>
            <a:p>
              <a:r>
                <a:rPr lang="en-US" altLang="zh-CN" sz="2000" b="1" dirty="0" err="1">
                  <a:latin typeface="Times New Roman" panose="02020603050405020304" pitchFamily="18" charset="0"/>
                  <a:cs typeface="Times New Roman" panose="02020603050405020304" pitchFamily="18" charset="0"/>
                </a:rPr>
                <a:t>bt</a:t>
              </a:r>
              <a:endParaRPr lang="zh-CN" altLang="en-US" sz="2000" b="1" dirty="0">
                <a:latin typeface="Times New Roman" panose="02020603050405020304" pitchFamily="18" charset="0"/>
                <a:cs typeface="Times New Roman" panose="02020603050405020304" pitchFamily="18" charset="0"/>
              </a:endParaRPr>
            </a:p>
          </p:txBody>
        </p:sp>
      </p:grpSp>
      <p:sp>
        <p:nvSpPr>
          <p:cNvPr id="60" name="文本框 59">
            <a:extLst>
              <a:ext uri="{FF2B5EF4-FFF2-40B4-BE49-F238E27FC236}">
                <a16:creationId xmlns:a16="http://schemas.microsoft.com/office/drawing/2014/main" id="{8968D21A-3BCA-4122-A307-81F645FC2A3E}"/>
              </a:ext>
            </a:extLst>
          </p:cNvPr>
          <p:cNvSpPr txBox="1"/>
          <p:nvPr/>
        </p:nvSpPr>
        <p:spPr>
          <a:xfrm>
            <a:off x="2633270" y="6471224"/>
            <a:ext cx="877163" cy="369332"/>
          </a:xfrm>
          <a:prstGeom prst="rect">
            <a:avLst/>
          </a:prstGeom>
          <a:noFill/>
        </p:spPr>
        <p:txBody>
          <a:bodyPr wrap="none" rtlCol="0">
            <a:spAutoFit/>
          </a:bodyPr>
          <a:lstStyle/>
          <a:p>
            <a:r>
              <a:rPr lang="zh-CN" altLang="en-US" b="1" dirty="0"/>
              <a:t>插入：</a:t>
            </a:r>
          </a:p>
        </p:txBody>
      </p:sp>
      <p:sp>
        <p:nvSpPr>
          <p:cNvPr id="61" name="文本框 60">
            <a:extLst>
              <a:ext uri="{FF2B5EF4-FFF2-40B4-BE49-F238E27FC236}">
                <a16:creationId xmlns:a16="http://schemas.microsoft.com/office/drawing/2014/main" id="{6E91259A-A4A1-41EF-9E3D-6A982FB03E48}"/>
              </a:ext>
            </a:extLst>
          </p:cNvPr>
          <p:cNvSpPr txBox="1"/>
          <p:nvPr/>
        </p:nvSpPr>
        <p:spPr>
          <a:xfrm>
            <a:off x="3371514" y="6517390"/>
            <a:ext cx="254899" cy="276999"/>
          </a:xfrm>
          <a:prstGeom prst="rect">
            <a:avLst/>
          </a:prstGeom>
          <a:noFill/>
        </p:spPr>
        <p:txBody>
          <a:bodyPr wrap="square" lIns="0" tIns="0" rIns="0" bIns="0" rtlCol="0">
            <a:spAutoFit/>
          </a:bodyPr>
          <a:lstStyle/>
          <a:p>
            <a:pPr algn="ctr"/>
            <a:r>
              <a:rPr lang="en-US" altLang="zh-CN" b="1" dirty="0">
                <a:solidFill>
                  <a:srgbClr val="C00000"/>
                </a:solidFill>
                <a:latin typeface="Times New Roman" panose="02020603050405020304" pitchFamily="18" charset="0"/>
                <a:cs typeface="Times New Roman" panose="02020603050405020304" pitchFamily="18" charset="0"/>
              </a:rPr>
              <a:t>26</a:t>
            </a:r>
            <a:endParaRPr lang="zh-CN" altLang="en-US" b="1" dirty="0">
              <a:solidFill>
                <a:srgbClr val="C00000"/>
              </a:solidFill>
              <a:latin typeface="Times New Roman" panose="02020603050405020304" pitchFamily="18" charset="0"/>
              <a:cs typeface="Times New Roman" panose="02020603050405020304" pitchFamily="18" charset="0"/>
            </a:endParaRPr>
          </a:p>
        </p:txBody>
      </p:sp>
      <p:sp>
        <p:nvSpPr>
          <p:cNvPr id="62" name="文本框 61">
            <a:extLst>
              <a:ext uri="{FF2B5EF4-FFF2-40B4-BE49-F238E27FC236}">
                <a16:creationId xmlns:a16="http://schemas.microsoft.com/office/drawing/2014/main" id="{8510AA40-B0F9-4D92-B839-24BC2B43C66F}"/>
              </a:ext>
            </a:extLst>
          </p:cNvPr>
          <p:cNvSpPr txBox="1"/>
          <p:nvPr/>
        </p:nvSpPr>
        <p:spPr>
          <a:xfrm>
            <a:off x="3371514" y="6513910"/>
            <a:ext cx="254899" cy="276999"/>
          </a:xfrm>
          <a:prstGeom prst="rect">
            <a:avLst/>
          </a:prstGeom>
          <a:noFill/>
        </p:spPr>
        <p:txBody>
          <a:bodyPr wrap="square" lIns="0" tIns="0" rIns="0" bIns="0" rtlCol="0">
            <a:spAutoFit/>
          </a:bodyPr>
          <a:lstStyle/>
          <a:p>
            <a:pPr algn="ctr"/>
            <a:r>
              <a:rPr lang="en-US" altLang="zh-CN" b="1" dirty="0">
                <a:solidFill>
                  <a:srgbClr val="C00000"/>
                </a:solidFill>
                <a:latin typeface="Times New Roman" panose="02020603050405020304" pitchFamily="18" charset="0"/>
                <a:cs typeface="Times New Roman" panose="02020603050405020304" pitchFamily="18" charset="0"/>
              </a:rPr>
              <a:t>85</a:t>
            </a:r>
            <a:endParaRPr lang="zh-CN" altLang="en-US" b="1" dirty="0">
              <a:solidFill>
                <a:srgbClr val="C00000"/>
              </a:solidFill>
              <a:latin typeface="Times New Roman" panose="02020603050405020304" pitchFamily="18" charset="0"/>
              <a:cs typeface="Times New Roman" panose="02020603050405020304" pitchFamily="18" charset="0"/>
            </a:endParaRPr>
          </a:p>
        </p:txBody>
      </p:sp>
      <p:cxnSp>
        <p:nvCxnSpPr>
          <p:cNvPr id="63" name="直接连接符 62">
            <a:extLst>
              <a:ext uri="{FF2B5EF4-FFF2-40B4-BE49-F238E27FC236}">
                <a16:creationId xmlns:a16="http://schemas.microsoft.com/office/drawing/2014/main" id="{7B7135FC-7781-46D4-AB69-BAA51AD5729C}"/>
              </a:ext>
            </a:extLst>
          </p:cNvPr>
          <p:cNvCxnSpPr>
            <a:cxnSpLocks/>
          </p:cNvCxnSpPr>
          <p:nvPr/>
        </p:nvCxnSpPr>
        <p:spPr>
          <a:xfrm>
            <a:off x="8666381" y="5252399"/>
            <a:ext cx="2230117" cy="495013"/>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4AEB76A4-06EE-4A4B-BB5B-D491166B800A}"/>
              </a:ext>
            </a:extLst>
          </p:cNvPr>
          <p:cNvSpPr txBox="1"/>
          <p:nvPr/>
        </p:nvSpPr>
        <p:spPr>
          <a:xfrm>
            <a:off x="3364606" y="6513910"/>
            <a:ext cx="254899" cy="276999"/>
          </a:xfrm>
          <a:prstGeom prst="rect">
            <a:avLst/>
          </a:prstGeom>
          <a:noFill/>
        </p:spPr>
        <p:txBody>
          <a:bodyPr wrap="square" lIns="0" tIns="0" rIns="0" bIns="0" rtlCol="0">
            <a:spAutoFit/>
          </a:bodyPr>
          <a:lstStyle/>
          <a:p>
            <a:pPr algn="ctr"/>
            <a:r>
              <a:rPr lang="en-US" altLang="zh-CN" b="1" dirty="0">
                <a:solidFill>
                  <a:srgbClr val="C00000"/>
                </a:solidFill>
                <a:latin typeface="Times New Roman" panose="02020603050405020304" pitchFamily="18" charset="0"/>
                <a:cs typeface="Times New Roman" panose="02020603050405020304" pitchFamily="18" charset="0"/>
              </a:rPr>
              <a:t>7</a:t>
            </a:r>
            <a:endParaRPr lang="zh-CN" altLang="en-US" b="1" dirty="0">
              <a:solidFill>
                <a:srgbClr val="C00000"/>
              </a:solidFill>
              <a:latin typeface="Times New Roman" panose="02020603050405020304" pitchFamily="18" charset="0"/>
              <a:cs typeface="Times New Roman" panose="02020603050405020304" pitchFamily="18" charset="0"/>
            </a:endParaRPr>
          </a:p>
        </p:txBody>
      </p:sp>
      <p:grpSp>
        <p:nvGrpSpPr>
          <p:cNvPr id="65" name="组合 64">
            <a:extLst>
              <a:ext uri="{FF2B5EF4-FFF2-40B4-BE49-F238E27FC236}">
                <a16:creationId xmlns:a16="http://schemas.microsoft.com/office/drawing/2014/main" id="{51C79720-5391-4B17-8B36-5A4AA118CD37}"/>
              </a:ext>
            </a:extLst>
          </p:cNvPr>
          <p:cNvGrpSpPr/>
          <p:nvPr/>
        </p:nvGrpSpPr>
        <p:grpSpPr>
          <a:xfrm>
            <a:off x="9493470" y="3505448"/>
            <a:ext cx="2575946" cy="1216038"/>
            <a:chOff x="9375310" y="2674626"/>
            <a:chExt cx="2575946" cy="1216038"/>
          </a:xfrm>
        </p:grpSpPr>
        <p:grpSp>
          <p:nvGrpSpPr>
            <p:cNvPr id="66" name="组合 65">
              <a:extLst>
                <a:ext uri="{FF2B5EF4-FFF2-40B4-BE49-F238E27FC236}">
                  <a16:creationId xmlns:a16="http://schemas.microsoft.com/office/drawing/2014/main" id="{62E9EB1B-1BCE-46B5-B6DA-ECE0487B3DE3}"/>
                </a:ext>
              </a:extLst>
            </p:cNvPr>
            <p:cNvGrpSpPr/>
            <p:nvPr/>
          </p:nvGrpSpPr>
          <p:grpSpPr>
            <a:xfrm>
              <a:off x="10320833" y="2910350"/>
              <a:ext cx="1361255" cy="646764"/>
              <a:chOff x="9089272" y="2618507"/>
              <a:chExt cx="1361255" cy="646764"/>
            </a:xfrm>
          </p:grpSpPr>
          <p:grpSp>
            <p:nvGrpSpPr>
              <p:cNvPr id="78" name="组合 77">
                <a:extLst>
                  <a:ext uri="{FF2B5EF4-FFF2-40B4-BE49-F238E27FC236}">
                    <a16:creationId xmlns:a16="http://schemas.microsoft.com/office/drawing/2014/main" id="{46C4F1A9-B22E-4C3D-84E3-3AF178DCD891}"/>
                  </a:ext>
                </a:extLst>
              </p:cNvPr>
              <p:cNvGrpSpPr/>
              <p:nvPr/>
            </p:nvGrpSpPr>
            <p:grpSpPr>
              <a:xfrm>
                <a:off x="9089272" y="2618507"/>
                <a:ext cx="1361255" cy="646764"/>
                <a:chOff x="9089272" y="2618507"/>
                <a:chExt cx="1361255" cy="646764"/>
              </a:xfrm>
            </p:grpSpPr>
            <p:grpSp>
              <p:nvGrpSpPr>
                <p:cNvPr id="80" name="组合 79">
                  <a:extLst>
                    <a:ext uri="{FF2B5EF4-FFF2-40B4-BE49-F238E27FC236}">
                      <a16:creationId xmlns:a16="http://schemas.microsoft.com/office/drawing/2014/main" id="{E1809EB9-4ED2-448B-8882-53B16D404D30}"/>
                    </a:ext>
                  </a:extLst>
                </p:cNvPr>
                <p:cNvGrpSpPr/>
                <p:nvPr/>
              </p:nvGrpSpPr>
              <p:grpSpPr>
                <a:xfrm>
                  <a:off x="9089272" y="2820634"/>
                  <a:ext cx="1361255" cy="444637"/>
                  <a:chOff x="9089272" y="2820634"/>
                  <a:chExt cx="1361255" cy="444637"/>
                </a:xfrm>
              </p:grpSpPr>
              <p:grpSp>
                <p:nvGrpSpPr>
                  <p:cNvPr id="82" name="组合 81">
                    <a:extLst>
                      <a:ext uri="{FF2B5EF4-FFF2-40B4-BE49-F238E27FC236}">
                        <a16:creationId xmlns:a16="http://schemas.microsoft.com/office/drawing/2014/main" id="{0BCA8FC9-D123-496A-B9DA-9733C2BCA93A}"/>
                      </a:ext>
                    </a:extLst>
                  </p:cNvPr>
                  <p:cNvGrpSpPr/>
                  <p:nvPr/>
                </p:nvGrpSpPr>
                <p:grpSpPr>
                  <a:xfrm>
                    <a:off x="9361523" y="2820634"/>
                    <a:ext cx="1089004" cy="277406"/>
                    <a:chOff x="9513923" y="2636701"/>
                    <a:chExt cx="1089004" cy="277406"/>
                  </a:xfrm>
                  <a:solidFill>
                    <a:schemeClr val="accent5">
                      <a:lumMod val="20000"/>
                      <a:lumOff val="80000"/>
                    </a:schemeClr>
                  </a:solidFill>
                </p:grpSpPr>
                <p:sp>
                  <p:nvSpPr>
                    <p:cNvPr id="89" name="文本框 88">
                      <a:extLst>
                        <a:ext uri="{FF2B5EF4-FFF2-40B4-BE49-F238E27FC236}">
                          <a16:creationId xmlns:a16="http://schemas.microsoft.com/office/drawing/2014/main" id="{D853DC61-D2DB-41E5-9BD7-5AF3ED141182}"/>
                        </a:ext>
                      </a:extLst>
                    </p:cNvPr>
                    <p:cNvSpPr txBox="1"/>
                    <p:nvPr/>
                  </p:nvSpPr>
                  <p:spPr>
                    <a:xfrm>
                      <a:off x="9513923" y="2637108"/>
                      <a:ext cx="272251" cy="276999"/>
                    </a:xfrm>
                    <a:prstGeom prst="rect">
                      <a:avLst/>
                    </a:prstGeom>
                    <a:solidFill>
                      <a:schemeClr val="accent3">
                        <a:lumMod val="20000"/>
                        <a:lumOff val="8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90" name="文本框 89">
                      <a:extLst>
                        <a:ext uri="{FF2B5EF4-FFF2-40B4-BE49-F238E27FC236}">
                          <a16:creationId xmlns:a16="http://schemas.microsoft.com/office/drawing/2014/main" id="{D08A5C88-7169-454D-B59D-7AB26136C3BC}"/>
                        </a:ext>
                      </a:extLst>
                    </p:cNvPr>
                    <p:cNvSpPr txBox="1"/>
                    <p:nvPr/>
                  </p:nvSpPr>
                  <p:spPr>
                    <a:xfrm>
                      <a:off x="9786174" y="2636951"/>
                      <a:ext cx="272251" cy="276999"/>
                    </a:xfrm>
                    <a:prstGeom prst="rect">
                      <a:avLst/>
                    </a:prstGeom>
                    <a:grp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91" name="文本框 90">
                      <a:extLst>
                        <a:ext uri="{FF2B5EF4-FFF2-40B4-BE49-F238E27FC236}">
                          <a16:creationId xmlns:a16="http://schemas.microsoft.com/office/drawing/2014/main" id="{80BA5A54-64D7-4253-A4D0-30E40AA80227}"/>
                        </a:ext>
                      </a:extLst>
                    </p:cNvPr>
                    <p:cNvSpPr txBox="1"/>
                    <p:nvPr/>
                  </p:nvSpPr>
                  <p:spPr>
                    <a:xfrm>
                      <a:off x="10058425" y="2636701"/>
                      <a:ext cx="272251" cy="276999"/>
                    </a:xfrm>
                    <a:prstGeom prst="rect">
                      <a:avLst/>
                    </a:prstGeom>
                    <a:grp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92" name="文本框 91">
                      <a:extLst>
                        <a:ext uri="{FF2B5EF4-FFF2-40B4-BE49-F238E27FC236}">
                          <a16:creationId xmlns:a16="http://schemas.microsoft.com/office/drawing/2014/main" id="{C6D5A437-B467-4CD3-82FE-286645322B38}"/>
                        </a:ext>
                      </a:extLst>
                    </p:cNvPr>
                    <p:cNvSpPr txBox="1"/>
                    <p:nvPr/>
                  </p:nvSpPr>
                  <p:spPr>
                    <a:xfrm>
                      <a:off x="10330676" y="2636951"/>
                      <a:ext cx="272251" cy="276999"/>
                    </a:xfrm>
                    <a:prstGeom prst="rect">
                      <a:avLst/>
                    </a:prstGeom>
                    <a:solidFill>
                      <a:schemeClr val="tx2">
                        <a:lumMod val="10000"/>
                        <a:lumOff val="9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grpSp>
                <p:nvGrpSpPr>
                  <p:cNvPr id="83" name="组合 82">
                    <a:extLst>
                      <a:ext uri="{FF2B5EF4-FFF2-40B4-BE49-F238E27FC236}">
                        <a16:creationId xmlns:a16="http://schemas.microsoft.com/office/drawing/2014/main" id="{664DF9E7-8CFF-4A13-BCB1-AE24D8304B4A}"/>
                      </a:ext>
                    </a:extLst>
                  </p:cNvPr>
                  <p:cNvGrpSpPr/>
                  <p:nvPr/>
                </p:nvGrpSpPr>
                <p:grpSpPr>
                  <a:xfrm>
                    <a:off x="9361523" y="3097633"/>
                    <a:ext cx="1089004" cy="167638"/>
                    <a:chOff x="9513923" y="2636701"/>
                    <a:chExt cx="1089004" cy="277406"/>
                  </a:xfrm>
                  <a:solidFill>
                    <a:schemeClr val="accent5">
                      <a:lumMod val="20000"/>
                      <a:lumOff val="80000"/>
                    </a:schemeClr>
                  </a:solidFill>
                </p:grpSpPr>
                <p:sp>
                  <p:nvSpPr>
                    <p:cNvPr id="85" name="文本框 84">
                      <a:extLst>
                        <a:ext uri="{FF2B5EF4-FFF2-40B4-BE49-F238E27FC236}">
                          <a16:creationId xmlns:a16="http://schemas.microsoft.com/office/drawing/2014/main" id="{7F4166B6-C4F6-402B-8D13-11008D5BB8D2}"/>
                        </a:ext>
                      </a:extLst>
                    </p:cNvPr>
                    <p:cNvSpPr txBox="1"/>
                    <p:nvPr/>
                  </p:nvSpPr>
                  <p:spPr>
                    <a:xfrm>
                      <a:off x="9513923" y="2637108"/>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86" name="文本框 85">
                      <a:extLst>
                        <a:ext uri="{FF2B5EF4-FFF2-40B4-BE49-F238E27FC236}">
                          <a16:creationId xmlns:a16="http://schemas.microsoft.com/office/drawing/2014/main" id="{A4D0A7FF-3380-4D3F-A659-C72F064C52FA}"/>
                        </a:ext>
                      </a:extLst>
                    </p:cNvPr>
                    <p:cNvSpPr txBox="1"/>
                    <p:nvPr/>
                  </p:nvSpPr>
                  <p:spPr>
                    <a:xfrm>
                      <a:off x="9786174" y="2636951"/>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87" name="文本框 86">
                      <a:extLst>
                        <a:ext uri="{FF2B5EF4-FFF2-40B4-BE49-F238E27FC236}">
                          <a16:creationId xmlns:a16="http://schemas.microsoft.com/office/drawing/2014/main" id="{12239A96-3EBA-42C5-9B57-9FC96D07E5EF}"/>
                        </a:ext>
                      </a:extLst>
                    </p:cNvPr>
                    <p:cNvSpPr txBox="1"/>
                    <p:nvPr/>
                  </p:nvSpPr>
                  <p:spPr>
                    <a:xfrm>
                      <a:off x="10058425" y="2636701"/>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sp>
                  <p:nvSpPr>
                    <p:cNvPr id="88" name="文本框 87">
                      <a:extLst>
                        <a:ext uri="{FF2B5EF4-FFF2-40B4-BE49-F238E27FC236}">
                          <a16:creationId xmlns:a16="http://schemas.microsoft.com/office/drawing/2014/main" id="{9EE91E2B-2B8E-47A5-827B-9EAAD1717EDC}"/>
                        </a:ext>
                      </a:extLst>
                    </p:cNvPr>
                    <p:cNvSpPr txBox="1"/>
                    <p:nvPr/>
                  </p:nvSpPr>
                  <p:spPr>
                    <a:xfrm>
                      <a:off x="10330676" y="2636951"/>
                      <a:ext cx="272251" cy="276999"/>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sp>
                <p:nvSpPr>
                  <p:cNvPr id="84" name="文本框 83">
                    <a:extLst>
                      <a:ext uri="{FF2B5EF4-FFF2-40B4-BE49-F238E27FC236}">
                        <a16:creationId xmlns:a16="http://schemas.microsoft.com/office/drawing/2014/main" id="{CA0FBB1D-DFCC-472A-9F97-BBB05B197093}"/>
                      </a:ext>
                    </a:extLst>
                  </p:cNvPr>
                  <p:cNvSpPr txBox="1"/>
                  <p:nvPr/>
                </p:nvSpPr>
                <p:spPr>
                  <a:xfrm>
                    <a:off x="9089272" y="2988233"/>
                    <a:ext cx="272251" cy="276999"/>
                  </a:xfrm>
                  <a:prstGeom prst="rect">
                    <a:avLst/>
                  </a:prstGeom>
                  <a:solidFill>
                    <a:schemeClr val="bg2"/>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sp>
              <p:nvSpPr>
                <p:cNvPr id="81" name="文本框 80">
                  <a:extLst>
                    <a:ext uri="{FF2B5EF4-FFF2-40B4-BE49-F238E27FC236}">
                      <a16:creationId xmlns:a16="http://schemas.microsoft.com/office/drawing/2014/main" id="{C27C770C-2405-4623-B3AB-F514497391F2}"/>
                    </a:ext>
                  </a:extLst>
                </p:cNvPr>
                <p:cNvSpPr txBox="1"/>
                <p:nvPr/>
              </p:nvSpPr>
              <p:spPr>
                <a:xfrm>
                  <a:off x="9458828" y="2618507"/>
                  <a:ext cx="929742" cy="215444"/>
                </a:xfrm>
                <a:prstGeom prst="rect">
                  <a:avLst/>
                </a:prstGeom>
                <a:noFill/>
              </p:spPr>
              <p:txBody>
                <a:bodyPr wrap="none" lIns="0" tIns="0" rIns="0" bIns="0" rtlCol="0">
                  <a:spAutoFit/>
                </a:bodyPr>
                <a:lstStyle/>
                <a:p>
                  <a:r>
                    <a:rPr lang="en-US" altLang="zh-CN" sz="1400" dirty="0"/>
                    <a:t>0  </a:t>
                  </a:r>
                  <a:r>
                    <a:rPr lang="en-US" altLang="zh-CN" sz="1100" dirty="0"/>
                    <a:t>  </a:t>
                  </a:r>
                  <a:r>
                    <a:rPr lang="en-US" altLang="zh-CN" sz="1400" dirty="0"/>
                    <a:t>1  </a:t>
                  </a:r>
                  <a:r>
                    <a:rPr lang="en-US" altLang="zh-CN" sz="1100" dirty="0"/>
                    <a:t>  </a:t>
                  </a:r>
                  <a:r>
                    <a:rPr lang="en-US" altLang="zh-CN" sz="1400" dirty="0"/>
                    <a:t>2  </a:t>
                  </a:r>
                  <a:r>
                    <a:rPr lang="en-US" altLang="zh-CN" sz="1100" dirty="0"/>
                    <a:t>  </a:t>
                  </a:r>
                  <a:r>
                    <a:rPr lang="en-US" altLang="zh-CN" sz="1400" dirty="0"/>
                    <a:t>3</a:t>
                  </a:r>
                  <a:endParaRPr lang="zh-CN" altLang="en-US" sz="1400" dirty="0"/>
                </a:p>
              </p:txBody>
            </p:sp>
          </p:grpSp>
          <p:sp>
            <p:nvSpPr>
              <p:cNvPr id="79" name="文本框 78">
                <a:extLst>
                  <a:ext uri="{FF2B5EF4-FFF2-40B4-BE49-F238E27FC236}">
                    <a16:creationId xmlns:a16="http://schemas.microsoft.com/office/drawing/2014/main" id="{7689128F-232C-432A-9501-4DA133375DBF}"/>
                  </a:ext>
                </a:extLst>
              </p:cNvPr>
              <p:cNvSpPr txBox="1"/>
              <p:nvPr/>
            </p:nvSpPr>
            <p:spPr>
              <a:xfrm>
                <a:off x="9089380" y="2820851"/>
                <a:ext cx="272251" cy="167392"/>
              </a:xfrm>
              <a:prstGeom prst="rect">
                <a:avLst/>
              </a:prstGeom>
              <a:solidFill>
                <a:schemeClr val="accent6">
                  <a:lumMod val="40000"/>
                  <a:lumOff val="60000"/>
                </a:schemeClr>
              </a:solidFill>
              <a:ln w="12700">
                <a:solidFill>
                  <a:schemeClr val="tx1"/>
                </a:solidFill>
              </a:ln>
            </p:spPr>
            <p:txBody>
              <a:bodyPr wrap="square" lIns="0" tIns="0" rIns="0" bIns="0" rtlCol="0">
                <a:spAutoFit/>
              </a:bodyPr>
              <a:lstStyle/>
              <a:p>
                <a:pPr algn="ctr"/>
                <a:endParaRPr lang="zh-CN" altLang="en-US" b="1" dirty="0">
                  <a:latin typeface="Times New Roman" panose="02020603050405020304" pitchFamily="18" charset="0"/>
                  <a:cs typeface="Times New Roman" panose="02020603050405020304" pitchFamily="18" charset="0"/>
                </a:endParaRPr>
              </a:p>
            </p:txBody>
          </p:sp>
        </p:grpSp>
        <p:sp>
          <p:nvSpPr>
            <p:cNvPr id="67" name="文本框 66">
              <a:extLst>
                <a:ext uri="{FF2B5EF4-FFF2-40B4-BE49-F238E27FC236}">
                  <a16:creationId xmlns:a16="http://schemas.microsoft.com/office/drawing/2014/main" id="{891D2005-F45D-4E45-B1A1-EC6BB6FC05C7}"/>
                </a:ext>
              </a:extLst>
            </p:cNvPr>
            <p:cNvSpPr txBox="1"/>
            <p:nvPr/>
          </p:nvSpPr>
          <p:spPr>
            <a:xfrm>
              <a:off x="9437647" y="3051143"/>
              <a:ext cx="827150"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parent</a:t>
              </a:r>
              <a:endParaRPr lang="zh-CN" altLang="en-US" b="1" dirty="0">
                <a:latin typeface="Courier New" panose="02070309020205020404" pitchFamily="49" charset="0"/>
                <a:cs typeface="Courier New" panose="02070309020205020404" pitchFamily="49" charset="0"/>
              </a:endParaRPr>
            </a:p>
          </p:txBody>
        </p:sp>
        <p:sp>
          <p:nvSpPr>
            <p:cNvPr id="68" name="文本框 67">
              <a:extLst>
                <a:ext uri="{FF2B5EF4-FFF2-40B4-BE49-F238E27FC236}">
                  <a16:creationId xmlns:a16="http://schemas.microsoft.com/office/drawing/2014/main" id="{62D2EE08-C373-4170-81B2-D411971BF35D}"/>
                </a:ext>
              </a:extLst>
            </p:cNvPr>
            <p:cNvSpPr txBox="1"/>
            <p:nvPr/>
          </p:nvSpPr>
          <p:spPr>
            <a:xfrm>
              <a:off x="9375310" y="3290792"/>
              <a:ext cx="873274" cy="276999"/>
            </a:xfrm>
            <a:prstGeom prst="rect">
              <a:avLst/>
            </a:prstGeom>
            <a:noFill/>
          </p:spPr>
          <p:txBody>
            <a:bodyPr wrap="square" lIns="0" tIns="0" rIns="0" bIns="0">
              <a:spAutoFit/>
            </a:bodyPr>
            <a:lstStyle/>
            <a:p>
              <a:pPr algn="r"/>
              <a:r>
                <a:rPr lang="zh-CN" altLang="en-US" sz="1800" b="1" dirty="0">
                  <a:latin typeface="Courier New" panose="02070309020205020404" pitchFamily="49" charset="0"/>
                  <a:cs typeface="Courier New" panose="02070309020205020404" pitchFamily="49" charset="0"/>
                </a:rPr>
                <a:t>n</a:t>
              </a:r>
              <a:endParaRPr lang="zh-CN" altLang="en-US" dirty="0"/>
            </a:p>
          </p:txBody>
        </p:sp>
        <p:sp>
          <p:nvSpPr>
            <p:cNvPr id="69" name="文本框 68">
              <a:extLst>
                <a:ext uri="{FF2B5EF4-FFF2-40B4-BE49-F238E27FC236}">
                  <a16:creationId xmlns:a16="http://schemas.microsoft.com/office/drawing/2014/main" id="{B6BE9475-51D3-4014-A332-5F5787322C1D}"/>
                </a:ext>
              </a:extLst>
            </p:cNvPr>
            <p:cNvSpPr txBox="1"/>
            <p:nvPr/>
          </p:nvSpPr>
          <p:spPr>
            <a:xfrm>
              <a:off x="10930798" y="2674626"/>
              <a:ext cx="551433"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keys</a:t>
              </a:r>
              <a:endParaRPr lang="zh-CN" altLang="en-US" b="1" dirty="0">
                <a:latin typeface="Courier New" panose="02070309020205020404" pitchFamily="49" charset="0"/>
                <a:cs typeface="Courier New" panose="02070309020205020404" pitchFamily="49" charset="0"/>
              </a:endParaRPr>
            </a:p>
          </p:txBody>
        </p:sp>
        <p:sp>
          <p:nvSpPr>
            <p:cNvPr id="70" name="文本框 69">
              <a:extLst>
                <a:ext uri="{FF2B5EF4-FFF2-40B4-BE49-F238E27FC236}">
                  <a16:creationId xmlns:a16="http://schemas.microsoft.com/office/drawing/2014/main" id="{E806989C-433A-4AA9-B481-08F9FB0D5826}"/>
                </a:ext>
              </a:extLst>
            </p:cNvPr>
            <p:cNvSpPr txBox="1"/>
            <p:nvPr/>
          </p:nvSpPr>
          <p:spPr>
            <a:xfrm>
              <a:off x="10914844" y="3579765"/>
              <a:ext cx="551433" cy="276999"/>
            </a:xfrm>
            <a:prstGeom prst="rect">
              <a:avLst/>
            </a:prstGeom>
            <a:noFill/>
          </p:spPr>
          <p:txBody>
            <a:bodyPr wrap="none" lIns="0" tIns="0" rIns="0" bIns="0" rtlCol="0">
              <a:spAutoFit/>
            </a:bodyPr>
            <a:lstStyle/>
            <a:p>
              <a:r>
                <a:rPr lang="en-US" altLang="zh-CN" b="1" dirty="0">
                  <a:latin typeface="Courier New" panose="02070309020205020404" pitchFamily="49" charset="0"/>
                  <a:cs typeface="Courier New" panose="02070309020205020404" pitchFamily="49" charset="0"/>
                </a:rPr>
                <a:t>kids</a:t>
              </a:r>
              <a:endParaRPr lang="zh-CN" altLang="en-US" b="1" dirty="0">
                <a:latin typeface="Courier New" panose="02070309020205020404" pitchFamily="49" charset="0"/>
                <a:cs typeface="Courier New" panose="02070309020205020404" pitchFamily="49" charset="0"/>
              </a:endParaRPr>
            </a:p>
          </p:txBody>
        </p:sp>
        <p:sp>
          <p:nvSpPr>
            <p:cNvPr id="71" name="文本框 70">
              <a:extLst>
                <a:ext uri="{FF2B5EF4-FFF2-40B4-BE49-F238E27FC236}">
                  <a16:creationId xmlns:a16="http://schemas.microsoft.com/office/drawing/2014/main" id="{F15D8C39-823E-42E6-BD09-EF8E821C569D}"/>
                </a:ext>
              </a:extLst>
            </p:cNvPr>
            <p:cNvSpPr txBox="1"/>
            <p:nvPr/>
          </p:nvSpPr>
          <p:spPr>
            <a:xfrm>
              <a:off x="10868418" y="3113258"/>
              <a:ext cx="272251" cy="276999"/>
            </a:xfrm>
            <a:prstGeom prst="rect">
              <a:avLst/>
            </a:prstGeom>
            <a:solidFill>
              <a:schemeClr val="tx2">
                <a:lumMod val="10000"/>
                <a:lumOff val="90000"/>
              </a:schemeClr>
            </a:solidFill>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53</a:t>
              </a:r>
              <a:endParaRPr lang="zh-CN" altLang="en-US" b="1" dirty="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093180F8-44C8-4477-8C21-E95FA2700FDD}"/>
                </a:ext>
              </a:extLst>
            </p:cNvPr>
            <p:cNvSpPr txBox="1"/>
            <p:nvPr/>
          </p:nvSpPr>
          <p:spPr>
            <a:xfrm>
              <a:off x="11143791" y="3106278"/>
              <a:ext cx="272251" cy="276999"/>
            </a:xfrm>
            <a:prstGeom prst="rect">
              <a:avLst/>
            </a:prstGeom>
            <a:solidFill>
              <a:schemeClr val="tx2">
                <a:lumMod val="10000"/>
                <a:lumOff val="90000"/>
              </a:schemeClr>
            </a:solidFill>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90</a:t>
              </a:r>
              <a:endParaRPr lang="zh-CN" altLang="en-US" b="1" dirty="0">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02E42098-1A6B-4FCC-9487-9372749ACB17}"/>
                </a:ext>
              </a:extLst>
            </p:cNvPr>
            <p:cNvSpPr txBox="1"/>
            <p:nvPr/>
          </p:nvSpPr>
          <p:spPr>
            <a:xfrm>
              <a:off x="10339988" y="3295470"/>
              <a:ext cx="228137" cy="246221"/>
            </a:xfrm>
            <a:prstGeom prst="rect">
              <a:avLst/>
            </a:prstGeom>
            <a:noFill/>
          </p:spPr>
          <p:txBody>
            <a:bodyPr wrap="square" lIns="0" tIns="0" rIns="0" bIns="0" rtlCol="0">
              <a:spAutoFit/>
            </a:bodyPr>
            <a:lstStyle/>
            <a:p>
              <a:pPr algn="ctr"/>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cxnSp>
          <p:nvCxnSpPr>
            <p:cNvPr id="74" name="直接连接符 73">
              <a:extLst>
                <a:ext uri="{FF2B5EF4-FFF2-40B4-BE49-F238E27FC236}">
                  <a16:creationId xmlns:a16="http://schemas.microsoft.com/office/drawing/2014/main" id="{4692E826-39AA-4710-9E74-0CA87DE48A9C}"/>
                </a:ext>
              </a:extLst>
            </p:cNvPr>
            <p:cNvCxnSpPr>
              <a:cxnSpLocks/>
            </p:cNvCxnSpPr>
            <p:nvPr/>
          </p:nvCxnSpPr>
          <p:spPr>
            <a:xfrm flipH="1" flipV="1">
              <a:off x="10254676" y="2760606"/>
              <a:ext cx="209012" cy="442448"/>
            </a:xfrm>
            <a:prstGeom prst="line">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01C31526-FC07-4D77-B8F0-E6E2B4EAB5B4}"/>
                </a:ext>
              </a:extLst>
            </p:cNvPr>
            <p:cNvCxnSpPr>
              <a:cxnSpLocks/>
            </p:cNvCxnSpPr>
            <p:nvPr/>
          </p:nvCxnSpPr>
          <p:spPr>
            <a:xfrm flipH="1">
              <a:off x="10562007" y="3467969"/>
              <a:ext cx="161171" cy="422695"/>
            </a:xfrm>
            <a:prstGeom prst="line">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4003A9D2-BA96-4B4B-9975-0CE38E38035E}"/>
                </a:ext>
              </a:extLst>
            </p:cNvPr>
            <p:cNvCxnSpPr>
              <a:cxnSpLocks/>
            </p:cNvCxnSpPr>
            <p:nvPr/>
          </p:nvCxnSpPr>
          <p:spPr>
            <a:xfrm>
              <a:off x="10977101" y="3480379"/>
              <a:ext cx="367272" cy="398967"/>
            </a:xfrm>
            <a:prstGeom prst="line">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7BAE739-77B3-45AC-A1CE-3ABD8DDAF0EB}"/>
                </a:ext>
              </a:extLst>
            </p:cNvPr>
            <p:cNvCxnSpPr>
              <a:cxnSpLocks/>
            </p:cNvCxnSpPr>
            <p:nvPr/>
          </p:nvCxnSpPr>
          <p:spPr>
            <a:xfrm>
              <a:off x="11280429" y="3480379"/>
              <a:ext cx="670827" cy="395285"/>
            </a:xfrm>
            <a:prstGeom prst="line">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97" name="文本框 96">
            <a:extLst>
              <a:ext uri="{FF2B5EF4-FFF2-40B4-BE49-F238E27FC236}">
                <a16:creationId xmlns:a16="http://schemas.microsoft.com/office/drawing/2014/main" id="{1714E465-3B22-4C47-8CE3-CADBE45E07FC}"/>
              </a:ext>
            </a:extLst>
          </p:cNvPr>
          <p:cNvSpPr txBox="1"/>
          <p:nvPr/>
        </p:nvSpPr>
        <p:spPr>
          <a:xfrm>
            <a:off x="4776519" y="6357920"/>
            <a:ext cx="3297698" cy="369332"/>
          </a:xfrm>
          <a:prstGeom prst="rect">
            <a:avLst/>
          </a:prstGeom>
          <a:noFill/>
        </p:spPr>
        <p:txBody>
          <a:bodyPr wrap="none" rtlCol="0">
            <a:spAutoFit/>
          </a:bodyPr>
          <a:lstStyle/>
          <a:p>
            <a:r>
              <a:rPr lang="zh-CN" altLang="en-US" b="1" dirty="0"/>
              <a:t>图</a:t>
            </a:r>
            <a:r>
              <a:rPr lang="en-US" altLang="zh-CN" b="1" dirty="0"/>
              <a:t>9.25  3</a:t>
            </a:r>
            <a:r>
              <a:rPr lang="zh-CN" altLang="en-US" b="1" dirty="0"/>
              <a:t>阶</a:t>
            </a:r>
            <a:r>
              <a:rPr lang="en-US" altLang="zh-CN" b="1" dirty="0"/>
              <a:t>B</a:t>
            </a:r>
            <a:r>
              <a:rPr lang="zh-CN" altLang="en-US" b="1" dirty="0"/>
              <a:t>树的插入过程演示</a:t>
            </a:r>
          </a:p>
        </p:txBody>
      </p:sp>
      <p:sp>
        <p:nvSpPr>
          <p:cNvPr id="436" name="矩形: 圆角 435">
            <a:extLst>
              <a:ext uri="{FF2B5EF4-FFF2-40B4-BE49-F238E27FC236}">
                <a16:creationId xmlns:a16="http://schemas.microsoft.com/office/drawing/2014/main" id="{FEFE5A8F-6269-4B9A-9CF2-F7D66BEDE198}"/>
              </a:ext>
            </a:extLst>
          </p:cNvPr>
          <p:cNvSpPr/>
          <p:nvPr/>
        </p:nvSpPr>
        <p:spPr>
          <a:xfrm>
            <a:off x="1430079" y="263502"/>
            <a:ext cx="1750477" cy="462428"/>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00206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B</a:t>
            </a:r>
            <a:r>
              <a:rPr lang="zh-CN" altLang="en-US" sz="2400" b="1" dirty="0">
                <a:solidFill>
                  <a:srgbClr val="00206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树的插入</a:t>
            </a:r>
          </a:p>
        </p:txBody>
      </p:sp>
      <p:sp>
        <p:nvSpPr>
          <p:cNvPr id="438" name="文本框 437">
            <a:extLst>
              <a:ext uri="{FF2B5EF4-FFF2-40B4-BE49-F238E27FC236}">
                <a16:creationId xmlns:a16="http://schemas.microsoft.com/office/drawing/2014/main" id="{A64F5726-94C7-4545-B670-685DBCC5AF03}"/>
              </a:ext>
            </a:extLst>
          </p:cNvPr>
          <p:cNvSpPr txBox="1"/>
          <p:nvPr/>
        </p:nvSpPr>
        <p:spPr>
          <a:xfrm>
            <a:off x="1752924" y="5800419"/>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39" name="文本框 438">
            <a:extLst>
              <a:ext uri="{FF2B5EF4-FFF2-40B4-BE49-F238E27FC236}">
                <a16:creationId xmlns:a16="http://schemas.microsoft.com/office/drawing/2014/main" id="{1C811CB3-0149-436D-80C0-8079BCDACEFE}"/>
              </a:ext>
            </a:extLst>
          </p:cNvPr>
          <p:cNvSpPr txBox="1"/>
          <p:nvPr/>
        </p:nvSpPr>
        <p:spPr>
          <a:xfrm>
            <a:off x="7423590" y="5794113"/>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40" name="文本框 439">
            <a:extLst>
              <a:ext uri="{FF2B5EF4-FFF2-40B4-BE49-F238E27FC236}">
                <a16:creationId xmlns:a16="http://schemas.microsoft.com/office/drawing/2014/main" id="{FCDB4C16-0966-40A7-9165-731B76BE8886}"/>
              </a:ext>
            </a:extLst>
          </p:cNvPr>
          <p:cNvSpPr txBox="1"/>
          <p:nvPr/>
        </p:nvSpPr>
        <p:spPr>
          <a:xfrm>
            <a:off x="7417718" y="5037842"/>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41" name="文本框 440">
            <a:extLst>
              <a:ext uri="{FF2B5EF4-FFF2-40B4-BE49-F238E27FC236}">
                <a16:creationId xmlns:a16="http://schemas.microsoft.com/office/drawing/2014/main" id="{B0DEB526-BBB7-4C44-9B81-A37849568DDF}"/>
              </a:ext>
            </a:extLst>
          </p:cNvPr>
          <p:cNvSpPr txBox="1"/>
          <p:nvPr/>
        </p:nvSpPr>
        <p:spPr>
          <a:xfrm>
            <a:off x="2435175" y="5049465"/>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42" name="文本框 441">
            <a:extLst>
              <a:ext uri="{FF2B5EF4-FFF2-40B4-BE49-F238E27FC236}">
                <a16:creationId xmlns:a16="http://schemas.microsoft.com/office/drawing/2014/main" id="{27E9AD45-DD04-4491-AC61-DFC3FFF68A38}"/>
              </a:ext>
            </a:extLst>
          </p:cNvPr>
          <p:cNvSpPr txBox="1"/>
          <p:nvPr/>
        </p:nvSpPr>
        <p:spPr>
          <a:xfrm>
            <a:off x="5274530" y="4337446"/>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43" name="文本框 442">
            <a:extLst>
              <a:ext uri="{FF2B5EF4-FFF2-40B4-BE49-F238E27FC236}">
                <a16:creationId xmlns:a16="http://schemas.microsoft.com/office/drawing/2014/main" id="{2E330F97-0419-4649-A0FB-E22B0A295FD1}"/>
              </a:ext>
            </a:extLst>
          </p:cNvPr>
          <p:cNvSpPr txBox="1"/>
          <p:nvPr/>
        </p:nvSpPr>
        <p:spPr>
          <a:xfrm>
            <a:off x="5998842" y="5788668"/>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1</a:t>
            </a:r>
            <a:endParaRPr lang="zh-CN" altLang="en-US" b="1" dirty="0">
              <a:solidFill>
                <a:schemeClr val="accent2">
                  <a:lumMod val="50000"/>
                </a:schemeClr>
              </a:solidFill>
              <a:latin typeface="+mn-ea"/>
              <a:cs typeface="Times New Roman" panose="02020603050405020304" pitchFamily="18" charset="0"/>
            </a:endParaRPr>
          </a:p>
        </p:txBody>
      </p:sp>
      <p:sp>
        <p:nvSpPr>
          <p:cNvPr id="444" name="文本框 443">
            <a:extLst>
              <a:ext uri="{FF2B5EF4-FFF2-40B4-BE49-F238E27FC236}">
                <a16:creationId xmlns:a16="http://schemas.microsoft.com/office/drawing/2014/main" id="{11080C20-0E13-4F33-8FE9-38DF4EB5D625}"/>
              </a:ext>
            </a:extLst>
          </p:cNvPr>
          <p:cNvSpPr txBox="1"/>
          <p:nvPr/>
        </p:nvSpPr>
        <p:spPr>
          <a:xfrm>
            <a:off x="3167447" y="5794331"/>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45" name="文本框 444">
            <a:extLst>
              <a:ext uri="{FF2B5EF4-FFF2-40B4-BE49-F238E27FC236}">
                <a16:creationId xmlns:a16="http://schemas.microsoft.com/office/drawing/2014/main" id="{41DDF3BC-9B1B-42C5-B4B3-DFAA85959641}"/>
              </a:ext>
            </a:extLst>
          </p:cNvPr>
          <p:cNvSpPr txBox="1"/>
          <p:nvPr/>
        </p:nvSpPr>
        <p:spPr>
          <a:xfrm>
            <a:off x="3168430" y="5794233"/>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46" name="文本框 445">
            <a:extLst>
              <a:ext uri="{FF2B5EF4-FFF2-40B4-BE49-F238E27FC236}">
                <a16:creationId xmlns:a16="http://schemas.microsoft.com/office/drawing/2014/main" id="{62C1A3F2-9EF6-4AB3-9943-2B2347BA77A5}"/>
              </a:ext>
            </a:extLst>
          </p:cNvPr>
          <p:cNvSpPr txBox="1"/>
          <p:nvPr/>
        </p:nvSpPr>
        <p:spPr>
          <a:xfrm>
            <a:off x="3180556" y="5793466"/>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3</a:t>
            </a:r>
            <a:endParaRPr lang="zh-CN" altLang="en-US" sz="1600" b="1" dirty="0">
              <a:solidFill>
                <a:schemeClr val="accent2">
                  <a:lumMod val="50000"/>
                </a:schemeClr>
              </a:solidFill>
              <a:latin typeface="+mn-ea"/>
              <a:cs typeface="Times New Roman" panose="02020603050405020304" pitchFamily="18" charset="0"/>
            </a:endParaRPr>
          </a:p>
        </p:txBody>
      </p:sp>
      <p:sp>
        <p:nvSpPr>
          <p:cNvPr id="447" name="文本框 446">
            <a:extLst>
              <a:ext uri="{FF2B5EF4-FFF2-40B4-BE49-F238E27FC236}">
                <a16:creationId xmlns:a16="http://schemas.microsoft.com/office/drawing/2014/main" id="{C3E60618-A8E1-4523-9F51-0D5B790FF1A4}"/>
              </a:ext>
            </a:extLst>
          </p:cNvPr>
          <p:cNvSpPr txBox="1"/>
          <p:nvPr/>
        </p:nvSpPr>
        <p:spPr>
          <a:xfrm>
            <a:off x="3156962" y="5781688"/>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1</a:t>
            </a:r>
            <a:endParaRPr lang="zh-CN" altLang="en-US" b="1" dirty="0">
              <a:solidFill>
                <a:schemeClr val="accent2">
                  <a:lumMod val="50000"/>
                </a:schemeClr>
              </a:solidFill>
              <a:latin typeface="+mn-ea"/>
              <a:cs typeface="Times New Roman" panose="02020603050405020304" pitchFamily="18" charset="0"/>
            </a:endParaRPr>
          </a:p>
        </p:txBody>
      </p:sp>
      <p:sp>
        <p:nvSpPr>
          <p:cNvPr id="448" name="文本框 447">
            <a:extLst>
              <a:ext uri="{FF2B5EF4-FFF2-40B4-BE49-F238E27FC236}">
                <a16:creationId xmlns:a16="http://schemas.microsoft.com/office/drawing/2014/main" id="{BE94E5A0-2974-452A-9AF7-7430D5B914AF}"/>
              </a:ext>
            </a:extLst>
          </p:cNvPr>
          <p:cNvSpPr txBox="1"/>
          <p:nvPr/>
        </p:nvSpPr>
        <p:spPr>
          <a:xfrm>
            <a:off x="7421664" y="5772782"/>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3</a:t>
            </a:r>
            <a:endParaRPr lang="zh-CN" altLang="en-US" b="1" dirty="0">
              <a:solidFill>
                <a:schemeClr val="accent2">
                  <a:lumMod val="50000"/>
                </a:schemeClr>
              </a:solidFill>
              <a:latin typeface="+mn-ea"/>
              <a:cs typeface="Times New Roman" panose="02020603050405020304" pitchFamily="18" charset="0"/>
            </a:endParaRPr>
          </a:p>
        </p:txBody>
      </p:sp>
      <p:sp>
        <p:nvSpPr>
          <p:cNvPr id="449" name="文本框 448">
            <a:extLst>
              <a:ext uri="{FF2B5EF4-FFF2-40B4-BE49-F238E27FC236}">
                <a16:creationId xmlns:a16="http://schemas.microsoft.com/office/drawing/2014/main" id="{3E6784C7-D93E-4255-9388-DA525FFDAD2B}"/>
              </a:ext>
            </a:extLst>
          </p:cNvPr>
          <p:cNvSpPr txBox="1"/>
          <p:nvPr/>
        </p:nvSpPr>
        <p:spPr>
          <a:xfrm>
            <a:off x="7417047" y="5780827"/>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1</a:t>
            </a:r>
            <a:endParaRPr lang="zh-CN" altLang="en-US" b="1" dirty="0">
              <a:solidFill>
                <a:schemeClr val="accent2">
                  <a:lumMod val="50000"/>
                </a:schemeClr>
              </a:solidFill>
              <a:latin typeface="+mn-ea"/>
              <a:cs typeface="Times New Roman" panose="02020603050405020304" pitchFamily="18" charset="0"/>
            </a:endParaRPr>
          </a:p>
        </p:txBody>
      </p:sp>
      <p:sp>
        <p:nvSpPr>
          <p:cNvPr id="450" name="文本框 449">
            <a:extLst>
              <a:ext uri="{FF2B5EF4-FFF2-40B4-BE49-F238E27FC236}">
                <a16:creationId xmlns:a16="http://schemas.microsoft.com/office/drawing/2014/main" id="{9A5E006B-AF3C-4A3B-8AFC-C4EBD2AB2052}"/>
              </a:ext>
            </a:extLst>
          </p:cNvPr>
          <p:cNvSpPr txBox="1"/>
          <p:nvPr/>
        </p:nvSpPr>
        <p:spPr>
          <a:xfrm>
            <a:off x="7402924" y="5022452"/>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3</a:t>
            </a:r>
            <a:endParaRPr lang="zh-CN" altLang="en-US" b="1" dirty="0">
              <a:solidFill>
                <a:schemeClr val="accent2">
                  <a:lumMod val="50000"/>
                </a:schemeClr>
              </a:solidFill>
              <a:latin typeface="+mn-ea"/>
              <a:cs typeface="Times New Roman" panose="02020603050405020304" pitchFamily="18" charset="0"/>
            </a:endParaRPr>
          </a:p>
        </p:txBody>
      </p:sp>
      <p:sp>
        <p:nvSpPr>
          <p:cNvPr id="451" name="文本框 450">
            <a:extLst>
              <a:ext uri="{FF2B5EF4-FFF2-40B4-BE49-F238E27FC236}">
                <a16:creationId xmlns:a16="http://schemas.microsoft.com/office/drawing/2014/main" id="{E5426CF0-2474-4511-94E0-2AC442C09AB8}"/>
              </a:ext>
            </a:extLst>
          </p:cNvPr>
          <p:cNvSpPr txBox="1"/>
          <p:nvPr/>
        </p:nvSpPr>
        <p:spPr>
          <a:xfrm>
            <a:off x="7413081" y="5039830"/>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1</a:t>
            </a:r>
            <a:endParaRPr lang="zh-CN" altLang="en-US" b="1" dirty="0">
              <a:solidFill>
                <a:schemeClr val="accent2">
                  <a:lumMod val="50000"/>
                </a:schemeClr>
              </a:solidFill>
              <a:latin typeface="+mn-ea"/>
              <a:cs typeface="Times New Roman" panose="02020603050405020304" pitchFamily="18" charset="0"/>
            </a:endParaRPr>
          </a:p>
        </p:txBody>
      </p:sp>
      <p:sp>
        <p:nvSpPr>
          <p:cNvPr id="452" name="文本框 451">
            <a:extLst>
              <a:ext uri="{FF2B5EF4-FFF2-40B4-BE49-F238E27FC236}">
                <a16:creationId xmlns:a16="http://schemas.microsoft.com/office/drawing/2014/main" id="{6576C729-76F7-4074-AA13-73201B670568}"/>
              </a:ext>
            </a:extLst>
          </p:cNvPr>
          <p:cNvSpPr txBox="1"/>
          <p:nvPr/>
        </p:nvSpPr>
        <p:spPr>
          <a:xfrm>
            <a:off x="2440531" y="5057768"/>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53" name="文本框 452">
            <a:extLst>
              <a:ext uri="{FF2B5EF4-FFF2-40B4-BE49-F238E27FC236}">
                <a16:creationId xmlns:a16="http://schemas.microsoft.com/office/drawing/2014/main" id="{4BC0C3AF-7408-49A1-805D-CA222443189D}"/>
              </a:ext>
            </a:extLst>
          </p:cNvPr>
          <p:cNvSpPr txBox="1"/>
          <p:nvPr/>
        </p:nvSpPr>
        <p:spPr>
          <a:xfrm>
            <a:off x="2440752" y="5057214"/>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3</a:t>
            </a:r>
            <a:endParaRPr lang="zh-CN" altLang="en-US" sz="1600" b="1" dirty="0">
              <a:solidFill>
                <a:schemeClr val="accent2">
                  <a:lumMod val="50000"/>
                </a:schemeClr>
              </a:solidFill>
              <a:latin typeface="+mn-ea"/>
              <a:cs typeface="Times New Roman" panose="02020603050405020304" pitchFamily="18" charset="0"/>
            </a:endParaRPr>
          </a:p>
        </p:txBody>
      </p:sp>
      <p:sp>
        <p:nvSpPr>
          <p:cNvPr id="454" name="文本框 453">
            <a:extLst>
              <a:ext uri="{FF2B5EF4-FFF2-40B4-BE49-F238E27FC236}">
                <a16:creationId xmlns:a16="http://schemas.microsoft.com/office/drawing/2014/main" id="{CD63D3DC-B44B-48B3-AABB-14DE0670DA82}"/>
              </a:ext>
            </a:extLst>
          </p:cNvPr>
          <p:cNvSpPr txBox="1"/>
          <p:nvPr/>
        </p:nvSpPr>
        <p:spPr>
          <a:xfrm>
            <a:off x="959100" y="5041192"/>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55" name="文本框 454">
            <a:extLst>
              <a:ext uri="{FF2B5EF4-FFF2-40B4-BE49-F238E27FC236}">
                <a16:creationId xmlns:a16="http://schemas.microsoft.com/office/drawing/2014/main" id="{DD15C58E-7182-47C1-92AB-D82BF3953B78}"/>
              </a:ext>
            </a:extLst>
          </p:cNvPr>
          <p:cNvSpPr txBox="1"/>
          <p:nvPr/>
        </p:nvSpPr>
        <p:spPr>
          <a:xfrm>
            <a:off x="5273320" y="4345807"/>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56" name="文本框 455">
            <a:extLst>
              <a:ext uri="{FF2B5EF4-FFF2-40B4-BE49-F238E27FC236}">
                <a16:creationId xmlns:a16="http://schemas.microsoft.com/office/drawing/2014/main" id="{9B1A1268-4CE6-42E1-B19F-7AF88702894F}"/>
              </a:ext>
            </a:extLst>
          </p:cNvPr>
          <p:cNvSpPr txBox="1"/>
          <p:nvPr/>
        </p:nvSpPr>
        <p:spPr>
          <a:xfrm>
            <a:off x="5274820" y="4332443"/>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3</a:t>
            </a:r>
            <a:endParaRPr lang="zh-CN" altLang="en-US" sz="1600" b="1" dirty="0">
              <a:solidFill>
                <a:schemeClr val="accent2">
                  <a:lumMod val="50000"/>
                </a:schemeClr>
              </a:solidFill>
              <a:latin typeface="+mn-ea"/>
              <a:cs typeface="Times New Roman" panose="02020603050405020304" pitchFamily="18" charset="0"/>
            </a:endParaRPr>
          </a:p>
        </p:txBody>
      </p:sp>
      <p:sp>
        <p:nvSpPr>
          <p:cNvPr id="457" name="文本框 456">
            <a:extLst>
              <a:ext uri="{FF2B5EF4-FFF2-40B4-BE49-F238E27FC236}">
                <a16:creationId xmlns:a16="http://schemas.microsoft.com/office/drawing/2014/main" id="{F37740B4-009D-476C-B02A-B8BDC36B88C7}"/>
              </a:ext>
            </a:extLst>
          </p:cNvPr>
          <p:cNvSpPr txBox="1"/>
          <p:nvPr/>
        </p:nvSpPr>
        <p:spPr>
          <a:xfrm>
            <a:off x="2404777" y="4337594"/>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58" name="文本框 457">
            <a:extLst>
              <a:ext uri="{FF2B5EF4-FFF2-40B4-BE49-F238E27FC236}">
                <a16:creationId xmlns:a16="http://schemas.microsoft.com/office/drawing/2014/main" id="{77AB036F-C884-4647-9233-5AC894281088}"/>
              </a:ext>
            </a:extLst>
          </p:cNvPr>
          <p:cNvSpPr txBox="1"/>
          <p:nvPr/>
        </p:nvSpPr>
        <p:spPr>
          <a:xfrm>
            <a:off x="1756070" y="5808563"/>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3</a:t>
            </a:r>
            <a:endParaRPr lang="zh-CN" altLang="en-US" sz="1600" b="1" dirty="0">
              <a:solidFill>
                <a:schemeClr val="accent2">
                  <a:lumMod val="50000"/>
                </a:schemeClr>
              </a:solidFill>
              <a:latin typeface="+mn-ea"/>
              <a:cs typeface="Times New Roman" panose="02020603050405020304" pitchFamily="18" charset="0"/>
            </a:endParaRPr>
          </a:p>
        </p:txBody>
      </p:sp>
      <p:sp>
        <p:nvSpPr>
          <p:cNvPr id="459" name="文本框 458">
            <a:extLst>
              <a:ext uri="{FF2B5EF4-FFF2-40B4-BE49-F238E27FC236}">
                <a16:creationId xmlns:a16="http://schemas.microsoft.com/office/drawing/2014/main" id="{A76AB01E-7341-472E-9517-887EF28A6A3F}"/>
              </a:ext>
            </a:extLst>
          </p:cNvPr>
          <p:cNvSpPr txBox="1"/>
          <p:nvPr/>
        </p:nvSpPr>
        <p:spPr>
          <a:xfrm>
            <a:off x="338777" y="5800419"/>
            <a:ext cx="205132"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grpSp>
        <p:nvGrpSpPr>
          <p:cNvPr id="414" name="组合 413">
            <a:extLst>
              <a:ext uri="{FF2B5EF4-FFF2-40B4-BE49-F238E27FC236}">
                <a16:creationId xmlns:a16="http://schemas.microsoft.com/office/drawing/2014/main" id="{C9BBC7AB-5E2C-4416-82A4-0184A90CC39F}"/>
              </a:ext>
            </a:extLst>
          </p:cNvPr>
          <p:cNvGrpSpPr/>
          <p:nvPr/>
        </p:nvGrpSpPr>
        <p:grpSpPr>
          <a:xfrm>
            <a:off x="7421137" y="5006487"/>
            <a:ext cx="1296351" cy="326675"/>
            <a:chOff x="7667899" y="2008562"/>
            <a:chExt cx="1296351" cy="326675"/>
          </a:xfrm>
        </p:grpSpPr>
        <p:grpSp>
          <p:nvGrpSpPr>
            <p:cNvPr id="402" name="组合 401">
              <a:extLst>
                <a:ext uri="{FF2B5EF4-FFF2-40B4-BE49-F238E27FC236}">
                  <a16:creationId xmlns:a16="http://schemas.microsoft.com/office/drawing/2014/main" id="{8CFCC520-C51A-4119-BFA6-B281914B6920}"/>
                </a:ext>
              </a:extLst>
            </p:cNvPr>
            <p:cNvGrpSpPr/>
            <p:nvPr/>
          </p:nvGrpSpPr>
          <p:grpSpPr>
            <a:xfrm>
              <a:off x="7667899" y="2008562"/>
              <a:ext cx="1296351" cy="326675"/>
              <a:chOff x="4604077" y="1539815"/>
              <a:chExt cx="1296351" cy="326675"/>
            </a:xfrm>
          </p:grpSpPr>
          <p:sp>
            <p:nvSpPr>
              <p:cNvPr id="403" name="文本框 402">
                <a:extLst>
                  <a:ext uri="{FF2B5EF4-FFF2-40B4-BE49-F238E27FC236}">
                    <a16:creationId xmlns:a16="http://schemas.microsoft.com/office/drawing/2014/main" id="{E9F7A465-D422-4B91-B511-88A21EAB3111}"/>
                  </a:ext>
                </a:extLst>
              </p:cNvPr>
              <p:cNvSpPr txBox="1"/>
              <p:nvPr/>
            </p:nvSpPr>
            <p:spPr>
              <a:xfrm>
                <a:off x="4859563" y="1539920"/>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404" name="文本框 403">
                <a:extLst>
                  <a:ext uri="{FF2B5EF4-FFF2-40B4-BE49-F238E27FC236}">
                    <a16:creationId xmlns:a16="http://schemas.microsoft.com/office/drawing/2014/main" id="{F1EA8F23-7607-4DF2-BF2E-7A6D47AC7E1A}"/>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2</a:t>
                </a:r>
                <a:endParaRPr lang="zh-CN" altLang="en-US" sz="1600" b="1" dirty="0">
                  <a:solidFill>
                    <a:schemeClr val="accent2">
                      <a:lumMod val="50000"/>
                    </a:schemeClr>
                  </a:solidFill>
                </a:endParaRPr>
              </a:p>
            </p:txBody>
          </p:sp>
          <p:sp>
            <p:nvSpPr>
              <p:cNvPr id="405" name="文本框 404">
                <a:extLst>
                  <a:ext uri="{FF2B5EF4-FFF2-40B4-BE49-F238E27FC236}">
                    <a16:creationId xmlns:a16="http://schemas.microsoft.com/office/drawing/2014/main" id="{A74C3084-C7CD-410E-AA06-064BA8EAF354}"/>
                  </a:ext>
                </a:extLst>
              </p:cNvPr>
              <p:cNvSpPr txBox="1"/>
              <p:nvPr/>
            </p:nvSpPr>
            <p:spPr>
              <a:xfrm>
                <a:off x="5205734" y="1539815"/>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406" name="文本框 405">
                <a:extLst>
                  <a:ext uri="{FF2B5EF4-FFF2-40B4-BE49-F238E27FC236}">
                    <a16:creationId xmlns:a16="http://schemas.microsoft.com/office/drawing/2014/main" id="{EBC75B6C-8DFD-47F8-BAA1-1F2FC0FF03AF}"/>
                  </a:ext>
                </a:extLst>
              </p:cNvPr>
              <p:cNvSpPr txBox="1"/>
              <p:nvPr/>
            </p:nvSpPr>
            <p:spPr>
              <a:xfrm>
                <a:off x="5552474" y="1541678"/>
                <a:ext cx="264137" cy="318924"/>
              </a:xfrm>
              <a:prstGeom prst="rect">
                <a:avLst/>
              </a:prstGeom>
              <a:solidFill>
                <a:schemeClr val="tx2">
                  <a:lumMod val="10000"/>
                  <a:lumOff val="9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407" name="文本框 406">
                <a:extLst>
                  <a:ext uri="{FF2B5EF4-FFF2-40B4-BE49-F238E27FC236}">
                    <a16:creationId xmlns:a16="http://schemas.microsoft.com/office/drawing/2014/main" id="{57ABD2C2-3999-4F65-87DB-F1611BE30317}"/>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408" name="文本框 407">
                <a:extLst>
                  <a:ext uri="{FF2B5EF4-FFF2-40B4-BE49-F238E27FC236}">
                    <a16:creationId xmlns:a16="http://schemas.microsoft.com/office/drawing/2014/main" id="{C13BE24A-E3F9-45AA-BBC8-BF8315E097F0}"/>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409" name="文本框 408">
                <a:extLst>
                  <a:ext uri="{FF2B5EF4-FFF2-40B4-BE49-F238E27FC236}">
                    <a16:creationId xmlns:a16="http://schemas.microsoft.com/office/drawing/2014/main" id="{ABECFDE0-E7BD-48F8-9512-E7230498D5FC}"/>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410" name="文本框 409">
                <a:extLst>
                  <a:ext uri="{FF2B5EF4-FFF2-40B4-BE49-F238E27FC236}">
                    <a16:creationId xmlns:a16="http://schemas.microsoft.com/office/drawing/2014/main" id="{FDF78CFA-5AAC-4B87-9538-1ABA900224BE}"/>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411" name="矩形 410">
                <a:extLst>
                  <a:ext uri="{FF2B5EF4-FFF2-40B4-BE49-F238E27FC236}">
                    <a16:creationId xmlns:a16="http://schemas.microsoft.com/office/drawing/2014/main" id="{388E2ECA-34F5-4F94-BCCC-D5F18810091C}"/>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sp>
          <p:nvSpPr>
            <p:cNvPr id="412" name="文本框 411">
              <a:extLst>
                <a:ext uri="{FF2B5EF4-FFF2-40B4-BE49-F238E27FC236}">
                  <a16:creationId xmlns:a16="http://schemas.microsoft.com/office/drawing/2014/main" id="{46B2A48D-ED9D-490C-92C7-9E189780BC91}"/>
                </a:ext>
              </a:extLst>
            </p:cNvPr>
            <p:cNvSpPr txBox="1"/>
            <p:nvPr/>
          </p:nvSpPr>
          <p:spPr>
            <a:xfrm>
              <a:off x="7942421" y="2034598"/>
              <a:ext cx="230926" cy="276999"/>
            </a:xfrm>
            <a:prstGeom prst="rect">
              <a:avLst/>
            </a:prstGeom>
            <a:solidFill>
              <a:schemeClr val="tx2">
                <a:lumMod val="10000"/>
                <a:lumOff val="90000"/>
              </a:schemeClr>
            </a:solidFill>
          </p:spPr>
          <p:txBody>
            <a:bodyPr wrap="square" lIns="0" tIns="0" rIns="0" bIns="0" rtlCol="0">
              <a:spAutoFit/>
            </a:bodyPr>
            <a:lstStyle/>
            <a:p>
              <a:r>
                <a:rPr lang="en-US" altLang="zh-CN" b="1" dirty="0">
                  <a:latin typeface="Times New Roman" panose="02020603050405020304" pitchFamily="18" charset="0"/>
                  <a:cs typeface="Times New Roman" panose="02020603050405020304" pitchFamily="18" charset="0"/>
                </a:rPr>
                <a:t>53</a:t>
              </a:r>
              <a:endParaRPr lang="zh-CN" altLang="en-US" b="1" dirty="0">
                <a:latin typeface="Times New Roman" panose="02020603050405020304" pitchFamily="18" charset="0"/>
                <a:cs typeface="Times New Roman" panose="02020603050405020304" pitchFamily="18" charset="0"/>
              </a:endParaRPr>
            </a:p>
          </p:txBody>
        </p:sp>
        <p:sp>
          <p:nvSpPr>
            <p:cNvPr id="413" name="文本框 412">
              <a:extLst>
                <a:ext uri="{FF2B5EF4-FFF2-40B4-BE49-F238E27FC236}">
                  <a16:creationId xmlns:a16="http://schemas.microsoft.com/office/drawing/2014/main" id="{279D94AF-F461-45BC-B185-D27976A3B303}"/>
                </a:ext>
              </a:extLst>
            </p:cNvPr>
            <p:cNvSpPr txBox="1"/>
            <p:nvPr/>
          </p:nvSpPr>
          <p:spPr>
            <a:xfrm>
              <a:off x="8273933" y="2036922"/>
              <a:ext cx="258758" cy="276999"/>
            </a:xfrm>
            <a:prstGeom prst="rect">
              <a:avLst/>
            </a:prstGeom>
            <a:solidFill>
              <a:schemeClr val="tx2">
                <a:lumMod val="10000"/>
                <a:lumOff val="90000"/>
              </a:schemeClr>
            </a:solidFill>
          </p:spPr>
          <p:txBody>
            <a:bodyPr wrap="square" lIns="0" tIns="0" rIns="0" bIns="0" rtlCol="0">
              <a:spAutoFit/>
            </a:bodyPr>
            <a:lstStyle/>
            <a:p>
              <a:pPr algn="ctr"/>
              <a:r>
                <a:rPr lang="en-US" altLang="zh-CN" b="1" dirty="0">
                  <a:latin typeface="Times New Roman" panose="02020603050405020304" pitchFamily="18" charset="0"/>
                  <a:cs typeface="Times New Roman" panose="02020603050405020304" pitchFamily="18" charset="0"/>
                </a:rPr>
                <a:t>90</a:t>
              </a:r>
              <a:endParaRPr lang="zh-CN" altLang="en-US" b="1" dirty="0">
                <a:latin typeface="Times New Roman" panose="02020603050405020304" pitchFamily="18" charset="0"/>
                <a:cs typeface="Times New Roman" panose="02020603050405020304" pitchFamily="18" charset="0"/>
              </a:endParaRPr>
            </a:p>
          </p:txBody>
        </p:sp>
      </p:grpSp>
      <p:sp>
        <p:nvSpPr>
          <p:cNvPr id="291" name="文本框 290">
            <a:extLst>
              <a:ext uri="{FF2B5EF4-FFF2-40B4-BE49-F238E27FC236}">
                <a16:creationId xmlns:a16="http://schemas.microsoft.com/office/drawing/2014/main" id="{B3FAB41E-5588-469C-BE79-2B7E67F6524B}"/>
              </a:ext>
            </a:extLst>
          </p:cNvPr>
          <p:cNvSpPr txBox="1"/>
          <p:nvPr/>
        </p:nvSpPr>
        <p:spPr>
          <a:xfrm>
            <a:off x="363307" y="916073"/>
            <a:ext cx="3128748" cy="2595967"/>
          </a:xfrm>
          <a:prstGeom prst="rect">
            <a:avLst/>
          </a:prstGeom>
          <a:noFill/>
        </p:spPr>
        <p:txBody>
          <a:bodyPr wrap="square">
            <a:spAutoFit/>
          </a:bodyPr>
          <a:lstStyle/>
          <a:p>
            <a:pPr algn="just">
              <a:lnSpc>
                <a:spcPct val="110000"/>
              </a:lnSpc>
            </a:pPr>
            <a:r>
              <a:rPr lang="zh-CN" altLang="en-US"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通过</a:t>
            </a:r>
            <a:r>
              <a:rPr lang="zh-CN" altLang="en-US" b="1"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算法</a:t>
            </a:r>
            <a:r>
              <a:rPr lang="en-US" altLang="zh-CN" b="1" dirty="0">
                <a:solidFill>
                  <a:srgbClr val="0070C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9.20</a:t>
            </a:r>
            <a:r>
              <a:rPr lang="zh-CN" altLang="en-US"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确定</a:t>
            </a:r>
            <a:r>
              <a:rPr lang="en-US" altLang="zh-CN"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key</a:t>
            </a:r>
            <a:r>
              <a:rPr lang="zh-CN" altLang="en-US"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的插入位置后，可调用</a:t>
            </a:r>
            <a:r>
              <a:rPr lang="zh-CN" altLang="en-US" sz="1800" b="1"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算法9.</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21</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在m阶B树T</a:t>
            </a:r>
            <a:r>
              <a:rPr lang="zh-CN" altLang="en-US" b="1" dirty="0">
                <a:latin typeface="Courier New" panose="02070309020205020404" pitchFamily="49" charset="0"/>
                <a:ea typeface="宋体" panose="02010600030101010101" pitchFamily="2" charset="-122"/>
                <a:cs typeface="Courier New" panose="02070309020205020404" pitchFamily="49" charset="0"/>
              </a:rPr>
              <a:t>上*q结点的</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key</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s</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[i]与key</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s</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[i+1]之间插入关键字</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key</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a:t>
            </a:r>
          </a:p>
          <a:p>
            <a:pPr algn="just">
              <a:lnSpc>
                <a:spcPct val="110000"/>
              </a:lnSpc>
              <a:spcBef>
                <a:spcPts val="600"/>
              </a:spcBef>
            </a:pPr>
            <a:r>
              <a:rPr lang="zh-CN" altLang="en-US" sz="1800" b="1" dirty="0">
                <a:latin typeface="Courier New" panose="02070309020205020404" pitchFamily="49" charset="0"/>
                <a:ea typeface="宋体" panose="02010600030101010101" pitchFamily="2" charset="-122"/>
                <a:cs typeface="Courier New" panose="02070309020205020404" pitchFamily="49" charset="0"/>
              </a:rPr>
              <a:t>若引起结点过大，则沿双亲链进行必要的结点分裂调整，使T仍是m阶B树。</a:t>
            </a:r>
          </a:p>
        </p:txBody>
      </p:sp>
      <p:cxnSp>
        <p:nvCxnSpPr>
          <p:cNvPr id="9" name="直接连接符 8">
            <a:extLst>
              <a:ext uri="{FF2B5EF4-FFF2-40B4-BE49-F238E27FC236}">
                <a16:creationId xmlns:a16="http://schemas.microsoft.com/office/drawing/2014/main" id="{32170507-4627-4F55-AE5F-DA19CAF5517B}"/>
              </a:ext>
            </a:extLst>
          </p:cNvPr>
          <p:cNvCxnSpPr/>
          <p:nvPr/>
        </p:nvCxnSpPr>
        <p:spPr>
          <a:xfrm>
            <a:off x="6234222" y="528035"/>
            <a:ext cx="30334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接连接符 291">
            <a:extLst>
              <a:ext uri="{FF2B5EF4-FFF2-40B4-BE49-F238E27FC236}">
                <a16:creationId xmlns:a16="http://schemas.microsoft.com/office/drawing/2014/main" id="{45830D6E-0974-4BC6-B7A2-703EFAD03603}"/>
              </a:ext>
            </a:extLst>
          </p:cNvPr>
          <p:cNvCxnSpPr/>
          <p:nvPr/>
        </p:nvCxnSpPr>
        <p:spPr>
          <a:xfrm>
            <a:off x="7498755" y="528035"/>
            <a:ext cx="30334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3" name="直接连接符 292">
            <a:extLst>
              <a:ext uri="{FF2B5EF4-FFF2-40B4-BE49-F238E27FC236}">
                <a16:creationId xmlns:a16="http://schemas.microsoft.com/office/drawing/2014/main" id="{AF6E243A-128F-4D9E-B0B8-23044E1EAD7F}"/>
              </a:ext>
            </a:extLst>
          </p:cNvPr>
          <p:cNvCxnSpPr/>
          <p:nvPr/>
        </p:nvCxnSpPr>
        <p:spPr>
          <a:xfrm>
            <a:off x="8566620" y="534474"/>
            <a:ext cx="30334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4" name="直接连接符 293">
            <a:extLst>
              <a:ext uri="{FF2B5EF4-FFF2-40B4-BE49-F238E27FC236}">
                <a16:creationId xmlns:a16="http://schemas.microsoft.com/office/drawing/2014/main" id="{048DDD21-0D20-4ACE-B872-E6D5191CA634}"/>
              </a:ext>
            </a:extLst>
          </p:cNvPr>
          <p:cNvCxnSpPr/>
          <p:nvPr/>
        </p:nvCxnSpPr>
        <p:spPr>
          <a:xfrm>
            <a:off x="9309548" y="528035"/>
            <a:ext cx="30334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95" name="文本框 294">
            <a:extLst>
              <a:ext uri="{FF2B5EF4-FFF2-40B4-BE49-F238E27FC236}">
                <a16:creationId xmlns:a16="http://schemas.microsoft.com/office/drawing/2014/main" id="{0706C9CA-6BCE-431F-A6F4-8CAE561F0745}"/>
              </a:ext>
            </a:extLst>
          </p:cNvPr>
          <p:cNvSpPr txBox="1"/>
          <p:nvPr/>
        </p:nvSpPr>
        <p:spPr>
          <a:xfrm>
            <a:off x="6335485" y="1761561"/>
            <a:ext cx="1397509" cy="311315"/>
          </a:xfrm>
          <a:prstGeom prst="rect">
            <a:avLst/>
          </a:prstGeom>
          <a:noFill/>
        </p:spPr>
        <p:txBody>
          <a:bodyPr wrap="square">
            <a:spAutoFit/>
          </a:bodyPr>
          <a:lstStyle/>
          <a:p>
            <a:r>
              <a:rPr lang="zh-CN" altLang="en-US" sz="1400" b="1" dirty="0">
                <a:solidFill>
                  <a:srgbClr val="C00000"/>
                </a:solidFill>
                <a:latin typeface="Courier New" panose="02070309020205020404" pitchFamily="49" charset="0"/>
                <a:cs typeface="Courier New" panose="02070309020205020404" pitchFamily="49" charset="0"/>
              </a:rPr>
              <a:t>split(q, s); </a:t>
            </a:r>
            <a:endParaRPr lang="zh-CN" altLang="en-US" sz="1400" dirty="0">
              <a:solidFill>
                <a:srgbClr val="C00000"/>
              </a:solidFill>
            </a:endParaRPr>
          </a:p>
        </p:txBody>
      </p:sp>
      <p:cxnSp>
        <p:nvCxnSpPr>
          <p:cNvPr id="296" name="直接连接符 295">
            <a:extLst>
              <a:ext uri="{FF2B5EF4-FFF2-40B4-BE49-F238E27FC236}">
                <a16:creationId xmlns:a16="http://schemas.microsoft.com/office/drawing/2014/main" id="{BFB2B64F-215B-4D60-9862-5054E97C07B4}"/>
              </a:ext>
            </a:extLst>
          </p:cNvPr>
          <p:cNvCxnSpPr>
            <a:cxnSpLocks/>
          </p:cNvCxnSpPr>
          <p:nvPr/>
        </p:nvCxnSpPr>
        <p:spPr>
          <a:xfrm>
            <a:off x="3958505" y="953285"/>
            <a:ext cx="485119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50FB3CB0-5E10-4FF4-B21C-A42939288C28}"/>
              </a:ext>
            </a:extLst>
          </p:cNvPr>
          <p:cNvCxnSpPr>
            <a:cxnSpLocks/>
          </p:cNvCxnSpPr>
          <p:nvPr/>
        </p:nvCxnSpPr>
        <p:spPr>
          <a:xfrm>
            <a:off x="3988386" y="1163638"/>
            <a:ext cx="374460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E50BC86C-3CEF-4ED8-917C-782C582EB9EC}"/>
              </a:ext>
            </a:extLst>
          </p:cNvPr>
          <p:cNvCxnSpPr>
            <a:cxnSpLocks/>
          </p:cNvCxnSpPr>
          <p:nvPr/>
        </p:nvCxnSpPr>
        <p:spPr>
          <a:xfrm>
            <a:off x="4168618" y="1380430"/>
            <a:ext cx="210768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9" name="直接连接符 318">
            <a:extLst>
              <a:ext uri="{FF2B5EF4-FFF2-40B4-BE49-F238E27FC236}">
                <a16:creationId xmlns:a16="http://schemas.microsoft.com/office/drawing/2014/main" id="{30DFCE6B-20C9-474F-816C-BE1FEC19D3F5}"/>
              </a:ext>
            </a:extLst>
          </p:cNvPr>
          <p:cNvCxnSpPr>
            <a:cxnSpLocks/>
          </p:cNvCxnSpPr>
          <p:nvPr/>
        </p:nvCxnSpPr>
        <p:spPr>
          <a:xfrm>
            <a:off x="4155739" y="1592934"/>
            <a:ext cx="327390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0" name="直接连接符 319">
            <a:extLst>
              <a:ext uri="{FF2B5EF4-FFF2-40B4-BE49-F238E27FC236}">
                <a16:creationId xmlns:a16="http://schemas.microsoft.com/office/drawing/2014/main" id="{29B1C150-38FB-498D-9A47-49FCC5100D4B}"/>
              </a:ext>
            </a:extLst>
          </p:cNvPr>
          <p:cNvCxnSpPr>
            <a:cxnSpLocks/>
          </p:cNvCxnSpPr>
          <p:nvPr/>
        </p:nvCxnSpPr>
        <p:spPr>
          <a:xfrm>
            <a:off x="4415918" y="2011497"/>
            <a:ext cx="507755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1" name="直接连接符 320">
            <a:extLst>
              <a:ext uri="{FF2B5EF4-FFF2-40B4-BE49-F238E27FC236}">
                <a16:creationId xmlns:a16="http://schemas.microsoft.com/office/drawing/2014/main" id="{FFBFF3C0-07E4-4050-90F3-C0587564F635}"/>
              </a:ext>
            </a:extLst>
          </p:cNvPr>
          <p:cNvCxnSpPr>
            <a:cxnSpLocks/>
          </p:cNvCxnSpPr>
          <p:nvPr/>
        </p:nvCxnSpPr>
        <p:spPr>
          <a:xfrm>
            <a:off x="4415918" y="2236877"/>
            <a:ext cx="479187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51" name="组合 50">
            <a:extLst>
              <a:ext uri="{FF2B5EF4-FFF2-40B4-BE49-F238E27FC236}">
                <a16:creationId xmlns:a16="http://schemas.microsoft.com/office/drawing/2014/main" id="{2E698045-9FA7-44CC-8A4D-EC479CD10933}"/>
              </a:ext>
            </a:extLst>
          </p:cNvPr>
          <p:cNvGrpSpPr/>
          <p:nvPr/>
        </p:nvGrpSpPr>
        <p:grpSpPr>
          <a:xfrm>
            <a:off x="3105596" y="6070445"/>
            <a:ext cx="322524" cy="369332"/>
            <a:chOff x="3549334" y="6021849"/>
            <a:chExt cx="322524" cy="369332"/>
          </a:xfrm>
        </p:grpSpPr>
        <p:cxnSp>
          <p:nvCxnSpPr>
            <p:cNvPr id="43" name="直接箭头连接符 42">
              <a:extLst>
                <a:ext uri="{FF2B5EF4-FFF2-40B4-BE49-F238E27FC236}">
                  <a16:creationId xmlns:a16="http://schemas.microsoft.com/office/drawing/2014/main" id="{37CDE875-03C1-4132-9122-4F119C4E4B00}"/>
                </a:ext>
              </a:extLst>
            </p:cNvPr>
            <p:cNvCxnSpPr>
              <a:cxnSpLocks/>
              <a:endCxn id="219" idx="2"/>
            </p:cNvCxnSpPr>
            <p:nvPr/>
          </p:nvCxnSpPr>
          <p:spPr>
            <a:xfrm flipV="1">
              <a:off x="3806923" y="6076242"/>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E5065BC0-FC3C-44ED-828A-B8519920BC3F}"/>
                </a:ext>
              </a:extLst>
            </p:cNvPr>
            <p:cNvSpPr txBox="1"/>
            <p:nvPr/>
          </p:nvSpPr>
          <p:spPr>
            <a:xfrm>
              <a:off x="3549334"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22" name="组合 321">
            <a:extLst>
              <a:ext uri="{FF2B5EF4-FFF2-40B4-BE49-F238E27FC236}">
                <a16:creationId xmlns:a16="http://schemas.microsoft.com/office/drawing/2014/main" id="{66D33267-12BB-4A06-8B51-3BED756488D0}"/>
              </a:ext>
            </a:extLst>
          </p:cNvPr>
          <p:cNvGrpSpPr/>
          <p:nvPr/>
        </p:nvGrpSpPr>
        <p:grpSpPr>
          <a:xfrm>
            <a:off x="3410452" y="6066764"/>
            <a:ext cx="207185" cy="387566"/>
            <a:chOff x="5411402" y="2461267"/>
            <a:chExt cx="207185" cy="387566"/>
          </a:xfrm>
        </p:grpSpPr>
        <p:cxnSp>
          <p:nvCxnSpPr>
            <p:cNvPr id="323" name="直接箭头连接符 322">
              <a:extLst>
                <a:ext uri="{FF2B5EF4-FFF2-40B4-BE49-F238E27FC236}">
                  <a16:creationId xmlns:a16="http://schemas.microsoft.com/office/drawing/2014/main" id="{74088D2B-B6E5-4285-8450-6BD6B72E9CD8}"/>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24" name="文本框 323">
              <a:extLst>
                <a:ext uri="{FF2B5EF4-FFF2-40B4-BE49-F238E27FC236}">
                  <a16:creationId xmlns:a16="http://schemas.microsoft.com/office/drawing/2014/main" id="{69D859F0-B657-41FF-9475-351EBACF59BD}"/>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cxnSp>
        <p:nvCxnSpPr>
          <p:cNvPr id="325" name="直接连接符 324">
            <a:extLst>
              <a:ext uri="{FF2B5EF4-FFF2-40B4-BE49-F238E27FC236}">
                <a16:creationId xmlns:a16="http://schemas.microsoft.com/office/drawing/2014/main" id="{A1BCD923-AF43-464F-B368-FC691BC87B36}"/>
              </a:ext>
            </a:extLst>
          </p:cNvPr>
          <p:cNvCxnSpPr>
            <a:cxnSpLocks/>
          </p:cNvCxnSpPr>
          <p:nvPr/>
        </p:nvCxnSpPr>
        <p:spPr>
          <a:xfrm>
            <a:off x="3970321" y="3010456"/>
            <a:ext cx="162240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08879B0B-AD31-483D-808C-B769D0A1FB9C}"/>
              </a:ext>
            </a:extLst>
          </p:cNvPr>
          <p:cNvCxnSpPr>
            <a:cxnSpLocks/>
          </p:cNvCxnSpPr>
          <p:nvPr/>
        </p:nvCxnSpPr>
        <p:spPr>
          <a:xfrm>
            <a:off x="3988386" y="3210079"/>
            <a:ext cx="98765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27" name="组合 326">
            <a:extLst>
              <a:ext uri="{FF2B5EF4-FFF2-40B4-BE49-F238E27FC236}">
                <a16:creationId xmlns:a16="http://schemas.microsoft.com/office/drawing/2014/main" id="{73F23628-F541-40A8-BFE5-6BC885DDE2C2}"/>
              </a:ext>
            </a:extLst>
          </p:cNvPr>
          <p:cNvGrpSpPr/>
          <p:nvPr/>
        </p:nvGrpSpPr>
        <p:grpSpPr>
          <a:xfrm>
            <a:off x="2710759" y="5314252"/>
            <a:ext cx="322524" cy="399995"/>
            <a:chOff x="3549334" y="5991186"/>
            <a:chExt cx="322524" cy="399995"/>
          </a:xfrm>
        </p:grpSpPr>
        <p:cxnSp>
          <p:nvCxnSpPr>
            <p:cNvPr id="328" name="直接箭头连接符 327">
              <a:extLst>
                <a:ext uri="{FF2B5EF4-FFF2-40B4-BE49-F238E27FC236}">
                  <a16:creationId xmlns:a16="http://schemas.microsoft.com/office/drawing/2014/main" id="{4259AE1E-2C29-405E-8622-9AB59A452754}"/>
                </a:ext>
              </a:extLst>
            </p:cNvPr>
            <p:cNvCxnSpPr>
              <a:cxnSpLocks/>
            </p:cNvCxnSpPr>
            <p:nvPr/>
          </p:nvCxnSpPr>
          <p:spPr>
            <a:xfrm flipV="1">
              <a:off x="3806923" y="5991186"/>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29" name="文本框 328">
              <a:extLst>
                <a:ext uri="{FF2B5EF4-FFF2-40B4-BE49-F238E27FC236}">
                  <a16:creationId xmlns:a16="http://schemas.microsoft.com/office/drawing/2014/main" id="{E844E09B-2ABA-4CBD-88BB-E3E28E7C673E}"/>
                </a:ext>
              </a:extLst>
            </p:cNvPr>
            <p:cNvSpPr txBox="1"/>
            <p:nvPr/>
          </p:nvSpPr>
          <p:spPr>
            <a:xfrm>
              <a:off x="3549334"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40" name="组合 339">
            <a:extLst>
              <a:ext uri="{FF2B5EF4-FFF2-40B4-BE49-F238E27FC236}">
                <a16:creationId xmlns:a16="http://schemas.microsoft.com/office/drawing/2014/main" id="{D53D40F0-AF39-43CA-B59E-F8C972ED08E6}"/>
              </a:ext>
            </a:extLst>
          </p:cNvPr>
          <p:cNvGrpSpPr/>
          <p:nvPr/>
        </p:nvGrpSpPr>
        <p:grpSpPr>
          <a:xfrm>
            <a:off x="3015615" y="5310571"/>
            <a:ext cx="207185" cy="387566"/>
            <a:chOff x="5411402" y="2461267"/>
            <a:chExt cx="207185" cy="387566"/>
          </a:xfrm>
        </p:grpSpPr>
        <p:cxnSp>
          <p:nvCxnSpPr>
            <p:cNvPr id="341" name="直接箭头连接符 340">
              <a:extLst>
                <a:ext uri="{FF2B5EF4-FFF2-40B4-BE49-F238E27FC236}">
                  <a16:creationId xmlns:a16="http://schemas.microsoft.com/office/drawing/2014/main" id="{5A36DD54-529D-4815-ADF2-98489B82D3D4}"/>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42" name="文本框 341">
              <a:extLst>
                <a:ext uri="{FF2B5EF4-FFF2-40B4-BE49-F238E27FC236}">
                  <a16:creationId xmlns:a16="http://schemas.microsoft.com/office/drawing/2014/main" id="{008BCA7A-524D-4D04-9EEB-20FA0214B968}"/>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grpSp>
        <p:nvGrpSpPr>
          <p:cNvPr id="343" name="组合 342">
            <a:extLst>
              <a:ext uri="{FF2B5EF4-FFF2-40B4-BE49-F238E27FC236}">
                <a16:creationId xmlns:a16="http://schemas.microsoft.com/office/drawing/2014/main" id="{4C8963C3-5678-41D1-9B06-44140D7520E9}"/>
              </a:ext>
            </a:extLst>
          </p:cNvPr>
          <p:cNvGrpSpPr/>
          <p:nvPr/>
        </p:nvGrpSpPr>
        <p:grpSpPr>
          <a:xfrm>
            <a:off x="8061483" y="6063411"/>
            <a:ext cx="322524" cy="399995"/>
            <a:chOff x="3549334" y="5991186"/>
            <a:chExt cx="322524" cy="399995"/>
          </a:xfrm>
        </p:grpSpPr>
        <p:cxnSp>
          <p:nvCxnSpPr>
            <p:cNvPr id="344" name="直接箭头连接符 343">
              <a:extLst>
                <a:ext uri="{FF2B5EF4-FFF2-40B4-BE49-F238E27FC236}">
                  <a16:creationId xmlns:a16="http://schemas.microsoft.com/office/drawing/2014/main" id="{E7F1460A-51B9-4093-9C8B-282B6FE25776}"/>
                </a:ext>
              </a:extLst>
            </p:cNvPr>
            <p:cNvCxnSpPr>
              <a:cxnSpLocks/>
            </p:cNvCxnSpPr>
            <p:nvPr/>
          </p:nvCxnSpPr>
          <p:spPr>
            <a:xfrm flipV="1">
              <a:off x="3806923" y="5991186"/>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45" name="文本框 344">
              <a:extLst>
                <a:ext uri="{FF2B5EF4-FFF2-40B4-BE49-F238E27FC236}">
                  <a16:creationId xmlns:a16="http://schemas.microsoft.com/office/drawing/2014/main" id="{DD846773-B054-4965-A69F-94DEE9D4415A}"/>
                </a:ext>
              </a:extLst>
            </p:cNvPr>
            <p:cNvSpPr txBox="1"/>
            <p:nvPr/>
          </p:nvSpPr>
          <p:spPr>
            <a:xfrm>
              <a:off x="3549334"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46" name="组合 345">
            <a:extLst>
              <a:ext uri="{FF2B5EF4-FFF2-40B4-BE49-F238E27FC236}">
                <a16:creationId xmlns:a16="http://schemas.microsoft.com/office/drawing/2014/main" id="{29184E58-B58D-49F1-8C2D-904C80D6F2F5}"/>
              </a:ext>
            </a:extLst>
          </p:cNvPr>
          <p:cNvGrpSpPr/>
          <p:nvPr/>
        </p:nvGrpSpPr>
        <p:grpSpPr>
          <a:xfrm>
            <a:off x="8366339" y="6059730"/>
            <a:ext cx="207185" cy="387566"/>
            <a:chOff x="5411402" y="2461267"/>
            <a:chExt cx="207185" cy="387566"/>
          </a:xfrm>
        </p:grpSpPr>
        <p:cxnSp>
          <p:nvCxnSpPr>
            <p:cNvPr id="347" name="直接箭头连接符 346">
              <a:extLst>
                <a:ext uri="{FF2B5EF4-FFF2-40B4-BE49-F238E27FC236}">
                  <a16:creationId xmlns:a16="http://schemas.microsoft.com/office/drawing/2014/main" id="{26DE2DA8-32FC-4651-8696-E2C18873F70E}"/>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48" name="文本框 347">
              <a:extLst>
                <a:ext uri="{FF2B5EF4-FFF2-40B4-BE49-F238E27FC236}">
                  <a16:creationId xmlns:a16="http://schemas.microsoft.com/office/drawing/2014/main" id="{A90D72DB-E807-4229-B9C7-38342F169ED7}"/>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grpSp>
        <p:nvGrpSpPr>
          <p:cNvPr id="349" name="组合 348">
            <a:extLst>
              <a:ext uri="{FF2B5EF4-FFF2-40B4-BE49-F238E27FC236}">
                <a16:creationId xmlns:a16="http://schemas.microsoft.com/office/drawing/2014/main" id="{D8A60A01-D259-4F1B-B5CC-264FF2B5C743}"/>
              </a:ext>
            </a:extLst>
          </p:cNvPr>
          <p:cNvGrpSpPr/>
          <p:nvPr/>
        </p:nvGrpSpPr>
        <p:grpSpPr>
          <a:xfrm>
            <a:off x="7706892" y="5340253"/>
            <a:ext cx="322524" cy="399995"/>
            <a:chOff x="3549334" y="5991186"/>
            <a:chExt cx="322524" cy="399995"/>
          </a:xfrm>
        </p:grpSpPr>
        <p:cxnSp>
          <p:nvCxnSpPr>
            <p:cNvPr id="350" name="直接箭头连接符 349">
              <a:extLst>
                <a:ext uri="{FF2B5EF4-FFF2-40B4-BE49-F238E27FC236}">
                  <a16:creationId xmlns:a16="http://schemas.microsoft.com/office/drawing/2014/main" id="{9BAA9282-BE50-457F-91E5-4F9D6D5A3B96}"/>
                </a:ext>
              </a:extLst>
            </p:cNvPr>
            <p:cNvCxnSpPr>
              <a:cxnSpLocks/>
            </p:cNvCxnSpPr>
            <p:nvPr/>
          </p:nvCxnSpPr>
          <p:spPr>
            <a:xfrm flipV="1">
              <a:off x="3806923" y="5991186"/>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51" name="文本框 350">
              <a:extLst>
                <a:ext uri="{FF2B5EF4-FFF2-40B4-BE49-F238E27FC236}">
                  <a16:creationId xmlns:a16="http://schemas.microsoft.com/office/drawing/2014/main" id="{BE4B6F64-A2DA-4F82-9B18-4ECE305F6A2B}"/>
                </a:ext>
              </a:extLst>
            </p:cNvPr>
            <p:cNvSpPr txBox="1"/>
            <p:nvPr/>
          </p:nvSpPr>
          <p:spPr>
            <a:xfrm>
              <a:off x="3549334"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52" name="组合 351">
            <a:extLst>
              <a:ext uri="{FF2B5EF4-FFF2-40B4-BE49-F238E27FC236}">
                <a16:creationId xmlns:a16="http://schemas.microsoft.com/office/drawing/2014/main" id="{26AE024F-5A92-4DB4-9FD4-06D6FB1E8A83}"/>
              </a:ext>
            </a:extLst>
          </p:cNvPr>
          <p:cNvGrpSpPr/>
          <p:nvPr/>
        </p:nvGrpSpPr>
        <p:grpSpPr>
          <a:xfrm>
            <a:off x="8011748" y="5336572"/>
            <a:ext cx="207185" cy="387566"/>
            <a:chOff x="5411402" y="2461267"/>
            <a:chExt cx="207185" cy="387566"/>
          </a:xfrm>
        </p:grpSpPr>
        <p:cxnSp>
          <p:nvCxnSpPr>
            <p:cNvPr id="353" name="直接箭头连接符 352">
              <a:extLst>
                <a:ext uri="{FF2B5EF4-FFF2-40B4-BE49-F238E27FC236}">
                  <a16:creationId xmlns:a16="http://schemas.microsoft.com/office/drawing/2014/main" id="{0C663EF9-726C-4DB6-978A-037E27D27117}"/>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64" name="文本框 363">
              <a:extLst>
                <a:ext uri="{FF2B5EF4-FFF2-40B4-BE49-F238E27FC236}">
                  <a16:creationId xmlns:a16="http://schemas.microsoft.com/office/drawing/2014/main" id="{9A8147D2-4CFB-4939-9773-5C7EAF34FDE6}"/>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grpSp>
        <p:nvGrpSpPr>
          <p:cNvPr id="365" name="组合 364">
            <a:extLst>
              <a:ext uri="{FF2B5EF4-FFF2-40B4-BE49-F238E27FC236}">
                <a16:creationId xmlns:a16="http://schemas.microsoft.com/office/drawing/2014/main" id="{A7DD3631-C7DE-4AE5-A165-82B0EB4FF9B6}"/>
              </a:ext>
            </a:extLst>
          </p:cNvPr>
          <p:cNvGrpSpPr/>
          <p:nvPr/>
        </p:nvGrpSpPr>
        <p:grpSpPr>
          <a:xfrm>
            <a:off x="5535669" y="4606828"/>
            <a:ext cx="322524" cy="399995"/>
            <a:chOff x="3549334" y="5991186"/>
            <a:chExt cx="322524" cy="399995"/>
          </a:xfrm>
        </p:grpSpPr>
        <p:cxnSp>
          <p:nvCxnSpPr>
            <p:cNvPr id="366" name="直接箭头连接符 365">
              <a:extLst>
                <a:ext uri="{FF2B5EF4-FFF2-40B4-BE49-F238E27FC236}">
                  <a16:creationId xmlns:a16="http://schemas.microsoft.com/office/drawing/2014/main" id="{6DB0E5D3-B79B-4DBC-85C1-2EAE42A34C3E}"/>
                </a:ext>
              </a:extLst>
            </p:cNvPr>
            <p:cNvCxnSpPr>
              <a:cxnSpLocks/>
            </p:cNvCxnSpPr>
            <p:nvPr/>
          </p:nvCxnSpPr>
          <p:spPr>
            <a:xfrm flipV="1">
              <a:off x="3806923" y="5991186"/>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67" name="文本框 366">
              <a:extLst>
                <a:ext uri="{FF2B5EF4-FFF2-40B4-BE49-F238E27FC236}">
                  <a16:creationId xmlns:a16="http://schemas.microsoft.com/office/drawing/2014/main" id="{09BBC75D-19F3-4858-869D-78B7C743FE29}"/>
                </a:ext>
              </a:extLst>
            </p:cNvPr>
            <p:cNvSpPr txBox="1"/>
            <p:nvPr/>
          </p:nvSpPr>
          <p:spPr>
            <a:xfrm>
              <a:off x="3549334"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68" name="组合 367">
            <a:extLst>
              <a:ext uri="{FF2B5EF4-FFF2-40B4-BE49-F238E27FC236}">
                <a16:creationId xmlns:a16="http://schemas.microsoft.com/office/drawing/2014/main" id="{4AF5CC8C-DACA-4A51-910A-5A07AF3B56DF}"/>
              </a:ext>
            </a:extLst>
          </p:cNvPr>
          <p:cNvGrpSpPr/>
          <p:nvPr/>
        </p:nvGrpSpPr>
        <p:grpSpPr>
          <a:xfrm>
            <a:off x="5840525" y="4603147"/>
            <a:ext cx="207185" cy="387566"/>
            <a:chOff x="5411402" y="2461267"/>
            <a:chExt cx="207185" cy="387566"/>
          </a:xfrm>
        </p:grpSpPr>
        <p:cxnSp>
          <p:nvCxnSpPr>
            <p:cNvPr id="369" name="直接箭头连接符 368">
              <a:extLst>
                <a:ext uri="{FF2B5EF4-FFF2-40B4-BE49-F238E27FC236}">
                  <a16:creationId xmlns:a16="http://schemas.microsoft.com/office/drawing/2014/main" id="{6B1FD97E-99C1-4E82-BAD0-1A5FF71A3AF6}"/>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70" name="文本框 369">
              <a:extLst>
                <a:ext uri="{FF2B5EF4-FFF2-40B4-BE49-F238E27FC236}">
                  <a16:creationId xmlns:a16="http://schemas.microsoft.com/office/drawing/2014/main" id="{1BF288CA-74C8-4BB5-9A48-BBE05F32C5F9}"/>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cxnSp>
        <p:nvCxnSpPr>
          <p:cNvPr id="3" name="直接连接符 2">
            <a:extLst>
              <a:ext uri="{FF2B5EF4-FFF2-40B4-BE49-F238E27FC236}">
                <a16:creationId xmlns:a16="http://schemas.microsoft.com/office/drawing/2014/main" id="{B774D4FC-810A-F5C4-9035-D335999DFBDF}"/>
              </a:ext>
            </a:extLst>
          </p:cNvPr>
          <p:cNvCxnSpPr>
            <a:cxnSpLocks/>
          </p:cNvCxnSpPr>
          <p:nvPr/>
        </p:nvCxnSpPr>
        <p:spPr>
          <a:xfrm>
            <a:off x="3988386" y="725930"/>
            <a:ext cx="79094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054C1D2-C58F-0B87-C1B5-CBF733D2E1A0}"/>
              </a:ext>
            </a:extLst>
          </p:cNvPr>
          <p:cNvSpPr txBox="1"/>
          <p:nvPr/>
        </p:nvSpPr>
        <p:spPr>
          <a:xfrm>
            <a:off x="356268" y="3543058"/>
            <a:ext cx="2666114" cy="646331"/>
          </a:xfrm>
          <a:prstGeom prst="rect">
            <a:avLst/>
          </a:prstGeom>
          <a:noFill/>
        </p:spPr>
        <p:txBody>
          <a:bodyPr wrap="none" rtlCol="0">
            <a:spAutoFit/>
          </a:bodyPr>
          <a:lstStyle/>
          <a:p>
            <a:r>
              <a:rPr lang="zh-CN" altLang="en-US" b="1" dirty="0"/>
              <a:t>下面演示</a:t>
            </a:r>
            <a:r>
              <a:rPr lang="zh-CN" altLang="en-US" b="1" dirty="0">
                <a:solidFill>
                  <a:srgbClr val="041ABC"/>
                </a:solidFill>
                <a:effectLst>
                  <a:outerShdw blurRad="38100" dist="38100" dir="2700000" algn="tl">
                    <a:srgbClr val="000000">
                      <a:alpha val="43137"/>
                    </a:srgbClr>
                  </a:outerShdw>
                </a:effectLst>
              </a:rPr>
              <a:t>图</a:t>
            </a:r>
            <a:r>
              <a:rPr lang="en-US" altLang="zh-CN" b="1" dirty="0">
                <a:solidFill>
                  <a:srgbClr val="041ABC"/>
                </a:solidFill>
                <a:effectLst>
                  <a:outerShdw blurRad="38100" dist="38100" dir="2700000" algn="tl">
                    <a:srgbClr val="000000">
                      <a:alpha val="43137"/>
                    </a:srgbClr>
                  </a:outerShdw>
                </a:effectLst>
              </a:rPr>
              <a:t>9.25</a:t>
            </a:r>
            <a:r>
              <a:rPr lang="zh-CN" altLang="en-US" b="1" dirty="0"/>
              <a:t>依次插入</a:t>
            </a:r>
            <a:endParaRPr lang="en-US" altLang="zh-CN" b="1" dirty="0"/>
          </a:p>
          <a:p>
            <a:r>
              <a:rPr lang="zh-CN" altLang="en-US" b="1" dirty="0"/>
              <a:t>多个关键字的过程：</a:t>
            </a:r>
          </a:p>
        </p:txBody>
      </p:sp>
      <p:sp>
        <p:nvSpPr>
          <p:cNvPr id="23" name="文本框 22">
            <a:extLst>
              <a:ext uri="{FF2B5EF4-FFF2-40B4-BE49-F238E27FC236}">
                <a16:creationId xmlns:a16="http://schemas.microsoft.com/office/drawing/2014/main" id="{A3C9DB08-32B1-29F3-E705-939027577BBD}"/>
              </a:ext>
            </a:extLst>
          </p:cNvPr>
          <p:cNvSpPr txBox="1"/>
          <p:nvPr/>
        </p:nvSpPr>
        <p:spPr>
          <a:xfrm>
            <a:off x="8136508" y="6357920"/>
            <a:ext cx="453970" cy="369332"/>
          </a:xfrm>
          <a:prstGeom prst="rect">
            <a:avLst/>
          </a:prstGeom>
          <a:noFill/>
        </p:spPr>
        <p:txBody>
          <a:bodyPr wrap="none" rtlCol="0">
            <a:spAutoFit/>
          </a:bodyPr>
          <a:lstStyle/>
          <a:p>
            <a:r>
              <a:rPr lang="en-US" altLang="zh-CN" b="1" dirty="0">
                <a:solidFill>
                  <a:srgbClr val="FF0000"/>
                </a:solidFill>
              </a:rPr>
              <a:t>(a)</a:t>
            </a:r>
            <a:endParaRPr lang="zh-CN" altLang="en-US" b="1" dirty="0">
              <a:solidFill>
                <a:srgbClr val="FF0000"/>
              </a:solidFill>
            </a:endParaRPr>
          </a:p>
        </p:txBody>
      </p:sp>
      <p:sp>
        <p:nvSpPr>
          <p:cNvPr id="28" name="文本框 27">
            <a:extLst>
              <a:ext uri="{FF2B5EF4-FFF2-40B4-BE49-F238E27FC236}">
                <a16:creationId xmlns:a16="http://schemas.microsoft.com/office/drawing/2014/main" id="{F77783D0-19A6-E907-BA6A-4E8DBF578D78}"/>
              </a:ext>
            </a:extLst>
          </p:cNvPr>
          <p:cNvSpPr txBox="1"/>
          <p:nvPr/>
        </p:nvSpPr>
        <p:spPr>
          <a:xfrm>
            <a:off x="8491308" y="6359388"/>
            <a:ext cx="466794" cy="369332"/>
          </a:xfrm>
          <a:prstGeom prst="rect">
            <a:avLst/>
          </a:prstGeom>
          <a:noFill/>
        </p:spPr>
        <p:txBody>
          <a:bodyPr wrap="none" rtlCol="0">
            <a:spAutoFit/>
          </a:bodyPr>
          <a:lstStyle/>
          <a:p>
            <a:r>
              <a:rPr lang="en-US" altLang="zh-CN" b="1" dirty="0">
                <a:solidFill>
                  <a:srgbClr val="FF0000"/>
                </a:solidFill>
              </a:rPr>
              <a:t>(b)</a:t>
            </a:r>
            <a:endParaRPr lang="zh-CN" altLang="en-US" b="1" dirty="0">
              <a:solidFill>
                <a:srgbClr val="FF0000"/>
              </a:solidFill>
            </a:endParaRPr>
          </a:p>
        </p:txBody>
      </p:sp>
      <p:sp>
        <p:nvSpPr>
          <p:cNvPr id="30" name="文本框 29">
            <a:extLst>
              <a:ext uri="{FF2B5EF4-FFF2-40B4-BE49-F238E27FC236}">
                <a16:creationId xmlns:a16="http://schemas.microsoft.com/office/drawing/2014/main" id="{F7F3EE46-9D3C-7916-403E-31A9B37EDB6B}"/>
              </a:ext>
            </a:extLst>
          </p:cNvPr>
          <p:cNvSpPr txBox="1"/>
          <p:nvPr/>
        </p:nvSpPr>
        <p:spPr>
          <a:xfrm>
            <a:off x="8873509" y="6359389"/>
            <a:ext cx="441146" cy="369332"/>
          </a:xfrm>
          <a:prstGeom prst="rect">
            <a:avLst/>
          </a:prstGeom>
          <a:noFill/>
        </p:spPr>
        <p:txBody>
          <a:bodyPr wrap="none" rtlCol="0">
            <a:spAutoFit/>
          </a:bodyPr>
          <a:lstStyle/>
          <a:p>
            <a:r>
              <a:rPr lang="en-US" altLang="zh-CN" b="1" dirty="0">
                <a:solidFill>
                  <a:srgbClr val="FF0000"/>
                </a:solidFill>
              </a:rPr>
              <a:t>(c)</a:t>
            </a:r>
            <a:endParaRPr lang="zh-CN" altLang="en-US" b="1" dirty="0">
              <a:solidFill>
                <a:srgbClr val="FF0000"/>
              </a:solidFill>
            </a:endParaRPr>
          </a:p>
        </p:txBody>
      </p:sp>
      <p:sp>
        <p:nvSpPr>
          <p:cNvPr id="37" name="文本框 27">
            <a:extLst>
              <a:ext uri="{FF2B5EF4-FFF2-40B4-BE49-F238E27FC236}">
                <a16:creationId xmlns:a16="http://schemas.microsoft.com/office/drawing/2014/main" id="{F77783D0-19A6-E907-BA6A-4E8DBF578D78}"/>
              </a:ext>
            </a:extLst>
          </p:cNvPr>
          <p:cNvSpPr txBox="1"/>
          <p:nvPr/>
        </p:nvSpPr>
        <p:spPr>
          <a:xfrm>
            <a:off x="9224322" y="6372904"/>
            <a:ext cx="466794"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FF0000"/>
                </a:solidFill>
              </a:rPr>
              <a:t>(d)</a:t>
            </a:r>
            <a:endParaRPr lang="zh-CN" altLang="en-US" b="1" dirty="0">
              <a:solidFill>
                <a:srgbClr val="FF0000"/>
              </a:solidFill>
            </a:endParaRPr>
          </a:p>
        </p:txBody>
      </p:sp>
      <p:sp>
        <p:nvSpPr>
          <p:cNvPr id="40" name="文本框 27">
            <a:extLst>
              <a:ext uri="{FF2B5EF4-FFF2-40B4-BE49-F238E27FC236}">
                <a16:creationId xmlns:a16="http://schemas.microsoft.com/office/drawing/2014/main" id="{F77783D0-19A6-E907-BA6A-4E8DBF578D78}"/>
              </a:ext>
            </a:extLst>
          </p:cNvPr>
          <p:cNvSpPr txBox="1"/>
          <p:nvPr/>
        </p:nvSpPr>
        <p:spPr>
          <a:xfrm>
            <a:off x="9610090" y="6357920"/>
            <a:ext cx="44114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FF0000"/>
                </a:solidFill>
              </a:rPr>
              <a:t>(e)</a:t>
            </a:r>
            <a:endParaRPr lang="zh-CN" altLang="en-US" b="1" dirty="0">
              <a:solidFill>
                <a:srgbClr val="FF0000"/>
              </a:solidFill>
            </a:endParaRPr>
          </a:p>
        </p:txBody>
      </p:sp>
      <p:sp>
        <p:nvSpPr>
          <p:cNvPr id="46" name="文本框 27">
            <a:extLst>
              <a:ext uri="{FF2B5EF4-FFF2-40B4-BE49-F238E27FC236}">
                <a16:creationId xmlns:a16="http://schemas.microsoft.com/office/drawing/2014/main" id="{F77783D0-19A6-E907-BA6A-4E8DBF578D78}"/>
              </a:ext>
            </a:extLst>
          </p:cNvPr>
          <p:cNvSpPr txBox="1"/>
          <p:nvPr/>
        </p:nvSpPr>
        <p:spPr>
          <a:xfrm>
            <a:off x="9951672" y="6357920"/>
            <a:ext cx="41549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FF0000"/>
                </a:solidFill>
              </a:rPr>
              <a:t>(f)</a:t>
            </a:r>
            <a:endParaRPr lang="zh-CN" altLang="en-US" b="1" dirty="0">
              <a:solidFill>
                <a:srgbClr val="FF0000"/>
              </a:solidFill>
            </a:endParaRPr>
          </a:p>
        </p:txBody>
      </p:sp>
      <p:sp>
        <p:nvSpPr>
          <p:cNvPr id="54" name="文本框 27">
            <a:extLst>
              <a:ext uri="{FF2B5EF4-FFF2-40B4-BE49-F238E27FC236}">
                <a16:creationId xmlns:a16="http://schemas.microsoft.com/office/drawing/2014/main" id="{F77783D0-19A6-E907-BA6A-4E8DBF578D78}"/>
              </a:ext>
            </a:extLst>
          </p:cNvPr>
          <p:cNvSpPr txBox="1"/>
          <p:nvPr/>
        </p:nvSpPr>
        <p:spPr>
          <a:xfrm>
            <a:off x="10265092" y="6347288"/>
            <a:ext cx="453970"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FF0000"/>
                </a:solidFill>
              </a:rPr>
              <a:t>(g)</a:t>
            </a:r>
            <a:endParaRPr lang="zh-CN" altLang="en-US" b="1" dirty="0">
              <a:solidFill>
                <a:srgbClr val="FF0000"/>
              </a:solidFill>
            </a:endParaRPr>
          </a:p>
        </p:txBody>
      </p:sp>
      <p:sp>
        <p:nvSpPr>
          <p:cNvPr id="55" name="文本框 27">
            <a:extLst>
              <a:ext uri="{FF2B5EF4-FFF2-40B4-BE49-F238E27FC236}">
                <a16:creationId xmlns:a16="http://schemas.microsoft.com/office/drawing/2014/main" id="{F77783D0-19A6-E907-BA6A-4E8DBF578D78}"/>
              </a:ext>
            </a:extLst>
          </p:cNvPr>
          <p:cNvSpPr txBox="1"/>
          <p:nvPr/>
        </p:nvSpPr>
        <p:spPr>
          <a:xfrm>
            <a:off x="10610040" y="6357920"/>
            <a:ext cx="466794"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FF0000"/>
                </a:solidFill>
              </a:rPr>
              <a:t>(h)</a:t>
            </a:r>
            <a:endParaRPr lang="zh-CN" altLang="en-US" b="1" dirty="0">
              <a:solidFill>
                <a:srgbClr val="FF0000"/>
              </a:solidFill>
            </a:endParaRPr>
          </a:p>
        </p:txBody>
      </p:sp>
      <p:sp>
        <p:nvSpPr>
          <p:cNvPr id="56" name="文本框 27">
            <a:extLst>
              <a:ext uri="{FF2B5EF4-FFF2-40B4-BE49-F238E27FC236}">
                <a16:creationId xmlns:a16="http://schemas.microsoft.com/office/drawing/2014/main" id="{F77783D0-19A6-E907-BA6A-4E8DBF578D78}"/>
              </a:ext>
            </a:extLst>
          </p:cNvPr>
          <p:cNvSpPr txBox="1"/>
          <p:nvPr/>
        </p:nvSpPr>
        <p:spPr>
          <a:xfrm>
            <a:off x="10992813" y="6357920"/>
            <a:ext cx="402674"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FF0000"/>
                </a:solidFill>
              </a:rPr>
              <a:t>(</a:t>
            </a:r>
            <a:r>
              <a:rPr lang="en-US" altLang="zh-CN" b="1" dirty="0" err="1">
                <a:solidFill>
                  <a:srgbClr val="FF0000"/>
                </a:solidFill>
              </a:rPr>
              <a:t>i</a:t>
            </a:r>
            <a:r>
              <a:rPr lang="en-US" altLang="zh-CN" b="1" dirty="0">
                <a:solidFill>
                  <a:srgbClr val="FF0000"/>
                </a:solidFill>
              </a:rPr>
              <a:t>)</a:t>
            </a:r>
            <a:endParaRPr lang="zh-CN" altLang="en-US" b="1" dirty="0">
              <a:solidFill>
                <a:srgbClr val="FF0000"/>
              </a:solidFill>
            </a:endParaRPr>
          </a:p>
        </p:txBody>
      </p:sp>
      <p:sp>
        <p:nvSpPr>
          <p:cNvPr id="460" name="文本框 27">
            <a:extLst>
              <a:ext uri="{FF2B5EF4-FFF2-40B4-BE49-F238E27FC236}">
                <a16:creationId xmlns:a16="http://schemas.microsoft.com/office/drawing/2014/main" id="{F77783D0-19A6-E907-BA6A-4E8DBF578D78}"/>
              </a:ext>
            </a:extLst>
          </p:cNvPr>
          <p:cNvSpPr txBox="1"/>
          <p:nvPr/>
        </p:nvSpPr>
        <p:spPr>
          <a:xfrm>
            <a:off x="11311789" y="6357920"/>
            <a:ext cx="41549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FF0000"/>
                </a:solidFill>
              </a:rPr>
              <a:t>(j)</a:t>
            </a:r>
            <a:endParaRPr lang="zh-CN" altLang="en-US" b="1" dirty="0">
              <a:solidFill>
                <a:srgbClr val="FF0000"/>
              </a:solidFill>
            </a:endParaRPr>
          </a:p>
        </p:txBody>
      </p:sp>
    </p:spTree>
    <p:extLst>
      <p:ext uri="{BB962C8B-B14F-4D97-AF65-F5344CB8AC3E}">
        <p14:creationId xmlns:p14="http://schemas.microsoft.com/office/powerpoint/2010/main" val="387068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292"/>
                                        </p:tgtEl>
                                        <p:attrNameLst>
                                          <p:attrName>style.visibility</p:attrName>
                                        </p:attrNameLst>
                                      </p:cBhvr>
                                      <p:to>
                                        <p:strVal val="visible"/>
                                      </p:to>
                                    </p:set>
                                    <p:anim calcmode="lin" valueType="num">
                                      <p:cBhvr>
                                        <p:cTn id="14" dur="1000" fill="hold"/>
                                        <p:tgtEl>
                                          <p:spTgt spid="292"/>
                                        </p:tgtEl>
                                        <p:attrNameLst>
                                          <p:attrName>ppt_w</p:attrName>
                                        </p:attrNameLst>
                                      </p:cBhvr>
                                      <p:tavLst>
                                        <p:tav tm="0">
                                          <p:val>
                                            <p:fltVal val="0"/>
                                          </p:val>
                                        </p:tav>
                                        <p:tav tm="100000">
                                          <p:val>
                                            <p:strVal val="#ppt_w"/>
                                          </p:val>
                                        </p:tav>
                                      </p:tavLst>
                                    </p:anim>
                                    <p:anim calcmode="lin" valueType="num">
                                      <p:cBhvr>
                                        <p:cTn id="15" dur="1000" fill="hold"/>
                                        <p:tgtEl>
                                          <p:spTgt spid="292"/>
                                        </p:tgtEl>
                                        <p:attrNameLst>
                                          <p:attrName>ppt_h</p:attrName>
                                        </p:attrNameLst>
                                      </p:cBhvr>
                                      <p:tavLst>
                                        <p:tav tm="0">
                                          <p:val>
                                            <p:fltVal val="0"/>
                                          </p:val>
                                        </p:tav>
                                        <p:tav tm="100000">
                                          <p:val>
                                            <p:strVal val="#ppt_h"/>
                                          </p:val>
                                        </p:tav>
                                      </p:tavLst>
                                    </p:anim>
                                    <p:anim calcmode="lin" valueType="num">
                                      <p:cBhvr>
                                        <p:cTn id="16" dur="1000" fill="hold"/>
                                        <p:tgtEl>
                                          <p:spTgt spid="292"/>
                                        </p:tgtEl>
                                        <p:attrNameLst>
                                          <p:attrName>style.rotation</p:attrName>
                                        </p:attrNameLst>
                                      </p:cBhvr>
                                      <p:tavLst>
                                        <p:tav tm="0">
                                          <p:val>
                                            <p:fltVal val="90"/>
                                          </p:val>
                                        </p:tav>
                                        <p:tav tm="100000">
                                          <p:val>
                                            <p:fltVal val="0"/>
                                          </p:val>
                                        </p:tav>
                                      </p:tavLst>
                                    </p:anim>
                                    <p:animEffect transition="in" filter="fade">
                                      <p:cBhvr>
                                        <p:cTn id="17" dur="1000"/>
                                        <p:tgtEl>
                                          <p:spTgt spid="292"/>
                                        </p:tgtEl>
                                      </p:cBhvr>
                                    </p:animEffect>
                                  </p:childTnLst>
                                </p:cTn>
                              </p:par>
                            </p:childTnLst>
                          </p:cTn>
                        </p:par>
                        <p:par>
                          <p:cTn id="18" fill="hold">
                            <p:stCondLst>
                              <p:cond delay="2000"/>
                            </p:stCondLst>
                            <p:childTnLst>
                              <p:par>
                                <p:cTn id="19" presetID="31" presetClass="entr" presetSubtype="0" fill="hold" nodeType="afterEffect">
                                  <p:stCondLst>
                                    <p:cond delay="0"/>
                                  </p:stCondLst>
                                  <p:childTnLst>
                                    <p:set>
                                      <p:cBhvr>
                                        <p:cTn id="20" dur="1" fill="hold">
                                          <p:stCondLst>
                                            <p:cond delay="0"/>
                                          </p:stCondLst>
                                        </p:cTn>
                                        <p:tgtEl>
                                          <p:spTgt spid="293"/>
                                        </p:tgtEl>
                                        <p:attrNameLst>
                                          <p:attrName>style.visibility</p:attrName>
                                        </p:attrNameLst>
                                      </p:cBhvr>
                                      <p:to>
                                        <p:strVal val="visible"/>
                                      </p:to>
                                    </p:set>
                                    <p:anim calcmode="lin" valueType="num">
                                      <p:cBhvr>
                                        <p:cTn id="21" dur="1000" fill="hold"/>
                                        <p:tgtEl>
                                          <p:spTgt spid="293"/>
                                        </p:tgtEl>
                                        <p:attrNameLst>
                                          <p:attrName>ppt_w</p:attrName>
                                        </p:attrNameLst>
                                      </p:cBhvr>
                                      <p:tavLst>
                                        <p:tav tm="0">
                                          <p:val>
                                            <p:fltVal val="0"/>
                                          </p:val>
                                        </p:tav>
                                        <p:tav tm="100000">
                                          <p:val>
                                            <p:strVal val="#ppt_w"/>
                                          </p:val>
                                        </p:tav>
                                      </p:tavLst>
                                    </p:anim>
                                    <p:anim calcmode="lin" valueType="num">
                                      <p:cBhvr>
                                        <p:cTn id="22" dur="1000" fill="hold"/>
                                        <p:tgtEl>
                                          <p:spTgt spid="293"/>
                                        </p:tgtEl>
                                        <p:attrNameLst>
                                          <p:attrName>ppt_h</p:attrName>
                                        </p:attrNameLst>
                                      </p:cBhvr>
                                      <p:tavLst>
                                        <p:tav tm="0">
                                          <p:val>
                                            <p:fltVal val="0"/>
                                          </p:val>
                                        </p:tav>
                                        <p:tav tm="100000">
                                          <p:val>
                                            <p:strVal val="#ppt_h"/>
                                          </p:val>
                                        </p:tav>
                                      </p:tavLst>
                                    </p:anim>
                                    <p:anim calcmode="lin" valueType="num">
                                      <p:cBhvr>
                                        <p:cTn id="23" dur="1000" fill="hold"/>
                                        <p:tgtEl>
                                          <p:spTgt spid="293"/>
                                        </p:tgtEl>
                                        <p:attrNameLst>
                                          <p:attrName>style.rotation</p:attrName>
                                        </p:attrNameLst>
                                      </p:cBhvr>
                                      <p:tavLst>
                                        <p:tav tm="0">
                                          <p:val>
                                            <p:fltVal val="90"/>
                                          </p:val>
                                        </p:tav>
                                        <p:tav tm="100000">
                                          <p:val>
                                            <p:fltVal val="0"/>
                                          </p:val>
                                        </p:tav>
                                      </p:tavLst>
                                    </p:anim>
                                    <p:animEffect transition="in" filter="fade">
                                      <p:cBhvr>
                                        <p:cTn id="24" dur="1000"/>
                                        <p:tgtEl>
                                          <p:spTgt spid="293"/>
                                        </p:tgtEl>
                                      </p:cBhvr>
                                    </p:animEffect>
                                  </p:childTnLst>
                                </p:cTn>
                              </p:par>
                            </p:childTnLst>
                          </p:cTn>
                        </p:par>
                        <p:par>
                          <p:cTn id="25" fill="hold">
                            <p:stCondLst>
                              <p:cond delay="3000"/>
                            </p:stCondLst>
                            <p:childTnLst>
                              <p:par>
                                <p:cTn id="26" presetID="31" presetClass="entr" presetSubtype="0" fill="hold" nodeType="afterEffect">
                                  <p:stCondLst>
                                    <p:cond delay="0"/>
                                  </p:stCondLst>
                                  <p:childTnLst>
                                    <p:set>
                                      <p:cBhvr>
                                        <p:cTn id="27" dur="1" fill="hold">
                                          <p:stCondLst>
                                            <p:cond delay="0"/>
                                          </p:stCondLst>
                                        </p:cTn>
                                        <p:tgtEl>
                                          <p:spTgt spid="294"/>
                                        </p:tgtEl>
                                        <p:attrNameLst>
                                          <p:attrName>style.visibility</p:attrName>
                                        </p:attrNameLst>
                                      </p:cBhvr>
                                      <p:to>
                                        <p:strVal val="visible"/>
                                      </p:to>
                                    </p:set>
                                    <p:anim calcmode="lin" valueType="num">
                                      <p:cBhvr>
                                        <p:cTn id="28" dur="1000" fill="hold"/>
                                        <p:tgtEl>
                                          <p:spTgt spid="294"/>
                                        </p:tgtEl>
                                        <p:attrNameLst>
                                          <p:attrName>ppt_w</p:attrName>
                                        </p:attrNameLst>
                                      </p:cBhvr>
                                      <p:tavLst>
                                        <p:tav tm="0">
                                          <p:val>
                                            <p:fltVal val="0"/>
                                          </p:val>
                                        </p:tav>
                                        <p:tav tm="100000">
                                          <p:val>
                                            <p:strVal val="#ppt_w"/>
                                          </p:val>
                                        </p:tav>
                                      </p:tavLst>
                                    </p:anim>
                                    <p:anim calcmode="lin" valueType="num">
                                      <p:cBhvr>
                                        <p:cTn id="29" dur="1000" fill="hold"/>
                                        <p:tgtEl>
                                          <p:spTgt spid="294"/>
                                        </p:tgtEl>
                                        <p:attrNameLst>
                                          <p:attrName>ppt_h</p:attrName>
                                        </p:attrNameLst>
                                      </p:cBhvr>
                                      <p:tavLst>
                                        <p:tav tm="0">
                                          <p:val>
                                            <p:fltVal val="0"/>
                                          </p:val>
                                        </p:tav>
                                        <p:tav tm="100000">
                                          <p:val>
                                            <p:strVal val="#ppt_h"/>
                                          </p:val>
                                        </p:tav>
                                      </p:tavLst>
                                    </p:anim>
                                    <p:anim calcmode="lin" valueType="num">
                                      <p:cBhvr>
                                        <p:cTn id="30" dur="1000" fill="hold"/>
                                        <p:tgtEl>
                                          <p:spTgt spid="294"/>
                                        </p:tgtEl>
                                        <p:attrNameLst>
                                          <p:attrName>style.rotation</p:attrName>
                                        </p:attrNameLst>
                                      </p:cBhvr>
                                      <p:tavLst>
                                        <p:tav tm="0">
                                          <p:val>
                                            <p:fltVal val="90"/>
                                          </p:val>
                                        </p:tav>
                                        <p:tav tm="100000">
                                          <p:val>
                                            <p:fltVal val="0"/>
                                          </p:val>
                                        </p:tav>
                                      </p:tavLst>
                                    </p:anim>
                                    <p:animEffect transition="in" filter="fade">
                                      <p:cBhvr>
                                        <p:cTn id="31" dur="1000"/>
                                        <p:tgtEl>
                                          <p:spTgt spid="294"/>
                                        </p:tgtEl>
                                      </p:cBhvr>
                                    </p:animEffect>
                                  </p:childTnLst>
                                </p:cTn>
                              </p:par>
                            </p:childTnLst>
                          </p:cTn>
                        </p:par>
                        <p:par>
                          <p:cTn id="32" fill="hold">
                            <p:stCondLst>
                              <p:cond delay="4000"/>
                            </p:stCondLst>
                            <p:childTnLst>
                              <p:par>
                                <p:cTn id="33" presetID="22" presetClass="entr" presetSubtype="1" fill="hold" grpId="0" nodeType="afterEffect">
                                  <p:stCondLst>
                                    <p:cond delay="0"/>
                                  </p:stCondLst>
                                  <p:childTnLst>
                                    <p:set>
                                      <p:cBhvr>
                                        <p:cTn id="34" dur="1" fill="hold">
                                          <p:stCondLst>
                                            <p:cond delay="0"/>
                                          </p:stCondLst>
                                        </p:cTn>
                                        <p:tgtEl>
                                          <p:spTgt spid="291">
                                            <p:txEl>
                                              <p:pRg st="0" end="0"/>
                                            </p:txEl>
                                          </p:spTgt>
                                        </p:tgtEl>
                                        <p:attrNameLst>
                                          <p:attrName>style.visibility</p:attrName>
                                        </p:attrNameLst>
                                      </p:cBhvr>
                                      <p:to>
                                        <p:strVal val="visible"/>
                                      </p:to>
                                    </p:set>
                                    <p:animEffect transition="in" filter="wipe(up)">
                                      <p:cBhvr>
                                        <p:cTn id="35" dur="500"/>
                                        <p:tgtEl>
                                          <p:spTgt spid="291">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291">
                                            <p:txEl>
                                              <p:pRg st="1" end="1"/>
                                            </p:txEl>
                                          </p:spTgt>
                                        </p:tgtEl>
                                        <p:attrNameLst>
                                          <p:attrName>style.visibility</p:attrName>
                                        </p:attrNameLst>
                                      </p:cBhvr>
                                      <p:to>
                                        <p:strVal val="visible"/>
                                      </p:to>
                                    </p:set>
                                    <p:animEffect transition="in" filter="wipe(up)">
                                      <p:cBhvr>
                                        <p:cTn id="40" dur="500"/>
                                        <p:tgtEl>
                                          <p:spTgt spid="291">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295"/>
                                        </p:tgtEl>
                                        <p:attrNameLst>
                                          <p:attrName>style.visibility</p:attrName>
                                        </p:attrNameLst>
                                      </p:cBhvr>
                                      <p:to>
                                        <p:strVal val="visible"/>
                                      </p:to>
                                    </p:set>
                                    <p:anim calcmode="lin" valueType="num">
                                      <p:cBhvr>
                                        <p:cTn id="45" dur="1000" fill="hold"/>
                                        <p:tgtEl>
                                          <p:spTgt spid="295"/>
                                        </p:tgtEl>
                                        <p:attrNameLst>
                                          <p:attrName>ppt_w</p:attrName>
                                        </p:attrNameLst>
                                      </p:cBhvr>
                                      <p:tavLst>
                                        <p:tav tm="0">
                                          <p:val>
                                            <p:fltVal val="0"/>
                                          </p:val>
                                        </p:tav>
                                        <p:tav tm="100000">
                                          <p:val>
                                            <p:strVal val="#ppt_w"/>
                                          </p:val>
                                        </p:tav>
                                      </p:tavLst>
                                    </p:anim>
                                    <p:anim calcmode="lin" valueType="num">
                                      <p:cBhvr>
                                        <p:cTn id="46" dur="1000" fill="hold"/>
                                        <p:tgtEl>
                                          <p:spTgt spid="295"/>
                                        </p:tgtEl>
                                        <p:attrNameLst>
                                          <p:attrName>ppt_h</p:attrName>
                                        </p:attrNameLst>
                                      </p:cBhvr>
                                      <p:tavLst>
                                        <p:tav tm="0">
                                          <p:val>
                                            <p:fltVal val="0"/>
                                          </p:val>
                                        </p:tav>
                                        <p:tav tm="100000">
                                          <p:val>
                                            <p:strVal val="#ppt_h"/>
                                          </p:val>
                                        </p:tav>
                                      </p:tavLst>
                                    </p:anim>
                                    <p:anim calcmode="lin" valueType="num">
                                      <p:cBhvr>
                                        <p:cTn id="47" dur="1000" fill="hold"/>
                                        <p:tgtEl>
                                          <p:spTgt spid="295"/>
                                        </p:tgtEl>
                                        <p:attrNameLst>
                                          <p:attrName>style.rotation</p:attrName>
                                        </p:attrNameLst>
                                      </p:cBhvr>
                                      <p:tavLst>
                                        <p:tav tm="0">
                                          <p:val>
                                            <p:fltVal val="90"/>
                                          </p:val>
                                        </p:tav>
                                        <p:tav tm="100000">
                                          <p:val>
                                            <p:fltVal val="0"/>
                                          </p:val>
                                        </p:tav>
                                      </p:tavLst>
                                    </p:anim>
                                    <p:animEffect transition="in" filter="fade">
                                      <p:cBhvr>
                                        <p:cTn id="48" dur="1000"/>
                                        <p:tgtEl>
                                          <p:spTgt spid="29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14"/>
                                        </p:tgtEl>
                                        <p:attrNameLst>
                                          <p:attrName>style.visibility</p:attrName>
                                        </p:attrNameLst>
                                      </p:cBhvr>
                                      <p:to>
                                        <p:strVal val="visible"/>
                                      </p:to>
                                    </p:set>
                                  </p:childTnLst>
                                </p:cTn>
                              </p:par>
                            </p:childTnLst>
                          </p:cTn>
                        </p:par>
                        <p:par>
                          <p:cTn id="53" fill="hold">
                            <p:stCondLst>
                              <p:cond delay="0"/>
                            </p:stCondLst>
                            <p:childTnLst>
                              <p:par>
                                <p:cTn id="54" presetID="6" presetClass="emph" presetSubtype="0" fill="hold" nodeType="afterEffect">
                                  <p:stCondLst>
                                    <p:cond delay="0"/>
                                  </p:stCondLst>
                                  <p:childTnLst>
                                    <p:animScale>
                                      <p:cBhvr>
                                        <p:cTn id="55" dur="2000" fill="hold"/>
                                        <p:tgtEl>
                                          <p:spTgt spid="414"/>
                                        </p:tgtEl>
                                      </p:cBhvr>
                                      <p:by x="150000" y="150000"/>
                                    </p:animScale>
                                  </p:childTnLst>
                                </p:cTn>
                              </p:par>
                            </p:childTnLst>
                          </p:cTn>
                        </p:par>
                        <p:par>
                          <p:cTn id="56" fill="hold">
                            <p:stCondLst>
                              <p:cond delay="2000"/>
                            </p:stCondLst>
                            <p:childTnLst>
                              <p:par>
                                <p:cTn id="57" presetID="64" presetClass="path" presetSubtype="0" accel="50000" decel="50000" fill="hold" nodeType="afterEffect">
                                  <p:stCondLst>
                                    <p:cond delay="0"/>
                                  </p:stCondLst>
                                  <p:childTnLst>
                                    <p:animMotion origin="layout" path="M 1.04167E-6 -3.7037E-6 L 0.24948 -0.1493 " pathEditMode="relative" rAng="0" ptsTypes="AA">
                                      <p:cBhvr>
                                        <p:cTn id="58" dur="2000" fill="hold"/>
                                        <p:tgtEl>
                                          <p:spTgt spid="414"/>
                                        </p:tgtEl>
                                        <p:attrNameLst>
                                          <p:attrName>ppt_x</p:attrName>
                                          <p:attrName>ppt_y</p:attrName>
                                        </p:attrNameLst>
                                      </p:cBhvr>
                                      <p:rCtr x="12474" y="-7477"/>
                                    </p:animMotion>
                                  </p:childTnLst>
                                </p:cTn>
                              </p:par>
                            </p:childTnLst>
                          </p:cTn>
                        </p:par>
                        <p:par>
                          <p:cTn id="59" fill="hold">
                            <p:stCondLst>
                              <p:cond delay="4000"/>
                            </p:stCondLst>
                            <p:childTnLst>
                              <p:par>
                                <p:cTn id="60" presetID="10" presetClass="exit" presetSubtype="0" fill="hold" nodeType="afterEffect">
                                  <p:stCondLst>
                                    <p:cond delay="0"/>
                                  </p:stCondLst>
                                  <p:childTnLst>
                                    <p:animEffect transition="out" filter="fade">
                                      <p:cBhvr>
                                        <p:cTn id="61" dur="500"/>
                                        <p:tgtEl>
                                          <p:spTgt spid="414"/>
                                        </p:tgtEl>
                                      </p:cBhvr>
                                    </p:animEffect>
                                    <p:set>
                                      <p:cBhvr>
                                        <p:cTn id="62" dur="1" fill="hold">
                                          <p:stCondLst>
                                            <p:cond delay="499"/>
                                          </p:stCondLst>
                                        </p:cTn>
                                        <p:tgtEl>
                                          <p:spTgt spid="414"/>
                                        </p:tgtEl>
                                        <p:attrNameLst>
                                          <p:attrName>style.visibility</p:attrName>
                                        </p:attrNameLst>
                                      </p:cBhvr>
                                      <p:to>
                                        <p:strVal val="hidden"/>
                                      </p:to>
                                    </p:set>
                                  </p:childTnLst>
                                </p:cTn>
                              </p:par>
                            </p:childTnLst>
                          </p:cTn>
                        </p:par>
                        <p:par>
                          <p:cTn id="63" fill="hold">
                            <p:stCondLst>
                              <p:cond delay="4500"/>
                            </p:stCondLst>
                            <p:childTnLst>
                              <p:par>
                                <p:cTn id="64" presetID="16" presetClass="entr" presetSubtype="37" fill="hold" nodeType="afterEffect">
                                  <p:stCondLst>
                                    <p:cond delay="0"/>
                                  </p:stCondLst>
                                  <p:childTnLst>
                                    <p:set>
                                      <p:cBhvr>
                                        <p:cTn id="65" dur="1" fill="hold">
                                          <p:stCondLst>
                                            <p:cond delay="0"/>
                                          </p:stCondLst>
                                        </p:cTn>
                                        <p:tgtEl>
                                          <p:spTgt spid="65"/>
                                        </p:tgtEl>
                                        <p:attrNameLst>
                                          <p:attrName>style.visibility</p:attrName>
                                        </p:attrNameLst>
                                      </p:cBhvr>
                                      <p:to>
                                        <p:strVal val="visible"/>
                                      </p:to>
                                    </p:set>
                                    <p:animEffect transition="in" filter="barn(outVertical)">
                                      <p:cBhvr>
                                        <p:cTn id="66" dur="500"/>
                                        <p:tgtEl>
                                          <p:spTgt spid="65"/>
                                        </p:tgtEl>
                                      </p:cBhvr>
                                    </p:animEffect>
                                  </p:childTnLst>
                                </p:cTn>
                              </p:par>
                            </p:childTnLst>
                          </p:cTn>
                        </p:par>
                        <p:par>
                          <p:cTn id="67" fill="hold">
                            <p:stCondLst>
                              <p:cond delay="5000"/>
                            </p:stCondLst>
                            <p:childTnLst>
                              <p:par>
                                <p:cTn id="68" presetID="42" presetClass="entr" presetSubtype="0" fill="hold" grpId="0"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1000"/>
                                        <p:tgtEl>
                                          <p:spTgt spid="21"/>
                                        </p:tgtEl>
                                      </p:cBhvr>
                                    </p:animEffect>
                                    <p:anim calcmode="lin" valueType="num">
                                      <p:cBhvr>
                                        <p:cTn id="71" dur="1000" fill="hold"/>
                                        <p:tgtEl>
                                          <p:spTgt spid="21"/>
                                        </p:tgtEl>
                                        <p:attrNameLst>
                                          <p:attrName>ppt_x</p:attrName>
                                        </p:attrNameLst>
                                      </p:cBhvr>
                                      <p:tavLst>
                                        <p:tav tm="0">
                                          <p:val>
                                            <p:strVal val="#ppt_x"/>
                                          </p:val>
                                        </p:tav>
                                        <p:tav tm="100000">
                                          <p:val>
                                            <p:strVal val="#ppt_x"/>
                                          </p:val>
                                        </p:tav>
                                      </p:tavLst>
                                    </p:anim>
                                    <p:anim calcmode="lin" valueType="num">
                                      <p:cBhvr>
                                        <p:cTn id="7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wipe(left)">
                                      <p:cBhvr>
                                        <p:cTn id="77" dur="500"/>
                                        <p:tgtEl>
                                          <p:spTgt spid="60"/>
                                        </p:tgtEl>
                                      </p:cBhvr>
                                    </p:animEffect>
                                  </p:childTnLst>
                                </p:cTn>
                              </p:par>
                            </p:childTnLst>
                          </p:cTn>
                        </p:par>
                        <p:par>
                          <p:cTn id="78" fill="hold">
                            <p:stCondLst>
                              <p:cond delay="500"/>
                            </p:stCondLst>
                            <p:childTnLst>
                              <p:par>
                                <p:cTn id="79" presetID="22" presetClass="entr" presetSubtype="8" fill="hold" grpId="0" nodeType="afterEffect">
                                  <p:stCondLst>
                                    <p:cond delay="0"/>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500"/>
                                        <p:tgtEl>
                                          <p:spTgt spid="47"/>
                                        </p:tgtEl>
                                      </p:cBhvr>
                                    </p:animEffect>
                                  </p:childTnLst>
                                </p:cTn>
                              </p:par>
                            </p:childTnLst>
                          </p:cTn>
                        </p:par>
                        <p:par>
                          <p:cTn id="82" fill="hold">
                            <p:stCondLst>
                              <p:cond delay="1000"/>
                            </p:stCondLst>
                            <p:childTnLst>
                              <p:par>
                                <p:cTn id="83" presetID="22" presetClass="entr" presetSubtype="4" fill="hold" nodeType="after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wipe(down)">
                                      <p:cBhvr>
                                        <p:cTn id="85" dur="500"/>
                                        <p:tgtEl>
                                          <p:spTgt spid="51"/>
                                        </p:tgtEl>
                                      </p:cBhvr>
                                    </p:animEffect>
                                  </p:childTnLst>
                                </p:cTn>
                              </p:par>
                            </p:childTnLst>
                          </p:cTn>
                        </p:par>
                        <p:par>
                          <p:cTn id="86" fill="hold">
                            <p:stCondLst>
                              <p:cond delay="1500"/>
                            </p:stCondLst>
                            <p:childTnLst>
                              <p:par>
                                <p:cTn id="87" presetID="22" presetClass="entr" presetSubtype="1" fill="hold" nodeType="afterEffect">
                                  <p:stCondLst>
                                    <p:cond delay="0"/>
                                  </p:stCondLst>
                                  <p:childTnLst>
                                    <p:set>
                                      <p:cBhvr>
                                        <p:cTn id="88" dur="1" fill="hold">
                                          <p:stCondLst>
                                            <p:cond delay="0"/>
                                          </p:stCondLst>
                                        </p:cTn>
                                        <p:tgtEl>
                                          <p:spTgt spid="322"/>
                                        </p:tgtEl>
                                        <p:attrNameLst>
                                          <p:attrName>style.visibility</p:attrName>
                                        </p:attrNameLst>
                                      </p:cBhvr>
                                      <p:to>
                                        <p:strVal val="visible"/>
                                      </p:to>
                                    </p:set>
                                    <p:animEffect transition="in" filter="wipe(up)">
                                      <p:cBhvr>
                                        <p:cTn id="89" dur="500"/>
                                        <p:tgtEl>
                                          <p:spTgt spid="322"/>
                                        </p:tgtEl>
                                      </p:cBhvr>
                                    </p:animEffect>
                                  </p:childTnLst>
                                </p:cTn>
                              </p:par>
                            </p:childTnLst>
                          </p:cTn>
                        </p:par>
                        <p:par>
                          <p:cTn id="90" fill="hold">
                            <p:stCondLst>
                              <p:cond delay="2000"/>
                            </p:stCondLst>
                            <p:childTnLst>
                              <p:par>
                                <p:cTn id="91" presetID="22" presetClass="entr" presetSubtype="8" fill="hold" nodeType="afterEffect">
                                  <p:stCondLst>
                                    <p:cond delay="0"/>
                                  </p:stCondLst>
                                  <p:childTnLst>
                                    <p:set>
                                      <p:cBhvr>
                                        <p:cTn id="92" dur="1" fill="hold">
                                          <p:stCondLst>
                                            <p:cond delay="0"/>
                                          </p:stCondLst>
                                        </p:cTn>
                                        <p:tgtEl>
                                          <p:spTgt spid="3"/>
                                        </p:tgtEl>
                                        <p:attrNameLst>
                                          <p:attrName>style.visibility</p:attrName>
                                        </p:attrNameLst>
                                      </p:cBhvr>
                                      <p:to>
                                        <p:strVal val="visible"/>
                                      </p:to>
                                    </p:set>
                                    <p:animEffect transition="in" filter="wipe(left)">
                                      <p:cBhvr>
                                        <p:cTn id="93" dur="500"/>
                                        <p:tgtEl>
                                          <p:spTgt spid="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xit" presetSubtype="1" fill="hold" nodeType="clickEffect">
                                  <p:stCondLst>
                                    <p:cond delay="0"/>
                                  </p:stCondLst>
                                  <p:childTnLst>
                                    <p:animEffect transition="out" filter="wipe(up)">
                                      <p:cBhvr>
                                        <p:cTn id="97" dur="500"/>
                                        <p:tgtEl>
                                          <p:spTgt spid="3"/>
                                        </p:tgtEl>
                                      </p:cBhvr>
                                    </p:animEffect>
                                    <p:set>
                                      <p:cBhvr>
                                        <p:cTn id="98" dur="1" fill="hold">
                                          <p:stCondLst>
                                            <p:cond delay="499"/>
                                          </p:stCondLst>
                                        </p:cTn>
                                        <p:tgtEl>
                                          <p:spTgt spid="3"/>
                                        </p:tgtEl>
                                        <p:attrNameLst>
                                          <p:attrName>style.visibility</p:attrName>
                                        </p:attrNameLst>
                                      </p:cBhvr>
                                      <p:to>
                                        <p:strVal val="hidden"/>
                                      </p:to>
                                    </p:set>
                                  </p:childTnLst>
                                </p:cTn>
                              </p:par>
                            </p:childTnLst>
                          </p:cTn>
                        </p:par>
                        <p:par>
                          <p:cTn id="99" fill="hold">
                            <p:stCondLst>
                              <p:cond delay="500"/>
                            </p:stCondLst>
                            <p:childTnLst>
                              <p:par>
                                <p:cTn id="100" presetID="22" presetClass="entr" presetSubtype="8" fill="hold" nodeType="afterEffect">
                                  <p:stCondLst>
                                    <p:cond delay="0"/>
                                  </p:stCondLst>
                                  <p:childTnLst>
                                    <p:set>
                                      <p:cBhvr>
                                        <p:cTn id="101" dur="1" fill="hold">
                                          <p:stCondLst>
                                            <p:cond delay="0"/>
                                          </p:stCondLst>
                                        </p:cTn>
                                        <p:tgtEl>
                                          <p:spTgt spid="296"/>
                                        </p:tgtEl>
                                        <p:attrNameLst>
                                          <p:attrName>style.visibility</p:attrName>
                                        </p:attrNameLst>
                                      </p:cBhvr>
                                      <p:to>
                                        <p:strVal val="visible"/>
                                      </p:to>
                                    </p:set>
                                    <p:animEffect transition="in" filter="wipe(left)">
                                      <p:cBhvr>
                                        <p:cTn id="102" dur="500"/>
                                        <p:tgtEl>
                                          <p:spTgt spid="29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xit" presetSubtype="1" fill="hold" nodeType="clickEffect">
                                  <p:stCondLst>
                                    <p:cond delay="0"/>
                                  </p:stCondLst>
                                  <p:childTnLst>
                                    <p:animEffect transition="out" filter="wipe(up)">
                                      <p:cBhvr>
                                        <p:cTn id="106" dur="500"/>
                                        <p:tgtEl>
                                          <p:spTgt spid="296"/>
                                        </p:tgtEl>
                                      </p:cBhvr>
                                    </p:animEffect>
                                    <p:set>
                                      <p:cBhvr>
                                        <p:cTn id="107" dur="1" fill="hold">
                                          <p:stCondLst>
                                            <p:cond delay="499"/>
                                          </p:stCondLst>
                                        </p:cTn>
                                        <p:tgtEl>
                                          <p:spTgt spid="296"/>
                                        </p:tgtEl>
                                        <p:attrNameLst>
                                          <p:attrName>style.visibility</p:attrName>
                                        </p:attrNameLst>
                                      </p:cBhvr>
                                      <p:to>
                                        <p:strVal val="hidden"/>
                                      </p:to>
                                    </p:set>
                                  </p:childTnLst>
                                </p:cTn>
                              </p:par>
                              <p:par>
                                <p:cTn id="108" presetID="22" presetClass="entr" presetSubtype="8" fill="hold" nodeType="withEffect">
                                  <p:stCondLst>
                                    <p:cond delay="0"/>
                                  </p:stCondLst>
                                  <p:childTnLst>
                                    <p:set>
                                      <p:cBhvr>
                                        <p:cTn id="109" dur="1" fill="hold">
                                          <p:stCondLst>
                                            <p:cond delay="0"/>
                                          </p:stCondLst>
                                        </p:cTn>
                                        <p:tgtEl>
                                          <p:spTgt spid="307"/>
                                        </p:tgtEl>
                                        <p:attrNameLst>
                                          <p:attrName>style.visibility</p:attrName>
                                        </p:attrNameLst>
                                      </p:cBhvr>
                                      <p:to>
                                        <p:strVal val="visible"/>
                                      </p:to>
                                    </p:set>
                                    <p:animEffect transition="in" filter="wipe(left)">
                                      <p:cBhvr>
                                        <p:cTn id="110" dur="500"/>
                                        <p:tgtEl>
                                          <p:spTgt spid="307"/>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xit" presetSubtype="1" fill="hold" nodeType="clickEffect">
                                  <p:stCondLst>
                                    <p:cond delay="0"/>
                                  </p:stCondLst>
                                  <p:childTnLst>
                                    <p:animEffect transition="out" filter="wipe(up)">
                                      <p:cBhvr>
                                        <p:cTn id="114" dur="500"/>
                                        <p:tgtEl>
                                          <p:spTgt spid="307"/>
                                        </p:tgtEl>
                                      </p:cBhvr>
                                    </p:animEffect>
                                    <p:set>
                                      <p:cBhvr>
                                        <p:cTn id="115" dur="1" fill="hold">
                                          <p:stCondLst>
                                            <p:cond delay="499"/>
                                          </p:stCondLst>
                                        </p:cTn>
                                        <p:tgtEl>
                                          <p:spTgt spid="307"/>
                                        </p:tgtEl>
                                        <p:attrNameLst>
                                          <p:attrName>style.visibility</p:attrName>
                                        </p:attrNameLst>
                                      </p:cBhvr>
                                      <p:to>
                                        <p:strVal val="hidden"/>
                                      </p:to>
                                    </p:set>
                                  </p:childTnLst>
                                </p:cTn>
                              </p:par>
                              <p:par>
                                <p:cTn id="116" presetID="22" presetClass="entr" presetSubtype="8" fill="hold" nodeType="withEffect">
                                  <p:stCondLst>
                                    <p:cond delay="0"/>
                                  </p:stCondLst>
                                  <p:childTnLst>
                                    <p:set>
                                      <p:cBhvr>
                                        <p:cTn id="117" dur="1" fill="hold">
                                          <p:stCondLst>
                                            <p:cond delay="0"/>
                                          </p:stCondLst>
                                        </p:cTn>
                                        <p:tgtEl>
                                          <p:spTgt spid="318"/>
                                        </p:tgtEl>
                                        <p:attrNameLst>
                                          <p:attrName>style.visibility</p:attrName>
                                        </p:attrNameLst>
                                      </p:cBhvr>
                                      <p:to>
                                        <p:strVal val="visible"/>
                                      </p:to>
                                    </p:set>
                                    <p:animEffect transition="in" filter="wipe(left)">
                                      <p:cBhvr>
                                        <p:cTn id="118" dur="500"/>
                                        <p:tgtEl>
                                          <p:spTgt spid="318"/>
                                        </p:tgtEl>
                                      </p:cBhvr>
                                    </p:animEffect>
                                  </p:childTnLst>
                                </p:cTn>
                              </p:par>
                            </p:childTnLst>
                          </p:cTn>
                        </p:par>
                      </p:childTnLst>
                    </p:cTn>
                  </p:par>
                  <p:par>
                    <p:cTn id="119" fill="hold">
                      <p:stCondLst>
                        <p:cond delay="indefinite"/>
                      </p:stCondLst>
                      <p:childTnLst>
                        <p:par>
                          <p:cTn id="120" fill="hold">
                            <p:stCondLst>
                              <p:cond delay="0"/>
                            </p:stCondLst>
                            <p:childTnLst>
                              <p:par>
                                <p:cTn id="121" presetID="63" presetClass="path" presetSubtype="0" accel="50000" decel="50000" fill="hold" grpId="0" nodeType="clickEffect">
                                  <p:stCondLst>
                                    <p:cond delay="0"/>
                                  </p:stCondLst>
                                  <p:childTnLst>
                                    <p:animMotion origin="layout" path="M 3.33333E-6 -4.44444E-6 L 0.02799 -0.00162 " pathEditMode="relative" rAng="0" ptsTypes="AA">
                                      <p:cBhvr>
                                        <p:cTn id="122" dur="2000" fill="hold"/>
                                        <p:tgtEl>
                                          <p:spTgt spid="48"/>
                                        </p:tgtEl>
                                        <p:attrNameLst>
                                          <p:attrName>ppt_x</p:attrName>
                                          <p:attrName>ppt_y</p:attrName>
                                        </p:attrNameLst>
                                      </p:cBhvr>
                                      <p:rCtr x="1393" y="-93"/>
                                    </p:animMotion>
                                  </p:childTnLst>
                                </p:cTn>
                              </p:par>
                            </p:childTnLst>
                          </p:cTn>
                        </p:par>
                        <p:par>
                          <p:cTn id="123" fill="hold">
                            <p:stCondLst>
                              <p:cond delay="2000"/>
                            </p:stCondLst>
                            <p:childTnLst>
                              <p:par>
                                <p:cTn id="124" presetID="64" presetClass="path" presetSubtype="0" accel="50000" decel="50000" fill="hold" grpId="1" nodeType="afterEffect">
                                  <p:stCondLst>
                                    <p:cond delay="0"/>
                                  </p:stCondLst>
                                  <p:childTnLst>
                                    <p:animMotion origin="layout" path="M 8.33333E-7 -3.7037E-7 L 0.00482 -0.10741 " pathEditMode="relative" rAng="0" ptsTypes="AA">
                                      <p:cBhvr>
                                        <p:cTn id="125" dur="2000" fill="hold"/>
                                        <p:tgtEl>
                                          <p:spTgt spid="47"/>
                                        </p:tgtEl>
                                        <p:attrNameLst>
                                          <p:attrName>ppt_x</p:attrName>
                                          <p:attrName>ppt_y</p:attrName>
                                        </p:attrNameLst>
                                      </p:cBhvr>
                                      <p:rCtr x="234" y="-5370"/>
                                    </p:animMotion>
                                  </p:childTnLst>
                                </p:cTn>
                              </p:par>
                            </p:childTnLst>
                          </p:cTn>
                        </p:par>
                        <p:par>
                          <p:cTn id="126" fill="hold">
                            <p:stCondLst>
                              <p:cond delay="4000"/>
                            </p:stCondLst>
                            <p:childTnLst>
                              <p:par>
                                <p:cTn id="127" presetID="10" presetClass="exit" presetSubtype="0" fill="hold" grpId="0" nodeType="afterEffect">
                                  <p:stCondLst>
                                    <p:cond delay="0"/>
                                  </p:stCondLst>
                                  <p:childTnLst>
                                    <p:animEffect transition="out" filter="fade">
                                      <p:cBhvr>
                                        <p:cTn id="128" dur="500"/>
                                        <p:tgtEl>
                                          <p:spTgt spid="444"/>
                                        </p:tgtEl>
                                      </p:cBhvr>
                                    </p:animEffect>
                                    <p:set>
                                      <p:cBhvr>
                                        <p:cTn id="129" dur="1" fill="hold">
                                          <p:stCondLst>
                                            <p:cond delay="499"/>
                                          </p:stCondLst>
                                        </p:cTn>
                                        <p:tgtEl>
                                          <p:spTgt spid="444"/>
                                        </p:tgtEl>
                                        <p:attrNameLst>
                                          <p:attrName>style.visibility</p:attrName>
                                        </p:attrNameLst>
                                      </p:cBhvr>
                                      <p:to>
                                        <p:strVal val="hidden"/>
                                      </p:to>
                                    </p:set>
                                  </p:childTnLst>
                                </p:cTn>
                              </p:par>
                              <p:par>
                                <p:cTn id="130" presetID="31" presetClass="entr" presetSubtype="0" fill="hold" grpId="0" nodeType="withEffect">
                                  <p:stCondLst>
                                    <p:cond delay="0"/>
                                  </p:stCondLst>
                                  <p:childTnLst>
                                    <p:set>
                                      <p:cBhvr>
                                        <p:cTn id="131" dur="1" fill="hold">
                                          <p:stCondLst>
                                            <p:cond delay="0"/>
                                          </p:stCondLst>
                                        </p:cTn>
                                        <p:tgtEl>
                                          <p:spTgt spid="445"/>
                                        </p:tgtEl>
                                        <p:attrNameLst>
                                          <p:attrName>style.visibility</p:attrName>
                                        </p:attrNameLst>
                                      </p:cBhvr>
                                      <p:to>
                                        <p:strVal val="visible"/>
                                      </p:to>
                                    </p:set>
                                    <p:anim calcmode="lin" valueType="num">
                                      <p:cBhvr>
                                        <p:cTn id="132" dur="1000" fill="hold"/>
                                        <p:tgtEl>
                                          <p:spTgt spid="445"/>
                                        </p:tgtEl>
                                        <p:attrNameLst>
                                          <p:attrName>ppt_w</p:attrName>
                                        </p:attrNameLst>
                                      </p:cBhvr>
                                      <p:tavLst>
                                        <p:tav tm="0">
                                          <p:val>
                                            <p:fltVal val="0"/>
                                          </p:val>
                                        </p:tav>
                                        <p:tav tm="100000">
                                          <p:val>
                                            <p:strVal val="#ppt_w"/>
                                          </p:val>
                                        </p:tav>
                                      </p:tavLst>
                                    </p:anim>
                                    <p:anim calcmode="lin" valueType="num">
                                      <p:cBhvr>
                                        <p:cTn id="133" dur="1000" fill="hold"/>
                                        <p:tgtEl>
                                          <p:spTgt spid="445"/>
                                        </p:tgtEl>
                                        <p:attrNameLst>
                                          <p:attrName>ppt_h</p:attrName>
                                        </p:attrNameLst>
                                      </p:cBhvr>
                                      <p:tavLst>
                                        <p:tav tm="0">
                                          <p:val>
                                            <p:fltVal val="0"/>
                                          </p:val>
                                        </p:tav>
                                        <p:tav tm="100000">
                                          <p:val>
                                            <p:strVal val="#ppt_h"/>
                                          </p:val>
                                        </p:tav>
                                      </p:tavLst>
                                    </p:anim>
                                    <p:anim calcmode="lin" valueType="num">
                                      <p:cBhvr>
                                        <p:cTn id="134" dur="1000" fill="hold"/>
                                        <p:tgtEl>
                                          <p:spTgt spid="445"/>
                                        </p:tgtEl>
                                        <p:attrNameLst>
                                          <p:attrName>style.rotation</p:attrName>
                                        </p:attrNameLst>
                                      </p:cBhvr>
                                      <p:tavLst>
                                        <p:tav tm="0">
                                          <p:val>
                                            <p:fltVal val="90"/>
                                          </p:val>
                                        </p:tav>
                                        <p:tav tm="100000">
                                          <p:val>
                                            <p:fltVal val="0"/>
                                          </p:val>
                                        </p:tav>
                                      </p:tavLst>
                                    </p:anim>
                                    <p:animEffect transition="in" filter="fade">
                                      <p:cBhvr>
                                        <p:cTn id="135" dur="1000"/>
                                        <p:tgtEl>
                                          <p:spTgt spid="445"/>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xit" presetSubtype="1" fill="hold" nodeType="clickEffect">
                                  <p:stCondLst>
                                    <p:cond delay="0"/>
                                  </p:stCondLst>
                                  <p:childTnLst>
                                    <p:animEffect transition="out" filter="wipe(up)">
                                      <p:cBhvr>
                                        <p:cTn id="139" dur="500"/>
                                        <p:tgtEl>
                                          <p:spTgt spid="318"/>
                                        </p:tgtEl>
                                      </p:cBhvr>
                                    </p:animEffect>
                                    <p:set>
                                      <p:cBhvr>
                                        <p:cTn id="140" dur="1" fill="hold">
                                          <p:stCondLst>
                                            <p:cond delay="499"/>
                                          </p:stCondLst>
                                        </p:cTn>
                                        <p:tgtEl>
                                          <p:spTgt spid="318"/>
                                        </p:tgtEl>
                                        <p:attrNameLst>
                                          <p:attrName>style.visibility</p:attrName>
                                        </p:attrNameLst>
                                      </p:cBhvr>
                                      <p:to>
                                        <p:strVal val="hidden"/>
                                      </p:to>
                                    </p:set>
                                  </p:childTnLst>
                                </p:cTn>
                              </p:par>
                              <p:par>
                                <p:cTn id="141" presetID="22" presetClass="entr" presetSubtype="8" fill="hold" nodeType="withEffect">
                                  <p:stCondLst>
                                    <p:cond delay="0"/>
                                  </p:stCondLst>
                                  <p:childTnLst>
                                    <p:set>
                                      <p:cBhvr>
                                        <p:cTn id="142" dur="1" fill="hold">
                                          <p:stCondLst>
                                            <p:cond delay="0"/>
                                          </p:stCondLst>
                                        </p:cTn>
                                        <p:tgtEl>
                                          <p:spTgt spid="319"/>
                                        </p:tgtEl>
                                        <p:attrNameLst>
                                          <p:attrName>style.visibility</p:attrName>
                                        </p:attrNameLst>
                                      </p:cBhvr>
                                      <p:to>
                                        <p:strVal val="visible"/>
                                      </p:to>
                                    </p:set>
                                    <p:animEffect transition="in" filter="wipe(left)">
                                      <p:cBhvr>
                                        <p:cTn id="143" dur="500"/>
                                        <p:tgtEl>
                                          <p:spTgt spid="319"/>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xit" presetSubtype="1" fill="hold" nodeType="clickEffect">
                                  <p:stCondLst>
                                    <p:cond delay="0"/>
                                  </p:stCondLst>
                                  <p:childTnLst>
                                    <p:animEffect transition="out" filter="wipe(up)">
                                      <p:cBhvr>
                                        <p:cTn id="147" dur="500"/>
                                        <p:tgtEl>
                                          <p:spTgt spid="319"/>
                                        </p:tgtEl>
                                      </p:cBhvr>
                                    </p:animEffect>
                                    <p:set>
                                      <p:cBhvr>
                                        <p:cTn id="148" dur="1" fill="hold">
                                          <p:stCondLst>
                                            <p:cond delay="499"/>
                                          </p:stCondLst>
                                        </p:cTn>
                                        <p:tgtEl>
                                          <p:spTgt spid="319"/>
                                        </p:tgtEl>
                                        <p:attrNameLst>
                                          <p:attrName>style.visibility</p:attrName>
                                        </p:attrNameLst>
                                      </p:cBhvr>
                                      <p:to>
                                        <p:strVal val="hidden"/>
                                      </p:to>
                                    </p:set>
                                  </p:childTnLst>
                                </p:cTn>
                              </p:par>
                              <p:par>
                                <p:cTn id="149" presetID="22" presetClass="entr" presetSubtype="8" fill="hold" nodeType="withEffect">
                                  <p:stCondLst>
                                    <p:cond delay="0"/>
                                  </p:stCondLst>
                                  <p:childTnLst>
                                    <p:set>
                                      <p:cBhvr>
                                        <p:cTn id="150" dur="1" fill="hold">
                                          <p:stCondLst>
                                            <p:cond delay="0"/>
                                          </p:stCondLst>
                                        </p:cTn>
                                        <p:tgtEl>
                                          <p:spTgt spid="325"/>
                                        </p:tgtEl>
                                        <p:attrNameLst>
                                          <p:attrName>style.visibility</p:attrName>
                                        </p:attrNameLst>
                                      </p:cBhvr>
                                      <p:to>
                                        <p:strVal val="visible"/>
                                      </p:to>
                                    </p:set>
                                    <p:animEffect transition="in" filter="wipe(left)">
                                      <p:cBhvr>
                                        <p:cTn id="151" dur="500"/>
                                        <p:tgtEl>
                                          <p:spTgt spid="325"/>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xit" presetSubtype="1" fill="hold" nodeType="clickEffect">
                                  <p:stCondLst>
                                    <p:cond delay="0"/>
                                  </p:stCondLst>
                                  <p:childTnLst>
                                    <p:animEffect transition="out" filter="wipe(up)">
                                      <p:cBhvr>
                                        <p:cTn id="155" dur="500"/>
                                        <p:tgtEl>
                                          <p:spTgt spid="325"/>
                                        </p:tgtEl>
                                      </p:cBhvr>
                                    </p:animEffect>
                                    <p:set>
                                      <p:cBhvr>
                                        <p:cTn id="156" dur="1" fill="hold">
                                          <p:stCondLst>
                                            <p:cond delay="499"/>
                                          </p:stCondLst>
                                        </p:cTn>
                                        <p:tgtEl>
                                          <p:spTgt spid="325"/>
                                        </p:tgtEl>
                                        <p:attrNameLst>
                                          <p:attrName>style.visibility</p:attrName>
                                        </p:attrNameLst>
                                      </p:cBhvr>
                                      <p:to>
                                        <p:strVal val="hidden"/>
                                      </p:to>
                                    </p:set>
                                  </p:childTnLst>
                                </p:cTn>
                              </p:par>
                              <p:par>
                                <p:cTn id="157" presetID="22" presetClass="entr" presetSubtype="8" fill="hold" nodeType="withEffect">
                                  <p:stCondLst>
                                    <p:cond delay="0"/>
                                  </p:stCondLst>
                                  <p:childTnLst>
                                    <p:set>
                                      <p:cBhvr>
                                        <p:cTn id="158" dur="1" fill="hold">
                                          <p:stCondLst>
                                            <p:cond delay="0"/>
                                          </p:stCondLst>
                                        </p:cTn>
                                        <p:tgtEl>
                                          <p:spTgt spid="326"/>
                                        </p:tgtEl>
                                        <p:attrNameLst>
                                          <p:attrName>style.visibility</p:attrName>
                                        </p:attrNameLst>
                                      </p:cBhvr>
                                      <p:to>
                                        <p:strVal val="visible"/>
                                      </p:to>
                                    </p:set>
                                    <p:animEffect transition="in" filter="wipe(left)">
                                      <p:cBhvr>
                                        <p:cTn id="159" dur="500"/>
                                        <p:tgtEl>
                                          <p:spTgt spid="326"/>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xit" presetSubtype="1" fill="hold" nodeType="clickEffect">
                                  <p:stCondLst>
                                    <p:cond delay="0"/>
                                  </p:stCondLst>
                                  <p:childTnLst>
                                    <p:animEffect transition="out" filter="wipe(up)">
                                      <p:cBhvr>
                                        <p:cTn id="163" dur="500"/>
                                        <p:tgtEl>
                                          <p:spTgt spid="326"/>
                                        </p:tgtEl>
                                      </p:cBhvr>
                                    </p:animEffect>
                                    <p:set>
                                      <p:cBhvr>
                                        <p:cTn id="164" dur="1" fill="hold">
                                          <p:stCondLst>
                                            <p:cond delay="499"/>
                                          </p:stCondLst>
                                        </p:cTn>
                                        <p:tgtEl>
                                          <p:spTgt spid="326"/>
                                        </p:tgtEl>
                                        <p:attrNameLst>
                                          <p:attrName>style.visibility</p:attrName>
                                        </p:attrNameLst>
                                      </p:cBhvr>
                                      <p:to>
                                        <p:strVal val="hidden"/>
                                      </p:to>
                                    </p:set>
                                  </p:childTnLst>
                                </p:cTn>
                              </p:par>
                            </p:childTnLst>
                          </p:cTn>
                        </p:par>
                        <p:par>
                          <p:cTn id="165" fill="hold">
                            <p:stCondLst>
                              <p:cond delay="500"/>
                            </p:stCondLst>
                            <p:childTnLst>
                              <p:par>
                                <p:cTn id="166" presetID="47" presetClass="entr" presetSubtype="0" fill="hold" grpId="0" nodeType="afterEffect">
                                  <p:stCondLst>
                                    <p:cond delay="0"/>
                                  </p:stCondLst>
                                  <p:childTnLst>
                                    <p:set>
                                      <p:cBhvr>
                                        <p:cTn id="167" dur="1" fill="hold">
                                          <p:stCondLst>
                                            <p:cond delay="0"/>
                                          </p:stCondLst>
                                        </p:cTn>
                                        <p:tgtEl>
                                          <p:spTgt spid="28"/>
                                        </p:tgtEl>
                                        <p:attrNameLst>
                                          <p:attrName>style.visibility</p:attrName>
                                        </p:attrNameLst>
                                      </p:cBhvr>
                                      <p:to>
                                        <p:strVal val="visible"/>
                                      </p:to>
                                    </p:set>
                                    <p:animEffect transition="in" filter="fade">
                                      <p:cBhvr>
                                        <p:cTn id="168" dur="1000"/>
                                        <p:tgtEl>
                                          <p:spTgt spid="28"/>
                                        </p:tgtEl>
                                      </p:cBhvr>
                                    </p:animEffect>
                                    <p:anim calcmode="lin" valueType="num">
                                      <p:cBhvr>
                                        <p:cTn id="169" dur="1000" fill="hold"/>
                                        <p:tgtEl>
                                          <p:spTgt spid="28"/>
                                        </p:tgtEl>
                                        <p:attrNameLst>
                                          <p:attrName>ppt_x</p:attrName>
                                        </p:attrNameLst>
                                      </p:cBhvr>
                                      <p:tavLst>
                                        <p:tav tm="0">
                                          <p:val>
                                            <p:strVal val="#ppt_x"/>
                                          </p:val>
                                        </p:tav>
                                        <p:tav tm="100000">
                                          <p:val>
                                            <p:strVal val="#ppt_x"/>
                                          </p:val>
                                        </p:tav>
                                      </p:tavLst>
                                    </p:anim>
                                    <p:anim calcmode="lin" valueType="num">
                                      <p:cBhvr>
                                        <p:cTn id="170" dur="1000" fill="hold"/>
                                        <p:tgtEl>
                                          <p:spTgt spid="28"/>
                                        </p:tgtEl>
                                        <p:attrNameLst>
                                          <p:attrName>ppt_y</p:attrName>
                                        </p:attrNameLst>
                                      </p:cBhvr>
                                      <p:tavLst>
                                        <p:tav tm="0">
                                          <p:val>
                                            <p:strVal val="#ppt_y-.1"/>
                                          </p:val>
                                        </p:tav>
                                        <p:tav tm="100000">
                                          <p:val>
                                            <p:strVal val="#ppt_y"/>
                                          </p:val>
                                        </p:tav>
                                      </p:tavLst>
                                    </p:anim>
                                  </p:childTnLst>
                                </p:cTn>
                              </p:par>
                            </p:childTnLst>
                          </p:cTn>
                        </p:par>
                        <p:par>
                          <p:cTn id="171" fill="hold">
                            <p:stCondLst>
                              <p:cond delay="3500"/>
                            </p:stCondLst>
                            <p:childTnLst>
                              <p:par>
                                <p:cTn id="172" presetID="10" presetClass="exit" presetSubtype="0" fill="hold" grpId="1" nodeType="afterEffect">
                                  <p:stCondLst>
                                    <p:cond delay="0"/>
                                  </p:stCondLst>
                                  <p:childTnLst>
                                    <p:animEffect transition="out" filter="fade">
                                      <p:cBhvr>
                                        <p:cTn id="173" dur="500"/>
                                        <p:tgtEl>
                                          <p:spTgt spid="60"/>
                                        </p:tgtEl>
                                      </p:cBhvr>
                                    </p:animEffect>
                                    <p:set>
                                      <p:cBhvr>
                                        <p:cTn id="174" dur="1" fill="hold">
                                          <p:stCondLst>
                                            <p:cond delay="499"/>
                                          </p:stCondLst>
                                        </p:cTn>
                                        <p:tgtEl>
                                          <p:spTgt spid="60"/>
                                        </p:tgtEl>
                                        <p:attrNameLst>
                                          <p:attrName>style.visibility</p:attrName>
                                        </p:attrNameLst>
                                      </p:cBhvr>
                                      <p:to>
                                        <p:strVal val="hidden"/>
                                      </p:to>
                                    </p:set>
                                  </p:childTnLst>
                                </p:cTn>
                              </p:par>
                            </p:childTnLst>
                          </p:cTn>
                        </p:par>
                        <p:par>
                          <p:cTn id="175" fill="hold">
                            <p:stCondLst>
                              <p:cond delay="4000"/>
                            </p:stCondLst>
                            <p:childTnLst>
                              <p:par>
                                <p:cTn id="176" presetID="22" presetClass="entr" presetSubtype="8" fill="hold" grpId="2" nodeType="afterEffect">
                                  <p:stCondLst>
                                    <p:cond delay="0"/>
                                  </p:stCondLst>
                                  <p:childTnLst>
                                    <p:set>
                                      <p:cBhvr>
                                        <p:cTn id="177" dur="1" fill="hold">
                                          <p:stCondLst>
                                            <p:cond delay="0"/>
                                          </p:stCondLst>
                                        </p:cTn>
                                        <p:tgtEl>
                                          <p:spTgt spid="60"/>
                                        </p:tgtEl>
                                        <p:attrNameLst>
                                          <p:attrName>style.visibility</p:attrName>
                                        </p:attrNameLst>
                                      </p:cBhvr>
                                      <p:to>
                                        <p:strVal val="visible"/>
                                      </p:to>
                                    </p:set>
                                    <p:animEffect transition="in" filter="wipe(left)">
                                      <p:cBhvr>
                                        <p:cTn id="178" dur="500"/>
                                        <p:tgtEl>
                                          <p:spTgt spid="60"/>
                                        </p:tgtEl>
                                      </p:cBhvr>
                                    </p:animEffect>
                                  </p:childTnLst>
                                </p:cTn>
                              </p:par>
                            </p:childTnLst>
                          </p:cTn>
                        </p:par>
                        <p:par>
                          <p:cTn id="179" fill="hold">
                            <p:stCondLst>
                              <p:cond delay="4500"/>
                            </p:stCondLst>
                            <p:childTnLst>
                              <p:par>
                                <p:cTn id="180" presetID="22" presetClass="entr" presetSubtype="8" fill="hold" grpId="0" nodeType="afterEffect">
                                  <p:stCondLst>
                                    <p:cond delay="0"/>
                                  </p:stCondLst>
                                  <p:childTnLst>
                                    <p:set>
                                      <p:cBhvr>
                                        <p:cTn id="181" dur="1" fill="hold">
                                          <p:stCondLst>
                                            <p:cond delay="0"/>
                                          </p:stCondLst>
                                        </p:cTn>
                                        <p:tgtEl>
                                          <p:spTgt spid="61"/>
                                        </p:tgtEl>
                                        <p:attrNameLst>
                                          <p:attrName>style.visibility</p:attrName>
                                        </p:attrNameLst>
                                      </p:cBhvr>
                                      <p:to>
                                        <p:strVal val="visible"/>
                                      </p:to>
                                    </p:set>
                                    <p:animEffect transition="in" filter="wipe(left)">
                                      <p:cBhvr>
                                        <p:cTn id="182" dur="500"/>
                                        <p:tgtEl>
                                          <p:spTgt spid="61"/>
                                        </p:tgtEl>
                                      </p:cBhvr>
                                    </p:animEffect>
                                  </p:childTnLst>
                                </p:cTn>
                              </p:par>
                              <p:par>
                                <p:cTn id="183" presetID="3" presetClass="emph" presetSubtype="2" fill="hold" grpId="3" nodeType="withEffect">
                                  <p:stCondLst>
                                    <p:cond delay="0"/>
                                  </p:stCondLst>
                                  <p:childTnLst>
                                    <p:animClr clrSpc="rgb" dir="cw">
                                      <p:cBhvr override="childStyle">
                                        <p:cTn id="184" dur="500" fill="hold"/>
                                        <p:tgtEl>
                                          <p:spTgt spid="47"/>
                                        </p:tgtEl>
                                        <p:attrNameLst>
                                          <p:attrName>style.color</p:attrName>
                                        </p:attrNameLst>
                                      </p:cBhvr>
                                      <p:to>
                                        <a:srgbClr val="00B050"/>
                                      </p:to>
                                    </p:animClr>
                                  </p:childTnLst>
                                </p:cTn>
                              </p:par>
                              <p:par>
                                <p:cTn id="185" presetID="22" presetClass="exit" presetSubtype="1" fill="hold" nodeType="withEffect">
                                  <p:stCondLst>
                                    <p:cond delay="0"/>
                                  </p:stCondLst>
                                  <p:childTnLst>
                                    <p:animEffect transition="out" filter="wipe(up)">
                                      <p:cBhvr>
                                        <p:cTn id="186" dur="500"/>
                                        <p:tgtEl>
                                          <p:spTgt spid="51"/>
                                        </p:tgtEl>
                                      </p:cBhvr>
                                    </p:animEffect>
                                    <p:set>
                                      <p:cBhvr>
                                        <p:cTn id="187" dur="1" fill="hold">
                                          <p:stCondLst>
                                            <p:cond delay="499"/>
                                          </p:stCondLst>
                                        </p:cTn>
                                        <p:tgtEl>
                                          <p:spTgt spid="51"/>
                                        </p:tgtEl>
                                        <p:attrNameLst>
                                          <p:attrName>style.visibility</p:attrName>
                                        </p:attrNameLst>
                                      </p:cBhvr>
                                      <p:to>
                                        <p:strVal val="hidden"/>
                                      </p:to>
                                    </p:set>
                                  </p:childTnLst>
                                </p:cTn>
                              </p:par>
                              <p:par>
                                <p:cTn id="188" presetID="22" presetClass="exit" presetSubtype="1" fill="hold" nodeType="withEffect">
                                  <p:stCondLst>
                                    <p:cond delay="0"/>
                                  </p:stCondLst>
                                  <p:childTnLst>
                                    <p:animEffect transition="out" filter="wipe(up)">
                                      <p:cBhvr>
                                        <p:cTn id="189" dur="500"/>
                                        <p:tgtEl>
                                          <p:spTgt spid="322"/>
                                        </p:tgtEl>
                                      </p:cBhvr>
                                    </p:animEffect>
                                    <p:set>
                                      <p:cBhvr>
                                        <p:cTn id="190" dur="1" fill="hold">
                                          <p:stCondLst>
                                            <p:cond delay="499"/>
                                          </p:stCondLst>
                                        </p:cTn>
                                        <p:tgtEl>
                                          <p:spTgt spid="322"/>
                                        </p:tgtEl>
                                        <p:attrNameLst>
                                          <p:attrName>style.visibility</p:attrName>
                                        </p:attrNameLst>
                                      </p:cBhvr>
                                      <p:to>
                                        <p:strVal val="hidden"/>
                                      </p:to>
                                    </p:set>
                                  </p:childTnLst>
                                </p:cTn>
                              </p:par>
                            </p:childTnLst>
                          </p:cTn>
                        </p:par>
                        <p:par>
                          <p:cTn id="191" fill="hold">
                            <p:stCondLst>
                              <p:cond delay="5000"/>
                            </p:stCondLst>
                            <p:childTnLst>
                              <p:par>
                                <p:cTn id="192" presetID="22" presetClass="entr" presetSubtype="4" fill="hold" nodeType="afterEffect">
                                  <p:stCondLst>
                                    <p:cond delay="0"/>
                                  </p:stCondLst>
                                  <p:childTnLst>
                                    <p:set>
                                      <p:cBhvr>
                                        <p:cTn id="193" dur="1" fill="hold">
                                          <p:stCondLst>
                                            <p:cond delay="0"/>
                                          </p:stCondLst>
                                        </p:cTn>
                                        <p:tgtEl>
                                          <p:spTgt spid="51"/>
                                        </p:tgtEl>
                                        <p:attrNameLst>
                                          <p:attrName>style.visibility</p:attrName>
                                        </p:attrNameLst>
                                      </p:cBhvr>
                                      <p:to>
                                        <p:strVal val="visible"/>
                                      </p:to>
                                    </p:set>
                                    <p:animEffect transition="in" filter="wipe(down)">
                                      <p:cBhvr>
                                        <p:cTn id="194" dur="500"/>
                                        <p:tgtEl>
                                          <p:spTgt spid="51"/>
                                        </p:tgtEl>
                                      </p:cBhvr>
                                    </p:animEffect>
                                  </p:childTnLst>
                                </p:cTn>
                              </p:par>
                            </p:childTnLst>
                          </p:cTn>
                        </p:par>
                        <p:par>
                          <p:cTn id="195" fill="hold">
                            <p:stCondLst>
                              <p:cond delay="5500"/>
                            </p:stCondLst>
                            <p:childTnLst>
                              <p:par>
                                <p:cTn id="196" presetID="22" presetClass="entr" presetSubtype="4" fill="hold" nodeType="afterEffect">
                                  <p:stCondLst>
                                    <p:cond delay="0"/>
                                  </p:stCondLst>
                                  <p:childTnLst>
                                    <p:set>
                                      <p:cBhvr>
                                        <p:cTn id="197" dur="1" fill="hold">
                                          <p:stCondLst>
                                            <p:cond delay="0"/>
                                          </p:stCondLst>
                                        </p:cTn>
                                        <p:tgtEl>
                                          <p:spTgt spid="322"/>
                                        </p:tgtEl>
                                        <p:attrNameLst>
                                          <p:attrName>style.visibility</p:attrName>
                                        </p:attrNameLst>
                                      </p:cBhvr>
                                      <p:to>
                                        <p:strVal val="visible"/>
                                      </p:to>
                                    </p:set>
                                    <p:animEffect transition="in" filter="wipe(down)">
                                      <p:cBhvr>
                                        <p:cTn id="198" dur="500"/>
                                        <p:tgtEl>
                                          <p:spTgt spid="322"/>
                                        </p:tgtEl>
                                      </p:cBhvr>
                                    </p:animEffect>
                                  </p:childTnLst>
                                </p:cTn>
                              </p:par>
                            </p:childTnLst>
                          </p:cTn>
                        </p:par>
                        <p:par>
                          <p:cTn id="199" fill="hold">
                            <p:stCondLst>
                              <p:cond delay="6000"/>
                            </p:stCondLst>
                            <p:childTnLst>
                              <p:par>
                                <p:cTn id="200" presetID="22" presetClass="entr" presetSubtype="8" fill="hold" nodeType="afterEffect">
                                  <p:stCondLst>
                                    <p:cond delay="0"/>
                                  </p:stCondLst>
                                  <p:childTnLst>
                                    <p:set>
                                      <p:cBhvr>
                                        <p:cTn id="201" dur="1" fill="hold">
                                          <p:stCondLst>
                                            <p:cond delay="0"/>
                                          </p:stCondLst>
                                        </p:cTn>
                                        <p:tgtEl>
                                          <p:spTgt spid="296"/>
                                        </p:tgtEl>
                                        <p:attrNameLst>
                                          <p:attrName>style.visibility</p:attrName>
                                        </p:attrNameLst>
                                      </p:cBhvr>
                                      <p:to>
                                        <p:strVal val="visible"/>
                                      </p:to>
                                    </p:set>
                                    <p:animEffect transition="in" filter="wipe(left)">
                                      <p:cBhvr>
                                        <p:cTn id="202" dur="500"/>
                                        <p:tgtEl>
                                          <p:spTgt spid="296"/>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xit" presetSubtype="1" fill="hold" nodeType="clickEffect">
                                  <p:stCondLst>
                                    <p:cond delay="0"/>
                                  </p:stCondLst>
                                  <p:childTnLst>
                                    <p:animEffect transition="out" filter="wipe(up)">
                                      <p:cBhvr>
                                        <p:cTn id="206" dur="500"/>
                                        <p:tgtEl>
                                          <p:spTgt spid="296"/>
                                        </p:tgtEl>
                                      </p:cBhvr>
                                    </p:animEffect>
                                    <p:set>
                                      <p:cBhvr>
                                        <p:cTn id="207" dur="1" fill="hold">
                                          <p:stCondLst>
                                            <p:cond delay="499"/>
                                          </p:stCondLst>
                                        </p:cTn>
                                        <p:tgtEl>
                                          <p:spTgt spid="296"/>
                                        </p:tgtEl>
                                        <p:attrNameLst>
                                          <p:attrName>style.visibility</p:attrName>
                                        </p:attrNameLst>
                                      </p:cBhvr>
                                      <p:to>
                                        <p:strVal val="hidden"/>
                                      </p:to>
                                    </p:set>
                                  </p:childTnLst>
                                </p:cTn>
                              </p:par>
                              <p:par>
                                <p:cTn id="208" presetID="22" presetClass="entr" presetSubtype="8" fill="hold" nodeType="withEffect">
                                  <p:stCondLst>
                                    <p:cond delay="0"/>
                                  </p:stCondLst>
                                  <p:childTnLst>
                                    <p:set>
                                      <p:cBhvr>
                                        <p:cTn id="209" dur="1" fill="hold">
                                          <p:stCondLst>
                                            <p:cond delay="0"/>
                                          </p:stCondLst>
                                        </p:cTn>
                                        <p:tgtEl>
                                          <p:spTgt spid="307"/>
                                        </p:tgtEl>
                                        <p:attrNameLst>
                                          <p:attrName>style.visibility</p:attrName>
                                        </p:attrNameLst>
                                      </p:cBhvr>
                                      <p:to>
                                        <p:strVal val="visible"/>
                                      </p:to>
                                    </p:set>
                                    <p:animEffect transition="in" filter="wipe(left)">
                                      <p:cBhvr>
                                        <p:cTn id="210" dur="500"/>
                                        <p:tgtEl>
                                          <p:spTgt spid="307"/>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xit" presetSubtype="1" fill="hold" nodeType="clickEffect">
                                  <p:stCondLst>
                                    <p:cond delay="0"/>
                                  </p:stCondLst>
                                  <p:childTnLst>
                                    <p:animEffect transition="out" filter="wipe(up)">
                                      <p:cBhvr>
                                        <p:cTn id="214" dur="500"/>
                                        <p:tgtEl>
                                          <p:spTgt spid="307"/>
                                        </p:tgtEl>
                                      </p:cBhvr>
                                    </p:animEffect>
                                    <p:set>
                                      <p:cBhvr>
                                        <p:cTn id="215" dur="1" fill="hold">
                                          <p:stCondLst>
                                            <p:cond delay="499"/>
                                          </p:stCondLst>
                                        </p:cTn>
                                        <p:tgtEl>
                                          <p:spTgt spid="307"/>
                                        </p:tgtEl>
                                        <p:attrNameLst>
                                          <p:attrName>style.visibility</p:attrName>
                                        </p:attrNameLst>
                                      </p:cBhvr>
                                      <p:to>
                                        <p:strVal val="hidden"/>
                                      </p:to>
                                    </p:set>
                                  </p:childTnLst>
                                </p:cTn>
                              </p:par>
                              <p:par>
                                <p:cTn id="216" presetID="22" presetClass="entr" presetSubtype="8" fill="hold" nodeType="withEffect">
                                  <p:stCondLst>
                                    <p:cond delay="0"/>
                                  </p:stCondLst>
                                  <p:childTnLst>
                                    <p:set>
                                      <p:cBhvr>
                                        <p:cTn id="217" dur="1" fill="hold">
                                          <p:stCondLst>
                                            <p:cond delay="0"/>
                                          </p:stCondLst>
                                        </p:cTn>
                                        <p:tgtEl>
                                          <p:spTgt spid="318"/>
                                        </p:tgtEl>
                                        <p:attrNameLst>
                                          <p:attrName>style.visibility</p:attrName>
                                        </p:attrNameLst>
                                      </p:cBhvr>
                                      <p:to>
                                        <p:strVal val="visible"/>
                                      </p:to>
                                    </p:set>
                                    <p:animEffect transition="in" filter="wipe(left)">
                                      <p:cBhvr>
                                        <p:cTn id="218" dur="500"/>
                                        <p:tgtEl>
                                          <p:spTgt spid="318"/>
                                        </p:tgtEl>
                                      </p:cBhvr>
                                    </p:animEffect>
                                  </p:childTnLst>
                                </p:cTn>
                              </p:par>
                            </p:childTnLst>
                          </p:cTn>
                        </p:par>
                      </p:childTnLst>
                    </p:cTn>
                  </p:par>
                  <p:par>
                    <p:cTn id="219" fill="hold">
                      <p:stCondLst>
                        <p:cond delay="indefinite"/>
                      </p:stCondLst>
                      <p:childTnLst>
                        <p:par>
                          <p:cTn id="220" fill="hold">
                            <p:stCondLst>
                              <p:cond delay="0"/>
                            </p:stCondLst>
                            <p:childTnLst>
                              <p:par>
                                <p:cTn id="221" presetID="63" presetClass="path" presetSubtype="0" accel="50000" decel="50000" fill="hold" grpId="1" nodeType="clickEffect">
                                  <p:stCondLst>
                                    <p:cond delay="0"/>
                                  </p:stCondLst>
                                  <p:childTnLst>
                                    <p:animMotion origin="layout" path="M 0.02799 -0.00162 L 0.05677 -0.00023 " pathEditMode="relative" rAng="0" ptsTypes="AA">
                                      <p:cBhvr>
                                        <p:cTn id="222" dur="2000" fill="hold"/>
                                        <p:tgtEl>
                                          <p:spTgt spid="48"/>
                                        </p:tgtEl>
                                        <p:attrNameLst>
                                          <p:attrName>ppt_x</p:attrName>
                                          <p:attrName>ppt_y</p:attrName>
                                        </p:attrNameLst>
                                      </p:cBhvr>
                                      <p:rCtr x="1432" y="69"/>
                                    </p:animMotion>
                                  </p:childTnLst>
                                </p:cTn>
                              </p:par>
                              <p:par>
                                <p:cTn id="223" presetID="63" presetClass="path" presetSubtype="0" accel="50000" decel="50000" fill="hold" grpId="2" nodeType="withEffect">
                                  <p:stCondLst>
                                    <p:cond delay="1000"/>
                                  </p:stCondLst>
                                  <p:childTnLst>
                                    <p:animMotion origin="layout" path="M 0.00417 -0.10718 L 0.03346 -0.10903 " pathEditMode="relative" rAng="0" ptsTypes="AA">
                                      <p:cBhvr>
                                        <p:cTn id="224" dur="2000" fill="hold"/>
                                        <p:tgtEl>
                                          <p:spTgt spid="47"/>
                                        </p:tgtEl>
                                        <p:attrNameLst>
                                          <p:attrName>ppt_x</p:attrName>
                                          <p:attrName>ppt_y</p:attrName>
                                        </p:attrNameLst>
                                      </p:cBhvr>
                                      <p:rCtr x="1458" y="-93"/>
                                    </p:animMotion>
                                  </p:childTnLst>
                                </p:cTn>
                              </p:par>
                              <p:par>
                                <p:cTn id="225" presetID="64" presetClass="path" presetSubtype="0" accel="50000" decel="50000" fill="hold" grpId="1" nodeType="withEffect">
                                  <p:stCondLst>
                                    <p:cond delay="2000"/>
                                  </p:stCondLst>
                                  <p:childTnLst>
                                    <p:animMotion origin="layout" path="M 8.33333E-7 -3.7037E-7 L 0.00351 -0.10718 " pathEditMode="relative" rAng="0" ptsTypes="AA">
                                      <p:cBhvr>
                                        <p:cTn id="226" dur="2000" fill="hold"/>
                                        <p:tgtEl>
                                          <p:spTgt spid="61"/>
                                        </p:tgtEl>
                                        <p:attrNameLst>
                                          <p:attrName>ppt_x</p:attrName>
                                          <p:attrName>ppt_y</p:attrName>
                                        </p:attrNameLst>
                                      </p:cBhvr>
                                      <p:rCtr x="169" y="-5370"/>
                                    </p:animMotion>
                                  </p:childTnLst>
                                </p:cTn>
                              </p:par>
                            </p:childTnLst>
                          </p:cTn>
                        </p:par>
                        <p:par>
                          <p:cTn id="227" fill="hold">
                            <p:stCondLst>
                              <p:cond delay="4000"/>
                            </p:stCondLst>
                            <p:childTnLst>
                              <p:par>
                                <p:cTn id="228" presetID="10" presetClass="exit" presetSubtype="0" fill="hold" grpId="1" nodeType="afterEffect">
                                  <p:stCondLst>
                                    <p:cond delay="0"/>
                                  </p:stCondLst>
                                  <p:childTnLst>
                                    <p:animEffect transition="out" filter="fade">
                                      <p:cBhvr>
                                        <p:cTn id="229" dur="500"/>
                                        <p:tgtEl>
                                          <p:spTgt spid="445"/>
                                        </p:tgtEl>
                                      </p:cBhvr>
                                    </p:animEffect>
                                    <p:set>
                                      <p:cBhvr>
                                        <p:cTn id="230" dur="1" fill="hold">
                                          <p:stCondLst>
                                            <p:cond delay="499"/>
                                          </p:stCondLst>
                                        </p:cTn>
                                        <p:tgtEl>
                                          <p:spTgt spid="445"/>
                                        </p:tgtEl>
                                        <p:attrNameLst>
                                          <p:attrName>style.visibility</p:attrName>
                                        </p:attrNameLst>
                                      </p:cBhvr>
                                      <p:to>
                                        <p:strVal val="hidden"/>
                                      </p:to>
                                    </p:set>
                                  </p:childTnLst>
                                </p:cTn>
                              </p:par>
                              <p:par>
                                <p:cTn id="231" presetID="31" presetClass="entr" presetSubtype="0" fill="hold" grpId="0" nodeType="withEffect">
                                  <p:stCondLst>
                                    <p:cond delay="0"/>
                                  </p:stCondLst>
                                  <p:childTnLst>
                                    <p:set>
                                      <p:cBhvr>
                                        <p:cTn id="232" dur="1" fill="hold">
                                          <p:stCondLst>
                                            <p:cond delay="0"/>
                                          </p:stCondLst>
                                        </p:cTn>
                                        <p:tgtEl>
                                          <p:spTgt spid="446"/>
                                        </p:tgtEl>
                                        <p:attrNameLst>
                                          <p:attrName>style.visibility</p:attrName>
                                        </p:attrNameLst>
                                      </p:cBhvr>
                                      <p:to>
                                        <p:strVal val="visible"/>
                                      </p:to>
                                    </p:set>
                                    <p:anim calcmode="lin" valueType="num">
                                      <p:cBhvr>
                                        <p:cTn id="233" dur="1000" fill="hold"/>
                                        <p:tgtEl>
                                          <p:spTgt spid="446"/>
                                        </p:tgtEl>
                                        <p:attrNameLst>
                                          <p:attrName>ppt_w</p:attrName>
                                        </p:attrNameLst>
                                      </p:cBhvr>
                                      <p:tavLst>
                                        <p:tav tm="0">
                                          <p:val>
                                            <p:fltVal val="0"/>
                                          </p:val>
                                        </p:tav>
                                        <p:tav tm="100000">
                                          <p:val>
                                            <p:strVal val="#ppt_w"/>
                                          </p:val>
                                        </p:tav>
                                      </p:tavLst>
                                    </p:anim>
                                    <p:anim calcmode="lin" valueType="num">
                                      <p:cBhvr>
                                        <p:cTn id="234" dur="1000" fill="hold"/>
                                        <p:tgtEl>
                                          <p:spTgt spid="446"/>
                                        </p:tgtEl>
                                        <p:attrNameLst>
                                          <p:attrName>ppt_h</p:attrName>
                                        </p:attrNameLst>
                                      </p:cBhvr>
                                      <p:tavLst>
                                        <p:tav tm="0">
                                          <p:val>
                                            <p:fltVal val="0"/>
                                          </p:val>
                                        </p:tav>
                                        <p:tav tm="100000">
                                          <p:val>
                                            <p:strVal val="#ppt_h"/>
                                          </p:val>
                                        </p:tav>
                                      </p:tavLst>
                                    </p:anim>
                                    <p:anim calcmode="lin" valueType="num">
                                      <p:cBhvr>
                                        <p:cTn id="235" dur="1000" fill="hold"/>
                                        <p:tgtEl>
                                          <p:spTgt spid="446"/>
                                        </p:tgtEl>
                                        <p:attrNameLst>
                                          <p:attrName>style.rotation</p:attrName>
                                        </p:attrNameLst>
                                      </p:cBhvr>
                                      <p:tavLst>
                                        <p:tav tm="0">
                                          <p:val>
                                            <p:fltVal val="90"/>
                                          </p:val>
                                        </p:tav>
                                        <p:tav tm="100000">
                                          <p:val>
                                            <p:fltVal val="0"/>
                                          </p:val>
                                        </p:tav>
                                      </p:tavLst>
                                    </p:anim>
                                    <p:animEffect transition="in" filter="fade">
                                      <p:cBhvr>
                                        <p:cTn id="236" dur="1000"/>
                                        <p:tgtEl>
                                          <p:spTgt spid="446"/>
                                        </p:tgtEl>
                                      </p:cBhvr>
                                    </p:animEffect>
                                  </p:childTnLst>
                                </p:cTn>
                              </p:par>
                            </p:childTnLst>
                          </p:cTn>
                        </p:par>
                        <p:par>
                          <p:cTn id="237" fill="hold">
                            <p:stCondLst>
                              <p:cond delay="5000"/>
                            </p:stCondLst>
                            <p:childTnLst>
                              <p:par>
                                <p:cTn id="238" presetID="22" presetClass="exit" presetSubtype="1" fill="hold" nodeType="afterEffect">
                                  <p:stCondLst>
                                    <p:cond delay="0"/>
                                  </p:stCondLst>
                                  <p:childTnLst>
                                    <p:animEffect transition="out" filter="wipe(up)">
                                      <p:cBhvr>
                                        <p:cTn id="239" dur="500"/>
                                        <p:tgtEl>
                                          <p:spTgt spid="318"/>
                                        </p:tgtEl>
                                      </p:cBhvr>
                                    </p:animEffect>
                                    <p:set>
                                      <p:cBhvr>
                                        <p:cTn id="240" dur="1" fill="hold">
                                          <p:stCondLst>
                                            <p:cond delay="499"/>
                                          </p:stCondLst>
                                        </p:cTn>
                                        <p:tgtEl>
                                          <p:spTgt spid="318"/>
                                        </p:tgtEl>
                                        <p:attrNameLst>
                                          <p:attrName>style.visibility</p:attrName>
                                        </p:attrNameLst>
                                      </p:cBhvr>
                                      <p:to>
                                        <p:strVal val="hidden"/>
                                      </p:to>
                                    </p:set>
                                  </p:childTnLst>
                                </p:cTn>
                              </p:par>
                              <p:par>
                                <p:cTn id="241" presetID="22" presetClass="entr" presetSubtype="8" fill="hold" nodeType="withEffect">
                                  <p:stCondLst>
                                    <p:cond delay="0"/>
                                  </p:stCondLst>
                                  <p:childTnLst>
                                    <p:set>
                                      <p:cBhvr>
                                        <p:cTn id="242" dur="1" fill="hold">
                                          <p:stCondLst>
                                            <p:cond delay="0"/>
                                          </p:stCondLst>
                                        </p:cTn>
                                        <p:tgtEl>
                                          <p:spTgt spid="319"/>
                                        </p:tgtEl>
                                        <p:attrNameLst>
                                          <p:attrName>style.visibility</p:attrName>
                                        </p:attrNameLst>
                                      </p:cBhvr>
                                      <p:to>
                                        <p:strVal val="visible"/>
                                      </p:to>
                                    </p:set>
                                    <p:animEffect transition="in" filter="wipe(left)">
                                      <p:cBhvr>
                                        <p:cTn id="243" dur="500"/>
                                        <p:tgtEl>
                                          <p:spTgt spid="319"/>
                                        </p:tgtEl>
                                      </p:cBhvr>
                                    </p:animEffect>
                                  </p:childTnLst>
                                </p:cTn>
                              </p:par>
                            </p:childTnLst>
                          </p:cTn>
                        </p:par>
                        <p:par>
                          <p:cTn id="244" fill="hold">
                            <p:stCondLst>
                              <p:cond delay="5500"/>
                            </p:stCondLst>
                            <p:childTnLst>
                              <p:par>
                                <p:cTn id="245" presetID="47" presetClass="entr" presetSubtype="0" fill="hold" grpId="0" nodeType="afterEffect">
                                  <p:stCondLst>
                                    <p:cond delay="0"/>
                                  </p:stCondLst>
                                  <p:childTnLst>
                                    <p:set>
                                      <p:cBhvr>
                                        <p:cTn id="246" dur="1" fill="hold">
                                          <p:stCondLst>
                                            <p:cond delay="0"/>
                                          </p:stCondLst>
                                        </p:cTn>
                                        <p:tgtEl>
                                          <p:spTgt spid="30"/>
                                        </p:tgtEl>
                                        <p:attrNameLst>
                                          <p:attrName>style.visibility</p:attrName>
                                        </p:attrNameLst>
                                      </p:cBhvr>
                                      <p:to>
                                        <p:strVal val="visible"/>
                                      </p:to>
                                    </p:set>
                                    <p:animEffect transition="in" filter="fade">
                                      <p:cBhvr>
                                        <p:cTn id="247" dur="1000"/>
                                        <p:tgtEl>
                                          <p:spTgt spid="30"/>
                                        </p:tgtEl>
                                      </p:cBhvr>
                                    </p:animEffect>
                                    <p:anim calcmode="lin" valueType="num">
                                      <p:cBhvr>
                                        <p:cTn id="248" dur="1000" fill="hold"/>
                                        <p:tgtEl>
                                          <p:spTgt spid="30"/>
                                        </p:tgtEl>
                                        <p:attrNameLst>
                                          <p:attrName>ppt_x</p:attrName>
                                        </p:attrNameLst>
                                      </p:cBhvr>
                                      <p:tavLst>
                                        <p:tav tm="0">
                                          <p:val>
                                            <p:strVal val="#ppt_x"/>
                                          </p:val>
                                        </p:tav>
                                        <p:tav tm="100000">
                                          <p:val>
                                            <p:strVal val="#ppt_x"/>
                                          </p:val>
                                        </p:tav>
                                      </p:tavLst>
                                    </p:anim>
                                    <p:anim calcmode="lin" valueType="num">
                                      <p:cBhvr>
                                        <p:cTn id="24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50" fill="hold">
                      <p:stCondLst>
                        <p:cond delay="indefinite"/>
                      </p:stCondLst>
                      <p:childTnLst>
                        <p:par>
                          <p:cTn id="251" fill="hold">
                            <p:stCondLst>
                              <p:cond delay="0"/>
                            </p:stCondLst>
                            <p:childTnLst>
                              <p:par>
                                <p:cTn id="252" presetID="22" presetClass="exit" presetSubtype="1" fill="hold" nodeType="clickEffect">
                                  <p:stCondLst>
                                    <p:cond delay="0"/>
                                  </p:stCondLst>
                                  <p:childTnLst>
                                    <p:animEffect transition="out" filter="wipe(up)">
                                      <p:cBhvr>
                                        <p:cTn id="253" dur="500"/>
                                        <p:tgtEl>
                                          <p:spTgt spid="319"/>
                                        </p:tgtEl>
                                      </p:cBhvr>
                                    </p:animEffect>
                                    <p:set>
                                      <p:cBhvr>
                                        <p:cTn id="254" dur="1" fill="hold">
                                          <p:stCondLst>
                                            <p:cond delay="499"/>
                                          </p:stCondLst>
                                        </p:cTn>
                                        <p:tgtEl>
                                          <p:spTgt spid="319"/>
                                        </p:tgtEl>
                                        <p:attrNameLst>
                                          <p:attrName>style.visibility</p:attrName>
                                        </p:attrNameLst>
                                      </p:cBhvr>
                                      <p:to>
                                        <p:strVal val="hidden"/>
                                      </p:to>
                                    </p:set>
                                  </p:childTnLst>
                                </p:cTn>
                              </p:par>
                              <p:par>
                                <p:cTn id="255" presetID="22" presetClass="entr" presetSubtype="8" fill="hold" nodeType="withEffect">
                                  <p:stCondLst>
                                    <p:cond delay="0"/>
                                  </p:stCondLst>
                                  <p:childTnLst>
                                    <p:set>
                                      <p:cBhvr>
                                        <p:cTn id="256" dur="1" fill="hold">
                                          <p:stCondLst>
                                            <p:cond delay="0"/>
                                          </p:stCondLst>
                                        </p:cTn>
                                        <p:tgtEl>
                                          <p:spTgt spid="320"/>
                                        </p:tgtEl>
                                        <p:attrNameLst>
                                          <p:attrName>style.visibility</p:attrName>
                                        </p:attrNameLst>
                                      </p:cBhvr>
                                      <p:to>
                                        <p:strVal val="visible"/>
                                      </p:to>
                                    </p:set>
                                    <p:animEffect transition="in" filter="wipe(left)">
                                      <p:cBhvr>
                                        <p:cTn id="257" dur="500"/>
                                        <p:tgtEl>
                                          <p:spTgt spid="320"/>
                                        </p:tgtEl>
                                      </p:cBhvr>
                                    </p:animEffect>
                                  </p:childTnLst>
                                </p:cTn>
                              </p:par>
                            </p:childTnLst>
                          </p:cTn>
                        </p:par>
                        <p:par>
                          <p:cTn id="258" fill="hold">
                            <p:stCondLst>
                              <p:cond delay="500"/>
                            </p:stCondLst>
                            <p:childTnLst>
                              <p:par>
                                <p:cTn id="259" presetID="42" presetClass="entr" presetSubtype="0" fill="hold" nodeType="afterEffect">
                                  <p:stCondLst>
                                    <p:cond delay="0"/>
                                  </p:stCondLst>
                                  <p:childTnLst>
                                    <p:set>
                                      <p:cBhvr>
                                        <p:cTn id="260" dur="1" fill="hold">
                                          <p:stCondLst>
                                            <p:cond delay="0"/>
                                          </p:stCondLst>
                                        </p:cTn>
                                        <p:tgtEl>
                                          <p:spTgt spid="209"/>
                                        </p:tgtEl>
                                        <p:attrNameLst>
                                          <p:attrName>style.visibility</p:attrName>
                                        </p:attrNameLst>
                                      </p:cBhvr>
                                      <p:to>
                                        <p:strVal val="visible"/>
                                      </p:to>
                                    </p:set>
                                    <p:animEffect transition="in" filter="fade">
                                      <p:cBhvr>
                                        <p:cTn id="261" dur="1000"/>
                                        <p:tgtEl>
                                          <p:spTgt spid="209"/>
                                        </p:tgtEl>
                                      </p:cBhvr>
                                    </p:animEffect>
                                    <p:anim calcmode="lin" valueType="num">
                                      <p:cBhvr>
                                        <p:cTn id="262" dur="1000" fill="hold"/>
                                        <p:tgtEl>
                                          <p:spTgt spid="209"/>
                                        </p:tgtEl>
                                        <p:attrNameLst>
                                          <p:attrName>ppt_x</p:attrName>
                                        </p:attrNameLst>
                                      </p:cBhvr>
                                      <p:tavLst>
                                        <p:tav tm="0">
                                          <p:val>
                                            <p:strVal val="#ppt_x"/>
                                          </p:val>
                                        </p:tav>
                                        <p:tav tm="100000">
                                          <p:val>
                                            <p:strVal val="#ppt_x"/>
                                          </p:val>
                                        </p:tav>
                                      </p:tavLst>
                                    </p:anim>
                                    <p:anim calcmode="lin" valueType="num">
                                      <p:cBhvr>
                                        <p:cTn id="263" dur="1000" fill="hold"/>
                                        <p:tgtEl>
                                          <p:spTgt spid="209"/>
                                        </p:tgtEl>
                                        <p:attrNameLst>
                                          <p:attrName>ppt_y</p:attrName>
                                        </p:attrNameLst>
                                      </p:cBhvr>
                                      <p:tavLst>
                                        <p:tav tm="0">
                                          <p:val>
                                            <p:strVal val="#ppt_y+.1"/>
                                          </p:val>
                                        </p:tav>
                                        <p:tav tm="100000">
                                          <p:val>
                                            <p:strVal val="#ppt_y"/>
                                          </p:val>
                                        </p:tav>
                                      </p:tavLst>
                                    </p:anim>
                                  </p:childTnLst>
                                </p:cTn>
                              </p:par>
                              <p:par>
                                <p:cTn id="264" presetID="63" presetClass="path" presetSubtype="0" accel="50000" decel="50000" fill="hold" grpId="2" nodeType="withEffect">
                                  <p:stCondLst>
                                    <p:cond delay="0"/>
                                  </p:stCondLst>
                                  <p:childTnLst>
                                    <p:animMotion origin="layout" path="M 0.05677 -0.00023 L 0.11653 -0.00069 " pathEditMode="relative" rAng="0" ptsTypes="AA">
                                      <p:cBhvr>
                                        <p:cTn id="265" dur="2000" fill="hold"/>
                                        <p:tgtEl>
                                          <p:spTgt spid="48"/>
                                        </p:tgtEl>
                                        <p:attrNameLst>
                                          <p:attrName>ppt_x</p:attrName>
                                          <p:attrName>ppt_y</p:attrName>
                                        </p:attrNameLst>
                                      </p:cBhvr>
                                      <p:rCtr x="2982" y="-23"/>
                                    </p:animMotion>
                                  </p:childTnLst>
                                </p:cTn>
                              </p:par>
                              <p:par>
                                <p:cTn id="266" presetID="22" presetClass="entr" presetSubtype="8" fill="hold" nodeType="withEffect">
                                  <p:stCondLst>
                                    <p:cond delay="2000"/>
                                  </p:stCondLst>
                                  <p:childTnLst>
                                    <p:set>
                                      <p:cBhvr>
                                        <p:cTn id="267" dur="1" fill="hold">
                                          <p:stCondLst>
                                            <p:cond delay="0"/>
                                          </p:stCondLst>
                                        </p:cTn>
                                        <p:tgtEl>
                                          <p:spTgt spid="29"/>
                                        </p:tgtEl>
                                        <p:attrNameLst>
                                          <p:attrName>style.visibility</p:attrName>
                                        </p:attrNameLst>
                                      </p:cBhvr>
                                      <p:to>
                                        <p:strVal val="visible"/>
                                      </p:to>
                                    </p:set>
                                    <p:animEffect transition="in" filter="wipe(left)">
                                      <p:cBhvr>
                                        <p:cTn id="268" dur="1000"/>
                                        <p:tgtEl>
                                          <p:spTgt spid="29"/>
                                        </p:tgtEl>
                                      </p:cBhvr>
                                    </p:animEffect>
                                  </p:childTnLst>
                                </p:cTn>
                              </p:par>
                              <p:par>
                                <p:cTn id="269" presetID="10" presetClass="exit" presetSubtype="0" fill="hold" grpId="1" nodeType="withEffect">
                                  <p:stCondLst>
                                    <p:cond delay="2500"/>
                                  </p:stCondLst>
                                  <p:childTnLst>
                                    <p:animEffect transition="out" filter="fade">
                                      <p:cBhvr>
                                        <p:cTn id="270" dur="500"/>
                                        <p:tgtEl>
                                          <p:spTgt spid="446"/>
                                        </p:tgtEl>
                                      </p:cBhvr>
                                    </p:animEffect>
                                    <p:set>
                                      <p:cBhvr>
                                        <p:cTn id="271" dur="1" fill="hold">
                                          <p:stCondLst>
                                            <p:cond delay="499"/>
                                          </p:stCondLst>
                                        </p:cTn>
                                        <p:tgtEl>
                                          <p:spTgt spid="446"/>
                                        </p:tgtEl>
                                        <p:attrNameLst>
                                          <p:attrName>style.visibility</p:attrName>
                                        </p:attrNameLst>
                                      </p:cBhvr>
                                      <p:to>
                                        <p:strVal val="hidden"/>
                                      </p:to>
                                    </p:set>
                                  </p:childTnLst>
                                </p:cTn>
                              </p:par>
                            </p:childTnLst>
                          </p:cTn>
                        </p:par>
                        <p:par>
                          <p:cTn id="272" fill="hold">
                            <p:stCondLst>
                              <p:cond delay="3500"/>
                            </p:stCondLst>
                            <p:childTnLst>
                              <p:par>
                                <p:cTn id="273" presetID="31" presetClass="entr" presetSubtype="0" fill="hold" grpId="0" nodeType="afterEffect">
                                  <p:stCondLst>
                                    <p:cond delay="0"/>
                                  </p:stCondLst>
                                  <p:childTnLst>
                                    <p:set>
                                      <p:cBhvr>
                                        <p:cTn id="274" dur="1" fill="hold">
                                          <p:stCondLst>
                                            <p:cond delay="0"/>
                                          </p:stCondLst>
                                        </p:cTn>
                                        <p:tgtEl>
                                          <p:spTgt spid="447"/>
                                        </p:tgtEl>
                                        <p:attrNameLst>
                                          <p:attrName>style.visibility</p:attrName>
                                        </p:attrNameLst>
                                      </p:cBhvr>
                                      <p:to>
                                        <p:strVal val="visible"/>
                                      </p:to>
                                    </p:set>
                                    <p:anim calcmode="lin" valueType="num">
                                      <p:cBhvr>
                                        <p:cTn id="275" dur="1000" fill="hold"/>
                                        <p:tgtEl>
                                          <p:spTgt spid="447"/>
                                        </p:tgtEl>
                                        <p:attrNameLst>
                                          <p:attrName>ppt_w</p:attrName>
                                        </p:attrNameLst>
                                      </p:cBhvr>
                                      <p:tavLst>
                                        <p:tav tm="0">
                                          <p:val>
                                            <p:fltVal val="0"/>
                                          </p:val>
                                        </p:tav>
                                        <p:tav tm="100000">
                                          <p:val>
                                            <p:strVal val="#ppt_w"/>
                                          </p:val>
                                        </p:tav>
                                      </p:tavLst>
                                    </p:anim>
                                    <p:anim calcmode="lin" valueType="num">
                                      <p:cBhvr>
                                        <p:cTn id="276" dur="1000" fill="hold"/>
                                        <p:tgtEl>
                                          <p:spTgt spid="447"/>
                                        </p:tgtEl>
                                        <p:attrNameLst>
                                          <p:attrName>ppt_h</p:attrName>
                                        </p:attrNameLst>
                                      </p:cBhvr>
                                      <p:tavLst>
                                        <p:tav tm="0">
                                          <p:val>
                                            <p:fltVal val="0"/>
                                          </p:val>
                                        </p:tav>
                                        <p:tav tm="100000">
                                          <p:val>
                                            <p:strVal val="#ppt_h"/>
                                          </p:val>
                                        </p:tav>
                                      </p:tavLst>
                                    </p:anim>
                                    <p:anim calcmode="lin" valueType="num">
                                      <p:cBhvr>
                                        <p:cTn id="277" dur="1000" fill="hold"/>
                                        <p:tgtEl>
                                          <p:spTgt spid="447"/>
                                        </p:tgtEl>
                                        <p:attrNameLst>
                                          <p:attrName>style.rotation</p:attrName>
                                        </p:attrNameLst>
                                      </p:cBhvr>
                                      <p:tavLst>
                                        <p:tav tm="0">
                                          <p:val>
                                            <p:fltVal val="90"/>
                                          </p:val>
                                        </p:tav>
                                        <p:tav tm="100000">
                                          <p:val>
                                            <p:fltVal val="0"/>
                                          </p:val>
                                        </p:tav>
                                      </p:tavLst>
                                    </p:anim>
                                    <p:animEffect transition="in" filter="fade">
                                      <p:cBhvr>
                                        <p:cTn id="278" dur="1000"/>
                                        <p:tgtEl>
                                          <p:spTgt spid="447"/>
                                        </p:tgtEl>
                                      </p:cBhvr>
                                    </p:animEffect>
                                  </p:childTnLst>
                                </p:cTn>
                              </p:par>
                            </p:childTnLst>
                          </p:cTn>
                        </p:par>
                        <p:par>
                          <p:cTn id="279" fill="hold">
                            <p:stCondLst>
                              <p:cond delay="4500"/>
                            </p:stCondLst>
                            <p:childTnLst>
                              <p:par>
                                <p:cTn id="280" presetID="22" presetClass="exit" presetSubtype="1" fill="hold" nodeType="afterEffect">
                                  <p:stCondLst>
                                    <p:cond delay="0"/>
                                  </p:stCondLst>
                                  <p:childTnLst>
                                    <p:animEffect transition="out" filter="wipe(up)">
                                      <p:cBhvr>
                                        <p:cTn id="281" dur="500"/>
                                        <p:tgtEl>
                                          <p:spTgt spid="320"/>
                                        </p:tgtEl>
                                      </p:cBhvr>
                                    </p:animEffect>
                                    <p:set>
                                      <p:cBhvr>
                                        <p:cTn id="282" dur="1" fill="hold">
                                          <p:stCondLst>
                                            <p:cond delay="499"/>
                                          </p:stCondLst>
                                        </p:cTn>
                                        <p:tgtEl>
                                          <p:spTgt spid="320"/>
                                        </p:tgtEl>
                                        <p:attrNameLst>
                                          <p:attrName>style.visibility</p:attrName>
                                        </p:attrNameLst>
                                      </p:cBhvr>
                                      <p:to>
                                        <p:strVal val="hidden"/>
                                      </p:to>
                                    </p:set>
                                  </p:childTnLst>
                                </p:cTn>
                              </p:par>
                              <p:par>
                                <p:cTn id="283" presetID="22" presetClass="entr" presetSubtype="8" fill="hold" nodeType="withEffect">
                                  <p:stCondLst>
                                    <p:cond delay="0"/>
                                  </p:stCondLst>
                                  <p:childTnLst>
                                    <p:set>
                                      <p:cBhvr>
                                        <p:cTn id="284" dur="1" fill="hold">
                                          <p:stCondLst>
                                            <p:cond delay="0"/>
                                          </p:stCondLst>
                                        </p:cTn>
                                        <p:tgtEl>
                                          <p:spTgt spid="321"/>
                                        </p:tgtEl>
                                        <p:attrNameLst>
                                          <p:attrName>style.visibility</p:attrName>
                                        </p:attrNameLst>
                                      </p:cBhvr>
                                      <p:to>
                                        <p:strVal val="visible"/>
                                      </p:to>
                                    </p:set>
                                    <p:animEffect transition="in" filter="wipe(left)">
                                      <p:cBhvr>
                                        <p:cTn id="285" dur="500"/>
                                        <p:tgtEl>
                                          <p:spTgt spid="321"/>
                                        </p:tgtEl>
                                      </p:cBhvr>
                                    </p:animEffect>
                                  </p:childTnLst>
                                </p:cTn>
                              </p:par>
                            </p:childTnLst>
                          </p:cTn>
                        </p:par>
                      </p:childTnLst>
                    </p:cTn>
                  </p:par>
                  <p:par>
                    <p:cTn id="286" fill="hold">
                      <p:stCondLst>
                        <p:cond delay="indefinite"/>
                      </p:stCondLst>
                      <p:childTnLst>
                        <p:par>
                          <p:cTn id="287" fill="hold">
                            <p:stCondLst>
                              <p:cond delay="0"/>
                            </p:stCondLst>
                            <p:childTnLst>
                              <p:par>
                                <p:cTn id="288" presetID="22" presetClass="exit" presetSubtype="1" fill="hold" nodeType="clickEffect">
                                  <p:stCondLst>
                                    <p:cond delay="0"/>
                                  </p:stCondLst>
                                  <p:childTnLst>
                                    <p:animEffect transition="out" filter="wipe(up)">
                                      <p:cBhvr>
                                        <p:cTn id="289" dur="500"/>
                                        <p:tgtEl>
                                          <p:spTgt spid="322"/>
                                        </p:tgtEl>
                                      </p:cBhvr>
                                    </p:animEffect>
                                    <p:set>
                                      <p:cBhvr>
                                        <p:cTn id="290" dur="1" fill="hold">
                                          <p:stCondLst>
                                            <p:cond delay="499"/>
                                          </p:stCondLst>
                                        </p:cTn>
                                        <p:tgtEl>
                                          <p:spTgt spid="322"/>
                                        </p:tgtEl>
                                        <p:attrNameLst>
                                          <p:attrName>style.visibility</p:attrName>
                                        </p:attrNameLst>
                                      </p:cBhvr>
                                      <p:to>
                                        <p:strVal val="hidden"/>
                                      </p:to>
                                    </p:set>
                                  </p:childTnLst>
                                </p:cTn>
                              </p:par>
                              <p:par>
                                <p:cTn id="291" presetID="22" presetClass="exit" presetSubtype="1" fill="hold" nodeType="withEffect">
                                  <p:stCondLst>
                                    <p:cond delay="0"/>
                                  </p:stCondLst>
                                  <p:childTnLst>
                                    <p:animEffect transition="out" filter="wipe(up)">
                                      <p:cBhvr>
                                        <p:cTn id="292" dur="500"/>
                                        <p:tgtEl>
                                          <p:spTgt spid="51"/>
                                        </p:tgtEl>
                                      </p:cBhvr>
                                    </p:animEffect>
                                    <p:set>
                                      <p:cBhvr>
                                        <p:cTn id="293" dur="1" fill="hold">
                                          <p:stCondLst>
                                            <p:cond delay="499"/>
                                          </p:stCondLst>
                                        </p:cTn>
                                        <p:tgtEl>
                                          <p:spTgt spid="51"/>
                                        </p:tgtEl>
                                        <p:attrNameLst>
                                          <p:attrName>style.visibility</p:attrName>
                                        </p:attrNameLst>
                                      </p:cBhvr>
                                      <p:to>
                                        <p:strVal val="hidden"/>
                                      </p:to>
                                    </p:set>
                                  </p:childTnLst>
                                </p:cTn>
                              </p:par>
                            </p:childTnLst>
                          </p:cTn>
                        </p:par>
                        <p:par>
                          <p:cTn id="294" fill="hold">
                            <p:stCondLst>
                              <p:cond delay="500"/>
                            </p:stCondLst>
                            <p:childTnLst>
                              <p:par>
                                <p:cTn id="295" presetID="22" presetClass="entr" presetSubtype="4" fill="hold" nodeType="afterEffect">
                                  <p:stCondLst>
                                    <p:cond delay="0"/>
                                  </p:stCondLst>
                                  <p:childTnLst>
                                    <p:set>
                                      <p:cBhvr>
                                        <p:cTn id="296" dur="1" fill="hold">
                                          <p:stCondLst>
                                            <p:cond delay="0"/>
                                          </p:stCondLst>
                                        </p:cTn>
                                        <p:tgtEl>
                                          <p:spTgt spid="327"/>
                                        </p:tgtEl>
                                        <p:attrNameLst>
                                          <p:attrName>style.visibility</p:attrName>
                                        </p:attrNameLst>
                                      </p:cBhvr>
                                      <p:to>
                                        <p:strVal val="visible"/>
                                      </p:to>
                                    </p:set>
                                    <p:animEffect transition="in" filter="wipe(down)">
                                      <p:cBhvr>
                                        <p:cTn id="297" dur="500"/>
                                        <p:tgtEl>
                                          <p:spTgt spid="327"/>
                                        </p:tgtEl>
                                      </p:cBhvr>
                                    </p:animEffect>
                                  </p:childTnLst>
                                </p:cTn>
                              </p:par>
                            </p:childTnLst>
                          </p:cTn>
                        </p:par>
                        <p:par>
                          <p:cTn id="298" fill="hold">
                            <p:stCondLst>
                              <p:cond delay="1000"/>
                            </p:stCondLst>
                            <p:childTnLst>
                              <p:par>
                                <p:cTn id="299" presetID="22" presetClass="entr" presetSubtype="4" fill="hold" nodeType="afterEffect">
                                  <p:stCondLst>
                                    <p:cond delay="0"/>
                                  </p:stCondLst>
                                  <p:childTnLst>
                                    <p:set>
                                      <p:cBhvr>
                                        <p:cTn id="300" dur="1" fill="hold">
                                          <p:stCondLst>
                                            <p:cond delay="0"/>
                                          </p:stCondLst>
                                        </p:cTn>
                                        <p:tgtEl>
                                          <p:spTgt spid="340"/>
                                        </p:tgtEl>
                                        <p:attrNameLst>
                                          <p:attrName>style.visibility</p:attrName>
                                        </p:attrNameLst>
                                      </p:cBhvr>
                                      <p:to>
                                        <p:strVal val="visible"/>
                                      </p:to>
                                    </p:set>
                                    <p:animEffect transition="in" filter="wipe(down)">
                                      <p:cBhvr>
                                        <p:cTn id="301" dur="500"/>
                                        <p:tgtEl>
                                          <p:spTgt spid="340"/>
                                        </p:tgtEl>
                                      </p:cBhvr>
                                    </p:animEffect>
                                  </p:childTnLst>
                                </p:cTn>
                              </p:par>
                            </p:childTnLst>
                          </p:cTn>
                        </p:par>
                        <p:par>
                          <p:cTn id="302" fill="hold">
                            <p:stCondLst>
                              <p:cond delay="1500"/>
                            </p:stCondLst>
                            <p:childTnLst>
                              <p:par>
                                <p:cTn id="303" presetID="22" presetClass="exit" presetSubtype="1" fill="hold" nodeType="afterEffect">
                                  <p:stCondLst>
                                    <p:cond delay="0"/>
                                  </p:stCondLst>
                                  <p:childTnLst>
                                    <p:animEffect transition="out" filter="wipe(up)">
                                      <p:cBhvr>
                                        <p:cTn id="304" dur="500"/>
                                        <p:tgtEl>
                                          <p:spTgt spid="321"/>
                                        </p:tgtEl>
                                      </p:cBhvr>
                                    </p:animEffect>
                                    <p:set>
                                      <p:cBhvr>
                                        <p:cTn id="305" dur="1" fill="hold">
                                          <p:stCondLst>
                                            <p:cond delay="499"/>
                                          </p:stCondLst>
                                        </p:cTn>
                                        <p:tgtEl>
                                          <p:spTgt spid="321"/>
                                        </p:tgtEl>
                                        <p:attrNameLst>
                                          <p:attrName>style.visibility</p:attrName>
                                        </p:attrNameLst>
                                      </p:cBhvr>
                                      <p:to>
                                        <p:strVal val="hidden"/>
                                      </p:to>
                                    </p:set>
                                  </p:childTnLst>
                                </p:cTn>
                              </p:par>
                              <p:par>
                                <p:cTn id="306" presetID="22" presetClass="entr" presetSubtype="8" fill="hold" nodeType="withEffect">
                                  <p:stCondLst>
                                    <p:cond delay="0"/>
                                  </p:stCondLst>
                                  <p:childTnLst>
                                    <p:set>
                                      <p:cBhvr>
                                        <p:cTn id="307" dur="1" fill="hold">
                                          <p:stCondLst>
                                            <p:cond delay="0"/>
                                          </p:stCondLst>
                                        </p:cTn>
                                        <p:tgtEl>
                                          <p:spTgt spid="307"/>
                                        </p:tgtEl>
                                        <p:attrNameLst>
                                          <p:attrName>style.visibility</p:attrName>
                                        </p:attrNameLst>
                                      </p:cBhvr>
                                      <p:to>
                                        <p:strVal val="visible"/>
                                      </p:to>
                                    </p:set>
                                    <p:animEffect transition="in" filter="wipe(left)">
                                      <p:cBhvr>
                                        <p:cTn id="308" dur="500"/>
                                        <p:tgtEl>
                                          <p:spTgt spid="307"/>
                                        </p:tgtEl>
                                      </p:cBhvr>
                                    </p:animEffect>
                                  </p:childTnLst>
                                </p:cTn>
                              </p:par>
                            </p:childTnLst>
                          </p:cTn>
                        </p:par>
                      </p:childTnLst>
                    </p:cTn>
                  </p:par>
                  <p:par>
                    <p:cTn id="309" fill="hold">
                      <p:stCondLst>
                        <p:cond delay="indefinite"/>
                      </p:stCondLst>
                      <p:childTnLst>
                        <p:par>
                          <p:cTn id="310" fill="hold">
                            <p:stCondLst>
                              <p:cond delay="0"/>
                            </p:stCondLst>
                            <p:childTnLst>
                              <p:par>
                                <p:cTn id="311" presetID="22" presetClass="exit" presetSubtype="1" fill="hold" nodeType="clickEffect">
                                  <p:stCondLst>
                                    <p:cond delay="0"/>
                                  </p:stCondLst>
                                  <p:childTnLst>
                                    <p:animEffect transition="out" filter="wipe(up)">
                                      <p:cBhvr>
                                        <p:cTn id="312" dur="500"/>
                                        <p:tgtEl>
                                          <p:spTgt spid="307"/>
                                        </p:tgtEl>
                                      </p:cBhvr>
                                    </p:animEffect>
                                    <p:set>
                                      <p:cBhvr>
                                        <p:cTn id="313" dur="1" fill="hold">
                                          <p:stCondLst>
                                            <p:cond delay="499"/>
                                          </p:stCondLst>
                                        </p:cTn>
                                        <p:tgtEl>
                                          <p:spTgt spid="307"/>
                                        </p:tgtEl>
                                        <p:attrNameLst>
                                          <p:attrName>style.visibility</p:attrName>
                                        </p:attrNameLst>
                                      </p:cBhvr>
                                      <p:to>
                                        <p:strVal val="hidden"/>
                                      </p:to>
                                    </p:set>
                                  </p:childTnLst>
                                </p:cTn>
                              </p:par>
                              <p:par>
                                <p:cTn id="314" presetID="22" presetClass="entr" presetSubtype="8" fill="hold" nodeType="withEffect">
                                  <p:stCondLst>
                                    <p:cond delay="0"/>
                                  </p:stCondLst>
                                  <p:childTnLst>
                                    <p:set>
                                      <p:cBhvr>
                                        <p:cTn id="315" dur="1" fill="hold">
                                          <p:stCondLst>
                                            <p:cond delay="0"/>
                                          </p:stCondLst>
                                        </p:cTn>
                                        <p:tgtEl>
                                          <p:spTgt spid="318"/>
                                        </p:tgtEl>
                                        <p:attrNameLst>
                                          <p:attrName>style.visibility</p:attrName>
                                        </p:attrNameLst>
                                      </p:cBhvr>
                                      <p:to>
                                        <p:strVal val="visible"/>
                                      </p:to>
                                    </p:set>
                                    <p:animEffect transition="in" filter="wipe(left)">
                                      <p:cBhvr>
                                        <p:cTn id="316" dur="500"/>
                                        <p:tgtEl>
                                          <p:spTgt spid="318"/>
                                        </p:tgtEl>
                                      </p:cBhvr>
                                    </p:animEffect>
                                  </p:childTnLst>
                                </p:cTn>
                              </p:par>
                            </p:childTnLst>
                          </p:cTn>
                        </p:par>
                      </p:childTnLst>
                    </p:cTn>
                  </p:par>
                  <p:par>
                    <p:cTn id="317" fill="hold">
                      <p:stCondLst>
                        <p:cond delay="indefinite"/>
                      </p:stCondLst>
                      <p:childTnLst>
                        <p:par>
                          <p:cTn id="318" fill="hold">
                            <p:stCondLst>
                              <p:cond delay="0"/>
                            </p:stCondLst>
                            <p:childTnLst>
                              <p:par>
                                <p:cTn id="319" presetID="64" presetClass="path" presetSubtype="0" accel="50000" decel="50000" fill="hold" grpId="4" nodeType="clickEffect">
                                  <p:stCondLst>
                                    <p:cond delay="0"/>
                                  </p:stCondLst>
                                  <p:childTnLst>
                                    <p:animMotion origin="layout" path="M 0.03281 -0.10903 L -0.02552 -0.21667 " pathEditMode="relative" rAng="0" ptsTypes="AA">
                                      <p:cBhvr>
                                        <p:cTn id="320" dur="2000" fill="hold"/>
                                        <p:tgtEl>
                                          <p:spTgt spid="47"/>
                                        </p:tgtEl>
                                        <p:attrNameLst>
                                          <p:attrName>ppt_x</p:attrName>
                                          <p:attrName>ppt_y</p:attrName>
                                        </p:attrNameLst>
                                      </p:cBhvr>
                                      <p:rCtr x="-2917" y="-5394"/>
                                    </p:animMotion>
                                  </p:childTnLst>
                                </p:cTn>
                              </p:par>
                            </p:childTnLst>
                          </p:cTn>
                        </p:par>
                        <p:par>
                          <p:cTn id="321" fill="hold">
                            <p:stCondLst>
                              <p:cond delay="2000"/>
                            </p:stCondLst>
                            <p:childTnLst>
                              <p:par>
                                <p:cTn id="322" presetID="10" presetClass="exit" presetSubtype="0" fill="hold" grpId="0" nodeType="afterEffect">
                                  <p:stCondLst>
                                    <p:cond delay="0"/>
                                  </p:stCondLst>
                                  <p:childTnLst>
                                    <p:animEffect transition="out" filter="fade">
                                      <p:cBhvr>
                                        <p:cTn id="323" dur="500"/>
                                        <p:tgtEl>
                                          <p:spTgt spid="441"/>
                                        </p:tgtEl>
                                      </p:cBhvr>
                                    </p:animEffect>
                                    <p:set>
                                      <p:cBhvr>
                                        <p:cTn id="324" dur="1" fill="hold">
                                          <p:stCondLst>
                                            <p:cond delay="499"/>
                                          </p:stCondLst>
                                        </p:cTn>
                                        <p:tgtEl>
                                          <p:spTgt spid="441"/>
                                        </p:tgtEl>
                                        <p:attrNameLst>
                                          <p:attrName>style.visibility</p:attrName>
                                        </p:attrNameLst>
                                      </p:cBhvr>
                                      <p:to>
                                        <p:strVal val="hidden"/>
                                      </p:to>
                                    </p:set>
                                  </p:childTnLst>
                                </p:cTn>
                              </p:par>
                              <p:par>
                                <p:cTn id="325" presetID="31" presetClass="entr" presetSubtype="0" fill="hold" grpId="1" nodeType="withEffect">
                                  <p:stCondLst>
                                    <p:cond delay="0"/>
                                  </p:stCondLst>
                                  <p:childTnLst>
                                    <p:set>
                                      <p:cBhvr>
                                        <p:cTn id="326" dur="1" fill="hold">
                                          <p:stCondLst>
                                            <p:cond delay="0"/>
                                          </p:stCondLst>
                                        </p:cTn>
                                        <p:tgtEl>
                                          <p:spTgt spid="452"/>
                                        </p:tgtEl>
                                        <p:attrNameLst>
                                          <p:attrName>style.visibility</p:attrName>
                                        </p:attrNameLst>
                                      </p:cBhvr>
                                      <p:to>
                                        <p:strVal val="visible"/>
                                      </p:to>
                                    </p:set>
                                    <p:anim calcmode="lin" valueType="num">
                                      <p:cBhvr>
                                        <p:cTn id="327" dur="1000" fill="hold"/>
                                        <p:tgtEl>
                                          <p:spTgt spid="452"/>
                                        </p:tgtEl>
                                        <p:attrNameLst>
                                          <p:attrName>ppt_w</p:attrName>
                                        </p:attrNameLst>
                                      </p:cBhvr>
                                      <p:tavLst>
                                        <p:tav tm="0">
                                          <p:val>
                                            <p:fltVal val="0"/>
                                          </p:val>
                                        </p:tav>
                                        <p:tav tm="100000">
                                          <p:val>
                                            <p:strVal val="#ppt_w"/>
                                          </p:val>
                                        </p:tav>
                                      </p:tavLst>
                                    </p:anim>
                                    <p:anim calcmode="lin" valueType="num">
                                      <p:cBhvr>
                                        <p:cTn id="328" dur="1000" fill="hold"/>
                                        <p:tgtEl>
                                          <p:spTgt spid="452"/>
                                        </p:tgtEl>
                                        <p:attrNameLst>
                                          <p:attrName>ppt_h</p:attrName>
                                        </p:attrNameLst>
                                      </p:cBhvr>
                                      <p:tavLst>
                                        <p:tav tm="0">
                                          <p:val>
                                            <p:fltVal val="0"/>
                                          </p:val>
                                        </p:tav>
                                        <p:tav tm="100000">
                                          <p:val>
                                            <p:strVal val="#ppt_h"/>
                                          </p:val>
                                        </p:tav>
                                      </p:tavLst>
                                    </p:anim>
                                    <p:anim calcmode="lin" valueType="num">
                                      <p:cBhvr>
                                        <p:cTn id="329" dur="1000" fill="hold"/>
                                        <p:tgtEl>
                                          <p:spTgt spid="452"/>
                                        </p:tgtEl>
                                        <p:attrNameLst>
                                          <p:attrName>style.rotation</p:attrName>
                                        </p:attrNameLst>
                                      </p:cBhvr>
                                      <p:tavLst>
                                        <p:tav tm="0">
                                          <p:val>
                                            <p:fltVal val="90"/>
                                          </p:val>
                                        </p:tav>
                                        <p:tav tm="100000">
                                          <p:val>
                                            <p:fltVal val="0"/>
                                          </p:val>
                                        </p:tav>
                                      </p:tavLst>
                                    </p:anim>
                                    <p:animEffect transition="in" filter="fade">
                                      <p:cBhvr>
                                        <p:cTn id="330" dur="1000"/>
                                        <p:tgtEl>
                                          <p:spTgt spid="452"/>
                                        </p:tgtEl>
                                      </p:cBhvr>
                                    </p:animEffect>
                                  </p:childTnLst>
                                </p:cTn>
                              </p:par>
                            </p:childTnLst>
                          </p:cTn>
                        </p:par>
                        <p:par>
                          <p:cTn id="331" fill="hold">
                            <p:stCondLst>
                              <p:cond delay="3000"/>
                            </p:stCondLst>
                            <p:childTnLst>
                              <p:par>
                                <p:cTn id="332" presetID="22" presetClass="exit" presetSubtype="1" fill="hold" nodeType="afterEffect">
                                  <p:stCondLst>
                                    <p:cond delay="0"/>
                                  </p:stCondLst>
                                  <p:childTnLst>
                                    <p:animEffect transition="out" filter="wipe(up)">
                                      <p:cBhvr>
                                        <p:cTn id="333" dur="500"/>
                                        <p:tgtEl>
                                          <p:spTgt spid="318"/>
                                        </p:tgtEl>
                                      </p:cBhvr>
                                    </p:animEffect>
                                    <p:set>
                                      <p:cBhvr>
                                        <p:cTn id="334" dur="1" fill="hold">
                                          <p:stCondLst>
                                            <p:cond delay="499"/>
                                          </p:stCondLst>
                                        </p:cTn>
                                        <p:tgtEl>
                                          <p:spTgt spid="318"/>
                                        </p:tgtEl>
                                        <p:attrNameLst>
                                          <p:attrName>style.visibility</p:attrName>
                                        </p:attrNameLst>
                                      </p:cBhvr>
                                      <p:to>
                                        <p:strVal val="hidden"/>
                                      </p:to>
                                    </p:set>
                                  </p:childTnLst>
                                </p:cTn>
                              </p:par>
                              <p:par>
                                <p:cTn id="335" presetID="22" presetClass="entr" presetSubtype="8" fill="hold" nodeType="withEffect">
                                  <p:stCondLst>
                                    <p:cond delay="0"/>
                                  </p:stCondLst>
                                  <p:childTnLst>
                                    <p:set>
                                      <p:cBhvr>
                                        <p:cTn id="336" dur="1" fill="hold">
                                          <p:stCondLst>
                                            <p:cond delay="0"/>
                                          </p:stCondLst>
                                        </p:cTn>
                                        <p:tgtEl>
                                          <p:spTgt spid="319"/>
                                        </p:tgtEl>
                                        <p:attrNameLst>
                                          <p:attrName>style.visibility</p:attrName>
                                        </p:attrNameLst>
                                      </p:cBhvr>
                                      <p:to>
                                        <p:strVal val="visible"/>
                                      </p:to>
                                    </p:set>
                                    <p:animEffect transition="in" filter="wipe(left)">
                                      <p:cBhvr>
                                        <p:cTn id="337" dur="500"/>
                                        <p:tgtEl>
                                          <p:spTgt spid="319"/>
                                        </p:tgtEl>
                                      </p:cBhvr>
                                    </p:animEffect>
                                  </p:childTnLst>
                                </p:cTn>
                              </p:par>
                            </p:childTnLst>
                          </p:cTn>
                        </p:par>
                        <p:par>
                          <p:cTn id="338" fill="hold">
                            <p:stCondLst>
                              <p:cond delay="3500"/>
                            </p:stCondLst>
                            <p:childTnLst>
                              <p:par>
                                <p:cTn id="339" presetID="47" presetClass="entr" presetSubtype="0" fill="hold" grpId="0" nodeType="afterEffect">
                                  <p:stCondLst>
                                    <p:cond delay="0"/>
                                  </p:stCondLst>
                                  <p:childTnLst>
                                    <p:set>
                                      <p:cBhvr>
                                        <p:cTn id="340" dur="1" fill="hold">
                                          <p:stCondLst>
                                            <p:cond delay="0"/>
                                          </p:stCondLst>
                                        </p:cTn>
                                        <p:tgtEl>
                                          <p:spTgt spid="37"/>
                                        </p:tgtEl>
                                        <p:attrNameLst>
                                          <p:attrName>style.visibility</p:attrName>
                                        </p:attrNameLst>
                                      </p:cBhvr>
                                      <p:to>
                                        <p:strVal val="visible"/>
                                      </p:to>
                                    </p:set>
                                    <p:animEffect transition="in" filter="fade">
                                      <p:cBhvr>
                                        <p:cTn id="341" dur="1000"/>
                                        <p:tgtEl>
                                          <p:spTgt spid="37"/>
                                        </p:tgtEl>
                                      </p:cBhvr>
                                    </p:animEffect>
                                    <p:anim calcmode="lin" valueType="num">
                                      <p:cBhvr>
                                        <p:cTn id="342" dur="1000" fill="hold"/>
                                        <p:tgtEl>
                                          <p:spTgt spid="37"/>
                                        </p:tgtEl>
                                        <p:attrNameLst>
                                          <p:attrName>ppt_x</p:attrName>
                                        </p:attrNameLst>
                                      </p:cBhvr>
                                      <p:tavLst>
                                        <p:tav tm="0">
                                          <p:val>
                                            <p:strVal val="#ppt_x"/>
                                          </p:val>
                                        </p:tav>
                                        <p:tav tm="100000">
                                          <p:val>
                                            <p:strVal val="#ppt_x"/>
                                          </p:val>
                                        </p:tav>
                                      </p:tavLst>
                                    </p:anim>
                                    <p:anim calcmode="lin" valueType="num">
                                      <p:cBhvr>
                                        <p:cTn id="343" dur="1000" fill="hold"/>
                                        <p:tgtEl>
                                          <p:spTgt spid="37"/>
                                        </p:tgtEl>
                                        <p:attrNameLst>
                                          <p:attrName>ppt_y</p:attrName>
                                        </p:attrNameLst>
                                      </p:cBhvr>
                                      <p:tavLst>
                                        <p:tav tm="0">
                                          <p:val>
                                            <p:strVal val="#ppt_y-.1"/>
                                          </p:val>
                                        </p:tav>
                                        <p:tav tm="100000">
                                          <p:val>
                                            <p:strVal val="#ppt_y"/>
                                          </p:val>
                                        </p:tav>
                                      </p:tavLst>
                                    </p:anim>
                                  </p:childTnLst>
                                </p:cTn>
                              </p:par>
                            </p:childTnLst>
                          </p:cTn>
                        </p:par>
                        <p:par>
                          <p:cTn id="344" fill="hold">
                            <p:stCondLst>
                              <p:cond delay="4500"/>
                            </p:stCondLst>
                            <p:childTnLst>
                              <p:par>
                                <p:cTn id="345" presetID="22" presetClass="exit" presetSubtype="1" fill="hold" nodeType="afterEffect">
                                  <p:stCondLst>
                                    <p:cond delay="0"/>
                                  </p:stCondLst>
                                  <p:childTnLst>
                                    <p:animEffect transition="out" filter="wipe(up)">
                                      <p:cBhvr>
                                        <p:cTn id="346" dur="500"/>
                                        <p:tgtEl>
                                          <p:spTgt spid="319"/>
                                        </p:tgtEl>
                                      </p:cBhvr>
                                    </p:animEffect>
                                    <p:set>
                                      <p:cBhvr>
                                        <p:cTn id="347" dur="1" fill="hold">
                                          <p:stCondLst>
                                            <p:cond delay="499"/>
                                          </p:stCondLst>
                                        </p:cTn>
                                        <p:tgtEl>
                                          <p:spTgt spid="319"/>
                                        </p:tgtEl>
                                        <p:attrNameLst>
                                          <p:attrName>style.visibility</p:attrName>
                                        </p:attrNameLst>
                                      </p:cBhvr>
                                      <p:to>
                                        <p:strVal val="hidden"/>
                                      </p:to>
                                    </p:set>
                                  </p:childTnLst>
                                </p:cTn>
                              </p:par>
                              <p:par>
                                <p:cTn id="348" presetID="22" presetClass="entr" presetSubtype="8" fill="hold" nodeType="withEffect">
                                  <p:stCondLst>
                                    <p:cond delay="0"/>
                                  </p:stCondLst>
                                  <p:childTnLst>
                                    <p:set>
                                      <p:cBhvr>
                                        <p:cTn id="349" dur="1" fill="hold">
                                          <p:stCondLst>
                                            <p:cond delay="0"/>
                                          </p:stCondLst>
                                        </p:cTn>
                                        <p:tgtEl>
                                          <p:spTgt spid="325"/>
                                        </p:tgtEl>
                                        <p:attrNameLst>
                                          <p:attrName>style.visibility</p:attrName>
                                        </p:attrNameLst>
                                      </p:cBhvr>
                                      <p:to>
                                        <p:strVal val="visible"/>
                                      </p:to>
                                    </p:set>
                                    <p:animEffect transition="in" filter="wipe(left)">
                                      <p:cBhvr>
                                        <p:cTn id="350" dur="500"/>
                                        <p:tgtEl>
                                          <p:spTgt spid="325"/>
                                        </p:tgtEl>
                                      </p:cBhvr>
                                    </p:animEffect>
                                  </p:childTnLst>
                                </p:cTn>
                              </p:par>
                            </p:childTnLst>
                          </p:cTn>
                        </p:par>
                        <p:par>
                          <p:cTn id="351" fill="hold">
                            <p:stCondLst>
                              <p:cond delay="5000"/>
                            </p:stCondLst>
                            <p:childTnLst>
                              <p:par>
                                <p:cTn id="352" presetID="22" presetClass="exit" presetSubtype="1" fill="hold" nodeType="afterEffect">
                                  <p:stCondLst>
                                    <p:cond delay="0"/>
                                  </p:stCondLst>
                                  <p:childTnLst>
                                    <p:animEffect transition="out" filter="wipe(up)">
                                      <p:cBhvr>
                                        <p:cTn id="353" dur="500"/>
                                        <p:tgtEl>
                                          <p:spTgt spid="325"/>
                                        </p:tgtEl>
                                      </p:cBhvr>
                                    </p:animEffect>
                                    <p:set>
                                      <p:cBhvr>
                                        <p:cTn id="354" dur="1" fill="hold">
                                          <p:stCondLst>
                                            <p:cond delay="499"/>
                                          </p:stCondLst>
                                        </p:cTn>
                                        <p:tgtEl>
                                          <p:spTgt spid="325"/>
                                        </p:tgtEl>
                                        <p:attrNameLst>
                                          <p:attrName>style.visibility</p:attrName>
                                        </p:attrNameLst>
                                      </p:cBhvr>
                                      <p:to>
                                        <p:strVal val="hidden"/>
                                      </p:to>
                                    </p:set>
                                  </p:childTnLst>
                                </p:cTn>
                              </p:par>
                            </p:childTnLst>
                          </p:cTn>
                        </p:par>
                        <p:par>
                          <p:cTn id="355" fill="hold">
                            <p:stCondLst>
                              <p:cond delay="5500"/>
                            </p:stCondLst>
                            <p:childTnLst>
                              <p:par>
                                <p:cTn id="356" presetID="22" presetClass="entr" presetSubtype="8" fill="hold" nodeType="afterEffect">
                                  <p:stCondLst>
                                    <p:cond delay="0"/>
                                  </p:stCondLst>
                                  <p:childTnLst>
                                    <p:set>
                                      <p:cBhvr>
                                        <p:cTn id="357" dur="1" fill="hold">
                                          <p:stCondLst>
                                            <p:cond delay="0"/>
                                          </p:stCondLst>
                                        </p:cTn>
                                        <p:tgtEl>
                                          <p:spTgt spid="326"/>
                                        </p:tgtEl>
                                        <p:attrNameLst>
                                          <p:attrName>style.visibility</p:attrName>
                                        </p:attrNameLst>
                                      </p:cBhvr>
                                      <p:to>
                                        <p:strVal val="visible"/>
                                      </p:to>
                                    </p:set>
                                    <p:animEffect transition="in" filter="wipe(left)">
                                      <p:cBhvr>
                                        <p:cTn id="358" dur="500"/>
                                        <p:tgtEl>
                                          <p:spTgt spid="326"/>
                                        </p:tgtEl>
                                      </p:cBhvr>
                                    </p:animEffect>
                                  </p:childTnLst>
                                </p:cTn>
                              </p:par>
                            </p:childTnLst>
                          </p:cTn>
                        </p:par>
                        <p:par>
                          <p:cTn id="359" fill="hold">
                            <p:stCondLst>
                              <p:cond delay="6000"/>
                            </p:stCondLst>
                            <p:childTnLst>
                              <p:par>
                                <p:cTn id="360" presetID="22" presetClass="exit" presetSubtype="1" fill="hold" nodeType="afterEffect">
                                  <p:stCondLst>
                                    <p:cond delay="0"/>
                                  </p:stCondLst>
                                  <p:childTnLst>
                                    <p:animEffect transition="out" filter="wipe(up)">
                                      <p:cBhvr>
                                        <p:cTn id="361" dur="500"/>
                                        <p:tgtEl>
                                          <p:spTgt spid="326"/>
                                        </p:tgtEl>
                                      </p:cBhvr>
                                    </p:animEffect>
                                    <p:set>
                                      <p:cBhvr>
                                        <p:cTn id="362" dur="1" fill="hold">
                                          <p:stCondLst>
                                            <p:cond delay="499"/>
                                          </p:stCondLst>
                                        </p:cTn>
                                        <p:tgtEl>
                                          <p:spTgt spid="326"/>
                                        </p:tgtEl>
                                        <p:attrNameLst>
                                          <p:attrName>style.visibility</p:attrName>
                                        </p:attrNameLst>
                                      </p:cBhvr>
                                      <p:to>
                                        <p:strVal val="hidden"/>
                                      </p:to>
                                    </p:set>
                                  </p:childTnLst>
                                </p:cTn>
                              </p:par>
                            </p:childTnLst>
                          </p:cTn>
                        </p:par>
                        <p:par>
                          <p:cTn id="363" fill="hold">
                            <p:stCondLst>
                              <p:cond delay="12500"/>
                            </p:stCondLst>
                            <p:childTnLst>
                              <p:par>
                                <p:cTn id="364" presetID="10" presetClass="exit" presetSubtype="0" fill="hold" grpId="3" nodeType="afterEffect">
                                  <p:stCondLst>
                                    <p:cond delay="0"/>
                                  </p:stCondLst>
                                  <p:childTnLst>
                                    <p:animEffect transition="out" filter="fade">
                                      <p:cBhvr>
                                        <p:cTn id="365" dur="500"/>
                                        <p:tgtEl>
                                          <p:spTgt spid="60"/>
                                        </p:tgtEl>
                                      </p:cBhvr>
                                    </p:animEffect>
                                    <p:set>
                                      <p:cBhvr>
                                        <p:cTn id="366" dur="1" fill="hold">
                                          <p:stCondLst>
                                            <p:cond delay="499"/>
                                          </p:stCondLst>
                                        </p:cTn>
                                        <p:tgtEl>
                                          <p:spTgt spid="60"/>
                                        </p:tgtEl>
                                        <p:attrNameLst>
                                          <p:attrName>style.visibility</p:attrName>
                                        </p:attrNameLst>
                                      </p:cBhvr>
                                      <p:to>
                                        <p:strVal val="hidden"/>
                                      </p:to>
                                    </p:set>
                                  </p:childTnLst>
                                </p:cTn>
                              </p:par>
                            </p:childTnLst>
                          </p:cTn>
                        </p:par>
                      </p:childTnLst>
                    </p:cTn>
                  </p:par>
                  <p:par>
                    <p:cTn id="367" fill="hold">
                      <p:stCondLst>
                        <p:cond delay="indefinite"/>
                      </p:stCondLst>
                      <p:childTnLst>
                        <p:par>
                          <p:cTn id="368" fill="hold">
                            <p:stCondLst>
                              <p:cond delay="0"/>
                            </p:stCondLst>
                            <p:childTnLst>
                              <p:par>
                                <p:cTn id="369" presetID="22" presetClass="entr" presetSubtype="4" fill="hold" grpId="4" nodeType="clickEffect">
                                  <p:stCondLst>
                                    <p:cond delay="0"/>
                                  </p:stCondLst>
                                  <p:childTnLst>
                                    <p:set>
                                      <p:cBhvr>
                                        <p:cTn id="370" dur="1" fill="hold">
                                          <p:stCondLst>
                                            <p:cond delay="0"/>
                                          </p:stCondLst>
                                        </p:cTn>
                                        <p:tgtEl>
                                          <p:spTgt spid="60"/>
                                        </p:tgtEl>
                                        <p:attrNameLst>
                                          <p:attrName>style.visibility</p:attrName>
                                        </p:attrNameLst>
                                      </p:cBhvr>
                                      <p:to>
                                        <p:strVal val="visible"/>
                                      </p:to>
                                    </p:set>
                                    <p:animEffect transition="in" filter="wipe(down)">
                                      <p:cBhvr>
                                        <p:cTn id="371" dur="500"/>
                                        <p:tgtEl>
                                          <p:spTgt spid="60"/>
                                        </p:tgtEl>
                                      </p:cBhvr>
                                    </p:animEffect>
                                  </p:childTnLst>
                                </p:cTn>
                              </p:par>
                            </p:childTnLst>
                          </p:cTn>
                        </p:par>
                        <p:par>
                          <p:cTn id="372" fill="hold">
                            <p:stCondLst>
                              <p:cond delay="500"/>
                            </p:stCondLst>
                            <p:childTnLst>
                              <p:par>
                                <p:cTn id="373" presetID="22" presetClass="entr" presetSubtype="8" fill="hold" grpId="0" nodeType="afterEffect">
                                  <p:stCondLst>
                                    <p:cond delay="0"/>
                                  </p:stCondLst>
                                  <p:childTnLst>
                                    <p:set>
                                      <p:cBhvr>
                                        <p:cTn id="374" dur="1" fill="hold">
                                          <p:stCondLst>
                                            <p:cond delay="0"/>
                                          </p:stCondLst>
                                        </p:cTn>
                                        <p:tgtEl>
                                          <p:spTgt spid="62"/>
                                        </p:tgtEl>
                                        <p:attrNameLst>
                                          <p:attrName>style.visibility</p:attrName>
                                        </p:attrNameLst>
                                      </p:cBhvr>
                                      <p:to>
                                        <p:strVal val="visible"/>
                                      </p:to>
                                    </p:set>
                                    <p:animEffect transition="in" filter="wipe(left)">
                                      <p:cBhvr>
                                        <p:cTn id="375" dur="500"/>
                                        <p:tgtEl>
                                          <p:spTgt spid="62"/>
                                        </p:tgtEl>
                                      </p:cBhvr>
                                    </p:animEffect>
                                  </p:childTnLst>
                                </p:cTn>
                              </p:par>
                              <p:par>
                                <p:cTn id="376" presetID="3" presetClass="emph" presetSubtype="2" fill="hold" grpId="2" nodeType="withEffect">
                                  <p:stCondLst>
                                    <p:cond delay="0"/>
                                  </p:stCondLst>
                                  <p:childTnLst>
                                    <p:animClr clrSpc="rgb" dir="cw">
                                      <p:cBhvr override="childStyle">
                                        <p:cTn id="377" dur="500" fill="hold"/>
                                        <p:tgtEl>
                                          <p:spTgt spid="61"/>
                                        </p:tgtEl>
                                        <p:attrNameLst>
                                          <p:attrName>style.color</p:attrName>
                                        </p:attrNameLst>
                                      </p:cBhvr>
                                      <p:to>
                                        <a:srgbClr val="00B050"/>
                                      </p:to>
                                    </p:animClr>
                                  </p:childTnLst>
                                </p:cTn>
                              </p:par>
                              <p:par>
                                <p:cTn id="378" presetID="22" presetClass="exit" presetSubtype="1" fill="hold" nodeType="withEffect">
                                  <p:stCondLst>
                                    <p:cond delay="0"/>
                                  </p:stCondLst>
                                  <p:childTnLst>
                                    <p:animEffect transition="out" filter="wipe(up)">
                                      <p:cBhvr>
                                        <p:cTn id="379" dur="500"/>
                                        <p:tgtEl>
                                          <p:spTgt spid="327"/>
                                        </p:tgtEl>
                                      </p:cBhvr>
                                    </p:animEffect>
                                    <p:set>
                                      <p:cBhvr>
                                        <p:cTn id="380" dur="1" fill="hold">
                                          <p:stCondLst>
                                            <p:cond delay="499"/>
                                          </p:stCondLst>
                                        </p:cTn>
                                        <p:tgtEl>
                                          <p:spTgt spid="327"/>
                                        </p:tgtEl>
                                        <p:attrNameLst>
                                          <p:attrName>style.visibility</p:attrName>
                                        </p:attrNameLst>
                                      </p:cBhvr>
                                      <p:to>
                                        <p:strVal val="hidden"/>
                                      </p:to>
                                    </p:set>
                                  </p:childTnLst>
                                </p:cTn>
                              </p:par>
                              <p:par>
                                <p:cTn id="381" presetID="22" presetClass="exit" presetSubtype="1" fill="hold" nodeType="withEffect">
                                  <p:stCondLst>
                                    <p:cond delay="0"/>
                                  </p:stCondLst>
                                  <p:childTnLst>
                                    <p:animEffect transition="out" filter="wipe(up)">
                                      <p:cBhvr>
                                        <p:cTn id="382" dur="500"/>
                                        <p:tgtEl>
                                          <p:spTgt spid="340"/>
                                        </p:tgtEl>
                                      </p:cBhvr>
                                    </p:animEffect>
                                    <p:set>
                                      <p:cBhvr>
                                        <p:cTn id="383" dur="1" fill="hold">
                                          <p:stCondLst>
                                            <p:cond delay="499"/>
                                          </p:stCondLst>
                                        </p:cTn>
                                        <p:tgtEl>
                                          <p:spTgt spid="340"/>
                                        </p:tgtEl>
                                        <p:attrNameLst>
                                          <p:attrName>style.visibility</p:attrName>
                                        </p:attrNameLst>
                                      </p:cBhvr>
                                      <p:to>
                                        <p:strVal val="hidden"/>
                                      </p:to>
                                    </p:set>
                                  </p:childTnLst>
                                </p:cTn>
                              </p:par>
                            </p:childTnLst>
                          </p:cTn>
                        </p:par>
                        <p:par>
                          <p:cTn id="384" fill="hold">
                            <p:stCondLst>
                              <p:cond delay="1000"/>
                            </p:stCondLst>
                            <p:childTnLst>
                              <p:par>
                                <p:cTn id="385" presetID="22" presetClass="entr" presetSubtype="4" fill="hold" nodeType="afterEffect">
                                  <p:stCondLst>
                                    <p:cond delay="0"/>
                                  </p:stCondLst>
                                  <p:childTnLst>
                                    <p:set>
                                      <p:cBhvr>
                                        <p:cTn id="386" dur="1" fill="hold">
                                          <p:stCondLst>
                                            <p:cond delay="0"/>
                                          </p:stCondLst>
                                        </p:cTn>
                                        <p:tgtEl>
                                          <p:spTgt spid="343"/>
                                        </p:tgtEl>
                                        <p:attrNameLst>
                                          <p:attrName>style.visibility</p:attrName>
                                        </p:attrNameLst>
                                      </p:cBhvr>
                                      <p:to>
                                        <p:strVal val="visible"/>
                                      </p:to>
                                    </p:set>
                                    <p:animEffect transition="in" filter="wipe(down)">
                                      <p:cBhvr>
                                        <p:cTn id="387" dur="500"/>
                                        <p:tgtEl>
                                          <p:spTgt spid="343"/>
                                        </p:tgtEl>
                                      </p:cBhvr>
                                    </p:animEffect>
                                  </p:childTnLst>
                                </p:cTn>
                              </p:par>
                            </p:childTnLst>
                          </p:cTn>
                        </p:par>
                        <p:par>
                          <p:cTn id="388" fill="hold">
                            <p:stCondLst>
                              <p:cond delay="1500"/>
                            </p:stCondLst>
                            <p:childTnLst>
                              <p:par>
                                <p:cTn id="389" presetID="22" presetClass="entr" presetSubtype="1" fill="hold" nodeType="afterEffect">
                                  <p:stCondLst>
                                    <p:cond delay="0"/>
                                  </p:stCondLst>
                                  <p:childTnLst>
                                    <p:set>
                                      <p:cBhvr>
                                        <p:cTn id="390" dur="1" fill="hold">
                                          <p:stCondLst>
                                            <p:cond delay="0"/>
                                          </p:stCondLst>
                                        </p:cTn>
                                        <p:tgtEl>
                                          <p:spTgt spid="346"/>
                                        </p:tgtEl>
                                        <p:attrNameLst>
                                          <p:attrName>style.visibility</p:attrName>
                                        </p:attrNameLst>
                                      </p:cBhvr>
                                      <p:to>
                                        <p:strVal val="visible"/>
                                      </p:to>
                                    </p:set>
                                    <p:animEffect transition="in" filter="wipe(up)">
                                      <p:cBhvr>
                                        <p:cTn id="391" dur="500"/>
                                        <p:tgtEl>
                                          <p:spTgt spid="346"/>
                                        </p:tgtEl>
                                      </p:cBhvr>
                                    </p:animEffect>
                                  </p:childTnLst>
                                </p:cTn>
                              </p:par>
                            </p:childTnLst>
                          </p:cTn>
                        </p:par>
                        <p:par>
                          <p:cTn id="392" fill="hold">
                            <p:stCondLst>
                              <p:cond delay="2000"/>
                            </p:stCondLst>
                            <p:childTnLst>
                              <p:par>
                                <p:cTn id="393" presetID="64" presetClass="path" presetSubtype="0" accel="50000" decel="50000" fill="hold" grpId="1" nodeType="afterEffect">
                                  <p:stCondLst>
                                    <p:cond delay="0"/>
                                  </p:stCondLst>
                                  <p:childTnLst>
                                    <p:animMotion origin="layout" path="M 8.33333E-7 2.59259E-6 L 0.41081 -0.10787 " pathEditMode="relative" rAng="0" ptsTypes="AA">
                                      <p:cBhvr>
                                        <p:cTn id="394" dur="2000" fill="hold"/>
                                        <p:tgtEl>
                                          <p:spTgt spid="62"/>
                                        </p:tgtEl>
                                        <p:attrNameLst>
                                          <p:attrName>ppt_x</p:attrName>
                                          <p:attrName>ppt_y</p:attrName>
                                        </p:attrNameLst>
                                      </p:cBhvr>
                                      <p:rCtr x="20534" y="-5394"/>
                                    </p:animMotion>
                                  </p:childTnLst>
                                </p:cTn>
                              </p:par>
                            </p:childTnLst>
                          </p:cTn>
                        </p:par>
                        <p:par>
                          <p:cTn id="395" fill="hold">
                            <p:stCondLst>
                              <p:cond delay="4000"/>
                            </p:stCondLst>
                            <p:childTnLst>
                              <p:par>
                                <p:cTn id="396" presetID="10" presetClass="exit" presetSubtype="0" fill="hold" grpId="0" nodeType="afterEffect">
                                  <p:stCondLst>
                                    <p:cond delay="0"/>
                                  </p:stCondLst>
                                  <p:childTnLst>
                                    <p:animEffect transition="out" filter="fade">
                                      <p:cBhvr>
                                        <p:cTn id="397" dur="500"/>
                                        <p:tgtEl>
                                          <p:spTgt spid="439"/>
                                        </p:tgtEl>
                                      </p:cBhvr>
                                    </p:animEffect>
                                    <p:set>
                                      <p:cBhvr>
                                        <p:cTn id="398" dur="1" fill="hold">
                                          <p:stCondLst>
                                            <p:cond delay="499"/>
                                          </p:stCondLst>
                                        </p:cTn>
                                        <p:tgtEl>
                                          <p:spTgt spid="439"/>
                                        </p:tgtEl>
                                        <p:attrNameLst>
                                          <p:attrName>style.visibility</p:attrName>
                                        </p:attrNameLst>
                                      </p:cBhvr>
                                      <p:to>
                                        <p:strVal val="hidden"/>
                                      </p:to>
                                    </p:set>
                                  </p:childTnLst>
                                </p:cTn>
                              </p:par>
                            </p:childTnLst>
                          </p:cTn>
                        </p:par>
                        <p:par>
                          <p:cTn id="399" fill="hold">
                            <p:stCondLst>
                              <p:cond delay="4500"/>
                            </p:stCondLst>
                            <p:childTnLst>
                              <p:par>
                                <p:cTn id="400" presetID="31" presetClass="entr" presetSubtype="0" fill="hold" grpId="0" nodeType="afterEffect">
                                  <p:stCondLst>
                                    <p:cond delay="0"/>
                                  </p:stCondLst>
                                  <p:childTnLst>
                                    <p:set>
                                      <p:cBhvr>
                                        <p:cTn id="401" dur="1" fill="hold">
                                          <p:stCondLst>
                                            <p:cond delay="0"/>
                                          </p:stCondLst>
                                        </p:cTn>
                                        <p:tgtEl>
                                          <p:spTgt spid="448"/>
                                        </p:tgtEl>
                                        <p:attrNameLst>
                                          <p:attrName>style.visibility</p:attrName>
                                        </p:attrNameLst>
                                      </p:cBhvr>
                                      <p:to>
                                        <p:strVal val="visible"/>
                                      </p:to>
                                    </p:set>
                                    <p:anim calcmode="lin" valueType="num">
                                      <p:cBhvr>
                                        <p:cTn id="402" dur="1000" fill="hold"/>
                                        <p:tgtEl>
                                          <p:spTgt spid="448"/>
                                        </p:tgtEl>
                                        <p:attrNameLst>
                                          <p:attrName>ppt_w</p:attrName>
                                        </p:attrNameLst>
                                      </p:cBhvr>
                                      <p:tavLst>
                                        <p:tav tm="0">
                                          <p:val>
                                            <p:fltVal val="0"/>
                                          </p:val>
                                        </p:tav>
                                        <p:tav tm="100000">
                                          <p:val>
                                            <p:strVal val="#ppt_w"/>
                                          </p:val>
                                        </p:tav>
                                      </p:tavLst>
                                    </p:anim>
                                    <p:anim calcmode="lin" valueType="num">
                                      <p:cBhvr>
                                        <p:cTn id="403" dur="1000" fill="hold"/>
                                        <p:tgtEl>
                                          <p:spTgt spid="448"/>
                                        </p:tgtEl>
                                        <p:attrNameLst>
                                          <p:attrName>ppt_h</p:attrName>
                                        </p:attrNameLst>
                                      </p:cBhvr>
                                      <p:tavLst>
                                        <p:tav tm="0">
                                          <p:val>
                                            <p:fltVal val="0"/>
                                          </p:val>
                                        </p:tav>
                                        <p:tav tm="100000">
                                          <p:val>
                                            <p:strVal val="#ppt_h"/>
                                          </p:val>
                                        </p:tav>
                                      </p:tavLst>
                                    </p:anim>
                                    <p:anim calcmode="lin" valueType="num">
                                      <p:cBhvr>
                                        <p:cTn id="404" dur="1000" fill="hold"/>
                                        <p:tgtEl>
                                          <p:spTgt spid="448"/>
                                        </p:tgtEl>
                                        <p:attrNameLst>
                                          <p:attrName>style.rotation</p:attrName>
                                        </p:attrNameLst>
                                      </p:cBhvr>
                                      <p:tavLst>
                                        <p:tav tm="0">
                                          <p:val>
                                            <p:fltVal val="90"/>
                                          </p:val>
                                        </p:tav>
                                        <p:tav tm="100000">
                                          <p:val>
                                            <p:fltVal val="0"/>
                                          </p:val>
                                        </p:tav>
                                      </p:tavLst>
                                    </p:anim>
                                    <p:animEffect transition="in" filter="fade">
                                      <p:cBhvr>
                                        <p:cTn id="405" dur="1000"/>
                                        <p:tgtEl>
                                          <p:spTgt spid="448"/>
                                        </p:tgtEl>
                                      </p:cBhvr>
                                    </p:animEffect>
                                  </p:childTnLst>
                                </p:cTn>
                              </p:par>
                            </p:childTnLst>
                          </p:cTn>
                        </p:par>
                        <p:par>
                          <p:cTn id="406" fill="hold">
                            <p:stCondLst>
                              <p:cond delay="5500"/>
                            </p:stCondLst>
                            <p:childTnLst>
                              <p:par>
                                <p:cTn id="407" presetID="47" presetClass="entr" presetSubtype="0" fill="hold" grpId="0" nodeType="afterEffect">
                                  <p:stCondLst>
                                    <p:cond delay="0"/>
                                  </p:stCondLst>
                                  <p:childTnLst>
                                    <p:set>
                                      <p:cBhvr>
                                        <p:cTn id="408" dur="1" fill="hold">
                                          <p:stCondLst>
                                            <p:cond delay="0"/>
                                          </p:stCondLst>
                                        </p:cTn>
                                        <p:tgtEl>
                                          <p:spTgt spid="40"/>
                                        </p:tgtEl>
                                        <p:attrNameLst>
                                          <p:attrName>style.visibility</p:attrName>
                                        </p:attrNameLst>
                                      </p:cBhvr>
                                      <p:to>
                                        <p:strVal val="visible"/>
                                      </p:to>
                                    </p:set>
                                    <p:animEffect transition="in" filter="fade">
                                      <p:cBhvr>
                                        <p:cTn id="409" dur="1000"/>
                                        <p:tgtEl>
                                          <p:spTgt spid="40"/>
                                        </p:tgtEl>
                                      </p:cBhvr>
                                    </p:animEffect>
                                    <p:anim calcmode="lin" valueType="num">
                                      <p:cBhvr>
                                        <p:cTn id="410" dur="1000" fill="hold"/>
                                        <p:tgtEl>
                                          <p:spTgt spid="40"/>
                                        </p:tgtEl>
                                        <p:attrNameLst>
                                          <p:attrName>ppt_x</p:attrName>
                                        </p:attrNameLst>
                                      </p:cBhvr>
                                      <p:tavLst>
                                        <p:tav tm="0">
                                          <p:val>
                                            <p:strVal val="#ppt_x"/>
                                          </p:val>
                                        </p:tav>
                                        <p:tav tm="100000">
                                          <p:val>
                                            <p:strVal val="#ppt_x"/>
                                          </p:val>
                                        </p:tav>
                                      </p:tavLst>
                                    </p:anim>
                                    <p:anim calcmode="lin" valueType="num">
                                      <p:cBhvr>
                                        <p:cTn id="411" dur="1000" fill="hold"/>
                                        <p:tgtEl>
                                          <p:spTgt spid="40"/>
                                        </p:tgtEl>
                                        <p:attrNameLst>
                                          <p:attrName>ppt_y</p:attrName>
                                        </p:attrNameLst>
                                      </p:cBhvr>
                                      <p:tavLst>
                                        <p:tav tm="0">
                                          <p:val>
                                            <p:strVal val="#ppt_y-.1"/>
                                          </p:val>
                                        </p:tav>
                                        <p:tav tm="100000">
                                          <p:val>
                                            <p:strVal val="#ppt_y"/>
                                          </p:val>
                                        </p:tav>
                                      </p:tavLst>
                                    </p:anim>
                                  </p:childTnLst>
                                </p:cTn>
                              </p:par>
                            </p:childTnLst>
                          </p:cTn>
                        </p:par>
                        <p:par>
                          <p:cTn id="412" fill="hold">
                            <p:stCondLst>
                              <p:cond delay="6500"/>
                            </p:stCondLst>
                            <p:childTnLst>
                              <p:par>
                                <p:cTn id="413" presetID="63" presetClass="path" presetSubtype="0" accel="50000" decel="50000" fill="hold" nodeType="afterEffect">
                                  <p:stCondLst>
                                    <p:cond delay="0"/>
                                  </p:stCondLst>
                                  <p:childTnLst>
                                    <p:animMotion origin="layout" path="M -4.58333E-6 0 L 0.11745 -0.00069 " pathEditMode="relative" rAng="0" ptsTypes="AA">
                                      <p:cBhvr>
                                        <p:cTn id="414" dur="2000" fill="hold"/>
                                        <p:tgtEl>
                                          <p:spTgt spid="240"/>
                                        </p:tgtEl>
                                        <p:attrNameLst>
                                          <p:attrName>ppt_x</p:attrName>
                                          <p:attrName>ppt_y</p:attrName>
                                        </p:attrNameLst>
                                      </p:cBhvr>
                                      <p:rCtr x="5872" y="-46"/>
                                    </p:animMotion>
                                  </p:childTnLst>
                                </p:cTn>
                              </p:par>
                              <p:par>
                                <p:cTn id="415" presetID="42" presetClass="entr" presetSubtype="0" fill="hold" nodeType="withEffect">
                                  <p:stCondLst>
                                    <p:cond delay="1000"/>
                                  </p:stCondLst>
                                  <p:childTnLst>
                                    <p:set>
                                      <p:cBhvr>
                                        <p:cTn id="416" dur="1" fill="hold">
                                          <p:stCondLst>
                                            <p:cond delay="0"/>
                                          </p:stCondLst>
                                        </p:cTn>
                                        <p:tgtEl>
                                          <p:spTgt spid="250"/>
                                        </p:tgtEl>
                                        <p:attrNameLst>
                                          <p:attrName>style.visibility</p:attrName>
                                        </p:attrNameLst>
                                      </p:cBhvr>
                                      <p:to>
                                        <p:strVal val="visible"/>
                                      </p:to>
                                    </p:set>
                                    <p:animEffect transition="in" filter="fade">
                                      <p:cBhvr>
                                        <p:cTn id="417" dur="1000"/>
                                        <p:tgtEl>
                                          <p:spTgt spid="250"/>
                                        </p:tgtEl>
                                      </p:cBhvr>
                                    </p:animEffect>
                                    <p:anim calcmode="lin" valueType="num">
                                      <p:cBhvr>
                                        <p:cTn id="418" dur="1000" fill="hold"/>
                                        <p:tgtEl>
                                          <p:spTgt spid="250"/>
                                        </p:tgtEl>
                                        <p:attrNameLst>
                                          <p:attrName>ppt_x</p:attrName>
                                        </p:attrNameLst>
                                      </p:cBhvr>
                                      <p:tavLst>
                                        <p:tav tm="0">
                                          <p:val>
                                            <p:strVal val="#ppt_x"/>
                                          </p:val>
                                        </p:tav>
                                        <p:tav tm="100000">
                                          <p:val>
                                            <p:strVal val="#ppt_x"/>
                                          </p:val>
                                        </p:tav>
                                      </p:tavLst>
                                    </p:anim>
                                    <p:anim calcmode="lin" valueType="num">
                                      <p:cBhvr>
                                        <p:cTn id="419" dur="1000" fill="hold"/>
                                        <p:tgtEl>
                                          <p:spTgt spid="250"/>
                                        </p:tgtEl>
                                        <p:attrNameLst>
                                          <p:attrName>ppt_y</p:attrName>
                                        </p:attrNameLst>
                                      </p:cBhvr>
                                      <p:tavLst>
                                        <p:tav tm="0">
                                          <p:val>
                                            <p:strVal val="#ppt_y+.1"/>
                                          </p:val>
                                        </p:tav>
                                        <p:tav tm="100000">
                                          <p:val>
                                            <p:strVal val="#ppt_y"/>
                                          </p:val>
                                        </p:tav>
                                      </p:tavLst>
                                    </p:anim>
                                  </p:childTnLst>
                                </p:cTn>
                              </p:par>
                              <p:par>
                                <p:cTn id="420" presetID="1" presetClass="exit" presetSubtype="0" fill="hold" nodeType="withEffect">
                                  <p:stCondLst>
                                    <p:cond delay="0"/>
                                  </p:stCondLst>
                                  <p:childTnLst>
                                    <p:set>
                                      <p:cBhvr>
                                        <p:cTn id="421" dur="1" fill="hold">
                                          <p:stCondLst>
                                            <p:cond delay="0"/>
                                          </p:stCondLst>
                                        </p:cTn>
                                        <p:tgtEl>
                                          <p:spTgt spid="36"/>
                                        </p:tgtEl>
                                        <p:attrNameLst>
                                          <p:attrName>style.visibility</p:attrName>
                                        </p:attrNameLst>
                                      </p:cBhvr>
                                      <p:to>
                                        <p:strVal val="hidden"/>
                                      </p:to>
                                    </p:set>
                                  </p:childTnLst>
                                </p:cTn>
                              </p:par>
                              <p:par>
                                <p:cTn id="422" presetID="22" presetClass="entr" presetSubtype="8" fill="hold" nodeType="withEffect">
                                  <p:stCondLst>
                                    <p:cond delay="500"/>
                                  </p:stCondLst>
                                  <p:childTnLst>
                                    <p:set>
                                      <p:cBhvr>
                                        <p:cTn id="423" dur="1" fill="hold">
                                          <p:stCondLst>
                                            <p:cond delay="0"/>
                                          </p:stCondLst>
                                        </p:cTn>
                                        <p:tgtEl>
                                          <p:spTgt spid="25"/>
                                        </p:tgtEl>
                                        <p:attrNameLst>
                                          <p:attrName>style.visibility</p:attrName>
                                        </p:attrNameLst>
                                      </p:cBhvr>
                                      <p:to>
                                        <p:strVal val="visible"/>
                                      </p:to>
                                    </p:set>
                                    <p:animEffect transition="in" filter="wipe(left)">
                                      <p:cBhvr>
                                        <p:cTn id="424" dur="1500"/>
                                        <p:tgtEl>
                                          <p:spTgt spid="25"/>
                                        </p:tgtEl>
                                      </p:cBhvr>
                                    </p:animEffect>
                                  </p:childTnLst>
                                </p:cTn>
                              </p:par>
                              <p:par>
                                <p:cTn id="425" presetID="22" presetClass="entr" presetSubtype="8" fill="hold" nodeType="withEffect">
                                  <p:stCondLst>
                                    <p:cond delay="500"/>
                                  </p:stCondLst>
                                  <p:childTnLst>
                                    <p:set>
                                      <p:cBhvr>
                                        <p:cTn id="426" dur="1" fill="hold">
                                          <p:stCondLst>
                                            <p:cond delay="0"/>
                                          </p:stCondLst>
                                        </p:cTn>
                                        <p:tgtEl>
                                          <p:spTgt spid="63"/>
                                        </p:tgtEl>
                                        <p:attrNameLst>
                                          <p:attrName>style.visibility</p:attrName>
                                        </p:attrNameLst>
                                      </p:cBhvr>
                                      <p:to>
                                        <p:strVal val="visible"/>
                                      </p:to>
                                    </p:set>
                                    <p:animEffect transition="in" filter="wipe(left)">
                                      <p:cBhvr>
                                        <p:cTn id="427" dur="1000"/>
                                        <p:tgtEl>
                                          <p:spTgt spid="63"/>
                                        </p:tgtEl>
                                      </p:cBhvr>
                                    </p:animEffect>
                                  </p:childTnLst>
                                </p:cTn>
                              </p:par>
                            </p:childTnLst>
                          </p:cTn>
                        </p:par>
                        <p:par>
                          <p:cTn id="428" fill="hold">
                            <p:stCondLst>
                              <p:cond delay="8500"/>
                            </p:stCondLst>
                            <p:childTnLst>
                              <p:par>
                                <p:cTn id="429" presetID="63" presetClass="path" presetSubtype="0" accel="50000" decel="50000" fill="hold" grpId="2" nodeType="afterEffect">
                                  <p:stCondLst>
                                    <p:cond delay="0"/>
                                  </p:stCondLst>
                                  <p:childTnLst>
                                    <p:animMotion origin="layout" path="M 0.41081 -0.10787 L 0.46992 -0.10787 " pathEditMode="relative" rAng="0" ptsTypes="AA">
                                      <p:cBhvr>
                                        <p:cTn id="430" dur="2000" fill="hold"/>
                                        <p:tgtEl>
                                          <p:spTgt spid="62"/>
                                        </p:tgtEl>
                                        <p:attrNameLst>
                                          <p:attrName>ppt_x</p:attrName>
                                          <p:attrName>ppt_y</p:attrName>
                                        </p:attrNameLst>
                                      </p:cBhvr>
                                      <p:rCtr x="2956" y="0"/>
                                    </p:animMotion>
                                  </p:childTnLst>
                                </p:cTn>
                              </p:par>
                            </p:childTnLst>
                          </p:cTn>
                        </p:par>
                      </p:childTnLst>
                    </p:cTn>
                  </p:par>
                  <p:par>
                    <p:cTn id="431" fill="hold">
                      <p:stCondLst>
                        <p:cond delay="indefinite"/>
                      </p:stCondLst>
                      <p:childTnLst>
                        <p:par>
                          <p:cTn id="432" fill="hold">
                            <p:stCondLst>
                              <p:cond delay="0"/>
                            </p:stCondLst>
                            <p:childTnLst>
                              <p:par>
                                <p:cTn id="433" presetID="22" presetClass="exit" presetSubtype="1" fill="hold" nodeType="clickEffect">
                                  <p:stCondLst>
                                    <p:cond delay="0"/>
                                  </p:stCondLst>
                                  <p:childTnLst>
                                    <p:animEffect transition="out" filter="wipe(up)">
                                      <p:cBhvr>
                                        <p:cTn id="434" dur="500"/>
                                        <p:tgtEl>
                                          <p:spTgt spid="343"/>
                                        </p:tgtEl>
                                      </p:cBhvr>
                                    </p:animEffect>
                                    <p:set>
                                      <p:cBhvr>
                                        <p:cTn id="435" dur="1" fill="hold">
                                          <p:stCondLst>
                                            <p:cond delay="499"/>
                                          </p:stCondLst>
                                        </p:cTn>
                                        <p:tgtEl>
                                          <p:spTgt spid="343"/>
                                        </p:tgtEl>
                                        <p:attrNameLst>
                                          <p:attrName>style.visibility</p:attrName>
                                        </p:attrNameLst>
                                      </p:cBhvr>
                                      <p:to>
                                        <p:strVal val="hidden"/>
                                      </p:to>
                                    </p:set>
                                  </p:childTnLst>
                                </p:cTn>
                              </p:par>
                              <p:par>
                                <p:cTn id="436" presetID="22" presetClass="exit" presetSubtype="1" fill="hold" nodeType="withEffect">
                                  <p:stCondLst>
                                    <p:cond delay="0"/>
                                  </p:stCondLst>
                                  <p:childTnLst>
                                    <p:animEffect transition="out" filter="wipe(up)">
                                      <p:cBhvr>
                                        <p:cTn id="437" dur="500"/>
                                        <p:tgtEl>
                                          <p:spTgt spid="346"/>
                                        </p:tgtEl>
                                      </p:cBhvr>
                                    </p:animEffect>
                                    <p:set>
                                      <p:cBhvr>
                                        <p:cTn id="438" dur="1" fill="hold">
                                          <p:stCondLst>
                                            <p:cond delay="499"/>
                                          </p:stCondLst>
                                        </p:cTn>
                                        <p:tgtEl>
                                          <p:spTgt spid="346"/>
                                        </p:tgtEl>
                                        <p:attrNameLst>
                                          <p:attrName>style.visibility</p:attrName>
                                        </p:attrNameLst>
                                      </p:cBhvr>
                                      <p:to>
                                        <p:strVal val="hidden"/>
                                      </p:to>
                                    </p:set>
                                  </p:childTnLst>
                                </p:cTn>
                              </p:par>
                            </p:childTnLst>
                          </p:cTn>
                        </p:par>
                        <p:par>
                          <p:cTn id="439" fill="hold">
                            <p:stCondLst>
                              <p:cond delay="500"/>
                            </p:stCondLst>
                            <p:childTnLst>
                              <p:par>
                                <p:cTn id="440" presetID="22" presetClass="entr" presetSubtype="4" fill="hold" nodeType="afterEffect">
                                  <p:stCondLst>
                                    <p:cond delay="0"/>
                                  </p:stCondLst>
                                  <p:childTnLst>
                                    <p:set>
                                      <p:cBhvr>
                                        <p:cTn id="441" dur="1" fill="hold">
                                          <p:stCondLst>
                                            <p:cond delay="0"/>
                                          </p:stCondLst>
                                        </p:cTn>
                                        <p:tgtEl>
                                          <p:spTgt spid="349"/>
                                        </p:tgtEl>
                                        <p:attrNameLst>
                                          <p:attrName>style.visibility</p:attrName>
                                        </p:attrNameLst>
                                      </p:cBhvr>
                                      <p:to>
                                        <p:strVal val="visible"/>
                                      </p:to>
                                    </p:set>
                                    <p:animEffect transition="in" filter="wipe(down)">
                                      <p:cBhvr>
                                        <p:cTn id="442" dur="500"/>
                                        <p:tgtEl>
                                          <p:spTgt spid="349"/>
                                        </p:tgtEl>
                                      </p:cBhvr>
                                    </p:animEffect>
                                  </p:childTnLst>
                                </p:cTn>
                              </p:par>
                            </p:childTnLst>
                          </p:cTn>
                        </p:par>
                        <p:par>
                          <p:cTn id="443" fill="hold">
                            <p:stCondLst>
                              <p:cond delay="1000"/>
                            </p:stCondLst>
                            <p:childTnLst>
                              <p:par>
                                <p:cTn id="444" presetID="22" presetClass="entr" presetSubtype="1" fill="hold" nodeType="afterEffect">
                                  <p:stCondLst>
                                    <p:cond delay="0"/>
                                  </p:stCondLst>
                                  <p:childTnLst>
                                    <p:set>
                                      <p:cBhvr>
                                        <p:cTn id="445" dur="1" fill="hold">
                                          <p:stCondLst>
                                            <p:cond delay="0"/>
                                          </p:stCondLst>
                                        </p:cTn>
                                        <p:tgtEl>
                                          <p:spTgt spid="352"/>
                                        </p:tgtEl>
                                        <p:attrNameLst>
                                          <p:attrName>style.visibility</p:attrName>
                                        </p:attrNameLst>
                                      </p:cBhvr>
                                      <p:to>
                                        <p:strVal val="visible"/>
                                      </p:to>
                                    </p:set>
                                    <p:animEffect transition="in" filter="wipe(up)">
                                      <p:cBhvr>
                                        <p:cTn id="446" dur="500"/>
                                        <p:tgtEl>
                                          <p:spTgt spid="352"/>
                                        </p:tgtEl>
                                      </p:cBhvr>
                                    </p:animEffect>
                                  </p:childTnLst>
                                </p:cTn>
                              </p:par>
                            </p:childTnLst>
                          </p:cTn>
                        </p:par>
                        <p:par>
                          <p:cTn id="447" fill="hold">
                            <p:stCondLst>
                              <p:cond delay="1500"/>
                            </p:stCondLst>
                            <p:childTnLst>
                              <p:par>
                                <p:cTn id="448" presetID="63" presetClass="path" presetSubtype="0" accel="50000" decel="50000" fill="hold" grpId="0" nodeType="afterEffect">
                                  <p:stCondLst>
                                    <p:cond delay="0"/>
                                  </p:stCondLst>
                                  <p:childTnLst>
                                    <p:animMotion origin="layout" path="M -2.08333E-7 4.81481E-6 L 0.02813 -0.0007 " pathEditMode="relative" rAng="0" ptsTypes="AA">
                                      <p:cBhvr>
                                        <p:cTn id="449" dur="2000" fill="hold"/>
                                        <p:tgtEl>
                                          <p:spTgt spid="42"/>
                                        </p:tgtEl>
                                        <p:attrNameLst>
                                          <p:attrName>ppt_x</p:attrName>
                                          <p:attrName>ppt_y</p:attrName>
                                        </p:attrNameLst>
                                      </p:cBhvr>
                                      <p:rCtr x="1406" y="-46"/>
                                    </p:animMotion>
                                  </p:childTnLst>
                                </p:cTn>
                              </p:par>
                              <p:par>
                                <p:cTn id="450" presetID="64" presetClass="path" presetSubtype="0" accel="50000" decel="50000" fill="hold" grpId="0" nodeType="withEffect">
                                  <p:stCondLst>
                                    <p:cond delay="1500"/>
                                  </p:stCondLst>
                                  <p:childTnLst>
                                    <p:animMotion origin="layout" path="M -1.04167E-6 -4.44444E-6 L -0.00039 -0.11111 " pathEditMode="relative" rAng="0" ptsTypes="AA">
                                      <p:cBhvr>
                                        <p:cTn id="451" dur="2000" fill="hold"/>
                                        <p:tgtEl>
                                          <p:spTgt spid="53"/>
                                        </p:tgtEl>
                                        <p:attrNameLst>
                                          <p:attrName>ppt_x</p:attrName>
                                          <p:attrName>ppt_y</p:attrName>
                                        </p:attrNameLst>
                                      </p:cBhvr>
                                      <p:rCtr x="-26" y="-5556"/>
                                    </p:animMotion>
                                  </p:childTnLst>
                                </p:cTn>
                              </p:par>
                            </p:childTnLst>
                          </p:cTn>
                        </p:par>
                        <p:par>
                          <p:cTn id="452" fill="hold">
                            <p:stCondLst>
                              <p:cond delay="5000"/>
                            </p:stCondLst>
                            <p:childTnLst>
                              <p:par>
                                <p:cTn id="453" presetID="10" presetClass="exit" presetSubtype="0" fill="hold" grpId="1" nodeType="afterEffect">
                                  <p:stCondLst>
                                    <p:cond delay="0"/>
                                  </p:stCondLst>
                                  <p:childTnLst>
                                    <p:animEffect transition="out" filter="fade">
                                      <p:cBhvr>
                                        <p:cTn id="454" dur="500"/>
                                        <p:tgtEl>
                                          <p:spTgt spid="448"/>
                                        </p:tgtEl>
                                      </p:cBhvr>
                                    </p:animEffect>
                                    <p:set>
                                      <p:cBhvr>
                                        <p:cTn id="455" dur="1" fill="hold">
                                          <p:stCondLst>
                                            <p:cond delay="499"/>
                                          </p:stCondLst>
                                        </p:cTn>
                                        <p:tgtEl>
                                          <p:spTgt spid="448"/>
                                        </p:tgtEl>
                                        <p:attrNameLst>
                                          <p:attrName>style.visibility</p:attrName>
                                        </p:attrNameLst>
                                      </p:cBhvr>
                                      <p:to>
                                        <p:strVal val="hidden"/>
                                      </p:to>
                                    </p:set>
                                  </p:childTnLst>
                                </p:cTn>
                              </p:par>
                              <p:par>
                                <p:cTn id="456" presetID="31" presetClass="entr" presetSubtype="0" fill="hold" grpId="0" nodeType="withEffect">
                                  <p:stCondLst>
                                    <p:cond delay="0"/>
                                  </p:stCondLst>
                                  <p:childTnLst>
                                    <p:set>
                                      <p:cBhvr>
                                        <p:cTn id="457" dur="1" fill="hold">
                                          <p:stCondLst>
                                            <p:cond delay="0"/>
                                          </p:stCondLst>
                                        </p:cTn>
                                        <p:tgtEl>
                                          <p:spTgt spid="449"/>
                                        </p:tgtEl>
                                        <p:attrNameLst>
                                          <p:attrName>style.visibility</p:attrName>
                                        </p:attrNameLst>
                                      </p:cBhvr>
                                      <p:to>
                                        <p:strVal val="visible"/>
                                      </p:to>
                                    </p:set>
                                    <p:anim calcmode="lin" valueType="num">
                                      <p:cBhvr>
                                        <p:cTn id="458" dur="1000" fill="hold"/>
                                        <p:tgtEl>
                                          <p:spTgt spid="449"/>
                                        </p:tgtEl>
                                        <p:attrNameLst>
                                          <p:attrName>ppt_w</p:attrName>
                                        </p:attrNameLst>
                                      </p:cBhvr>
                                      <p:tavLst>
                                        <p:tav tm="0">
                                          <p:val>
                                            <p:fltVal val="0"/>
                                          </p:val>
                                        </p:tav>
                                        <p:tav tm="100000">
                                          <p:val>
                                            <p:strVal val="#ppt_w"/>
                                          </p:val>
                                        </p:tav>
                                      </p:tavLst>
                                    </p:anim>
                                    <p:anim calcmode="lin" valueType="num">
                                      <p:cBhvr>
                                        <p:cTn id="459" dur="1000" fill="hold"/>
                                        <p:tgtEl>
                                          <p:spTgt spid="449"/>
                                        </p:tgtEl>
                                        <p:attrNameLst>
                                          <p:attrName>ppt_h</p:attrName>
                                        </p:attrNameLst>
                                      </p:cBhvr>
                                      <p:tavLst>
                                        <p:tav tm="0">
                                          <p:val>
                                            <p:fltVal val="0"/>
                                          </p:val>
                                        </p:tav>
                                        <p:tav tm="100000">
                                          <p:val>
                                            <p:strVal val="#ppt_h"/>
                                          </p:val>
                                        </p:tav>
                                      </p:tavLst>
                                    </p:anim>
                                    <p:anim calcmode="lin" valueType="num">
                                      <p:cBhvr>
                                        <p:cTn id="460" dur="1000" fill="hold"/>
                                        <p:tgtEl>
                                          <p:spTgt spid="449"/>
                                        </p:tgtEl>
                                        <p:attrNameLst>
                                          <p:attrName>style.rotation</p:attrName>
                                        </p:attrNameLst>
                                      </p:cBhvr>
                                      <p:tavLst>
                                        <p:tav tm="0">
                                          <p:val>
                                            <p:fltVal val="90"/>
                                          </p:val>
                                        </p:tav>
                                        <p:tav tm="100000">
                                          <p:val>
                                            <p:fltVal val="0"/>
                                          </p:val>
                                        </p:tav>
                                      </p:tavLst>
                                    </p:anim>
                                    <p:animEffect transition="in" filter="fade">
                                      <p:cBhvr>
                                        <p:cTn id="461" dur="1000"/>
                                        <p:tgtEl>
                                          <p:spTgt spid="449"/>
                                        </p:tgtEl>
                                      </p:cBhvr>
                                    </p:animEffect>
                                  </p:childTnLst>
                                </p:cTn>
                              </p:par>
                            </p:childTnLst>
                          </p:cTn>
                        </p:par>
                        <p:par>
                          <p:cTn id="462" fill="hold">
                            <p:stCondLst>
                              <p:cond delay="6000"/>
                            </p:stCondLst>
                            <p:childTnLst>
                              <p:par>
                                <p:cTn id="463" presetID="10" presetClass="exit" presetSubtype="0" fill="hold" grpId="0" nodeType="afterEffect">
                                  <p:stCondLst>
                                    <p:cond delay="0"/>
                                  </p:stCondLst>
                                  <p:childTnLst>
                                    <p:animEffect transition="out" filter="fade">
                                      <p:cBhvr>
                                        <p:cTn id="464" dur="500"/>
                                        <p:tgtEl>
                                          <p:spTgt spid="440"/>
                                        </p:tgtEl>
                                      </p:cBhvr>
                                    </p:animEffect>
                                    <p:set>
                                      <p:cBhvr>
                                        <p:cTn id="465" dur="1" fill="hold">
                                          <p:stCondLst>
                                            <p:cond delay="499"/>
                                          </p:stCondLst>
                                        </p:cTn>
                                        <p:tgtEl>
                                          <p:spTgt spid="440"/>
                                        </p:tgtEl>
                                        <p:attrNameLst>
                                          <p:attrName>style.visibility</p:attrName>
                                        </p:attrNameLst>
                                      </p:cBhvr>
                                      <p:to>
                                        <p:strVal val="hidden"/>
                                      </p:to>
                                    </p:set>
                                  </p:childTnLst>
                                </p:cTn>
                              </p:par>
                              <p:par>
                                <p:cTn id="466" presetID="31" presetClass="entr" presetSubtype="0" fill="hold" grpId="0" nodeType="withEffect">
                                  <p:stCondLst>
                                    <p:cond delay="0"/>
                                  </p:stCondLst>
                                  <p:childTnLst>
                                    <p:set>
                                      <p:cBhvr>
                                        <p:cTn id="467" dur="1" fill="hold">
                                          <p:stCondLst>
                                            <p:cond delay="0"/>
                                          </p:stCondLst>
                                        </p:cTn>
                                        <p:tgtEl>
                                          <p:spTgt spid="450"/>
                                        </p:tgtEl>
                                        <p:attrNameLst>
                                          <p:attrName>style.visibility</p:attrName>
                                        </p:attrNameLst>
                                      </p:cBhvr>
                                      <p:to>
                                        <p:strVal val="visible"/>
                                      </p:to>
                                    </p:set>
                                    <p:anim calcmode="lin" valueType="num">
                                      <p:cBhvr>
                                        <p:cTn id="468" dur="1000" fill="hold"/>
                                        <p:tgtEl>
                                          <p:spTgt spid="450"/>
                                        </p:tgtEl>
                                        <p:attrNameLst>
                                          <p:attrName>ppt_w</p:attrName>
                                        </p:attrNameLst>
                                      </p:cBhvr>
                                      <p:tavLst>
                                        <p:tav tm="0">
                                          <p:val>
                                            <p:fltVal val="0"/>
                                          </p:val>
                                        </p:tav>
                                        <p:tav tm="100000">
                                          <p:val>
                                            <p:strVal val="#ppt_w"/>
                                          </p:val>
                                        </p:tav>
                                      </p:tavLst>
                                    </p:anim>
                                    <p:anim calcmode="lin" valueType="num">
                                      <p:cBhvr>
                                        <p:cTn id="469" dur="1000" fill="hold"/>
                                        <p:tgtEl>
                                          <p:spTgt spid="450"/>
                                        </p:tgtEl>
                                        <p:attrNameLst>
                                          <p:attrName>ppt_h</p:attrName>
                                        </p:attrNameLst>
                                      </p:cBhvr>
                                      <p:tavLst>
                                        <p:tav tm="0">
                                          <p:val>
                                            <p:fltVal val="0"/>
                                          </p:val>
                                        </p:tav>
                                        <p:tav tm="100000">
                                          <p:val>
                                            <p:strVal val="#ppt_h"/>
                                          </p:val>
                                        </p:tav>
                                      </p:tavLst>
                                    </p:anim>
                                    <p:anim calcmode="lin" valueType="num">
                                      <p:cBhvr>
                                        <p:cTn id="470" dur="1000" fill="hold"/>
                                        <p:tgtEl>
                                          <p:spTgt spid="450"/>
                                        </p:tgtEl>
                                        <p:attrNameLst>
                                          <p:attrName>style.rotation</p:attrName>
                                        </p:attrNameLst>
                                      </p:cBhvr>
                                      <p:tavLst>
                                        <p:tav tm="0">
                                          <p:val>
                                            <p:fltVal val="90"/>
                                          </p:val>
                                        </p:tav>
                                        <p:tav tm="100000">
                                          <p:val>
                                            <p:fltVal val="0"/>
                                          </p:val>
                                        </p:tav>
                                      </p:tavLst>
                                    </p:anim>
                                    <p:animEffect transition="in" filter="fade">
                                      <p:cBhvr>
                                        <p:cTn id="471" dur="1000"/>
                                        <p:tgtEl>
                                          <p:spTgt spid="450"/>
                                        </p:tgtEl>
                                      </p:cBhvr>
                                    </p:animEffect>
                                  </p:childTnLst>
                                </p:cTn>
                              </p:par>
                            </p:childTnLst>
                          </p:cTn>
                        </p:par>
                        <p:par>
                          <p:cTn id="472" fill="hold">
                            <p:stCondLst>
                              <p:cond delay="7000"/>
                            </p:stCondLst>
                            <p:childTnLst>
                              <p:par>
                                <p:cTn id="473" presetID="47" presetClass="entr" presetSubtype="0" fill="hold" grpId="0" nodeType="afterEffect">
                                  <p:stCondLst>
                                    <p:cond delay="0"/>
                                  </p:stCondLst>
                                  <p:childTnLst>
                                    <p:set>
                                      <p:cBhvr>
                                        <p:cTn id="474" dur="1" fill="hold">
                                          <p:stCondLst>
                                            <p:cond delay="0"/>
                                          </p:stCondLst>
                                        </p:cTn>
                                        <p:tgtEl>
                                          <p:spTgt spid="46"/>
                                        </p:tgtEl>
                                        <p:attrNameLst>
                                          <p:attrName>style.visibility</p:attrName>
                                        </p:attrNameLst>
                                      </p:cBhvr>
                                      <p:to>
                                        <p:strVal val="visible"/>
                                      </p:to>
                                    </p:set>
                                    <p:animEffect transition="in" filter="fade">
                                      <p:cBhvr>
                                        <p:cTn id="475" dur="1000"/>
                                        <p:tgtEl>
                                          <p:spTgt spid="46"/>
                                        </p:tgtEl>
                                      </p:cBhvr>
                                    </p:animEffect>
                                    <p:anim calcmode="lin" valueType="num">
                                      <p:cBhvr>
                                        <p:cTn id="476" dur="1000" fill="hold"/>
                                        <p:tgtEl>
                                          <p:spTgt spid="46"/>
                                        </p:tgtEl>
                                        <p:attrNameLst>
                                          <p:attrName>ppt_x</p:attrName>
                                        </p:attrNameLst>
                                      </p:cBhvr>
                                      <p:tavLst>
                                        <p:tav tm="0">
                                          <p:val>
                                            <p:strVal val="#ppt_x"/>
                                          </p:val>
                                        </p:tav>
                                        <p:tav tm="100000">
                                          <p:val>
                                            <p:strVal val="#ppt_x"/>
                                          </p:val>
                                        </p:tav>
                                      </p:tavLst>
                                    </p:anim>
                                    <p:anim calcmode="lin" valueType="num">
                                      <p:cBhvr>
                                        <p:cTn id="477" dur="1000" fill="hold"/>
                                        <p:tgtEl>
                                          <p:spTgt spid="46"/>
                                        </p:tgtEl>
                                        <p:attrNameLst>
                                          <p:attrName>ppt_y</p:attrName>
                                        </p:attrNameLst>
                                      </p:cBhvr>
                                      <p:tavLst>
                                        <p:tav tm="0">
                                          <p:val>
                                            <p:strVal val="#ppt_y-.1"/>
                                          </p:val>
                                        </p:tav>
                                        <p:tav tm="100000">
                                          <p:val>
                                            <p:strVal val="#ppt_y"/>
                                          </p:val>
                                        </p:tav>
                                      </p:tavLst>
                                    </p:anim>
                                  </p:childTnLst>
                                </p:cTn>
                              </p:par>
                            </p:childTnLst>
                          </p:cTn>
                        </p:par>
                        <p:par>
                          <p:cTn id="478" fill="hold">
                            <p:stCondLst>
                              <p:cond delay="8000"/>
                            </p:stCondLst>
                            <p:childTnLst>
                              <p:par>
                                <p:cTn id="479" presetID="42" presetClass="entr" presetSubtype="0" fill="hold" nodeType="afterEffect">
                                  <p:stCondLst>
                                    <p:cond delay="0"/>
                                  </p:stCondLst>
                                  <p:childTnLst>
                                    <p:set>
                                      <p:cBhvr>
                                        <p:cTn id="480" dur="1" fill="hold">
                                          <p:stCondLst>
                                            <p:cond delay="0"/>
                                          </p:stCondLst>
                                        </p:cTn>
                                        <p:tgtEl>
                                          <p:spTgt spid="330"/>
                                        </p:tgtEl>
                                        <p:attrNameLst>
                                          <p:attrName>style.visibility</p:attrName>
                                        </p:attrNameLst>
                                      </p:cBhvr>
                                      <p:to>
                                        <p:strVal val="visible"/>
                                      </p:to>
                                    </p:set>
                                    <p:animEffect transition="in" filter="fade">
                                      <p:cBhvr>
                                        <p:cTn id="481" dur="1000"/>
                                        <p:tgtEl>
                                          <p:spTgt spid="330"/>
                                        </p:tgtEl>
                                      </p:cBhvr>
                                    </p:animEffect>
                                    <p:anim calcmode="lin" valueType="num">
                                      <p:cBhvr>
                                        <p:cTn id="482" dur="1000" fill="hold"/>
                                        <p:tgtEl>
                                          <p:spTgt spid="330"/>
                                        </p:tgtEl>
                                        <p:attrNameLst>
                                          <p:attrName>ppt_x</p:attrName>
                                        </p:attrNameLst>
                                      </p:cBhvr>
                                      <p:tavLst>
                                        <p:tav tm="0">
                                          <p:val>
                                            <p:strVal val="#ppt_x"/>
                                          </p:val>
                                        </p:tav>
                                        <p:tav tm="100000">
                                          <p:val>
                                            <p:strVal val="#ppt_x"/>
                                          </p:val>
                                        </p:tav>
                                      </p:tavLst>
                                    </p:anim>
                                    <p:anim calcmode="lin" valueType="num">
                                      <p:cBhvr>
                                        <p:cTn id="483" dur="1000" fill="hold"/>
                                        <p:tgtEl>
                                          <p:spTgt spid="330"/>
                                        </p:tgtEl>
                                        <p:attrNameLst>
                                          <p:attrName>ppt_y</p:attrName>
                                        </p:attrNameLst>
                                      </p:cBhvr>
                                      <p:tavLst>
                                        <p:tav tm="0">
                                          <p:val>
                                            <p:strVal val="#ppt_y+.1"/>
                                          </p:val>
                                        </p:tav>
                                        <p:tav tm="100000">
                                          <p:val>
                                            <p:strVal val="#ppt_y"/>
                                          </p:val>
                                        </p:tav>
                                      </p:tavLst>
                                    </p:anim>
                                  </p:childTnLst>
                                </p:cTn>
                              </p:par>
                            </p:childTnLst>
                          </p:cTn>
                        </p:par>
                        <p:par>
                          <p:cTn id="484" fill="hold">
                            <p:stCondLst>
                              <p:cond delay="9000"/>
                            </p:stCondLst>
                            <p:childTnLst>
                              <p:par>
                                <p:cTn id="485" presetID="63" presetClass="path" presetSubtype="0" accel="50000" decel="50000" fill="hold" grpId="1" nodeType="afterEffect">
                                  <p:stCondLst>
                                    <p:cond delay="0"/>
                                  </p:stCondLst>
                                  <p:childTnLst>
                                    <p:animMotion origin="layout" path="M 0.02813 -0.0007 L 0.14531 -0.00116 " pathEditMode="relative" rAng="0" ptsTypes="AA">
                                      <p:cBhvr>
                                        <p:cTn id="486" dur="2000" fill="hold"/>
                                        <p:tgtEl>
                                          <p:spTgt spid="42"/>
                                        </p:tgtEl>
                                        <p:attrNameLst>
                                          <p:attrName>ppt_x</p:attrName>
                                          <p:attrName>ppt_y</p:attrName>
                                        </p:attrNameLst>
                                      </p:cBhvr>
                                      <p:rCtr x="5859" y="-23"/>
                                    </p:animMotion>
                                  </p:childTnLst>
                                </p:cTn>
                              </p:par>
                            </p:childTnLst>
                          </p:cTn>
                        </p:par>
                        <p:par>
                          <p:cTn id="487" fill="hold">
                            <p:stCondLst>
                              <p:cond delay="11000"/>
                            </p:stCondLst>
                            <p:childTnLst>
                              <p:par>
                                <p:cTn id="488" presetID="22" presetClass="exit" presetSubtype="1" fill="hold" nodeType="afterEffect">
                                  <p:stCondLst>
                                    <p:cond delay="0"/>
                                  </p:stCondLst>
                                  <p:childTnLst>
                                    <p:animEffect transition="out" filter="wipe(up)">
                                      <p:cBhvr>
                                        <p:cTn id="489" dur="500"/>
                                        <p:tgtEl>
                                          <p:spTgt spid="349"/>
                                        </p:tgtEl>
                                      </p:cBhvr>
                                    </p:animEffect>
                                    <p:set>
                                      <p:cBhvr>
                                        <p:cTn id="490" dur="1" fill="hold">
                                          <p:stCondLst>
                                            <p:cond delay="499"/>
                                          </p:stCondLst>
                                        </p:cTn>
                                        <p:tgtEl>
                                          <p:spTgt spid="349"/>
                                        </p:tgtEl>
                                        <p:attrNameLst>
                                          <p:attrName>style.visibility</p:attrName>
                                        </p:attrNameLst>
                                      </p:cBhvr>
                                      <p:to>
                                        <p:strVal val="hidden"/>
                                      </p:to>
                                    </p:set>
                                  </p:childTnLst>
                                </p:cTn>
                              </p:par>
                              <p:par>
                                <p:cTn id="491" presetID="22" presetClass="exit" presetSubtype="1" fill="hold" nodeType="withEffect">
                                  <p:stCondLst>
                                    <p:cond delay="0"/>
                                  </p:stCondLst>
                                  <p:childTnLst>
                                    <p:animEffect transition="out" filter="wipe(up)">
                                      <p:cBhvr>
                                        <p:cTn id="492" dur="500"/>
                                        <p:tgtEl>
                                          <p:spTgt spid="352"/>
                                        </p:tgtEl>
                                      </p:cBhvr>
                                    </p:animEffect>
                                    <p:set>
                                      <p:cBhvr>
                                        <p:cTn id="493" dur="1" fill="hold">
                                          <p:stCondLst>
                                            <p:cond delay="499"/>
                                          </p:stCondLst>
                                        </p:cTn>
                                        <p:tgtEl>
                                          <p:spTgt spid="352"/>
                                        </p:tgtEl>
                                        <p:attrNameLst>
                                          <p:attrName>style.visibility</p:attrName>
                                        </p:attrNameLst>
                                      </p:cBhvr>
                                      <p:to>
                                        <p:strVal val="hidden"/>
                                      </p:to>
                                    </p:set>
                                  </p:childTnLst>
                                </p:cTn>
                              </p:par>
                            </p:childTnLst>
                          </p:cTn>
                        </p:par>
                        <p:par>
                          <p:cTn id="494" fill="hold">
                            <p:stCondLst>
                              <p:cond delay="11500"/>
                            </p:stCondLst>
                            <p:childTnLst>
                              <p:par>
                                <p:cTn id="495" presetID="22" presetClass="entr" presetSubtype="4" fill="hold" nodeType="afterEffect">
                                  <p:stCondLst>
                                    <p:cond delay="0"/>
                                  </p:stCondLst>
                                  <p:childTnLst>
                                    <p:set>
                                      <p:cBhvr>
                                        <p:cTn id="496" dur="1" fill="hold">
                                          <p:stCondLst>
                                            <p:cond delay="0"/>
                                          </p:stCondLst>
                                        </p:cTn>
                                        <p:tgtEl>
                                          <p:spTgt spid="365"/>
                                        </p:tgtEl>
                                        <p:attrNameLst>
                                          <p:attrName>style.visibility</p:attrName>
                                        </p:attrNameLst>
                                      </p:cBhvr>
                                      <p:to>
                                        <p:strVal val="visible"/>
                                      </p:to>
                                    </p:set>
                                    <p:animEffect transition="in" filter="wipe(down)">
                                      <p:cBhvr>
                                        <p:cTn id="497" dur="500"/>
                                        <p:tgtEl>
                                          <p:spTgt spid="365"/>
                                        </p:tgtEl>
                                      </p:cBhvr>
                                    </p:animEffect>
                                  </p:childTnLst>
                                </p:cTn>
                              </p:par>
                            </p:childTnLst>
                          </p:cTn>
                        </p:par>
                        <p:par>
                          <p:cTn id="498" fill="hold">
                            <p:stCondLst>
                              <p:cond delay="12000"/>
                            </p:stCondLst>
                            <p:childTnLst>
                              <p:par>
                                <p:cTn id="499" presetID="22" presetClass="entr" presetSubtype="1" fill="hold" nodeType="afterEffect">
                                  <p:stCondLst>
                                    <p:cond delay="0"/>
                                  </p:stCondLst>
                                  <p:childTnLst>
                                    <p:set>
                                      <p:cBhvr>
                                        <p:cTn id="500" dur="1" fill="hold">
                                          <p:stCondLst>
                                            <p:cond delay="0"/>
                                          </p:stCondLst>
                                        </p:cTn>
                                        <p:tgtEl>
                                          <p:spTgt spid="368"/>
                                        </p:tgtEl>
                                        <p:attrNameLst>
                                          <p:attrName>style.visibility</p:attrName>
                                        </p:attrNameLst>
                                      </p:cBhvr>
                                      <p:to>
                                        <p:strVal val="visible"/>
                                      </p:to>
                                    </p:set>
                                    <p:animEffect transition="in" filter="wipe(up)">
                                      <p:cBhvr>
                                        <p:cTn id="501" dur="500"/>
                                        <p:tgtEl>
                                          <p:spTgt spid="368"/>
                                        </p:tgtEl>
                                      </p:cBhvr>
                                    </p:animEffect>
                                  </p:childTnLst>
                                </p:cTn>
                              </p:par>
                              <p:par>
                                <p:cTn id="502" presetID="64" presetClass="path" presetSubtype="0" accel="50000" decel="50000" fill="hold" grpId="1" nodeType="withEffect">
                                  <p:stCondLst>
                                    <p:cond delay="500"/>
                                  </p:stCondLst>
                                  <p:childTnLst>
                                    <p:animMotion origin="layout" path="M -0.00039 -0.11111 L -0.17695 -0.21226 " pathEditMode="relative" rAng="0" ptsTypes="AA">
                                      <p:cBhvr>
                                        <p:cTn id="503" dur="2000" fill="hold"/>
                                        <p:tgtEl>
                                          <p:spTgt spid="53"/>
                                        </p:tgtEl>
                                        <p:attrNameLst>
                                          <p:attrName>ppt_x</p:attrName>
                                          <p:attrName>ppt_y</p:attrName>
                                        </p:attrNameLst>
                                      </p:cBhvr>
                                      <p:rCtr x="-8828" y="-5069"/>
                                    </p:animMotion>
                                  </p:childTnLst>
                                </p:cTn>
                              </p:par>
                            </p:childTnLst>
                          </p:cTn>
                        </p:par>
                        <p:par>
                          <p:cTn id="504" fill="hold">
                            <p:stCondLst>
                              <p:cond delay="14500"/>
                            </p:stCondLst>
                            <p:childTnLst>
                              <p:par>
                                <p:cTn id="505" presetID="10" presetClass="exit" presetSubtype="0" fill="hold" grpId="1" nodeType="afterEffect">
                                  <p:stCondLst>
                                    <p:cond delay="0"/>
                                  </p:stCondLst>
                                  <p:childTnLst>
                                    <p:animEffect transition="out" filter="fade">
                                      <p:cBhvr>
                                        <p:cTn id="506" dur="500"/>
                                        <p:tgtEl>
                                          <p:spTgt spid="450"/>
                                        </p:tgtEl>
                                      </p:cBhvr>
                                    </p:animEffect>
                                    <p:set>
                                      <p:cBhvr>
                                        <p:cTn id="507" dur="1" fill="hold">
                                          <p:stCondLst>
                                            <p:cond delay="499"/>
                                          </p:stCondLst>
                                        </p:cTn>
                                        <p:tgtEl>
                                          <p:spTgt spid="450"/>
                                        </p:tgtEl>
                                        <p:attrNameLst>
                                          <p:attrName>style.visibility</p:attrName>
                                        </p:attrNameLst>
                                      </p:cBhvr>
                                      <p:to>
                                        <p:strVal val="hidden"/>
                                      </p:to>
                                    </p:set>
                                  </p:childTnLst>
                                </p:cTn>
                              </p:par>
                              <p:par>
                                <p:cTn id="508" presetID="31" presetClass="entr" presetSubtype="0" fill="hold" grpId="0" nodeType="withEffect">
                                  <p:stCondLst>
                                    <p:cond delay="0"/>
                                  </p:stCondLst>
                                  <p:childTnLst>
                                    <p:set>
                                      <p:cBhvr>
                                        <p:cTn id="509" dur="1" fill="hold">
                                          <p:stCondLst>
                                            <p:cond delay="0"/>
                                          </p:stCondLst>
                                        </p:cTn>
                                        <p:tgtEl>
                                          <p:spTgt spid="451"/>
                                        </p:tgtEl>
                                        <p:attrNameLst>
                                          <p:attrName>style.visibility</p:attrName>
                                        </p:attrNameLst>
                                      </p:cBhvr>
                                      <p:to>
                                        <p:strVal val="visible"/>
                                      </p:to>
                                    </p:set>
                                    <p:anim calcmode="lin" valueType="num">
                                      <p:cBhvr>
                                        <p:cTn id="510" dur="1000" fill="hold"/>
                                        <p:tgtEl>
                                          <p:spTgt spid="451"/>
                                        </p:tgtEl>
                                        <p:attrNameLst>
                                          <p:attrName>ppt_w</p:attrName>
                                        </p:attrNameLst>
                                      </p:cBhvr>
                                      <p:tavLst>
                                        <p:tav tm="0">
                                          <p:val>
                                            <p:fltVal val="0"/>
                                          </p:val>
                                        </p:tav>
                                        <p:tav tm="100000">
                                          <p:val>
                                            <p:strVal val="#ppt_w"/>
                                          </p:val>
                                        </p:tav>
                                      </p:tavLst>
                                    </p:anim>
                                    <p:anim calcmode="lin" valueType="num">
                                      <p:cBhvr>
                                        <p:cTn id="511" dur="1000" fill="hold"/>
                                        <p:tgtEl>
                                          <p:spTgt spid="451"/>
                                        </p:tgtEl>
                                        <p:attrNameLst>
                                          <p:attrName>ppt_h</p:attrName>
                                        </p:attrNameLst>
                                      </p:cBhvr>
                                      <p:tavLst>
                                        <p:tav tm="0">
                                          <p:val>
                                            <p:fltVal val="0"/>
                                          </p:val>
                                        </p:tav>
                                        <p:tav tm="100000">
                                          <p:val>
                                            <p:strVal val="#ppt_h"/>
                                          </p:val>
                                        </p:tav>
                                      </p:tavLst>
                                    </p:anim>
                                    <p:anim calcmode="lin" valueType="num">
                                      <p:cBhvr>
                                        <p:cTn id="512" dur="1000" fill="hold"/>
                                        <p:tgtEl>
                                          <p:spTgt spid="451"/>
                                        </p:tgtEl>
                                        <p:attrNameLst>
                                          <p:attrName>style.rotation</p:attrName>
                                        </p:attrNameLst>
                                      </p:cBhvr>
                                      <p:tavLst>
                                        <p:tav tm="0">
                                          <p:val>
                                            <p:fltVal val="90"/>
                                          </p:val>
                                        </p:tav>
                                        <p:tav tm="100000">
                                          <p:val>
                                            <p:fltVal val="0"/>
                                          </p:val>
                                        </p:tav>
                                      </p:tavLst>
                                    </p:anim>
                                    <p:animEffect transition="in" filter="fade">
                                      <p:cBhvr>
                                        <p:cTn id="513" dur="1000"/>
                                        <p:tgtEl>
                                          <p:spTgt spid="451"/>
                                        </p:tgtEl>
                                      </p:cBhvr>
                                    </p:animEffect>
                                  </p:childTnLst>
                                </p:cTn>
                              </p:par>
                              <p:par>
                                <p:cTn id="514" presetID="10" presetClass="exit" presetSubtype="0" fill="hold" grpId="0" nodeType="withEffect">
                                  <p:stCondLst>
                                    <p:cond delay="0"/>
                                  </p:stCondLst>
                                  <p:childTnLst>
                                    <p:animEffect transition="out" filter="fade">
                                      <p:cBhvr>
                                        <p:cTn id="515" dur="500"/>
                                        <p:tgtEl>
                                          <p:spTgt spid="442"/>
                                        </p:tgtEl>
                                      </p:cBhvr>
                                    </p:animEffect>
                                    <p:set>
                                      <p:cBhvr>
                                        <p:cTn id="516" dur="1" fill="hold">
                                          <p:stCondLst>
                                            <p:cond delay="499"/>
                                          </p:stCondLst>
                                        </p:cTn>
                                        <p:tgtEl>
                                          <p:spTgt spid="442"/>
                                        </p:tgtEl>
                                        <p:attrNameLst>
                                          <p:attrName>style.visibility</p:attrName>
                                        </p:attrNameLst>
                                      </p:cBhvr>
                                      <p:to>
                                        <p:strVal val="hidden"/>
                                      </p:to>
                                    </p:set>
                                  </p:childTnLst>
                                </p:cTn>
                              </p:par>
                              <p:par>
                                <p:cTn id="517" presetID="31" presetClass="entr" presetSubtype="0" fill="hold" grpId="1" nodeType="withEffect">
                                  <p:stCondLst>
                                    <p:cond delay="0"/>
                                  </p:stCondLst>
                                  <p:childTnLst>
                                    <p:set>
                                      <p:cBhvr>
                                        <p:cTn id="518" dur="1" fill="hold">
                                          <p:stCondLst>
                                            <p:cond delay="0"/>
                                          </p:stCondLst>
                                        </p:cTn>
                                        <p:tgtEl>
                                          <p:spTgt spid="455"/>
                                        </p:tgtEl>
                                        <p:attrNameLst>
                                          <p:attrName>style.visibility</p:attrName>
                                        </p:attrNameLst>
                                      </p:cBhvr>
                                      <p:to>
                                        <p:strVal val="visible"/>
                                      </p:to>
                                    </p:set>
                                    <p:anim calcmode="lin" valueType="num">
                                      <p:cBhvr>
                                        <p:cTn id="519" dur="1000" fill="hold"/>
                                        <p:tgtEl>
                                          <p:spTgt spid="455"/>
                                        </p:tgtEl>
                                        <p:attrNameLst>
                                          <p:attrName>ppt_w</p:attrName>
                                        </p:attrNameLst>
                                      </p:cBhvr>
                                      <p:tavLst>
                                        <p:tav tm="0">
                                          <p:val>
                                            <p:fltVal val="0"/>
                                          </p:val>
                                        </p:tav>
                                        <p:tav tm="100000">
                                          <p:val>
                                            <p:strVal val="#ppt_w"/>
                                          </p:val>
                                        </p:tav>
                                      </p:tavLst>
                                    </p:anim>
                                    <p:anim calcmode="lin" valueType="num">
                                      <p:cBhvr>
                                        <p:cTn id="520" dur="1000" fill="hold"/>
                                        <p:tgtEl>
                                          <p:spTgt spid="455"/>
                                        </p:tgtEl>
                                        <p:attrNameLst>
                                          <p:attrName>ppt_h</p:attrName>
                                        </p:attrNameLst>
                                      </p:cBhvr>
                                      <p:tavLst>
                                        <p:tav tm="0">
                                          <p:val>
                                            <p:fltVal val="0"/>
                                          </p:val>
                                        </p:tav>
                                        <p:tav tm="100000">
                                          <p:val>
                                            <p:strVal val="#ppt_h"/>
                                          </p:val>
                                        </p:tav>
                                      </p:tavLst>
                                    </p:anim>
                                    <p:anim calcmode="lin" valueType="num">
                                      <p:cBhvr>
                                        <p:cTn id="521" dur="1000" fill="hold"/>
                                        <p:tgtEl>
                                          <p:spTgt spid="455"/>
                                        </p:tgtEl>
                                        <p:attrNameLst>
                                          <p:attrName>style.rotation</p:attrName>
                                        </p:attrNameLst>
                                      </p:cBhvr>
                                      <p:tavLst>
                                        <p:tav tm="0">
                                          <p:val>
                                            <p:fltVal val="90"/>
                                          </p:val>
                                        </p:tav>
                                        <p:tav tm="100000">
                                          <p:val>
                                            <p:fltVal val="0"/>
                                          </p:val>
                                        </p:tav>
                                      </p:tavLst>
                                    </p:anim>
                                    <p:animEffect transition="in" filter="fade">
                                      <p:cBhvr>
                                        <p:cTn id="522" dur="1000"/>
                                        <p:tgtEl>
                                          <p:spTgt spid="455"/>
                                        </p:tgtEl>
                                      </p:cBhvr>
                                    </p:animEffect>
                                  </p:childTnLst>
                                </p:cTn>
                              </p:par>
                            </p:childTnLst>
                          </p:cTn>
                        </p:par>
                        <p:par>
                          <p:cTn id="523" fill="hold">
                            <p:stCondLst>
                              <p:cond delay="15500"/>
                            </p:stCondLst>
                            <p:childTnLst>
                              <p:par>
                                <p:cTn id="524" presetID="47" presetClass="entr" presetSubtype="0" fill="hold" grpId="0" nodeType="afterEffect">
                                  <p:stCondLst>
                                    <p:cond delay="0"/>
                                  </p:stCondLst>
                                  <p:childTnLst>
                                    <p:set>
                                      <p:cBhvr>
                                        <p:cTn id="525" dur="1" fill="hold">
                                          <p:stCondLst>
                                            <p:cond delay="0"/>
                                          </p:stCondLst>
                                        </p:cTn>
                                        <p:tgtEl>
                                          <p:spTgt spid="54"/>
                                        </p:tgtEl>
                                        <p:attrNameLst>
                                          <p:attrName>style.visibility</p:attrName>
                                        </p:attrNameLst>
                                      </p:cBhvr>
                                      <p:to>
                                        <p:strVal val="visible"/>
                                      </p:to>
                                    </p:set>
                                    <p:animEffect transition="in" filter="fade">
                                      <p:cBhvr>
                                        <p:cTn id="526" dur="1000"/>
                                        <p:tgtEl>
                                          <p:spTgt spid="54"/>
                                        </p:tgtEl>
                                      </p:cBhvr>
                                    </p:animEffect>
                                    <p:anim calcmode="lin" valueType="num">
                                      <p:cBhvr>
                                        <p:cTn id="527" dur="1000" fill="hold"/>
                                        <p:tgtEl>
                                          <p:spTgt spid="54"/>
                                        </p:tgtEl>
                                        <p:attrNameLst>
                                          <p:attrName>ppt_x</p:attrName>
                                        </p:attrNameLst>
                                      </p:cBhvr>
                                      <p:tavLst>
                                        <p:tav tm="0">
                                          <p:val>
                                            <p:strVal val="#ppt_x"/>
                                          </p:val>
                                        </p:tav>
                                        <p:tav tm="100000">
                                          <p:val>
                                            <p:strVal val="#ppt_x"/>
                                          </p:val>
                                        </p:tav>
                                      </p:tavLst>
                                    </p:anim>
                                    <p:anim calcmode="lin" valueType="num">
                                      <p:cBhvr>
                                        <p:cTn id="528" dur="1000" fill="hold"/>
                                        <p:tgtEl>
                                          <p:spTgt spid="54"/>
                                        </p:tgtEl>
                                        <p:attrNameLst>
                                          <p:attrName>ppt_y</p:attrName>
                                        </p:attrNameLst>
                                      </p:cBhvr>
                                      <p:tavLst>
                                        <p:tav tm="0">
                                          <p:val>
                                            <p:strVal val="#ppt_y-.1"/>
                                          </p:val>
                                        </p:tav>
                                        <p:tav tm="100000">
                                          <p:val>
                                            <p:strVal val="#ppt_y"/>
                                          </p:val>
                                        </p:tav>
                                      </p:tavLst>
                                    </p:anim>
                                  </p:childTnLst>
                                </p:cTn>
                              </p:par>
                              <p:par>
                                <p:cTn id="529" presetID="22" presetClass="entr" presetSubtype="8" fill="hold" nodeType="withEffect">
                                  <p:stCondLst>
                                    <p:cond delay="0"/>
                                  </p:stCondLst>
                                  <p:childTnLst>
                                    <p:set>
                                      <p:cBhvr>
                                        <p:cTn id="530" dur="1" fill="hold">
                                          <p:stCondLst>
                                            <p:cond delay="0"/>
                                          </p:stCondLst>
                                        </p:cTn>
                                        <p:tgtEl>
                                          <p:spTgt spid="27"/>
                                        </p:tgtEl>
                                        <p:attrNameLst>
                                          <p:attrName>style.visibility</p:attrName>
                                        </p:attrNameLst>
                                      </p:cBhvr>
                                      <p:to>
                                        <p:strVal val="visible"/>
                                      </p:to>
                                    </p:set>
                                    <p:animEffect transition="in" filter="wipe(left)">
                                      <p:cBhvr>
                                        <p:cTn id="531" dur="1000"/>
                                        <p:tgtEl>
                                          <p:spTgt spid="27"/>
                                        </p:tgtEl>
                                      </p:cBhvr>
                                    </p:animEffect>
                                  </p:childTnLst>
                                </p:cTn>
                              </p:par>
                            </p:childTnLst>
                          </p:cTn>
                        </p:par>
                        <p:par>
                          <p:cTn id="532" fill="hold">
                            <p:stCondLst>
                              <p:cond delay="16500"/>
                            </p:stCondLst>
                            <p:childTnLst>
                              <p:par>
                                <p:cTn id="533" presetID="10" presetClass="exit" presetSubtype="0" fill="hold" nodeType="afterEffect">
                                  <p:stCondLst>
                                    <p:cond delay="0"/>
                                  </p:stCondLst>
                                  <p:childTnLst>
                                    <p:animEffect transition="out" filter="fade">
                                      <p:cBhvr>
                                        <p:cTn id="534" dur="500"/>
                                        <p:tgtEl>
                                          <p:spTgt spid="63"/>
                                        </p:tgtEl>
                                      </p:cBhvr>
                                    </p:animEffect>
                                    <p:set>
                                      <p:cBhvr>
                                        <p:cTn id="535" dur="1" fill="hold">
                                          <p:stCondLst>
                                            <p:cond delay="499"/>
                                          </p:stCondLst>
                                        </p:cTn>
                                        <p:tgtEl>
                                          <p:spTgt spid="63"/>
                                        </p:tgtEl>
                                        <p:attrNameLst>
                                          <p:attrName>style.visibility</p:attrName>
                                        </p:attrNameLst>
                                      </p:cBhvr>
                                      <p:to>
                                        <p:strVal val="hidden"/>
                                      </p:to>
                                    </p:set>
                                  </p:childTnLst>
                                </p:cTn>
                              </p:par>
                              <p:par>
                                <p:cTn id="536" presetID="22" presetClass="entr" presetSubtype="1" fill="hold" nodeType="withEffect">
                                  <p:stCondLst>
                                    <p:cond delay="0"/>
                                  </p:stCondLst>
                                  <p:childTnLst>
                                    <p:set>
                                      <p:cBhvr>
                                        <p:cTn id="537" dur="1" fill="hold">
                                          <p:stCondLst>
                                            <p:cond delay="0"/>
                                          </p:stCondLst>
                                        </p:cTn>
                                        <p:tgtEl>
                                          <p:spTgt spid="24"/>
                                        </p:tgtEl>
                                        <p:attrNameLst>
                                          <p:attrName>style.visibility</p:attrName>
                                        </p:attrNameLst>
                                      </p:cBhvr>
                                      <p:to>
                                        <p:strVal val="visible"/>
                                      </p:to>
                                    </p:set>
                                    <p:animEffect transition="in" filter="wipe(up)">
                                      <p:cBhvr>
                                        <p:cTn id="538" dur="500"/>
                                        <p:tgtEl>
                                          <p:spTgt spid="24"/>
                                        </p:tgtEl>
                                      </p:cBhvr>
                                    </p:animEffect>
                                  </p:childTnLst>
                                </p:cTn>
                              </p:par>
                              <p:par>
                                <p:cTn id="539" presetID="10" presetClass="exit" presetSubtype="0" fill="hold" nodeType="withEffect">
                                  <p:stCondLst>
                                    <p:cond delay="0"/>
                                  </p:stCondLst>
                                  <p:childTnLst>
                                    <p:animEffect transition="out" filter="fade">
                                      <p:cBhvr>
                                        <p:cTn id="540" dur="500"/>
                                        <p:tgtEl>
                                          <p:spTgt spid="25"/>
                                        </p:tgtEl>
                                      </p:cBhvr>
                                    </p:animEffect>
                                    <p:set>
                                      <p:cBhvr>
                                        <p:cTn id="541" dur="1" fill="hold">
                                          <p:stCondLst>
                                            <p:cond delay="499"/>
                                          </p:stCondLst>
                                        </p:cTn>
                                        <p:tgtEl>
                                          <p:spTgt spid="25"/>
                                        </p:tgtEl>
                                        <p:attrNameLst>
                                          <p:attrName>style.visibility</p:attrName>
                                        </p:attrNameLst>
                                      </p:cBhvr>
                                      <p:to>
                                        <p:strVal val="hidden"/>
                                      </p:to>
                                    </p:set>
                                  </p:childTnLst>
                                </p:cTn>
                              </p:par>
                              <p:par>
                                <p:cTn id="542" presetID="22" presetClass="entr" presetSubtype="1" fill="hold" nodeType="withEffect">
                                  <p:stCondLst>
                                    <p:cond delay="0"/>
                                  </p:stCondLst>
                                  <p:childTnLst>
                                    <p:set>
                                      <p:cBhvr>
                                        <p:cTn id="543" dur="1" fill="hold">
                                          <p:stCondLst>
                                            <p:cond delay="0"/>
                                          </p:stCondLst>
                                        </p:cTn>
                                        <p:tgtEl>
                                          <p:spTgt spid="26"/>
                                        </p:tgtEl>
                                        <p:attrNameLst>
                                          <p:attrName>style.visibility</p:attrName>
                                        </p:attrNameLst>
                                      </p:cBhvr>
                                      <p:to>
                                        <p:strVal val="visible"/>
                                      </p:to>
                                    </p:set>
                                    <p:animEffect transition="in" filter="wipe(up)">
                                      <p:cBhvr>
                                        <p:cTn id="544" dur="500"/>
                                        <p:tgtEl>
                                          <p:spTgt spid="26"/>
                                        </p:tgtEl>
                                      </p:cBhvr>
                                    </p:animEffect>
                                  </p:childTnLst>
                                </p:cTn>
                              </p:par>
                            </p:childTnLst>
                          </p:cTn>
                        </p:par>
                        <p:par>
                          <p:cTn id="545" fill="hold">
                            <p:stCondLst>
                              <p:cond delay="17000"/>
                            </p:stCondLst>
                            <p:childTnLst>
                              <p:par>
                                <p:cTn id="546" presetID="22" presetClass="exit" presetSubtype="1" fill="hold" nodeType="afterEffect">
                                  <p:stCondLst>
                                    <p:cond delay="0"/>
                                  </p:stCondLst>
                                  <p:childTnLst>
                                    <p:animEffect transition="out" filter="wipe(up)">
                                      <p:cBhvr>
                                        <p:cTn id="547" dur="500"/>
                                        <p:tgtEl>
                                          <p:spTgt spid="365"/>
                                        </p:tgtEl>
                                      </p:cBhvr>
                                    </p:animEffect>
                                    <p:set>
                                      <p:cBhvr>
                                        <p:cTn id="548" dur="1" fill="hold">
                                          <p:stCondLst>
                                            <p:cond delay="499"/>
                                          </p:stCondLst>
                                        </p:cTn>
                                        <p:tgtEl>
                                          <p:spTgt spid="365"/>
                                        </p:tgtEl>
                                        <p:attrNameLst>
                                          <p:attrName>style.visibility</p:attrName>
                                        </p:attrNameLst>
                                      </p:cBhvr>
                                      <p:to>
                                        <p:strVal val="hidden"/>
                                      </p:to>
                                    </p:set>
                                  </p:childTnLst>
                                </p:cTn>
                              </p:par>
                              <p:par>
                                <p:cTn id="549" presetID="22" presetClass="exit" presetSubtype="1" fill="hold" nodeType="withEffect">
                                  <p:stCondLst>
                                    <p:cond delay="0"/>
                                  </p:stCondLst>
                                  <p:childTnLst>
                                    <p:animEffect transition="out" filter="wipe(up)">
                                      <p:cBhvr>
                                        <p:cTn id="550" dur="500"/>
                                        <p:tgtEl>
                                          <p:spTgt spid="368"/>
                                        </p:tgtEl>
                                      </p:cBhvr>
                                    </p:animEffect>
                                    <p:set>
                                      <p:cBhvr>
                                        <p:cTn id="551" dur="1" fill="hold">
                                          <p:stCondLst>
                                            <p:cond delay="499"/>
                                          </p:stCondLst>
                                        </p:cTn>
                                        <p:tgtEl>
                                          <p:spTgt spid="368"/>
                                        </p:tgtEl>
                                        <p:attrNameLst>
                                          <p:attrName>style.visibility</p:attrName>
                                        </p:attrNameLst>
                                      </p:cBhvr>
                                      <p:to>
                                        <p:strVal val="hidden"/>
                                      </p:to>
                                    </p:set>
                                  </p:childTnLst>
                                </p:cTn>
                              </p:par>
                            </p:childTnLst>
                          </p:cTn>
                        </p:par>
                        <p:par>
                          <p:cTn id="552" fill="hold">
                            <p:stCondLst>
                              <p:cond delay="17500"/>
                            </p:stCondLst>
                            <p:childTnLst>
                              <p:par>
                                <p:cTn id="553" presetID="10" presetClass="exit" presetSubtype="0" fill="hold" grpId="5" nodeType="afterEffect">
                                  <p:stCondLst>
                                    <p:cond delay="0"/>
                                  </p:stCondLst>
                                  <p:childTnLst>
                                    <p:animEffect transition="out" filter="fade">
                                      <p:cBhvr>
                                        <p:cTn id="554" dur="500"/>
                                        <p:tgtEl>
                                          <p:spTgt spid="60"/>
                                        </p:tgtEl>
                                      </p:cBhvr>
                                    </p:animEffect>
                                    <p:set>
                                      <p:cBhvr>
                                        <p:cTn id="555" dur="1" fill="hold">
                                          <p:stCondLst>
                                            <p:cond delay="499"/>
                                          </p:stCondLst>
                                        </p:cTn>
                                        <p:tgtEl>
                                          <p:spTgt spid="60"/>
                                        </p:tgtEl>
                                        <p:attrNameLst>
                                          <p:attrName>style.visibility</p:attrName>
                                        </p:attrNameLst>
                                      </p:cBhvr>
                                      <p:to>
                                        <p:strVal val="hidden"/>
                                      </p:to>
                                    </p:set>
                                  </p:childTnLst>
                                </p:cTn>
                              </p:par>
                            </p:childTnLst>
                          </p:cTn>
                        </p:par>
                      </p:childTnLst>
                    </p:cTn>
                  </p:par>
                  <p:par>
                    <p:cTn id="556" fill="hold">
                      <p:stCondLst>
                        <p:cond delay="indefinite"/>
                      </p:stCondLst>
                      <p:childTnLst>
                        <p:par>
                          <p:cTn id="557" fill="hold">
                            <p:stCondLst>
                              <p:cond delay="0"/>
                            </p:stCondLst>
                            <p:childTnLst>
                              <p:par>
                                <p:cTn id="558" presetID="22" presetClass="entr" presetSubtype="8" fill="hold" grpId="6" nodeType="clickEffect">
                                  <p:stCondLst>
                                    <p:cond delay="0"/>
                                  </p:stCondLst>
                                  <p:childTnLst>
                                    <p:set>
                                      <p:cBhvr>
                                        <p:cTn id="559" dur="1" fill="hold">
                                          <p:stCondLst>
                                            <p:cond delay="0"/>
                                          </p:stCondLst>
                                        </p:cTn>
                                        <p:tgtEl>
                                          <p:spTgt spid="60"/>
                                        </p:tgtEl>
                                        <p:attrNameLst>
                                          <p:attrName>style.visibility</p:attrName>
                                        </p:attrNameLst>
                                      </p:cBhvr>
                                      <p:to>
                                        <p:strVal val="visible"/>
                                      </p:to>
                                    </p:set>
                                    <p:animEffect transition="in" filter="wipe(left)">
                                      <p:cBhvr>
                                        <p:cTn id="560" dur="500"/>
                                        <p:tgtEl>
                                          <p:spTgt spid="60"/>
                                        </p:tgtEl>
                                      </p:cBhvr>
                                    </p:animEffect>
                                  </p:childTnLst>
                                </p:cTn>
                              </p:par>
                            </p:childTnLst>
                          </p:cTn>
                        </p:par>
                        <p:par>
                          <p:cTn id="561" fill="hold">
                            <p:stCondLst>
                              <p:cond delay="500"/>
                            </p:stCondLst>
                            <p:childTnLst>
                              <p:par>
                                <p:cTn id="562" presetID="22" presetClass="entr" presetSubtype="8" fill="hold" grpId="0" nodeType="afterEffect">
                                  <p:stCondLst>
                                    <p:cond delay="0"/>
                                  </p:stCondLst>
                                  <p:childTnLst>
                                    <p:set>
                                      <p:cBhvr>
                                        <p:cTn id="563" dur="1" fill="hold">
                                          <p:stCondLst>
                                            <p:cond delay="0"/>
                                          </p:stCondLst>
                                        </p:cTn>
                                        <p:tgtEl>
                                          <p:spTgt spid="64"/>
                                        </p:tgtEl>
                                        <p:attrNameLst>
                                          <p:attrName>style.visibility</p:attrName>
                                        </p:attrNameLst>
                                      </p:cBhvr>
                                      <p:to>
                                        <p:strVal val="visible"/>
                                      </p:to>
                                    </p:set>
                                    <p:animEffect transition="in" filter="wipe(left)">
                                      <p:cBhvr>
                                        <p:cTn id="564" dur="500"/>
                                        <p:tgtEl>
                                          <p:spTgt spid="64"/>
                                        </p:tgtEl>
                                      </p:cBhvr>
                                    </p:animEffect>
                                  </p:childTnLst>
                                </p:cTn>
                              </p:par>
                              <p:par>
                                <p:cTn id="565" presetID="3" presetClass="emph" presetSubtype="2" fill="hold" grpId="3" nodeType="withEffect">
                                  <p:stCondLst>
                                    <p:cond delay="0"/>
                                  </p:stCondLst>
                                  <p:childTnLst>
                                    <p:animClr clrSpc="rgb" dir="cw">
                                      <p:cBhvr override="childStyle">
                                        <p:cTn id="566" dur="2000" fill="hold"/>
                                        <p:tgtEl>
                                          <p:spTgt spid="62"/>
                                        </p:tgtEl>
                                        <p:attrNameLst>
                                          <p:attrName>style.color</p:attrName>
                                        </p:attrNameLst>
                                      </p:cBhvr>
                                      <p:to>
                                        <a:srgbClr val="00B050"/>
                                      </p:to>
                                    </p:animClr>
                                  </p:childTnLst>
                                </p:cTn>
                              </p:par>
                            </p:childTnLst>
                          </p:cTn>
                        </p:par>
                        <p:par>
                          <p:cTn id="567" fill="hold">
                            <p:stCondLst>
                              <p:cond delay="2500"/>
                            </p:stCondLst>
                            <p:childTnLst>
                              <p:par>
                                <p:cTn id="568" presetID="63" presetClass="path" presetSubtype="0" accel="50000" decel="50000" fill="hold" grpId="0" nodeType="afterEffect">
                                  <p:stCondLst>
                                    <p:cond delay="0"/>
                                  </p:stCondLst>
                                  <p:childTnLst>
                                    <p:animMotion origin="layout" path="M 3.33333E-6 0 L 0.02708 0.00046 " pathEditMode="relative" rAng="0" ptsTypes="AA">
                                      <p:cBhvr>
                                        <p:cTn id="569" dur="2000" fill="hold"/>
                                        <p:tgtEl>
                                          <p:spTgt spid="45"/>
                                        </p:tgtEl>
                                        <p:attrNameLst>
                                          <p:attrName>ppt_x</p:attrName>
                                          <p:attrName>ppt_y</p:attrName>
                                        </p:attrNameLst>
                                      </p:cBhvr>
                                      <p:rCtr x="1354" y="23"/>
                                    </p:animMotion>
                                  </p:childTnLst>
                                </p:cTn>
                              </p:par>
                              <p:par>
                                <p:cTn id="570" presetID="64" presetClass="path" presetSubtype="0" accel="50000" decel="50000" fill="hold" grpId="1" nodeType="withEffect">
                                  <p:stCondLst>
                                    <p:cond delay="0"/>
                                  </p:stCondLst>
                                  <p:childTnLst>
                                    <p:animMotion origin="layout" path="M 1.875E-6 2.59259E-6 L -0.08086 -0.10741 " pathEditMode="relative" rAng="0" ptsTypes="AA">
                                      <p:cBhvr>
                                        <p:cTn id="571" dur="2000" fill="hold"/>
                                        <p:tgtEl>
                                          <p:spTgt spid="64"/>
                                        </p:tgtEl>
                                        <p:attrNameLst>
                                          <p:attrName>ppt_x</p:attrName>
                                          <p:attrName>ppt_y</p:attrName>
                                        </p:attrNameLst>
                                      </p:cBhvr>
                                      <p:rCtr x="-4049" y="-5370"/>
                                    </p:animMotion>
                                  </p:childTnLst>
                                </p:cTn>
                              </p:par>
                            </p:childTnLst>
                          </p:cTn>
                        </p:par>
                        <p:par>
                          <p:cTn id="572" fill="hold">
                            <p:stCondLst>
                              <p:cond delay="4500"/>
                            </p:stCondLst>
                            <p:childTnLst>
                              <p:par>
                                <p:cTn id="573" presetID="10" presetClass="exit" presetSubtype="0" fill="hold" grpId="0" nodeType="afterEffect">
                                  <p:stCondLst>
                                    <p:cond delay="0"/>
                                  </p:stCondLst>
                                  <p:childTnLst>
                                    <p:animEffect transition="out" filter="fade">
                                      <p:cBhvr>
                                        <p:cTn id="574" dur="500"/>
                                        <p:tgtEl>
                                          <p:spTgt spid="438"/>
                                        </p:tgtEl>
                                      </p:cBhvr>
                                    </p:animEffect>
                                    <p:set>
                                      <p:cBhvr>
                                        <p:cTn id="575" dur="1" fill="hold">
                                          <p:stCondLst>
                                            <p:cond delay="499"/>
                                          </p:stCondLst>
                                        </p:cTn>
                                        <p:tgtEl>
                                          <p:spTgt spid="438"/>
                                        </p:tgtEl>
                                        <p:attrNameLst>
                                          <p:attrName>style.visibility</p:attrName>
                                        </p:attrNameLst>
                                      </p:cBhvr>
                                      <p:to>
                                        <p:strVal val="hidden"/>
                                      </p:to>
                                    </p:set>
                                  </p:childTnLst>
                                </p:cTn>
                              </p:par>
                              <p:par>
                                <p:cTn id="576" presetID="31" presetClass="entr" presetSubtype="0" fill="hold" grpId="1" nodeType="withEffect">
                                  <p:stCondLst>
                                    <p:cond delay="0"/>
                                  </p:stCondLst>
                                  <p:childTnLst>
                                    <p:set>
                                      <p:cBhvr>
                                        <p:cTn id="577" dur="1" fill="hold">
                                          <p:stCondLst>
                                            <p:cond delay="0"/>
                                          </p:stCondLst>
                                        </p:cTn>
                                        <p:tgtEl>
                                          <p:spTgt spid="458"/>
                                        </p:tgtEl>
                                        <p:attrNameLst>
                                          <p:attrName>style.visibility</p:attrName>
                                        </p:attrNameLst>
                                      </p:cBhvr>
                                      <p:to>
                                        <p:strVal val="visible"/>
                                      </p:to>
                                    </p:set>
                                    <p:anim calcmode="lin" valueType="num">
                                      <p:cBhvr>
                                        <p:cTn id="578" dur="1000" fill="hold"/>
                                        <p:tgtEl>
                                          <p:spTgt spid="458"/>
                                        </p:tgtEl>
                                        <p:attrNameLst>
                                          <p:attrName>ppt_w</p:attrName>
                                        </p:attrNameLst>
                                      </p:cBhvr>
                                      <p:tavLst>
                                        <p:tav tm="0">
                                          <p:val>
                                            <p:fltVal val="0"/>
                                          </p:val>
                                        </p:tav>
                                        <p:tav tm="100000">
                                          <p:val>
                                            <p:strVal val="#ppt_w"/>
                                          </p:val>
                                        </p:tav>
                                      </p:tavLst>
                                    </p:anim>
                                    <p:anim calcmode="lin" valueType="num">
                                      <p:cBhvr>
                                        <p:cTn id="579" dur="1000" fill="hold"/>
                                        <p:tgtEl>
                                          <p:spTgt spid="458"/>
                                        </p:tgtEl>
                                        <p:attrNameLst>
                                          <p:attrName>ppt_h</p:attrName>
                                        </p:attrNameLst>
                                      </p:cBhvr>
                                      <p:tavLst>
                                        <p:tav tm="0">
                                          <p:val>
                                            <p:fltVal val="0"/>
                                          </p:val>
                                        </p:tav>
                                        <p:tav tm="100000">
                                          <p:val>
                                            <p:strVal val="#ppt_h"/>
                                          </p:val>
                                        </p:tav>
                                      </p:tavLst>
                                    </p:anim>
                                    <p:anim calcmode="lin" valueType="num">
                                      <p:cBhvr>
                                        <p:cTn id="580" dur="1000" fill="hold"/>
                                        <p:tgtEl>
                                          <p:spTgt spid="458"/>
                                        </p:tgtEl>
                                        <p:attrNameLst>
                                          <p:attrName>style.rotation</p:attrName>
                                        </p:attrNameLst>
                                      </p:cBhvr>
                                      <p:tavLst>
                                        <p:tav tm="0">
                                          <p:val>
                                            <p:fltVal val="90"/>
                                          </p:val>
                                        </p:tav>
                                        <p:tav tm="100000">
                                          <p:val>
                                            <p:fltVal val="0"/>
                                          </p:val>
                                        </p:tav>
                                      </p:tavLst>
                                    </p:anim>
                                    <p:animEffect transition="in" filter="fade">
                                      <p:cBhvr>
                                        <p:cTn id="581" dur="1000"/>
                                        <p:tgtEl>
                                          <p:spTgt spid="458"/>
                                        </p:tgtEl>
                                      </p:cBhvr>
                                    </p:animEffect>
                                  </p:childTnLst>
                                </p:cTn>
                              </p:par>
                            </p:childTnLst>
                          </p:cTn>
                        </p:par>
                        <p:par>
                          <p:cTn id="582" fill="hold">
                            <p:stCondLst>
                              <p:cond delay="5500"/>
                            </p:stCondLst>
                            <p:childTnLst>
                              <p:par>
                                <p:cTn id="583" presetID="63" presetClass="path" presetSubtype="0" accel="50000" decel="50000" fill="hold" grpId="5" nodeType="afterEffect">
                                  <p:stCondLst>
                                    <p:cond delay="0"/>
                                  </p:stCondLst>
                                  <p:childTnLst>
                                    <p:animMotion origin="layout" path="M -0.02552 -0.21667 L 0.00221 -0.21667 " pathEditMode="relative" rAng="0" ptsTypes="AA">
                                      <p:cBhvr>
                                        <p:cTn id="584" dur="2000" fill="hold"/>
                                        <p:tgtEl>
                                          <p:spTgt spid="47"/>
                                        </p:tgtEl>
                                        <p:attrNameLst>
                                          <p:attrName>ppt_x</p:attrName>
                                          <p:attrName>ppt_y</p:attrName>
                                        </p:attrNameLst>
                                      </p:cBhvr>
                                      <p:rCtr x="1380" y="0"/>
                                    </p:animMotion>
                                  </p:childTnLst>
                                </p:cTn>
                              </p:par>
                              <p:par>
                                <p:cTn id="585" presetID="63" presetClass="path" presetSubtype="0" accel="50000" decel="50000" fill="hold" grpId="0" nodeType="withEffect">
                                  <p:stCondLst>
                                    <p:cond delay="1000"/>
                                  </p:stCondLst>
                                  <p:childTnLst>
                                    <p:animMotion origin="layout" path="M -1.45833E-6 4.44444E-6 L 0.02839 -0.00024 " pathEditMode="relative" rAng="0" ptsTypes="AA">
                                      <p:cBhvr>
                                        <p:cTn id="586" dur="2000" fill="hold"/>
                                        <p:tgtEl>
                                          <p:spTgt spid="39"/>
                                        </p:tgtEl>
                                        <p:attrNameLst>
                                          <p:attrName>ppt_x</p:attrName>
                                          <p:attrName>ppt_y</p:attrName>
                                        </p:attrNameLst>
                                      </p:cBhvr>
                                      <p:rCtr x="1419" y="-23"/>
                                    </p:animMotion>
                                  </p:childTnLst>
                                </p:cTn>
                              </p:par>
                              <p:par>
                                <p:cTn id="587" presetID="64" presetClass="path" presetSubtype="0" accel="50000" decel="50000" fill="hold" grpId="2" nodeType="withEffect">
                                  <p:stCondLst>
                                    <p:cond delay="1000"/>
                                  </p:stCondLst>
                                  <p:childTnLst>
                                    <p:animMotion origin="layout" path="M -0.08086 -0.10741 L -0.05339 -0.21597 " pathEditMode="relative" rAng="0" ptsTypes="AA">
                                      <p:cBhvr>
                                        <p:cTn id="588" dur="2000" fill="hold"/>
                                        <p:tgtEl>
                                          <p:spTgt spid="64"/>
                                        </p:tgtEl>
                                        <p:attrNameLst>
                                          <p:attrName>ppt_x</p:attrName>
                                          <p:attrName>ppt_y</p:attrName>
                                        </p:attrNameLst>
                                      </p:cBhvr>
                                      <p:rCtr x="1367" y="-5440"/>
                                    </p:animMotion>
                                  </p:childTnLst>
                                </p:cTn>
                              </p:par>
                              <p:par>
                                <p:cTn id="589" presetID="35" presetClass="path" presetSubtype="0" accel="50000" decel="50000" fill="hold" grpId="0" nodeType="withEffect">
                                  <p:stCondLst>
                                    <p:cond delay="1000"/>
                                  </p:stCondLst>
                                  <p:childTnLst>
                                    <p:animMotion origin="layout" path="M -0.00182 4.07407E-6 L -0.1181 -0.0007 " pathEditMode="relative" rAng="0" ptsTypes="AA">
                                      <p:cBhvr>
                                        <p:cTn id="590" dur="2000" fill="hold"/>
                                        <p:tgtEl>
                                          <p:spTgt spid="44"/>
                                        </p:tgtEl>
                                        <p:attrNameLst>
                                          <p:attrName>ppt_x</p:attrName>
                                          <p:attrName>ppt_y</p:attrName>
                                        </p:attrNameLst>
                                      </p:cBhvr>
                                      <p:rCtr x="-5820" y="-46"/>
                                    </p:animMotion>
                                  </p:childTnLst>
                                </p:cTn>
                              </p:par>
                              <p:par>
                                <p:cTn id="591" presetID="35" presetClass="path" presetSubtype="0" accel="50000" decel="50000" fill="hold" nodeType="withEffect">
                                  <p:stCondLst>
                                    <p:cond delay="1000"/>
                                  </p:stCondLst>
                                  <p:childTnLst>
                                    <p:animMotion origin="layout" path="M 4.58333E-6 -1.48148E-6 L -0.11667 0.00023 " pathEditMode="relative" rAng="0" ptsTypes="AA">
                                      <p:cBhvr>
                                        <p:cTn id="592" dur="2000" fill="hold"/>
                                        <p:tgtEl>
                                          <p:spTgt spid="220"/>
                                        </p:tgtEl>
                                        <p:attrNameLst>
                                          <p:attrName>ppt_x</p:attrName>
                                          <p:attrName>ppt_y</p:attrName>
                                        </p:attrNameLst>
                                      </p:cBhvr>
                                      <p:rCtr x="-5833" y="0"/>
                                    </p:animMotion>
                                  </p:childTnLst>
                                </p:cTn>
                              </p:par>
                              <p:par>
                                <p:cTn id="593" presetID="10" presetClass="exit" presetSubtype="0" fill="hold" grpId="0" nodeType="withEffect">
                                  <p:stCondLst>
                                    <p:cond delay="1000"/>
                                  </p:stCondLst>
                                  <p:childTnLst>
                                    <p:animEffect transition="out" filter="fade">
                                      <p:cBhvr>
                                        <p:cTn id="594" dur="500"/>
                                        <p:tgtEl>
                                          <p:spTgt spid="458"/>
                                        </p:tgtEl>
                                      </p:cBhvr>
                                    </p:animEffect>
                                    <p:set>
                                      <p:cBhvr>
                                        <p:cTn id="595" dur="1" fill="hold">
                                          <p:stCondLst>
                                            <p:cond delay="499"/>
                                          </p:stCondLst>
                                        </p:cTn>
                                        <p:tgtEl>
                                          <p:spTgt spid="458"/>
                                        </p:tgtEl>
                                        <p:attrNameLst>
                                          <p:attrName>style.visibility</p:attrName>
                                        </p:attrNameLst>
                                      </p:cBhvr>
                                      <p:to>
                                        <p:strVal val="hidden"/>
                                      </p:to>
                                    </p:set>
                                  </p:childTnLst>
                                </p:cTn>
                              </p:par>
                              <p:par>
                                <p:cTn id="596" presetID="31" presetClass="entr" presetSubtype="0" fill="hold" grpId="0" nodeType="withEffect">
                                  <p:stCondLst>
                                    <p:cond delay="3000"/>
                                  </p:stCondLst>
                                  <p:childTnLst>
                                    <p:set>
                                      <p:cBhvr>
                                        <p:cTn id="597" dur="1" fill="hold">
                                          <p:stCondLst>
                                            <p:cond delay="0"/>
                                          </p:stCondLst>
                                        </p:cTn>
                                        <p:tgtEl>
                                          <p:spTgt spid="459"/>
                                        </p:tgtEl>
                                        <p:attrNameLst>
                                          <p:attrName>style.visibility</p:attrName>
                                        </p:attrNameLst>
                                      </p:cBhvr>
                                      <p:to>
                                        <p:strVal val="visible"/>
                                      </p:to>
                                    </p:set>
                                    <p:anim calcmode="lin" valueType="num">
                                      <p:cBhvr>
                                        <p:cTn id="598" dur="1000" fill="hold"/>
                                        <p:tgtEl>
                                          <p:spTgt spid="459"/>
                                        </p:tgtEl>
                                        <p:attrNameLst>
                                          <p:attrName>ppt_w</p:attrName>
                                        </p:attrNameLst>
                                      </p:cBhvr>
                                      <p:tavLst>
                                        <p:tav tm="0">
                                          <p:val>
                                            <p:fltVal val="0"/>
                                          </p:val>
                                        </p:tav>
                                        <p:tav tm="100000">
                                          <p:val>
                                            <p:strVal val="#ppt_w"/>
                                          </p:val>
                                        </p:tav>
                                      </p:tavLst>
                                    </p:anim>
                                    <p:anim calcmode="lin" valueType="num">
                                      <p:cBhvr>
                                        <p:cTn id="599" dur="1000" fill="hold"/>
                                        <p:tgtEl>
                                          <p:spTgt spid="459"/>
                                        </p:tgtEl>
                                        <p:attrNameLst>
                                          <p:attrName>ppt_h</p:attrName>
                                        </p:attrNameLst>
                                      </p:cBhvr>
                                      <p:tavLst>
                                        <p:tav tm="0">
                                          <p:val>
                                            <p:fltVal val="0"/>
                                          </p:val>
                                        </p:tav>
                                        <p:tav tm="100000">
                                          <p:val>
                                            <p:strVal val="#ppt_h"/>
                                          </p:val>
                                        </p:tav>
                                      </p:tavLst>
                                    </p:anim>
                                    <p:anim calcmode="lin" valueType="num">
                                      <p:cBhvr>
                                        <p:cTn id="600" dur="1000" fill="hold"/>
                                        <p:tgtEl>
                                          <p:spTgt spid="459"/>
                                        </p:tgtEl>
                                        <p:attrNameLst>
                                          <p:attrName>style.rotation</p:attrName>
                                        </p:attrNameLst>
                                      </p:cBhvr>
                                      <p:tavLst>
                                        <p:tav tm="0">
                                          <p:val>
                                            <p:fltVal val="90"/>
                                          </p:val>
                                        </p:tav>
                                        <p:tav tm="100000">
                                          <p:val>
                                            <p:fltVal val="0"/>
                                          </p:val>
                                        </p:tav>
                                      </p:tavLst>
                                    </p:anim>
                                    <p:animEffect transition="in" filter="fade">
                                      <p:cBhvr>
                                        <p:cTn id="601" dur="1000"/>
                                        <p:tgtEl>
                                          <p:spTgt spid="459"/>
                                        </p:tgtEl>
                                      </p:cBhvr>
                                    </p:animEffect>
                                  </p:childTnLst>
                                </p:cTn>
                              </p:par>
                              <p:par>
                                <p:cTn id="602" presetID="10" presetClass="exit" presetSubtype="0" fill="hold" grpId="0" nodeType="withEffect">
                                  <p:stCondLst>
                                    <p:cond delay="1000"/>
                                  </p:stCondLst>
                                  <p:childTnLst>
                                    <p:animEffect transition="out" filter="fade">
                                      <p:cBhvr>
                                        <p:cTn id="603" dur="500"/>
                                        <p:tgtEl>
                                          <p:spTgt spid="452"/>
                                        </p:tgtEl>
                                      </p:cBhvr>
                                    </p:animEffect>
                                    <p:set>
                                      <p:cBhvr>
                                        <p:cTn id="604" dur="1" fill="hold">
                                          <p:stCondLst>
                                            <p:cond delay="499"/>
                                          </p:stCondLst>
                                        </p:cTn>
                                        <p:tgtEl>
                                          <p:spTgt spid="452"/>
                                        </p:tgtEl>
                                        <p:attrNameLst>
                                          <p:attrName>style.visibility</p:attrName>
                                        </p:attrNameLst>
                                      </p:cBhvr>
                                      <p:to>
                                        <p:strVal val="hidden"/>
                                      </p:to>
                                    </p:set>
                                  </p:childTnLst>
                                </p:cTn>
                              </p:par>
                              <p:par>
                                <p:cTn id="605" presetID="31" presetClass="entr" presetSubtype="0" fill="hold" grpId="1" nodeType="withEffect">
                                  <p:stCondLst>
                                    <p:cond delay="1000"/>
                                  </p:stCondLst>
                                  <p:childTnLst>
                                    <p:set>
                                      <p:cBhvr>
                                        <p:cTn id="606" dur="1" fill="hold">
                                          <p:stCondLst>
                                            <p:cond delay="0"/>
                                          </p:stCondLst>
                                        </p:cTn>
                                        <p:tgtEl>
                                          <p:spTgt spid="453"/>
                                        </p:tgtEl>
                                        <p:attrNameLst>
                                          <p:attrName>style.visibility</p:attrName>
                                        </p:attrNameLst>
                                      </p:cBhvr>
                                      <p:to>
                                        <p:strVal val="visible"/>
                                      </p:to>
                                    </p:set>
                                    <p:anim calcmode="lin" valueType="num">
                                      <p:cBhvr>
                                        <p:cTn id="607" dur="1000" fill="hold"/>
                                        <p:tgtEl>
                                          <p:spTgt spid="453"/>
                                        </p:tgtEl>
                                        <p:attrNameLst>
                                          <p:attrName>ppt_w</p:attrName>
                                        </p:attrNameLst>
                                      </p:cBhvr>
                                      <p:tavLst>
                                        <p:tav tm="0">
                                          <p:val>
                                            <p:fltVal val="0"/>
                                          </p:val>
                                        </p:tav>
                                        <p:tav tm="100000">
                                          <p:val>
                                            <p:strVal val="#ppt_w"/>
                                          </p:val>
                                        </p:tav>
                                      </p:tavLst>
                                    </p:anim>
                                    <p:anim calcmode="lin" valueType="num">
                                      <p:cBhvr>
                                        <p:cTn id="608" dur="1000" fill="hold"/>
                                        <p:tgtEl>
                                          <p:spTgt spid="453"/>
                                        </p:tgtEl>
                                        <p:attrNameLst>
                                          <p:attrName>ppt_h</p:attrName>
                                        </p:attrNameLst>
                                      </p:cBhvr>
                                      <p:tavLst>
                                        <p:tav tm="0">
                                          <p:val>
                                            <p:fltVal val="0"/>
                                          </p:val>
                                        </p:tav>
                                        <p:tav tm="100000">
                                          <p:val>
                                            <p:strVal val="#ppt_h"/>
                                          </p:val>
                                        </p:tav>
                                      </p:tavLst>
                                    </p:anim>
                                    <p:anim calcmode="lin" valueType="num">
                                      <p:cBhvr>
                                        <p:cTn id="609" dur="1000" fill="hold"/>
                                        <p:tgtEl>
                                          <p:spTgt spid="453"/>
                                        </p:tgtEl>
                                        <p:attrNameLst>
                                          <p:attrName>style.rotation</p:attrName>
                                        </p:attrNameLst>
                                      </p:cBhvr>
                                      <p:tavLst>
                                        <p:tav tm="0">
                                          <p:val>
                                            <p:fltVal val="90"/>
                                          </p:val>
                                        </p:tav>
                                        <p:tav tm="100000">
                                          <p:val>
                                            <p:fltVal val="0"/>
                                          </p:val>
                                        </p:tav>
                                      </p:tavLst>
                                    </p:anim>
                                    <p:animEffect transition="in" filter="fade">
                                      <p:cBhvr>
                                        <p:cTn id="610" dur="1000"/>
                                        <p:tgtEl>
                                          <p:spTgt spid="453"/>
                                        </p:tgtEl>
                                      </p:cBhvr>
                                    </p:animEffect>
                                  </p:childTnLst>
                                </p:cTn>
                              </p:par>
                            </p:childTnLst>
                          </p:cTn>
                        </p:par>
                        <p:par>
                          <p:cTn id="611" fill="hold">
                            <p:stCondLst>
                              <p:cond delay="9500"/>
                            </p:stCondLst>
                            <p:childTnLst>
                              <p:par>
                                <p:cTn id="612" presetID="47" presetClass="entr" presetSubtype="0" fill="hold" grpId="0" nodeType="afterEffect">
                                  <p:stCondLst>
                                    <p:cond delay="0"/>
                                  </p:stCondLst>
                                  <p:childTnLst>
                                    <p:set>
                                      <p:cBhvr>
                                        <p:cTn id="613" dur="1" fill="hold">
                                          <p:stCondLst>
                                            <p:cond delay="0"/>
                                          </p:stCondLst>
                                        </p:cTn>
                                        <p:tgtEl>
                                          <p:spTgt spid="55"/>
                                        </p:tgtEl>
                                        <p:attrNameLst>
                                          <p:attrName>style.visibility</p:attrName>
                                        </p:attrNameLst>
                                      </p:cBhvr>
                                      <p:to>
                                        <p:strVal val="visible"/>
                                      </p:to>
                                    </p:set>
                                    <p:animEffect transition="in" filter="fade">
                                      <p:cBhvr>
                                        <p:cTn id="614" dur="1000"/>
                                        <p:tgtEl>
                                          <p:spTgt spid="55"/>
                                        </p:tgtEl>
                                      </p:cBhvr>
                                    </p:animEffect>
                                    <p:anim calcmode="lin" valueType="num">
                                      <p:cBhvr>
                                        <p:cTn id="615" dur="1000" fill="hold"/>
                                        <p:tgtEl>
                                          <p:spTgt spid="55"/>
                                        </p:tgtEl>
                                        <p:attrNameLst>
                                          <p:attrName>ppt_x</p:attrName>
                                        </p:attrNameLst>
                                      </p:cBhvr>
                                      <p:tavLst>
                                        <p:tav tm="0">
                                          <p:val>
                                            <p:strVal val="#ppt_x"/>
                                          </p:val>
                                        </p:tav>
                                        <p:tav tm="100000">
                                          <p:val>
                                            <p:strVal val="#ppt_x"/>
                                          </p:val>
                                        </p:tav>
                                      </p:tavLst>
                                    </p:anim>
                                    <p:anim calcmode="lin" valueType="num">
                                      <p:cBhvr>
                                        <p:cTn id="616" dur="1000" fill="hold"/>
                                        <p:tgtEl>
                                          <p:spTgt spid="55"/>
                                        </p:tgtEl>
                                        <p:attrNameLst>
                                          <p:attrName>ppt_y</p:attrName>
                                        </p:attrNameLst>
                                      </p:cBhvr>
                                      <p:tavLst>
                                        <p:tav tm="0">
                                          <p:val>
                                            <p:strVal val="#ppt_y-.1"/>
                                          </p:val>
                                        </p:tav>
                                        <p:tav tm="100000">
                                          <p:val>
                                            <p:strVal val="#ppt_y"/>
                                          </p:val>
                                        </p:tav>
                                      </p:tavLst>
                                    </p:anim>
                                  </p:childTnLst>
                                </p:cTn>
                              </p:par>
                              <p:par>
                                <p:cTn id="617" presetID="10" presetClass="exit" presetSubtype="0" fill="hold" nodeType="withEffect">
                                  <p:stCondLst>
                                    <p:cond delay="1000"/>
                                  </p:stCondLst>
                                  <p:childTnLst>
                                    <p:animEffect transition="out" filter="fade">
                                      <p:cBhvr>
                                        <p:cTn id="618" dur="500"/>
                                        <p:tgtEl>
                                          <p:spTgt spid="20"/>
                                        </p:tgtEl>
                                      </p:cBhvr>
                                    </p:animEffect>
                                    <p:set>
                                      <p:cBhvr>
                                        <p:cTn id="619" dur="1" fill="hold">
                                          <p:stCondLst>
                                            <p:cond delay="499"/>
                                          </p:stCondLst>
                                        </p:cTn>
                                        <p:tgtEl>
                                          <p:spTgt spid="20"/>
                                        </p:tgtEl>
                                        <p:attrNameLst>
                                          <p:attrName>style.visibility</p:attrName>
                                        </p:attrNameLst>
                                      </p:cBhvr>
                                      <p:to>
                                        <p:strVal val="hidden"/>
                                      </p:to>
                                    </p:set>
                                  </p:childTnLst>
                                </p:cTn>
                              </p:par>
                              <p:par>
                                <p:cTn id="620" presetID="22" presetClass="entr" presetSubtype="2" fill="hold" nodeType="withEffect">
                                  <p:stCondLst>
                                    <p:cond delay="1000"/>
                                  </p:stCondLst>
                                  <p:childTnLst>
                                    <p:set>
                                      <p:cBhvr>
                                        <p:cTn id="621" dur="1" fill="hold">
                                          <p:stCondLst>
                                            <p:cond delay="0"/>
                                          </p:stCondLst>
                                        </p:cTn>
                                        <p:tgtEl>
                                          <p:spTgt spid="22"/>
                                        </p:tgtEl>
                                        <p:attrNameLst>
                                          <p:attrName>style.visibility</p:attrName>
                                        </p:attrNameLst>
                                      </p:cBhvr>
                                      <p:to>
                                        <p:strVal val="visible"/>
                                      </p:to>
                                    </p:set>
                                    <p:animEffect transition="in" filter="wipe(right)">
                                      <p:cBhvr>
                                        <p:cTn id="622" dur="1000"/>
                                        <p:tgtEl>
                                          <p:spTgt spid="22"/>
                                        </p:tgtEl>
                                      </p:cBhvr>
                                    </p:animEffect>
                                  </p:childTnLst>
                                </p:cTn>
                              </p:par>
                              <p:par>
                                <p:cTn id="623" presetID="42" presetClass="entr" presetSubtype="0" fill="hold" nodeType="withEffect">
                                  <p:stCondLst>
                                    <p:cond delay="1000"/>
                                  </p:stCondLst>
                                  <p:childTnLst>
                                    <p:set>
                                      <p:cBhvr>
                                        <p:cTn id="624" dur="1" fill="hold">
                                          <p:stCondLst>
                                            <p:cond delay="0"/>
                                          </p:stCondLst>
                                        </p:cTn>
                                        <p:tgtEl>
                                          <p:spTgt spid="230"/>
                                        </p:tgtEl>
                                        <p:attrNameLst>
                                          <p:attrName>style.visibility</p:attrName>
                                        </p:attrNameLst>
                                      </p:cBhvr>
                                      <p:to>
                                        <p:strVal val="visible"/>
                                      </p:to>
                                    </p:set>
                                    <p:animEffect transition="in" filter="fade">
                                      <p:cBhvr>
                                        <p:cTn id="625" dur="1000"/>
                                        <p:tgtEl>
                                          <p:spTgt spid="230"/>
                                        </p:tgtEl>
                                      </p:cBhvr>
                                    </p:animEffect>
                                    <p:anim calcmode="lin" valueType="num">
                                      <p:cBhvr>
                                        <p:cTn id="626" dur="1000" fill="hold"/>
                                        <p:tgtEl>
                                          <p:spTgt spid="230"/>
                                        </p:tgtEl>
                                        <p:attrNameLst>
                                          <p:attrName>ppt_x</p:attrName>
                                        </p:attrNameLst>
                                      </p:cBhvr>
                                      <p:tavLst>
                                        <p:tav tm="0">
                                          <p:val>
                                            <p:strVal val="#ppt_x"/>
                                          </p:val>
                                        </p:tav>
                                        <p:tav tm="100000">
                                          <p:val>
                                            <p:strVal val="#ppt_x"/>
                                          </p:val>
                                        </p:tav>
                                      </p:tavLst>
                                    </p:anim>
                                    <p:anim calcmode="lin" valueType="num">
                                      <p:cBhvr>
                                        <p:cTn id="627" dur="1000" fill="hold"/>
                                        <p:tgtEl>
                                          <p:spTgt spid="230"/>
                                        </p:tgtEl>
                                        <p:attrNameLst>
                                          <p:attrName>ppt_y</p:attrName>
                                        </p:attrNameLst>
                                      </p:cBhvr>
                                      <p:tavLst>
                                        <p:tav tm="0">
                                          <p:val>
                                            <p:strVal val="#ppt_y+.1"/>
                                          </p:val>
                                        </p:tav>
                                        <p:tav tm="100000">
                                          <p:val>
                                            <p:strVal val="#ppt_y"/>
                                          </p:val>
                                        </p:tav>
                                      </p:tavLst>
                                    </p:anim>
                                  </p:childTnLst>
                                </p:cTn>
                              </p:par>
                              <p:par>
                                <p:cTn id="628" presetID="35" presetClass="path" presetSubtype="0" accel="50000" decel="50000" fill="hold" grpId="1" nodeType="withEffect">
                                  <p:stCondLst>
                                    <p:cond delay="2000"/>
                                  </p:stCondLst>
                                  <p:childTnLst>
                                    <p:animMotion origin="layout" path="M 3.33333E-6 0 L -0.02878 0.00046 " pathEditMode="relative" rAng="0" ptsTypes="AA">
                                      <p:cBhvr>
                                        <p:cTn id="629" dur="1000" fill="hold"/>
                                        <p:tgtEl>
                                          <p:spTgt spid="45"/>
                                        </p:tgtEl>
                                        <p:attrNameLst>
                                          <p:attrName>ppt_x</p:attrName>
                                          <p:attrName>ppt_y</p:attrName>
                                        </p:attrNameLst>
                                      </p:cBhvr>
                                      <p:rCtr x="-1445" y="23"/>
                                    </p:animMotion>
                                  </p:childTnLst>
                                </p:cTn>
                              </p:par>
                            </p:childTnLst>
                          </p:cTn>
                        </p:par>
                        <p:par>
                          <p:cTn id="630" fill="hold">
                            <p:stCondLst>
                              <p:cond delay="12500"/>
                            </p:stCondLst>
                            <p:childTnLst>
                              <p:par>
                                <p:cTn id="631" presetID="63" presetClass="path" presetSubtype="0" accel="50000" decel="50000" fill="hold" grpId="2" nodeType="afterEffect">
                                  <p:stCondLst>
                                    <p:cond delay="0"/>
                                  </p:stCondLst>
                                  <p:childTnLst>
                                    <p:animMotion origin="layout" path="M -0.17695 -0.21226 L -0.14909 -0.21365 " pathEditMode="relative" rAng="0" ptsTypes="AA">
                                      <p:cBhvr>
                                        <p:cTn id="632" dur="2000" fill="hold"/>
                                        <p:tgtEl>
                                          <p:spTgt spid="53"/>
                                        </p:tgtEl>
                                        <p:attrNameLst>
                                          <p:attrName>ppt_x</p:attrName>
                                          <p:attrName>ppt_y</p:attrName>
                                        </p:attrNameLst>
                                      </p:cBhvr>
                                      <p:rCtr x="1393" y="-69"/>
                                    </p:animMotion>
                                  </p:childTnLst>
                                </p:cTn>
                              </p:par>
                              <p:par>
                                <p:cTn id="633" presetID="63" presetClass="path" presetSubtype="0" accel="50000" decel="50000" fill="hold" grpId="0" nodeType="withEffect">
                                  <p:stCondLst>
                                    <p:cond delay="500"/>
                                  </p:stCondLst>
                                  <p:childTnLst>
                                    <p:animMotion origin="layout" path="M -2.08333E-6 2.22222E-6 L 0.02826 0.00116 " pathEditMode="relative" rAng="0" ptsTypes="AA">
                                      <p:cBhvr>
                                        <p:cTn id="634" dur="2000" fill="hold"/>
                                        <p:tgtEl>
                                          <p:spTgt spid="38"/>
                                        </p:tgtEl>
                                        <p:attrNameLst>
                                          <p:attrName>ppt_x</p:attrName>
                                          <p:attrName>ppt_y</p:attrName>
                                        </p:attrNameLst>
                                      </p:cBhvr>
                                      <p:rCtr x="1406" y="46"/>
                                    </p:animMotion>
                                  </p:childTnLst>
                                </p:cTn>
                              </p:par>
                              <p:par>
                                <p:cTn id="635" presetID="64" presetClass="path" presetSubtype="0" accel="50000" decel="50000" fill="hold" grpId="1" nodeType="withEffect">
                                  <p:stCondLst>
                                    <p:cond delay="1000"/>
                                  </p:stCondLst>
                                  <p:childTnLst>
                                    <p:animMotion origin="layout" path="M 0.02839 -0.00024 L 0.2319 -0.10348 " pathEditMode="relative" rAng="0" ptsTypes="AA">
                                      <p:cBhvr>
                                        <p:cTn id="636" dur="2000" fill="hold"/>
                                        <p:tgtEl>
                                          <p:spTgt spid="39"/>
                                        </p:tgtEl>
                                        <p:attrNameLst>
                                          <p:attrName>ppt_x</p:attrName>
                                          <p:attrName>ppt_y</p:attrName>
                                        </p:attrNameLst>
                                      </p:cBhvr>
                                      <p:rCtr x="10169" y="-5162"/>
                                    </p:animMotion>
                                  </p:childTnLst>
                                </p:cTn>
                              </p:par>
                            </p:childTnLst>
                          </p:cTn>
                        </p:par>
                        <p:par>
                          <p:cTn id="637" fill="hold">
                            <p:stCondLst>
                              <p:cond delay="15500"/>
                            </p:stCondLst>
                            <p:childTnLst>
                              <p:par>
                                <p:cTn id="638" presetID="10" presetClass="exit" presetSubtype="0" fill="hold" grpId="0" nodeType="afterEffect">
                                  <p:stCondLst>
                                    <p:cond delay="0"/>
                                  </p:stCondLst>
                                  <p:childTnLst>
                                    <p:animEffect transition="out" filter="fade">
                                      <p:cBhvr>
                                        <p:cTn id="639" dur="500"/>
                                        <p:tgtEl>
                                          <p:spTgt spid="455"/>
                                        </p:tgtEl>
                                      </p:cBhvr>
                                    </p:animEffect>
                                    <p:set>
                                      <p:cBhvr>
                                        <p:cTn id="640" dur="1" fill="hold">
                                          <p:stCondLst>
                                            <p:cond delay="499"/>
                                          </p:stCondLst>
                                        </p:cTn>
                                        <p:tgtEl>
                                          <p:spTgt spid="455"/>
                                        </p:tgtEl>
                                        <p:attrNameLst>
                                          <p:attrName>style.visibility</p:attrName>
                                        </p:attrNameLst>
                                      </p:cBhvr>
                                      <p:to>
                                        <p:strVal val="hidden"/>
                                      </p:to>
                                    </p:set>
                                  </p:childTnLst>
                                </p:cTn>
                              </p:par>
                              <p:par>
                                <p:cTn id="641" presetID="31" presetClass="entr" presetSubtype="0" fill="hold" grpId="1" nodeType="withEffect">
                                  <p:stCondLst>
                                    <p:cond delay="0"/>
                                  </p:stCondLst>
                                  <p:childTnLst>
                                    <p:set>
                                      <p:cBhvr>
                                        <p:cTn id="642" dur="1" fill="hold">
                                          <p:stCondLst>
                                            <p:cond delay="0"/>
                                          </p:stCondLst>
                                        </p:cTn>
                                        <p:tgtEl>
                                          <p:spTgt spid="456"/>
                                        </p:tgtEl>
                                        <p:attrNameLst>
                                          <p:attrName>style.visibility</p:attrName>
                                        </p:attrNameLst>
                                      </p:cBhvr>
                                      <p:to>
                                        <p:strVal val="visible"/>
                                      </p:to>
                                    </p:set>
                                    <p:anim calcmode="lin" valueType="num">
                                      <p:cBhvr>
                                        <p:cTn id="643" dur="1000" fill="hold"/>
                                        <p:tgtEl>
                                          <p:spTgt spid="456"/>
                                        </p:tgtEl>
                                        <p:attrNameLst>
                                          <p:attrName>ppt_w</p:attrName>
                                        </p:attrNameLst>
                                      </p:cBhvr>
                                      <p:tavLst>
                                        <p:tav tm="0">
                                          <p:val>
                                            <p:fltVal val="0"/>
                                          </p:val>
                                        </p:tav>
                                        <p:tav tm="100000">
                                          <p:val>
                                            <p:strVal val="#ppt_w"/>
                                          </p:val>
                                        </p:tav>
                                      </p:tavLst>
                                    </p:anim>
                                    <p:anim calcmode="lin" valueType="num">
                                      <p:cBhvr>
                                        <p:cTn id="644" dur="1000" fill="hold"/>
                                        <p:tgtEl>
                                          <p:spTgt spid="456"/>
                                        </p:tgtEl>
                                        <p:attrNameLst>
                                          <p:attrName>ppt_h</p:attrName>
                                        </p:attrNameLst>
                                      </p:cBhvr>
                                      <p:tavLst>
                                        <p:tav tm="0">
                                          <p:val>
                                            <p:fltVal val="0"/>
                                          </p:val>
                                        </p:tav>
                                        <p:tav tm="100000">
                                          <p:val>
                                            <p:strVal val="#ppt_h"/>
                                          </p:val>
                                        </p:tav>
                                      </p:tavLst>
                                    </p:anim>
                                    <p:anim calcmode="lin" valueType="num">
                                      <p:cBhvr>
                                        <p:cTn id="645" dur="1000" fill="hold"/>
                                        <p:tgtEl>
                                          <p:spTgt spid="456"/>
                                        </p:tgtEl>
                                        <p:attrNameLst>
                                          <p:attrName>style.rotation</p:attrName>
                                        </p:attrNameLst>
                                      </p:cBhvr>
                                      <p:tavLst>
                                        <p:tav tm="0">
                                          <p:val>
                                            <p:fltVal val="90"/>
                                          </p:val>
                                        </p:tav>
                                        <p:tav tm="100000">
                                          <p:val>
                                            <p:fltVal val="0"/>
                                          </p:val>
                                        </p:tav>
                                      </p:tavLst>
                                    </p:anim>
                                    <p:animEffect transition="in" filter="fade">
                                      <p:cBhvr>
                                        <p:cTn id="646" dur="1000"/>
                                        <p:tgtEl>
                                          <p:spTgt spid="456"/>
                                        </p:tgtEl>
                                      </p:cBhvr>
                                    </p:animEffect>
                                  </p:childTnLst>
                                </p:cTn>
                              </p:par>
                            </p:childTnLst>
                          </p:cTn>
                        </p:par>
                        <p:par>
                          <p:cTn id="647" fill="hold">
                            <p:stCondLst>
                              <p:cond delay="16500"/>
                            </p:stCondLst>
                            <p:childTnLst>
                              <p:par>
                                <p:cTn id="648" presetID="47" presetClass="entr" presetSubtype="0" fill="hold" grpId="0" nodeType="afterEffect">
                                  <p:stCondLst>
                                    <p:cond delay="0"/>
                                  </p:stCondLst>
                                  <p:childTnLst>
                                    <p:set>
                                      <p:cBhvr>
                                        <p:cTn id="649" dur="1" fill="hold">
                                          <p:stCondLst>
                                            <p:cond delay="0"/>
                                          </p:stCondLst>
                                        </p:cTn>
                                        <p:tgtEl>
                                          <p:spTgt spid="56"/>
                                        </p:tgtEl>
                                        <p:attrNameLst>
                                          <p:attrName>style.visibility</p:attrName>
                                        </p:attrNameLst>
                                      </p:cBhvr>
                                      <p:to>
                                        <p:strVal val="visible"/>
                                      </p:to>
                                    </p:set>
                                    <p:animEffect transition="in" filter="fade">
                                      <p:cBhvr>
                                        <p:cTn id="650" dur="1000"/>
                                        <p:tgtEl>
                                          <p:spTgt spid="56"/>
                                        </p:tgtEl>
                                      </p:cBhvr>
                                    </p:animEffect>
                                    <p:anim calcmode="lin" valueType="num">
                                      <p:cBhvr>
                                        <p:cTn id="651" dur="1000" fill="hold"/>
                                        <p:tgtEl>
                                          <p:spTgt spid="56"/>
                                        </p:tgtEl>
                                        <p:attrNameLst>
                                          <p:attrName>ppt_x</p:attrName>
                                        </p:attrNameLst>
                                      </p:cBhvr>
                                      <p:tavLst>
                                        <p:tav tm="0">
                                          <p:val>
                                            <p:strVal val="#ppt_x"/>
                                          </p:val>
                                        </p:tav>
                                        <p:tav tm="100000">
                                          <p:val>
                                            <p:strVal val="#ppt_x"/>
                                          </p:val>
                                        </p:tav>
                                      </p:tavLst>
                                    </p:anim>
                                    <p:anim calcmode="lin" valueType="num">
                                      <p:cBhvr>
                                        <p:cTn id="652"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653" fill="hold">
                      <p:stCondLst>
                        <p:cond delay="indefinite"/>
                      </p:stCondLst>
                      <p:childTnLst>
                        <p:par>
                          <p:cTn id="654" fill="hold">
                            <p:stCondLst>
                              <p:cond delay="0"/>
                            </p:stCondLst>
                            <p:childTnLst>
                              <p:par>
                                <p:cTn id="655" presetID="35" presetClass="path" presetSubtype="0" accel="50000" decel="50000" fill="hold" nodeType="clickEffect">
                                  <p:stCondLst>
                                    <p:cond delay="0"/>
                                  </p:stCondLst>
                                  <p:childTnLst>
                                    <p:animMotion origin="layout" path="M 4.79167E-6 0.00092 L -0.12149 -0.00047 " pathEditMode="relative" rAng="0" ptsTypes="AA">
                                      <p:cBhvr>
                                        <p:cTn id="656" dur="2000" fill="hold"/>
                                        <p:tgtEl>
                                          <p:spTgt spid="308"/>
                                        </p:tgtEl>
                                        <p:attrNameLst>
                                          <p:attrName>ppt_x</p:attrName>
                                          <p:attrName>ppt_y</p:attrName>
                                        </p:attrNameLst>
                                      </p:cBhvr>
                                      <p:rCtr x="-6081" y="-69"/>
                                    </p:animMotion>
                                  </p:childTnLst>
                                </p:cTn>
                              </p:par>
                              <p:par>
                                <p:cTn id="657" presetID="10" presetClass="exit" presetSubtype="0" fill="hold" grpId="0" nodeType="withEffect">
                                  <p:stCondLst>
                                    <p:cond delay="0"/>
                                  </p:stCondLst>
                                  <p:childTnLst>
                                    <p:animEffect transition="out" filter="fade">
                                      <p:cBhvr>
                                        <p:cTn id="658" dur="500"/>
                                        <p:tgtEl>
                                          <p:spTgt spid="453"/>
                                        </p:tgtEl>
                                      </p:cBhvr>
                                    </p:animEffect>
                                    <p:set>
                                      <p:cBhvr>
                                        <p:cTn id="659" dur="1" fill="hold">
                                          <p:stCondLst>
                                            <p:cond delay="499"/>
                                          </p:stCondLst>
                                        </p:cTn>
                                        <p:tgtEl>
                                          <p:spTgt spid="453"/>
                                        </p:tgtEl>
                                        <p:attrNameLst>
                                          <p:attrName>style.visibility</p:attrName>
                                        </p:attrNameLst>
                                      </p:cBhvr>
                                      <p:to>
                                        <p:strVal val="hidden"/>
                                      </p:to>
                                    </p:set>
                                  </p:childTnLst>
                                </p:cTn>
                              </p:par>
                              <p:par>
                                <p:cTn id="660" presetID="35" presetClass="path" presetSubtype="0" accel="50000" decel="50000" fill="hold" grpId="3" nodeType="withEffect">
                                  <p:stCondLst>
                                    <p:cond delay="0"/>
                                  </p:stCondLst>
                                  <p:childTnLst>
                                    <p:animMotion origin="layout" path="M -0.05339 -0.21597 L -0.17578 -0.21783 " pathEditMode="relative" rAng="0" ptsTypes="AA">
                                      <p:cBhvr>
                                        <p:cTn id="661" dur="2000" fill="hold"/>
                                        <p:tgtEl>
                                          <p:spTgt spid="64"/>
                                        </p:tgtEl>
                                        <p:attrNameLst>
                                          <p:attrName>ppt_x</p:attrName>
                                          <p:attrName>ppt_y</p:attrName>
                                        </p:attrNameLst>
                                      </p:cBhvr>
                                      <p:rCtr x="-6120" y="-93"/>
                                    </p:animMotion>
                                  </p:childTnLst>
                                </p:cTn>
                              </p:par>
                              <p:par>
                                <p:cTn id="662" presetID="31" presetClass="entr" presetSubtype="0" fill="hold" grpId="0" nodeType="withEffect">
                                  <p:stCondLst>
                                    <p:cond delay="1500"/>
                                  </p:stCondLst>
                                  <p:childTnLst>
                                    <p:set>
                                      <p:cBhvr>
                                        <p:cTn id="663" dur="1" fill="hold">
                                          <p:stCondLst>
                                            <p:cond delay="0"/>
                                          </p:stCondLst>
                                        </p:cTn>
                                        <p:tgtEl>
                                          <p:spTgt spid="454"/>
                                        </p:tgtEl>
                                        <p:attrNameLst>
                                          <p:attrName>style.visibility</p:attrName>
                                        </p:attrNameLst>
                                      </p:cBhvr>
                                      <p:to>
                                        <p:strVal val="visible"/>
                                      </p:to>
                                    </p:set>
                                    <p:anim calcmode="lin" valueType="num">
                                      <p:cBhvr>
                                        <p:cTn id="664" dur="1000" fill="hold"/>
                                        <p:tgtEl>
                                          <p:spTgt spid="454"/>
                                        </p:tgtEl>
                                        <p:attrNameLst>
                                          <p:attrName>ppt_w</p:attrName>
                                        </p:attrNameLst>
                                      </p:cBhvr>
                                      <p:tavLst>
                                        <p:tav tm="0">
                                          <p:val>
                                            <p:fltVal val="0"/>
                                          </p:val>
                                        </p:tav>
                                        <p:tav tm="100000">
                                          <p:val>
                                            <p:strVal val="#ppt_w"/>
                                          </p:val>
                                        </p:tav>
                                      </p:tavLst>
                                    </p:anim>
                                    <p:anim calcmode="lin" valueType="num">
                                      <p:cBhvr>
                                        <p:cTn id="665" dur="1000" fill="hold"/>
                                        <p:tgtEl>
                                          <p:spTgt spid="454"/>
                                        </p:tgtEl>
                                        <p:attrNameLst>
                                          <p:attrName>ppt_h</p:attrName>
                                        </p:attrNameLst>
                                      </p:cBhvr>
                                      <p:tavLst>
                                        <p:tav tm="0">
                                          <p:val>
                                            <p:fltVal val="0"/>
                                          </p:val>
                                        </p:tav>
                                        <p:tav tm="100000">
                                          <p:val>
                                            <p:strVal val="#ppt_h"/>
                                          </p:val>
                                        </p:tav>
                                      </p:tavLst>
                                    </p:anim>
                                    <p:anim calcmode="lin" valueType="num">
                                      <p:cBhvr>
                                        <p:cTn id="666" dur="1000" fill="hold"/>
                                        <p:tgtEl>
                                          <p:spTgt spid="454"/>
                                        </p:tgtEl>
                                        <p:attrNameLst>
                                          <p:attrName>style.rotation</p:attrName>
                                        </p:attrNameLst>
                                      </p:cBhvr>
                                      <p:tavLst>
                                        <p:tav tm="0">
                                          <p:val>
                                            <p:fltVal val="90"/>
                                          </p:val>
                                        </p:tav>
                                        <p:tav tm="100000">
                                          <p:val>
                                            <p:fltVal val="0"/>
                                          </p:val>
                                        </p:tav>
                                      </p:tavLst>
                                    </p:anim>
                                    <p:animEffect transition="in" filter="fade">
                                      <p:cBhvr>
                                        <p:cTn id="667" dur="1000"/>
                                        <p:tgtEl>
                                          <p:spTgt spid="454"/>
                                        </p:tgtEl>
                                      </p:cBhvr>
                                    </p:animEffect>
                                  </p:childTnLst>
                                </p:cTn>
                              </p:par>
                              <p:par>
                                <p:cTn id="668" presetID="42" presetClass="entr" presetSubtype="0" fill="hold" nodeType="withEffect">
                                  <p:stCondLst>
                                    <p:cond delay="0"/>
                                  </p:stCondLst>
                                  <p:childTnLst>
                                    <p:set>
                                      <p:cBhvr>
                                        <p:cTn id="669" dur="1" fill="hold">
                                          <p:stCondLst>
                                            <p:cond delay="0"/>
                                          </p:stCondLst>
                                        </p:cTn>
                                        <p:tgtEl>
                                          <p:spTgt spid="354"/>
                                        </p:tgtEl>
                                        <p:attrNameLst>
                                          <p:attrName>style.visibility</p:attrName>
                                        </p:attrNameLst>
                                      </p:cBhvr>
                                      <p:to>
                                        <p:strVal val="visible"/>
                                      </p:to>
                                    </p:set>
                                    <p:animEffect transition="in" filter="fade">
                                      <p:cBhvr>
                                        <p:cTn id="670" dur="2000"/>
                                        <p:tgtEl>
                                          <p:spTgt spid="354"/>
                                        </p:tgtEl>
                                      </p:cBhvr>
                                    </p:animEffect>
                                    <p:anim calcmode="lin" valueType="num">
                                      <p:cBhvr>
                                        <p:cTn id="671" dur="2000" fill="hold"/>
                                        <p:tgtEl>
                                          <p:spTgt spid="354"/>
                                        </p:tgtEl>
                                        <p:attrNameLst>
                                          <p:attrName>ppt_x</p:attrName>
                                        </p:attrNameLst>
                                      </p:cBhvr>
                                      <p:tavLst>
                                        <p:tav tm="0">
                                          <p:val>
                                            <p:strVal val="#ppt_x"/>
                                          </p:val>
                                        </p:tav>
                                        <p:tav tm="100000">
                                          <p:val>
                                            <p:strVal val="#ppt_x"/>
                                          </p:val>
                                        </p:tav>
                                      </p:tavLst>
                                    </p:anim>
                                    <p:anim calcmode="lin" valueType="num">
                                      <p:cBhvr>
                                        <p:cTn id="672" dur="2000" fill="hold"/>
                                        <p:tgtEl>
                                          <p:spTgt spid="354"/>
                                        </p:tgtEl>
                                        <p:attrNameLst>
                                          <p:attrName>ppt_y</p:attrName>
                                        </p:attrNameLst>
                                      </p:cBhvr>
                                      <p:tavLst>
                                        <p:tav tm="0">
                                          <p:val>
                                            <p:strVal val="#ppt_y+.1"/>
                                          </p:val>
                                        </p:tav>
                                        <p:tav tm="100000">
                                          <p:val>
                                            <p:strVal val="#ppt_y"/>
                                          </p:val>
                                        </p:tav>
                                      </p:tavLst>
                                    </p:anim>
                                  </p:childTnLst>
                                </p:cTn>
                              </p:par>
                              <p:par>
                                <p:cTn id="673" presetID="63" presetClass="path" presetSubtype="0" accel="50000" decel="50000" fill="hold" grpId="6" nodeType="withEffect">
                                  <p:stCondLst>
                                    <p:cond delay="0"/>
                                  </p:stCondLst>
                                  <p:childTnLst>
                                    <p:animMotion origin="layout" path="M 0.00221 -0.21667 L 0.06654 -0.21574 " pathEditMode="relative" rAng="0" ptsTypes="AA">
                                      <p:cBhvr>
                                        <p:cTn id="674" dur="2000" fill="hold"/>
                                        <p:tgtEl>
                                          <p:spTgt spid="47"/>
                                        </p:tgtEl>
                                        <p:attrNameLst>
                                          <p:attrName>ppt_x</p:attrName>
                                          <p:attrName>ppt_y</p:attrName>
                                        </p:attrNameLst>
                                      </p:cBhvr>
                                      <p:rCtr x="3216" y="46"/>
                                    </p:animMotion>
                                  </p:childTnLst>
                                </p:cTn>
                              </p:par>
                              <p:par>
                                <p:cTn id="675" presetID="10" presetClass="exit" presetSubtype="0" fill="hold" nodeType="withEffect">
                                  <p:stCondLst>
                                    <p:cond delay="500"/>
                                  </p:stCondLst>
                                  <p:childTnLst>
                                    <p:animEffect transition="out" filter="fade">
                                      <p:cBhvr>
                                        <p:cTn id="676" dur="500"/>
                                        <p:tgtEl>
                                          <p:spTgt spid="22"/>
                                        </p:tgtEl>
                                      </p:cBhvr>
                                    </p:animEffect>
                                    <p:set>
                                      <p:cBhvr>
                                        <p:cTn id="677" dur="1" fill="hold">
                                          <p:stCondLst>
                                            <p:cond delay="499"/>
                                          </p:stCondLst>
                                        </p:cTn>
                                        <p:tgtEl>
                                          <p:spTgt spid="22"/>
                                        </p:tgtEl>
                                        <p:attrNameLst>
                                          <p:attrName>style.visibility</p:attrName>
                                        </p:attrNameLst>
                                      </p:cBhvr>
                                      <p:to>
                                        <p:strVal val="hidden"/>
                                      </p:to>
                                    </p:set>
                                  </p:childTnLst>
                                </p:cTn>
                              </p:par>
                              <p:par>
                                <p:cTn id="678" presetID="10" presetClass="exit" presetSubtype="0" fill="hold" nodeType="withEffect">
                                  <p:stCondLst>
                                    <p:cond delay="500"/>
                                  </p:stCondLst>
                                  <p:childTnLst>
                                    <p:animEffect transition="out" filter="fade">
                                      <p:cBhvr>
                                        <p:cTn id="679" dur="500"/>
                                        <p:tgtEl>
                                          <p:spTgt spid="32"/>
                                        </p:tgtEl>
                                      </p:cBhvr>
                                    </p:animEffect>
                                    <p:set>
                                      <p:cBhvr>
                                        <p:cTn id="680" dur="1" fill="hold">
                                          <p:stCondLst>
                                            <p:cond delay="499"/>
                                          </p:stCondLst>
                                        </p:cTn>
                                        <p:tgtEl>
                                          <p:spTgt spid="32"/>
                                        </p:tgtEl>
                                        <p:attrNameLst>
                                          <p:attrName>style.visibility</p:attrName>
                                        </p:attrNameLst>
                                      </p:cBhvr>
                                      <p:to>
                                        <p:strVal val="hidden"/>
                                      </p:to>
                                    </p:set>
                                  </p:childTnLst>
                                </p:cTn>
                              </p:par>
                              <p:par>
                                <p:cTn id="681" presetID="10" presetClass="exit" presetSubtype="0" fill="hold" nodeType="withEffect">
                                  <p:stCondLst>
                                    <p:cond delay="500"/>
                                  </p:stCondLst>
                                  <p:childTnLst>
                                    <p:animEffect transition="out" filter="fade">
                                      <p:cBhvr>
                                        <p:cTn id="682" dur="500"/>
                                        <p:tgtEl>
                                          <p:spTgt spid="29"/>
                                        </p:tgtEl>
                                      </p:cBhvr>
                                    </p:animEffect>
                                    <p:set>
                                      <p:cBhvr>
                                        <p:cTn id="683" dur="1" fill="hold">
                                          <p:stCondLst>
                                            <p:cond delay="499"/>
                                          </p:stCondLst>
                                        </p:cTn>
                                        <p:tgtEl>
                                          <p:spTgt spid="29"/>
                                        </p:tgtEl>
                                        <p:attrNameLst>
                                          <p:attrName>style.visibility</p:attrName>
                                        </p:attrNameLst>
                                      </p:cBhvr>
                                      <p:to>
                                        <p:strVal val="hidden"/>
                                      </p:to>
                                    </p:set>
                                  </p:childTnLst>
                                </p:cTn>
                              </p:par>
                              <p:par>
                                <p:cTn id="684" presetID="10" presetClass="exit" presetSubtype="0" fill="hold" nodeType="withEffect">
                                  <p:stCondLst>
                                    <p:cond delay="500"/>
                                  </p:stCondLst>
                                  <p:childTnLst>
                                    <p:animEffect transition="out" filter="fade">
                                      <p:cBhvr>
                                        <p:cTn id="685" dur="500"/>
                                        <p:tgtEl>
                                          <p:spTgt spid="31"/>
                                        </p:tgtEl>
                                      </p:cBhvr>
                                    </p:animEffect>
                                    <p:set>
                                      <p:cBhvr>
                                        <p:cTn id="686" dur="1" fill="hold">
                                          <p:stCondLst>
                                            <p:cond delay="499"/>
                                          </p:stCondLst>
                                        </p:cTn>
                                        <p:tgtEl>
                                          <p:spTgt spid="31"/>
                                        </p:tgtEl>
                                        <p:attrNameLst>
                                          <p:attrName>style.visibility</p:attrName>
                                        </p:attrNameLst>
                                      </p:cBhvr>
                                      <p:to>
                                        <p:strVal val="hidden"/>
                                      </p:to>
                                    </p:set>
                                  </p:childTnLst>
                                </p:cTn>
                              </p:par>
                              <p:par>
                                <p:cTn id="687" presetID="22" presetClass="entr" presetSubtype="1" fill="hold" nodeType="withEffect">
                                  <p:stCondLst>
                                    <p:cond delay="2000"/>
                                  </p:stCondLst>
                                  <p:childTnLst>
                                    <p:set>
                                      <p:cBhvr>
                                        <p:cTn id="688" dur="1" fill="hold">
                                          <p:stCondLst>
                                            <p:cond delay="0"/>
                                          </p:stCondLst>
                                        </p:cTn>
                                        <p:tgtEl>
                                          <p:spTgt spid="19"/>
                                        </p:tgtEl>
                                        <p:attrNameLst>
                                          <p:attrName>style.visibility</p:attrName>
                                        </p:attrNameLst>
                                      </p:cBhvr>
                                      <p:to>
                                        <p:strVal val="visible"/>
                                      </p:to>
                                    </p:set>
                                    <p:animEffect transition="in" filter="wipe(up)">
                                      <p:cBhvr>
                                        <p:cTn id="689" dur="500"/>
                                        <p:tgtEl>
                                          <p:spTgt spid="19"/>
                                        </p:tgtEl>
                                      </p:cBhvr>
                                    </p:animEffect>
                                  </p:childTnLst>
                                </p:cTn>
                              </p:par>
                              <p:par>
                                <p:cTn id="690" presetID="22" presetClass="entr" presetSubtype="1" fill="hold" nodeType="withEffect">
                                  <p:stCondLst>
                                    <p:cond delay="2000"/>
                                  </p:stCondLst>
                                  <p:childTnLst>
                                    <p:set>
                                      <p:cBhvr>
                                        <p:cTn id="691" dur="1" fill="hold">
                                          <p:stCondLst>
                                            <p:cond delay="0"/>
                                          </p:stCondLst>
                                        </p:cTn>
                                        <p:tgtEl>
                                          <p:spTgt spid="18"/>
                                        </p:tgtEl>
                                        <p:attrNameLst>
                                          <p:attrName>style.visibility</p:attrName>
                                        </p:attrNameLst>
                                      </p:cBhvr>
                                      <p:to>
                                        <p:strVal val="visible"/>
                                      </p:to>
                                    </p:set>
                                    <p:animEffect transition="in" filter="wipe(up)">
                                      <p:cBhvr>
                                        <p:cTn id="692" dur="500"/>
                                        <p:tgtEl>
                                          <p:spTgt spid="18"/>
                                        </p:tgtEl>
                                      </p:cBhvr>
                                    </p:animEffect>
                                  </p:childTnLst>
                                </p:cTn>
                              </p:par>
                              <p:par>
                                <p:cTn id="693" presetID="22" presetClass="entr" presetSubtype="2" fill="hold" nodeType="withEffect">
                                  <p:stCondLst>
                                    <p:cond delay="0"/>
                                  </p:stCondLst>
                                  <p:childTnLst>
                                    <p:set>
                                      <p:cBhvr>
                                        <p:cTn id="694" dur="1" fill="hold">
                                          <p:stCondLst>
                                            <p:cond delay="0"/>
                                          </p:stCondLst>
                                        </p:cTn>
                                        <p:tgtEl>
                                          <p:spTgt spid="13"/>
                                        </p:tgtEl>
                                        <p:attrNameLst>
                                          <p:attrName>style.visibility</p:attrName>
                                        </p:attrNameLst>
                                      </p:cBhvr>
                                      <p:to>
                                        <p:strVal val="visible"/>
                                      </p:to>
                                    </p:set>
                                    <p:animEffect transition="in" filter="wipe(right)">
                                      <p:cBhvr>
                                        <p:cTn id="695" dur="1000"/>
                                        <p:tgtEl>
                                          <p:spTgt spid="13"/>
                                        </p:tgtEl>
                                      </p:cBhvr>
                                    </p:animEffect>
                                  </p:childTnLst>
                                </p:cTn>
                              </p:par>
                              <p:par>
                                <p:cTn id="696" presetID="22" presetClass="entr" presetSubtype="8" fill="hold" nodeType="withEffect">
                                  <p:stCondLst>
                                    <p:cond delay="0"/>
                                  </p:stCondLst>
                                  <p:childTnLst>
                                    <p:set>
                                      <p:cBhvr>
                                        <p:cTn id="697" dur="1" fill="hold">
                                          <p:stCondLst>
                                            <p:cond delay="0"/>
                                          </p:stCondLst>
                                        </p:cTn>
                                        <p:tgtEl>
                                          <p:spTgt spid="12"/>
                                        </p:tgtEl>
                                        <p:attrNameLst>
                                          <p:attrName>style.visibility</p:attrName>
                                        </p:attrNameLst>
                                      </p:cBhvr>
                                      <p:to>
                                        <p:strVal val="visible"/>
                                      </p:to>
                                    </p:set>
                                    <p:animEffect transition="in" filter="wipe(left)">
                                      <p:cBhvr>
                                        <p:cTn id="698" dur="1000"/>
                                        <p:tgtEl>
                                          <p:spTgt spid="12"/>
                                        </p:tgtEl>
                                      </p:cBhvr>
                                    </p:animEffect>
                                  </p:childTnLst>
                                </p:cTn>
                              </p:par>
                              <p:par>
                                <p:cTn id="699" presetID="22" presetClass="entr" presetSubtype="1" fill="hold" nodeType="withEffect">
                                  <p:stCondLst>
                                    <p:cond delay="0"/>
                                  </p:stCondLst>
                                  <p:childTnLst>
                                    <p:set>
                                      <p:cBhvr>
                                        <p:cTn id="700" dur="1" fill="hold">
                                          <p:stCondLst>
                                            <p:cond delay="0"/>
                                          </p:stCondLst>
                                        </p:cTn>
                                        <p:tgtEl>
                                          <p:spTgt spid="15"/>
                                        </p:tgtEl>
                                        <p:attrNameLst>
                                          <p:attrName>style.visibility</p:attrName>
                                        </p:attrNameLst>
                                      </p:cBhvr>
                                      <p:to>
                                        <p:strVal val="visible"/>
                                      </p:to>
                                    </p:set>
                                    <p:animEffect transition="in" filter="wipe(up)">
                                      <p:cBhvr>
                                        <p:cTn id="701" dur="1000"/>
                                        <p:tgtEl>
                                          <p:spTgt spid="15"/>
                                        </p:tgtEl>
                                      </p:cBhvr>
                                    </p:animEffect>
                                  </p:childTnLst>
                                </p:cTn>
                              </p:par>
                              <p:par>
                                <p:cTn id="702" presetID="22" presetClass="entr" presetSubtype="1" fill="hold" nodeType="withEffect">
                                  <p:stCondLst>
                                    <p:cond delay="0"/>
                                  </p:stCondLst>
                                  <p:childTnLst>
                                    <p:set>
                                      <p:cBhvr>
                                        <p:cTn id="703" dur="1" fill="hold">
                                          <p:stCondLst>
                                            <p:cond delay="0"/>
                                          </p:stCondLst>
                                        </p:cTn>
                                        <p:tgtEl>
                                          <p:spTgt spid="14"/>
                                        </p:tgtEl>
                                        <p:attrNameLst>
                                          <p:attrName>style.visibility</p:attrName>
                                        </p:attrNameLst>
                                      </p:cBhvr>
                                      <p:to>
                                        <p:strVal val="visible"/>
                                      </p:to>
                                    </p:set>
                                    <p:animEffect transition="in" filter="wipe(up)">
                                      <p:cBhvr>
                                        <p:cTn id="704" dur="1000"/>
                                        <p:tgtEl>
                                          <p:spTgt spid="14"/>
                                        </p:tgtEl>
                                      </p:cBhvr>
                                    </p:animEffect>
                                  </p:childTnLst>
                                </p:cTn>
                              </p:par>
                            </p:childTnLst>
                          </p:cTn>
                        </p:par>
                      </p:childTnLst>
                    </p:cTn>
                  </p:par>
                  <p:par>
                    <p:cTn id="705" fill="hold">
                      <p:stCondLst>
                        <p:cond delay="indefinite"/>
                      </p:stCondLst>
                      <p:childTnLst>
                        <p:par>
                          <p:cTn id="706" fill="hold">
                            <p:stCondLst>
                              <p:cond delay="0"/>
                            </p:stCondLst>
                            <p:childTnLst>
                              <p:par>
                                <p:cTn id="707" presetID="35" presetClass="path" presetSubtype="0" accel="50000" decel="50000" fill="hold" nodeType="clickEffect">
                                  <p:stCondLst>
                                    <p:cond delay="0"/>
                                  </p:stCondLst>
                                  <p:childTnLst>
                                    <p:animMotion origin="layout" path="M 3.54167E-6 -2.96296E-6 L -0.23464 0.00047 " pathEditMode="relative" rAng="0" ptsTypes="AA">
                                      <p:cBhvr>
                                        <p:cTn id="708" dur="2000" fill="hold"/>
                                        <p:tgtEl>
                                          <p:spTgt spid="297"/>
                                        </p:tgtEl>
                                        <p:attrNameLst>
                                          <p:attrName>ppt_x</p:attrName>
                                          <p:attrName>ppt_y</p:attrName>
                                        </p:attrNameLst>
                                      </p:cBhvr>
                                      <p:rCtr x="-11732" y="23"/>
                                    </p:animMotion>
                                  </p:childTnLst>
                                </p:cTn>
                              </p:par>
                              <p:par>
                                <p:cTn id="709" presetID="35" presetClass="path" presetSubtype="0" accel="50000" decel="50000" fill="hold" grpId="2" nodeType="withEffect">
                                  <p:stCondLst>
                                    <p:cond delay="0"/>
                                  </p:stCondLst>
                                  <p:childTnLst>
                                    <p:animMotion origin="layout" path="M 0.2319 -0.10348 L -0.00417 -0.10325 " pathEditMode="relative" rAng="0" ptsTypes="AA">
                                      <p:cBhvr>
                                        <p:cTn id="710" dur="2000" fill="hold"/>
                                        <p:tgtEl>
                                          <p:spTgt spid="39"/>
                                        </p:tgtEl>
                                        <p:attrNameLst>
                                          <p:attrName>ppt_x</p:attrName>
                                          <p:attrName>ppt_y</p:attrName>
                                        </p:attrNameLst>
                                      </p:cBhvr>
                                      <p:rCtr x="-11810" y="0"/>
                                    </p:animMotion>
                                  </p:childTnLst>
                                </p:cTn>
                              </p:par>
                              <p:par>
                                <p:cTn id="711" presetID="31" presetClass="entr" presetSubtype="0" fill="hold" grpId="0" nodeType="withEffect">
                                  <p:stCondLst>
                                    <p:cond delay="1500"/>
                                  </p:stCondLst>
                                  <p:childTnLst>
                                    <p:set>
                                      <p:cBhvr>
                                        <p:cTn id="712" dur="1" fill="hold">
                                          <p:stCondLst>
                                            <p:cond delay="0"/>
                                          </p:stCondLst>
                                        </p:cTn>
                                        <p:tgtEl>
                                          <p:spTgt spid="457"/>
                                        </p:tgtEl>
                                        <p:attrNameLst>
                                          <p:attrName>style.visibility</p:attrName>
                                        </p:attrNameLst>
                                      </p:cBhvr>
                                      <p:to>
                                        <p:strVal val="visible"/>
                                      </p:to>
                                    </p:set>
                                    <p:anim calcmode="lin" valueType="num">
                                      <p:cBhvr>
                                        <p:cTn id="713" dur="1000" fill="hold"/>
                                        <p:tgtEl>
                                          <p:spTgt spid="457"/>
                                        </p:tgtEl>
                                        <p:attrNameLst>
                                          <p:attrName>ppt_w</p:attrName>
                                        </p:attrNameLst>
                                      </p:cBhvr>
                                      <p:tavLst>
                                        <p:tav tm="0">
                                          <p:val>
                                            <p:fltVal val="0"/>
                                          </p:val>
                                        </p:tav>
                                        <p:tav tm="100000">
                                          <p:val>
                                            <p:strVal val="#ppt_w"/>
                                          </p:val>
                                        </p:tav>
                                      </p:tavLst>
                                    </p:anim>
                                    <p:anim calcmode="lin" valueType="num">
                                      <p:cBhvr>
                                        <p:cTn id="714" dur="1000" fill="hold"/>
                                        <p:tgtEl>
                                          <p:spTgt spid="457"/>
                                        </p:tgtEl>
                                        <p:attrNameLst>
                                          <p:attrName>ppt_h</p:attrName>
                                        </p:attrNameLst>
                                      </p:cBhvr>
                                      <p:tavLst>
                                        <p:tav tm="0">
                                          <p:val>
                                            <p:fltVal val="0"/>
                                          </p:val>
                                        </p:tav>
                                        <p:tav tm="100000">
                                          <p:val>
                                            <p:strVal val="#ppt_h"/>
                                          </p:val>
                                        </p:tav>
                                      </p:tavLst>
                                    </p:anim>
                                    <p:anim calcmode="lin" valueType="num">
                                      <p:cBhvr>
                                        <p:cTn id="715" dur="1000" fill="hold"/>
                                        <p:tgtEl>
                                          <p:spTgt spid="457"/>
                                        </p:tgtEl>
                                        <p:attrNameLst>
                                          <p:attrName>style.rotation</p:attrName>
                                        </p:attrNameLst>
                                      </p:cBhvr>
                                      <p:tavLst>
                                        <p:tav tm="0">
                                          <p:val>
                                            <p:fltVal val="90"/>
                                          </p:val>
                                        </p:tav>
                                        <p:tav tm="100000">
                                          <p:val>
                                            <p:fltVal val="0"/>
                                          </p:val>
                                        </p:tav>
                                      </p:tavLst>
                                    </p:anim>
                                    <p:animEffect transition="in" filter="fade">
                                      <p:cBhvr>
                                        <p:cTn id="716" dur="1000"/>
                                        <p:tgtEl>
                                          <p:spTgt spid="457"/>
                                        </p:tgtEl>
                                      </p:cBhvr>
                                    </p:animEffect>
                                  </p:childTnLst>
                                </p:cTn>
                              </p:par>
                              <p:par>
                                <p:cTn id="717" presetID="10" presetClass="exit" presetSubtype="0" fill="hold" grpId="0" nodeType="withEffect">
                                  <p:stCondLst>
                                    <p:cond delay="0"/>
                                  </p:stCondLst>
                                  <p:childTnLst>
                                    <p:animEffect transition="out" filter="fade">
                                      <p:cBhvr>
                                        <p:cTn id="718" dur="500"/>
                                        <p:tgtEl>
                                          <p:spTgt spid="456"/>
                                        </p:tgtEl>
                                      </p:cBhvr>
                                    </p:animEffect>
                                    <p:set>
                                      <p:cBhvr>
                                        <p:cTn id="719" dur="1" fill="hold">
                                          <p:stCondLst>
                                            <p:cond delay="499"/>
                                          </p:stCondLst>
                                        </p:cTn>
                                        <p:tgtEl>
                                          <p:spTgt spid="456"/>
                                        </p:tgtEl>
                                        <p:attrNameLst>
                                          <p:attrName>style.visibility</p:attrName>
                                        </p:attrNameLst>
                                      </p:cBhvr>
                                      <p:to>
                                        <p:strVal val="hidden"/>
                                      </p:to>
                                    </p:set>
                                  </p:childTnLst>
                                </p:cTn>
                              </p:par>
                              <p:par>
                                <p:cTn id="720" presetID="10" presetClass="exit" presetSubtype="0" fill="hold" nodeType="withEffect">
                                  <p:stCondLst>
                                    <p:cond delay="500"/>
                                  </p:stCondLst>
                                  <p:childTnLst>
                                    <p:animEffect transition="out" filter="fade">
                                      <p:cBhvr>
                                        <p:cTn id="721" dur="400"/>
                                        <p:tgtEl>
                                          <p:spTgt spid="13"/>
                                        </p:tgtEl>
                                      </p:cBhvr>
                                    </p:animEffect>
                                    <p:set>
                                      <p:cBhvr>
                                        <p:cTn id="722" dur="1" fill="hold">
                                          <p:stCondLst>
                                            <p:cond delay="399"/>
                                          </p:stCondLst>
                                        </p:cTn>
                                        <p:tgtEl>
                                          <p:spTgt spid="13"/>
                                        </p:tgtEl>
                                        <p:attrNameLst>
                                          <p:attrName>style.visibility</p:attrName>
                                        </p:attrNameLst>
                                      </p:cBhvr>
                                      <p:to>
                                        <p:strVal val="hidden"/>
                                      </p:to>
                                    </p:set>
                                  </p:childTnLst>
                                </p:cTn>
                              </p:par>
                              <p:par>
                                <p:cTn id="723" presetID="10" presetClass="exit" presetSubtype="0" fill="hold" nodeType="withEffect">
                                  <p:stCondLst>
                                    <p:cond delay="500"/>
                                  </p:stCondLst>
                                  <p:childTnLst>
                                    <p:animEffect transition="out" filter="fade">
                                      <p:cBhvr>
                                        <p:cTn id="724" dur="500"/>
                                        <p:tgtEl>
                                          <p:spTgt spid="12"/>
                                        </p:tgtEl>
                                      </p:cBhvr>
                                    </p:animEffect>
                                    <p:set>
                                      <p:cBhvr>
                                        <p:cTn id="725" dur="1" fill="hold">
                                          <p:stCondLst>
                                            <p:cond delay="499"/>
                                          </p:stCondLst>
                                        </p:cTn>
                                        <p:tgtEl>
                                          <p:spTgt spid="12"/>
                                        </p:tgtEl>
                                        <p:attrNameLst>
                                          <p:attrName>style.visibility</p:attrName>
                                        </p:attrNameLst>
                                      </p:cBhvr>
                                      <p:to>
                                        <p:strVal val="hidden"/>
                                      </p:to>
                                    </p:set>
                                  </p:childTnLst>
                                </p:cTn>
                              </p:par>
                              <p:par>
                                <p:cTn id="726" presetID="10" presetClass="exit" presetSubtype="0" fill="hold" nodeType="withEffect">
                                  <p:stCondLst>
                                    <p:cond delay="500"/>
                                  </p:stCondLst>
                                  <p:childTnLst>
                                    <p:animEffect transition="out" filter="fade">
                                      <p:cBhvr>
                                        <p:cTn id="727" dur="500"/>
                                        <p:tgtEl>
                                          <p:spTgt spid="35"/>
                                        </p:tgtEl>
                                      </p:cBhvr>
                                    </p:animEffect>
                                    <p:set>
                                      <p:cBhvr>
                                        <p:cTn id="728" dur="1" fill="hold">
                                          <p:stCondLst>
                                            <p:cond delay="499"/>
                                          </p:stCondLst>
                                        </p:cTn>
                                        <p:tgtEl>
                                          <p:spTgt spid="35"/>
                                        </p:tgtEl>
                                        <p:attrNameLst>
                                          <p:attrName>style.visibility</p:attrName>
                                        </p:attrNameLst>
                                      </p:cBhvr>
                                      <p:to>
                                        <p:strVal val="hidden"/>
                                      </p:to>
                                    </p:set>
                                  </p:childTnLst>
                                </p:cTn>
                              </p:par>
                              <p:par>
                                <p:cTn id="729" presetID="10" presetClass="exit" presetSubtype="0" fill="hold" nodeType="withEffect">
                                  <p:stCondLst>
                                    <p:cond delay="500"/>
                                  </p:stCondLst>
                                  <p:childTnLst>
                                    <p:animEffect transition="out" filter="fade">
                                      <p:cBhvr>
                                        <p:cTn id="730" dur="500"/>
                                        <p:tgtEl>
                                          <p:spTgt spid="27"/>
                                        </p:tgtEl>
                                      </p:cBhvr>
                                    </p:animEffect>
                                    <p:set>
                                      <p:cBhvr>
                                        <p:cTn id="731" dur="1" fill="hold">
                                          <p:stCondLst>
                                            <p:cond delay="499"/>
                                          </p:stCondLst>
                                        </p:cTn>
                                        <p:tgtEl>
                                          <p:spTgt spid="27"/>
                                        </p:tgtEl>
                                        <p:attrNameLst>
                                          <p:attrName>style.visibility</p:attrName>
                                        </p:attrNameLst>
                                      </p:cBhvr>
                                      <p:to>
                                        <p:strVal val="hidden"/>
                                      </p:to>
                                    </p:set>
                                  </p:childTnLst>
                                </p:cTn>
                              </p:par>
                              <p:par>
                                <p:cTn id="732" presetID="42" presetClass="entr" presetSubtype="0" fill="hold" nodeType="withEffect">
                                  <p:stCondLst>
                                    <p:cond delay="0"/>
                                  </p:stCondLst>
                                  <p:childTnLst>
                                    <p:set>
                                      <p:cBhvr>
                                        <p:cTn id="733" dur="1" fill="hold">
                                          <p:stCondLst>
                                            <p:cond delay="0"/>
                                          </p:stCondLst>
                                        </p:cTn>
                                        <p:tgtEl>
                                          <p:spTgt spid="376"/>
                                        </p:tgtEl>
                                        <p:attrNameLst>
                                          <p:attrName>style.visibility</p:attrName>
                                        </p:attrNameLst>
                                      </p:cBhvr>
                                      <p:to>
                                        <p:strVal val="visible"/>
                                      </p:to>
                                    </p:set>
                                    <p:animEffect transition="in" filter="fade">
                                      <p:cBhvr>
                                        <p:cTn id="734" dur="1000"/>
                                        <p:tgtEl>
                                          <p:spTgt spid="376"/>
                                        </p:tgtEl>
                                      </p:cBhvr>
                                    </p:animEffect>
                                    <p:anim calcmode="lin" valueType="num">
                                      <p:cBhvr>
                                        <p:cTn id="735" dur="1000" fill="hold"/>
                                        <p:tgtEl>
                                          <p:spTgt spid="376"/>
                                        </p:tgtEl>
                                        <p:attrNameLst>
                                          <p:attrName>ppt_x</p:attrName>
                                        </p:attrNameLst>
                                      </p:cBhvr>
                                      <p:tavLst>
                                        <p:tav tm="0">
                                          <p:val>
                                            <p:strVal val="#ppt_x"/>
                                          </p:val>
                                        </p:tav>
                                        <p:tav tm="100000">
                                          <p:val>
                                            <p:strVal val="#ppt_x"/>
                                          </p:val>
                                        </p:tav>
                                      </p:tavLst>
                                    </p:anim>
                                    <p:anim calcmode="lin" valueType="num">
                                      <p:cBhvr>
                                        <p:cTn id="736" dur="1000" fill="hold"/>
                                        <p:tgtEl>
                                          <p:spTgt spid="376"/>
                                        </p:tgtEl>
                                        <p:attrNameLst>
                                          <p:attrName>ppt_y</p:attrName>
                                        </p:attrNameLst>
                                      </p:cBhvr>
                                      <p:tavLst>
                                        <p:tav tm="0">
                                          <p:val>
                                            <p:strVal val="#ppt_y+.1"/>
                                          </p:val>
                                        </p:tav>
                                        <p:tav tm="100000">
                                          <p:val>
                                            <p:strVal val="#ppt_y"/>
                                          </p:val>
                                        </p:tav>
                                      </p:tavLst>
                                    </p:anim>
                                  </p:childTnLst>
                                </p:cTn>
                              </p:par>
                              <p:par>
                                <p:cTn id="737" presetID="63" presetClass="path" presetSubtype="0" accel="50000" decel="50000" fill="hold" grpId="3" nodeType="withEffect">
                                  <p:stCondLst>
                                    <p:cond delay="0"/>
                                  </p:stCondLst>
                                  <p:childTnLst>
                                    <p:animMotion origin="layout" path="M -0.14909 -0.21365 L 0.03203 -0.21388 " pathEditMode="relative" rAng="0" ptsTypes="AA">
                                      <p:cBhvr>
                                        <p:cTn id="738" dur="2000" fill="hold"/>
                                        <p:tgtEl>
                                          <p:spTgt spid="53"/>
                                        </p:tgtEl>
                                        <p:attrNameLst>
                                          <p:attrName>ppt_x</p:attrName>
                                          <p:attrName>ppt_y</p:attrName>
                                        </p:attrNameLst>
                                      </p:cBhvr>
                                      <p:rCtr x="9049" y="-23"/>
                                    </p:animMotion>
                                  </p:childTnLst>
                                </p:cTn>
                              </p:par>
                              <p:par>
                                <p:cTn id="739" presetID="22" presetClass="entr" presetSubtype="1" fill="hold" nodeType="withEffect">
                                  <p:stCondLst>
                                    <p:cond delay="1500"/>
                                  </p:stCondLst>
                                  <p:childTnLst>
                                    <p:set>
                                      <p:cBhvr>
                                        <p:cTn id="740" dur="1" fill="hold">
                                          <p:stCondLst>
                                            <p:cond delay="0"/>
                                          </p:stCondLst>
                                        </p:cTn>
                                        <p:tgtEl>
                                          <p:spTgt spid="5"/>
                                        </p:tgtEl>
                                        <p:attrNameLst>
                                          <p:attrName>style.visibility</p:attrName>
                                        </p:attrNameLst>
                                      </p:cBhvr>
                                      <p:to>
                                        <p:strVal val="visible"/>
                                      </p:to>
                                    </p:set>
                                    <p:animEffect transition="in" filter="wipe(up)">
                                      <p:cBhvr>
                                        <p:cTn id="741" dur="500"/>
                                        <p:tgtEl>
                                          <p:spTgt spid="5"/>
                                        </p:tgtEl>
                                      </p:cBhvr>
                                    </p:animEffect>
                                  </p:childTnLst>
                                </p:cTn>
                              </p:par>
                              <p:par>
                                <p:cTn id="742" presetID="22" presetClass="entr" presetSubtype="1" fill="hold" nodeType="withEffect">
                                  <p:stCondLst>
                                    <p:cond delay="1500"/>
                                  </p:stCondLst>
                                  <p:childTnLst>
                                    <p:set>
                                      <p:cBhvr>
                                        <p:cTn id="743" dur="1" fill="hold">
                                          <p:stCondLst>
                                            <p:cond delay="0"/>
                                          </p:stCondLst>
                                        </p:cTn>
                                        <p:tgtEl>
                                          <p:spTgt spid="6"/>
                                        </p:tgtEl>
                                        <p:attrNameLst>
                                          <p:attrName>style.visibility</p:attrName>
                                        </p:attrNameLst>
                                      </p:cBhvr>
                                      <p:to>
                                        <p:strVal val="visible"/>
                                      </p:to>
                                    </p:set>
                                    <p:animEffect transition="in" filter="wipe(up)">
                                      <p:cBhvr>
                                        <p:cTn id="744" dur="500"/>
                                        <p:tgtEl>
                                          <p:spTgt spid="6"/>
                                        </p:tgtEl>
                                      </p:cBhvr>
                                    </p:animEffect>
                                  </p:childTnLst>
                                </p:cTn>
                              </p:par>
                              <p:par>
                                <p:cTn id="745" presetID="22" presetClass="entr" presetSubtype="2" fill="hold" nodeType="withEffect">
                                  <p:stCondLst>
                                    <p:cond delay="1500"/>
                                  </p:stCondLst>
                                  <p:childTnLst>
                                    <p:set>
                                      <p:cBhvr>
                                        <p:cTn id="746" dur="1" fill="hold">
                                          <p:stCondLst>
                                            <p:cond delay="0"/>
                                          </p:stCondLst>
                                        </p:cTn>
                                        <p:tgtEl>
                                          <p:spTgt spid="11"/>
                                        </p:tgtEl>
                                        <p:attrNameLst>
                                          <p:attrName>style.visibility</p:attrName>
                                        </p:attrNameLst>
                                      </p:cBhvr>
                                      <p:to>
                                        <p:strVal val="visible"/>
                                      </p:to>
                                    </p:set>
                                    <p:animEffect transition="in" filter="wipe(right)">
                                      <p:cBhvr>
                                        <p:cTn id="747" dur="1000"/>
                                        <p:tgtEl>
                                          <p:spTgt spid="11"/>
                                        </p:tgtEl>
                                      </p:cBhvr>
                                    </p:animEffect>
                                  </p:childTnLst>
                                </p:cTn>
                              </p:par>
                              <p:par>
                                <p:cTn id="748" presetID="22" presetClass="entr" presetSubtype="8" fill="hold" nodeType="withEffect">
                                  <p:stCondLst>
                                    <p:cond delay="1500"/>
                                  </p:stCondLst>
                                  <p:childTnLst>
                                    <p:set>
                                      <p:cBhvr>
                                        <p:cTn id="749" dur="1" fill="hold">
                                          <p:stCondLst>
                                            <p:cond delay="0"/>
                                          </p:stCondLst>
                                        </p:cTn>
                                        <p:tgtEl>
                                          <p:spTgt spid="10"/>
                                        </p:tgtEl>
                                        <p:attrNameLst>
                                          <p:attrName>style.visibility</p:attrName>
                                        </p:attrNameLst>
                                      </p:cBhvr>
                                      <p:to>
                                        <p:strVal val="visible"/>
                                      </p:to>
                                    </p:set>
                                    <p:animEffect transition="in" filter="wipe(left)">
                                      <p:cBhvr>
                                        <p:cTn id="750" dur="1000"/>
                                        <p:tgtEl>
                                          <p:spTgt spid="10"/>
                                        </p:tgtEl>
                                      </p:cBhvr>
                                    </p:animEffect>
                                  </p:childTnLst>
                                </p:cTn>
                              </p:par>
                              <p:par>
                                <p:cTn id="751" presetID="42" presetClass="entr" presetSubtype="0" fill="hold" nodeType="withEffect">
                                  <p:stCondLst>
                                    <p:cond delay="1500"/>
                                  </p:stCondLst>
                                  <p:childTnLst>
                                    <p:set>
                                      <p:cBhvr>
                                        <p:cTn id="752" dur="1" fill="hold">
                                          <p:stCondLst>
                                            <p:cond delay="0"/>
                                          </p:stCondLst>
                                        </p:cTn>
                                        <p:tgtEl>
                                          <p:spTgt spid="390"/>
                                        </p:tgtEl>
                                        <p:attrNameLst>
                                          <p:attrName>style.visibility</p:attrName>
                                        </p:attrNameLst>
                                      </p:cBhvr>
                                      <p:to>
                                        <p:strVal val="visible"/>
                                      </p:to>
                                    </p:set>
                                    <p:animEffect transition="in" filter="fade">
                                      <p:cBhvr>
                                        <p:cTn id="753" dur="1000"/>
                                        <p:tgtEl>
                                          <p:spTgt spid="390"/>
                                        </p:tgtEl>
                                      </p:cBhvr>
                                    </p:animEffect>
                                    <p:anim calcmode="lin" valueType="num">
                                      <p:cBhvr>
                                        <p:cTn id="754" dur="1000" fill="hold"/>
                                        <p:tgtEl>
                                          <p:spTgt spid="390"/>
                                        </p:tgtEl>
                                        <p:attrNameLst>
                                          <p:attrName>ppt_x</p:attrName>
                                        </p:attrNameLst>
                                      </p:cBhvr>
                                      <p:tavLst>
                                        <p:tav tm="0">
                                          <p:val>
                                            <p:strVal val="#ppt_x"/>
                                          </p:val>
                                        </p:tav>
                                        <p:tav tm="100000">
                                          <p:val>
                                            <p:strVal val="#ppt_x"/>
                                          </p:val>
                                        </p:tav>
                                      </p:tavLst>
                                    </p:anim>
                                    <p:anim calcmode="lin" valueType="num">
                                      <p:cBhvr>
                                        <p:cTn id="755" dur="1000" fill="hold"/>
                                        <p:tgtEl>
                                          <p:spTgt spid="390"/>
                                        </p:tgtEl>
                                        <p:attrNameLst>
                                          <p:attrName>ppt_y</p:attrName>
                                        </p:attrNameLst>
                                      </p:cBhvr>
                                      <p:tavLst>
                                        <p:tav tm="0">
                                          <p:val>
                                            <p:strVal val="#ppt_y+.1"/>
                                          </p:val>
                                        </p:tav>
                                        <p:tav tm="100000">
                                          <p:val>
                                            <p:strVal val="#ppt_y"/>
                                          </p:val>
                                        </p:tav>
                                      </p:tavLst>
                                    </p:anim>
                                  </p:childTnLst>
                                </p:cTn>
                              </p:par>
                              <p:par>
                                <p:cTn id="756" presetID="64" presetClass="path" presetSubtype="0" accel="50000" decel="50000" fill="hold" nodeType="withEffect">
                                  <p:stCondLst>
                                    <p:cond delay="1500"/>
                                  </p:stCondLst>
                                  <p:childTnLst>
                                    <p:animMotion origin="layout" path="M -1.45833E-6 1.48148E-6 L -0.00664 -0.10255 " pathEditMode="relative" rAng="0" ptsTypes="AA">
                                      <p:cBhvr>
                                        <p:cTn id="757" dur="1000" fill="hold"/>
                                        <p:tgtEl>
                                          <p:spTgt spid="57"/>
                                        </p:tgtEl>
                                        <p:attrNameLst>
                                          <p:attrName>ppt_x</p:attrName>
                                          <p:attrName>ppt_y</p:attrName>
                                        </p:attrNameLst>
                                      </p:cBhvr>
                                      <p:rCtr x="-339" y="-5139"/>
                                    </p:animMotion>
                                  </p:childTnLst>
                                </p:cTn>
                              </p:par>
                              <p:par>
                                <p:cTn id="758" presetID="64" presetClass="path" presetSubtype="0" accel="50000" decel="50000" fill="hold" grpId="1" nodeType="withEffect">
                                  <p:stCondLst>
                                    <p:cond delay="1500"/>
                                  </p:stCondLst>
                                  <p:childTnLst>
                                    <p:animMotion origin="layout" path="M 0.02826 0.00116 L -0.01002 -0.10047 " pathEditMode="relative" rAng="0" ptsTypes="AA">
                                      <p:cBhvr>
                                        <p:cTn id="759" dur="2000" fill="hold"/>
                                        <p:tgtEl>
                                          <p:spTgt spid="38"/>
                                        </p:tgtEl>
                                        <p:attrNameLst>
                                          <p:attrName>ppt_x</p:attrName>
                                          <p:attrName>ppt_y</p:attrName>
                                        </p:attrNameLst>
                                      </p:cBhvr>
                                      <p:rCtr x="-1914" y="-5093"/>
                                    </p:animMotion>
                                  </p:childTnLst>
                                </p:cTn>
                              </p:par>
                            </p:childTnLst>
                          </p:cTn>
                        </p:par>
                        <p:par>
                          <p:cTn id="760" fill="hold">
                            <p:stCondLst>
                              <p:cond delay="3500"/>
                            </p:stCondLst>
                            <p:childTnLst>
                              <p:par>
                                <p:cTn id="761" presetID="22" presetClass="entr" presetSubtype="1" fill="hold" nodeType="afterEffect">
                                  <p:stCondLst>
                                    <p:cond delay="0"/>
                                  </p:stCondLst>
                                  <p:childTnLst>
                                    <p:set>
                                      <p:cBhvr>
                                        <p:cTn id="762" dur="1" fill="hold">
                                          <p:stCondLst>
                                            <p:cond delay="0"/>
                                          </p:stCondLst>
                                        </p:cTn>
                                        <p:tgtEl>
                                          <p:spTgt spid="8"/>
                                        </p:tgtEl>
                                        <p:attrNameLst>
                                          <p:attrName>style.visibility</p:attrName>
                                        </p:attrNameLst>
                                      </p:cBhvr>
                                      <p:to>
                                        <p:strVal val="visible"/>
                                      </p:to>
                                    </p:set>
                                    <p:animEffect transition="in" filter="wipe(up)">
                                      <p:cBhvr>
                                        <p:cTn id="763" dur="500"/>
                                        <p:tgtEl>
                                          <p:spTgt spid="8"/>
                                        </p:tgtEl>
                                      </p:cBhvr>
                                    </p:animEffect>
                                  </p:childTnLst>
                                </p:cTn>
                              </p:par>
                              <p:par>
                                <p:cTn id="764" presetID="22" presetClass="entr" presetSubtype="1" fill="hold" nodeType="withEffect">
                                  <p:stCondLst>
                                    <p:cond delay="0"/>
                                  </p:stCondLst>
                                  <p:childTnLst>
                                    <p:set>
                                      <p:cBhvr>
                                        <p:cTn id="765" dur="1" fill="hold">
                                          <p:stCondLst>
                                            <p:cond delay="0"/>
                                          </p:stCondLst>
                                        </p:cTn>
                                        <p:tgtEl>
                                          <p:spTgt spid="4"/>
                                        </p:tgtEl>
                                        <p:attrNameLst>
                                          <p:attrName>style.visibility</p:attrName>
                                        </p:attrNameLst>
                                      </p:cBhvr>
                                      <p:to>
                                        <p:strVal val="visible"/>
                                      </p:to>
                                    </p:set>
                                    <p:animEffect transition="in" filter="wipe(up)">
                                      <p:cBhvr>
                                        <p:cTn id="766" dur="500"/>
                                        <p:tgtEl>
                                          <p:spTgt spid="4"/>
                                        </p:tgtEl>
                                      </p:cBhvr>
                                    </p:animEffect>
                                  </p:childTnLst>
                                </p:cTn>
                              </p:par>
                              <p:par>
                                <p:cTn id="767" presetID="10" presetClass="exit" presetSubtype="0" fill="hold" nodeType="withEffect">
                                  <p:stCondLst>
                                    <p:cond delay="0"/>
                                  </p:stCondLst>
                                  <p:childTnLst>
                                    <p:animEffect transition="out" filter="fade">
                                      <p:cBhvr>
                                        <p:cTn id="768" dur="500"/>
                                        <p:tgtEl>
                                          <p:spTgt spid="322"/>
                                        </p:tgtEl>
                                      </p:cBhvr>
                                    </p:animEffect>
                                    <p:set>
                                      <p:cBhvr>
                                        <p:cTn id="769" dur="1" fill="hold">
                                          <p:stCondLst>
                                            <p:cond delay="499"/>
                                          </p:stCondLst>
                                        </p:cTn>
                                        <p:tgtEl>
                                          <p:spTgt spid="322"/>
                                        </p:tgtEl>
                                        <p:attrNameLst>
                                          <p:attrName>style.visibility</p:attrName>
                                        </p:attrNameLst>
                                      </p:cBhvr>
                                      <p:to>
                                        <p:strVal val="hidden"/>
                                      </p:to>
                                    </p:set>
                                  </p:childTnLst>
                                </p:cTn>
                              </p:par>
                              <p:par>
                                <p:cTn id="770" presetID="22" presetClass="entr" presetSubtype="8" fill="hold" nodeType="withEffect">
                                  <p:stCondLst>
                                    <p:cond delay="0"/>
                                  </p:stCondLst>
                                  <p:childTnLst>
                                    <p:set>
                                      <p:cBhvr>
                                        <p:cTn id="771" dur="1" fill="hold">
                                          <p:stCondLst>
                                            <p:cond delay="0"/>
                                          </p:stCondLst>
                                        </p:cTn>
                                        <p:tgtEl>
                                          <p:spTgt spid="320"/>
                                        </p:tgtEl>
                                        <p:attrNameLst>
                                          <p:attrName>style.visibility</p:attrName>
                                        </p:attrNameLst>
                                      </p:cBhvr>
                                      <p:to>
                                        <p:strVal val="visible"/>
                                      </p:to>
                                    </p:set>
                                    <p:animEffect transition="in" filter="wipe(left)">
                                      <p:cBhvr>
                                        <p:cTn id="772" dur="500"/>
                                        <p:tgtEl>
                                          <p:spTgt spid="320"/>
                                        </p:tgtEl>
                                      </p:cBhvr>
                                    </p:animEffect>
                                  </p:childTnLst>
                                </p:cTn>
                              </p:par>
                            </p:childTnLst>
                          </p:cTn>
                        </p:par>
                        <p:par>
                          <p:cTn id="773" fill="hold">
                            <p:stCondLst>
                              <p:cond delay="4000"/>
                            </p:stCondLst>
                            <p:childTnLst>
                              <p:par>
                                <p:cTn id="774" presetID="47" presetClass="entr" presetSubtype="0" fill="hold" grpId="0" nodeType="afterEffect">
                                  <p:stCondLst>
                                    <p:cond delay="0"/>
                                  </p:stCondLst>
                                  <p:childTnLst>
                                    <p:set>
                                      <p:cBhvr>
                                        <p:cTn id="775" dur="1" fill="hold">
                                          <p:stCondLst>
                                            <p:cond delay="0"/>
                                          </p:stCondLst>
                                        </p:cTn>
                                        <p:tgtEl>
                                          <p:spTgt spid="460"/>
                                        </p:tgtEl>
                                        <p:attrNameLst>
                                          <p:attrName>style.visibility</p:attrName>
                                        </p:attrNameLst>
                                      </p:cBhvr>
                                      <p:to>
                                        <p:strVal val="visible"/>
                                      </p:to>
                                    </p:set>
                                    <p:animEffect transition="in" filter="fade">
                                      <p:cBhvr>
                                        <p:cTn id="776" dur="1000"/>
                                        <p:tgtEl>
                                          <p:spTgt spid="460"/>
                                        </p:tgtEl>
                                      </p:cBhvr>
                                    </p:animEffect>
                                    <p:anim calcmode="lin" valueType="num">
                                      <p:cBhvr>
                                        <p:cTn id="777" dur="1000" fill="hold"/>
                                        <p:tgtEl>
                                          <p:spTgt spid="460"/>
                                        </p:tgtEl>
                                        <p:attrNameLst>
                                          <p:attrName>ppt_x</p:attrName>
                                        </p:attrNameLst>
                                      </p:cBhvr>
                                      <p:tavLst>
                                        <p:tav tm="0">
                                          <p:val>
                                            <p:strVal val="#ppt_x"/>
                                          </p:val>
                                        </p:tav>
                                        <p:tav tm="100000">
                                          <p:val>
                                            <p:strVal val="#ppt_x"/>
                                          </p:val>
                                        </p:tav>
                                      </p:tavLst>
                                    </p:anim>
                                    <p:anim calcmode="lin" valueType="num">
                                      <p:cBhvr>
                                        <p:cTn id="778" dur="1000" fill="hold"/>
                                        <p:tgtEl>
                                          <p:spTgt spid="460"/>
                                        </p:tgtEl>
                                        <p:attrNameLst>
                                          <p:attrName>ppt_y</p:attrName>
                                        </p:attrNameLst>
                                      </p:cBhvr>
                                      <p:tavLst>
                                        <p:tav tm="0">
                                          <p:val>
                                            <p:strVal val="#ppt_y-.1"/>
                                          </p:val>
                                        </p:tav>
                                        <p:tav tm="100000">
                                          <p:val>
                                            <p:strVal val="#ppt_y"/>
                                          </p:val>
                                        </p:tav>
                                      </p:tavLst>
                                    </p:anim>
                                  </p:childTnLst>
                                </p:cTn>
                              </p:par>
                              <p:par>
                                <p:cTn id="779" presetID="22" presetClass="exit" presetSubtype="1" fill="hold" nodeType="withEffect">
                                  <p:stCondLst>
                                    <p:cond delay="0"/>
                                  </p:stCondLst>
                                  <p:childTnLst>
                                    <p:animEffect transition="out" filter="wipe(up)">
                                      <p:cBhvr>
                                        <p:cTn id="780" dur="500"/>
                                        <p:tgtEl>
                                          <p:spTgt spid="320"/>
                                        </p:tgtEl>
                                      </p:cBhvr>
                                    </p:animEffect>
                                    <p:set>
                                      <p:cBhvr>
                                        <p:cTn id="781" dur="1" fill="hold">
                                          <p:stCondLst>
                                            <p:cond delay="499"/>
                                          </p:stCondLst>
                                        </p:cTn>
                                        <p:tgtEl>
                                          <p:spTgt spid="320"/>
                                        </p:tgtEl>
                                        <p:attrNameLst>
                                          <p:attrName>style.visibility</p:attrName>
                                        </p:attrNameLst>
                                      </p:cBhvr>
                                      <p:to>
                                        <p:strVal val="hidden"/>
                                      </p:to>
                                    </p:set>
                                  </p:childTnLst>
                                </p:cTn>
                              </p:par>
                              <p:par>
                                <p:cTn id="782" presetID="22" presetClass="entr" presetSubtype="8" fill="hold" nodeType="withEffect">
                                  <p:stCondLst>
                                    <p:cond delay="0"/>
                                  </p:stCondLst>
                                  <p:childTnLst>
                                    <p:set>
                                      <p:cBhvr>
                                        <p:cTn id="783" dur="1" fill="hold">
                                          <p:stCondLst>
                                            <p:cond delay="0"/>
                                          </p:stCondLst>
                                        </p:cTn>
                                        <p:tgtEl>
                                          <p:spTgt spid="321"/>
                                        </p:tgtEl>
                                        <p:attrNameLst>
                                          <p:attrName>style.visibility</p:attrName>
                                        </p:attrNameLst>
                                      </p:cBhvr>
                                      <p:to>
                                        <p:strVal val="visible"/>
                                      </p:to>
                                    </p:set>
                                    <p:animEffect transition="in" filter="wipe(left)">
                                      <p:cBhvr>
                                        <p:cTn id="784" dur="500"/>
                                        <p:tgtEl>
                                          <p:spTgt spid="321"/>
                                        </p:tgtEl>
                                      </p:cBhvr>
                                    </p:animEffect>
                                  </p:childTnLst>
                                </p:cTn>
                              </p:par>
                              <p:par>
                                <p:cTn id="785" presetID="22" presetClass="exit" presetSubtype="1" fill="hold" nodeType="withEffect">
                                  <p:stCondLst>
                                    <p:cond delay="0"/>
                                  </p:stCondLst>
                                  <p:childTnLst>
                                    <p:animEffect transition="out" filter="wipe(up)">
                                      <p:cBhvr>
                                        <p:cTn id="786" dur="500"/>
                                        <p:tgtEl>
                                          <p:spTgt spid="321"/>
                                        </p:tgtEl>
                                      </p:cBhvr>
                                    </p:animEffect>
                                    <p:set>
                                      <p:cBhvr>
                                        <p:cTn id="787" dur="1" fill="hold">
                                          <p:stCondLst>
                                            <p:cond delay="499"/>
                                          </p:stCondLst>
                                        </p:cTn>
                                        <p:tgtEl>
                                          <p:spTgt spid="3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39" grpId="0" animBg="1"/>
      <p:bldP spid="39" grpId="1" animBg="1"/>
      <p:bldP spid="39" grpId="2" animBg="1"/>
      <p:bldP spid="42" grpId="0" animBg="1"/>
      <p:bldP spid="42" grpId="1" animBg="1"/>
      <p:bldP spid="44" grpId="0" animBg="1"/>
      <p:bldP spid="45" grpId="0" animBg="1"/>
      <p:bldP spid="45" grpId="1" animBg="1"/>
      <p:bldP spid="47" grpId="0"/>
      <p:bldP spid="47" grpId="1"/>
      <p:bldP spid="47" grpId="2"/>
      <p:bldP spid="47" grpId="3"/>
      <p:bldP spid="47" grpId="4"/>
      <p:bldP spid="47" grpId="5"/>
      <p:bldP spid="47" grpId="6"/>
      <p:bldP spid="48" grpId="0" animBg="1"/>
      <p:bldP spid="48" grpId="1" animBg="1"/>
      <p:bldP spid="48" grpId="2" animBg="1"/>
      <p:bldP spid="53" grpId="0" animBg="1"/>
      <p:bldP spid="53" grpId="1" animBg="1"/>
      <p:bldP spid="53" grpId="2" animBg="1"/>
      <p:bldP spid="53" grpId="3" animBg="1"/>
      <p:bldP spid="60" grpId="0"/>
      <p:bldP spid="60" grpId="1"/>
      <p:bldP spid="60" grpId="2"/>
      <p:bldP spid="60" grpId="3"/>
      <p:bldP spid="60" grpId="4"/>
      <p:bldP spid="60" grpId="5"/>
      <p:bldP spid="60" grpId="6"/>
      <p:bldP spid="61" grpId="0"/>
      <p:bldP spid="61" grpId="1"/>
      <p:bldP spid="61" grpId="2"/>
      <p:bldP spid="62" grpId="0"/>
      <p:bldP spid="62" grpId="1"/>
      <p:bldP spid="62" grpId="2"/>
      <p:bldP spid="62" grpId="3"/>
      <p:bldP spid="64" grpId="0"/>
      <p:bldP spid="64" grpId="1"/>
      <p:bldP spid="64" grpId="2"/>
      <p:bldP spid="64" grpId="3"/>
      <p:bldP spid="438" grpId="0"/>
      <p:bldP spid="439" grpId="0"/>
      <p:bldP spid="440" grpId="0"/>
      <p:bldP spid="441" grpId="0"/>
      <p:bldP spid="442" grpId="0"/>
      <p:bldP spid="444" grpId="0"/>
      <p:bldP spid="445" grpId="0"/>
      <p:bldP spid="445" grpId="1"/>
      <p:bldP spid="446" grpId="0"/>
      <p:bldP spid="446" grpId="1"/>
      <p:bldP spid="447" grpId="0"/>
      <p:bldP spid="448" grpId="0"/>
      <p:bldP spid="448" grpId="1"/>
      <p:bldP spid="449" grpId="0"/>
      <p:bldP spid="450" grpId="0"/>
      <p:bldP spid="450" grpId="1"/>
      <p:bldP spid="451" grpId="0"/>
      <p:bldP spid="452" grpId="0"/>
      <p:bldP spid="452" grpId="1"/>
      <p:bldP spid="453" grpId="0"/>
      <p:bldP spid="453" grpId="1"/>
      <p:bldP spid="454" grpId="0"/>
      <p:bldP spid="455" grpId="0"/>
      <p:bldP spid="455" grpId="1"/>
      <p:bldP spid="456" grpId="0"/>
      <p:bldP spid="456" grpId="1"/>
      <p:bldP spid="457" grpId="0"/>
      <p:bldP spid="458" grpId="0"/>
      <p:bldP spid="458" grpId="1"/>
      <p:bldP spid="459" grpId="0"/>
      <p:bldP spid="291" grpId="0" uiExpand="1" build="p"/>
      <p:bldP spid="295" grpId="0"/>
      <p:bldP spid="21" grpId="0"/>
      <p:bldP spid="28" grpId="0"/>
      <p:bldP spid="30" grpId="0"/>
      <p:bldP spid="37" grpId="0"/>
      <p:bldP spid="40" grpId="0"/>
      <p:bldP spid="46" grpId="0"/>
      <p:bldP spid="54" grpId="0"/>
      <p:bldP spid="55" grpId="0"/>
      <p:bldP spid="56" grpId="0"/>
      <p:bldP spid="46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文本框 290">
            <a:extLst>
              <a:ext uri="{FF2B5EF4-FFF2-40B4-BE49-F238E27FC236}">
                <a16:creationId xmlns:a16="http://schemas.microsoft.com/office/drawing/2014/main" id="{B3FAB41E-5588-469C-BE79-2B7E67F6524B}"/>
              </a:ext>
            </a:extLst>
          </p:cNvPr>
          <p:cNvSpPr txBox="1"/>
          <p:nvPr/>
        </p:nvSpPr>
        <p:spPr>
          <a:xfrm>
            <a:off x="334806" y="1219749"/>
            <a:ext cx="4194876" cy="2401298"/>
          </a:xfrm>
          <a:prstGeom prst="rect">
            <a:avLst/>
          </a:prstGeom>
          <a:noFill/>
        </p:spPr>
        <p:txBody>
          <a:bodyPr wrap="square">
            <a:spAutoFit/>
          </a:bodyPr>
          <a:lstStyle/>
          <a:p>
            <a:pPr algn="just">
              <a:lnSpc>
                <a:spcPct val="120000"/>
              </a:lnSpc>
            </a:pPr>
            <a:r>
              <a:rPr lang="zh-CN" altLang="en-US" sz="1800" b="1" dirty="0">
                <a:latin typeface="Courier New" panose="02070309020205020404" pitchFamily="49" charset="0"/>
                <a:ea typeface="宋体" panose="02010600030101010101" pitchFamily="2" charset="-122"/>
                <a:cs typeface="Courier New" panose="02070309020205020404" pitchFamily="49" charset="0"/>
              </a:rPr>
              <a:t>B树</a:t>
            </a:r>
            <a:r>
              <a:rPr lang="zh-CN" altLang="en-US" b="1" dirty="0">
                <a:latin typeface="Courier New" panose="02070309020205020404" pitchFamily="49" charset="0"/>
                <a:ea typeface="宋体" panose="02010600030101010101" pitchFamily="2" charset="-122"/>
                <a:cs typeface="Courier New" panose="02070309020205020404" pitchFamily="49" charset="0"/>
              </a:rPr>
              <a:t>上删除</a:t>
            </a:r>
            <a:r>
              <a:rPr lang="en-US" altLang="zh-CN" b="1" dirty="0">
                <a:latin typeface="Courier New" panose="02070309020205020404" pitchFamily="49" charset="0"/>
                <a:ea typeface="宋体" panose="02010600030101010101" pitchFamily="2" charset="-122"/>
                <a:cs typeface="Courier New" panose="02070309020205020404" pitchFamily="49" charset="0"/>
              </a:rPr>
              <a:t>q</a:t>
            </a:r>
            <a:r>
              <a:rPr lang="zh-CN" altLang="en-US" b="1" dirty="0">
                <a:latin typeface="Courier New" panose="02070309020205020404" pitchFamily="49" charset="0"/>
                <a:ea typeface="宋体" panose="02010600030101010101" pitchFamily="2" charset="-122"/>
                <a:cs typeface="Courier New" panose="02070309020205020404" pitchFamily="49" charset="0"/>
              </a:rPr>
              <a:t>结点的关键字</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a:t>
            </a:r>
            <a:endParaRPr lang="en-US" altLang="zh-CN" b="1"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20000"/>
              </a:lnSpc>
            </a:pPr>
            <a:r>
              <a:rPr lang="zh-CN" altLang="zh-CN" b="1" dirty="0">
                <a:latin typeface="等线" panose="02010600030101010101" pitchFamily="2" charset="-122"/>
                <a:ea typeface="等线" panose="02010600030101010101" pitchFamily="2" charset="-122"/>
                <a:cs typeface="Courier New" panose="02070309020205020404" pitchFamily="49" charset="0"/>
              </a:rPr>
              <a:t>⑴</a:t>
            </a:r>
            <a:r>
              <a:rPr lang="en-US" altLang="zh-CN" b="1" dirty="0">
                <a:latin typeface="等线" panose="02010600030101010101" pitchFamily="2" charset="-122"/>
                <a:ea typeface="等线" panose="02010600030101010101" pitchFamily="2" charset="-122"/>
                <a:cs typeface="Courier New" panose="02070309020205020404" pitchFamily="49" charset="0"/>
              </a:rPr>
              <a:t> </a:t>
            </a:r>
            <a:r>
              <a:rPr lang="zh-CN" altLang="en-US" b="1" dirty="0">
                <a:latin typeface="Courier New" panose="02070309020205020404" pitchFamily="49" charset="0"/>
                <a:ea typeface="宋体" panose="02010600030101010101" pitchFamily="2" charset="-122"/>
                <a:cs typeface="Courier New" panose="02070309020205020404" pitchFamily="49" charset="0"/>
              </a:rPr>
              <a:t>若所删的是非底层结点的</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，则可用指针</a:t>
            </a:r>
            <a:r>
              <a:rPr lang="en-US" altLang="zh-CN" b="1" dirty="0">
                <a:latin typeface="Courier New" panose="02070309020205020404" pitchFamily="49" charset="0"/>
                <a:ea typeface="宋体" panose="02010600030101010101" pitchFamily="2" charset="-122"/>
                <a:cs typeface="Courier New" panose="02070309020205020404" pitchFamily="49" charset="0"/>
              </a:rPr>
              <a:t>A</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所指子树中最小关键字</a:t>
            </a:r>
            <a:r>
              <a:rPr lang="en-US" altLang="zh-CN" b="1" dirty="0">
                <a:latin typeface="Courier New" panose="02070309020205020404" pitchFamily="49" charset="0"/>
                <a:ea typeface="宋体" panose="02010600030101010101" pitchFamily="2" charset="-122"/>
                <a:cs typeface="Courier New" panose="02070309020205020404" pitchFamily="49" charset="0"/>
              </a:rPr>
              <a:t>Y</a:t>
            </a:r>
            <a:r>
              <a:rPr lang="zh-CN" altLang="en-US" b="1" dirty="0">
                <a:latin typeface="Courier New" panose="02070309020205020404" pitchFamily="49" charset="0"/>
                <a:ea typeface="宋体" panose="02010600030101010101" pitchFamily="2" charset="-122"/>
                <a:cs typeface="Courier New" panose="02070309020205020404" pitchFamily="49" charset="0"/>
              </a:rPr>
              <a:t>替代</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，然后在相应结点删去</a:t>
            </a:r>
            <a:r>
              <a:rPr lang="en-US" altLang="zh-CN" b="1" dirty="0">
                <a:latin typeface="Courier New" panose="02070309020205020404" pitchFamily="49" charset="0"/>
                <a:ea typeface="宋体" panose="02010600030101010101" pitchFamily="2" charset="-122"/>
                <a:cs typeface="Courier New" panose="02070309020205020404" pitchFamily="49" charset="0"/>
              </a:rPr>
              <a:t>Y</a:t>
            </a:r>
            <a:r>
              <a:rPr lang="zh-CN" altLang="en-US" b="1" dirty="0">
                <a:latin typeface="Courier New" panose="02070309020205020404" pitchFamily="49" charset="0"/>
                <a:ea typeface="宋体" panose="02010600030101010101" pitchFamily="2" charset="-122"/>
                <a:cs typeface="Courier New" panose="02070309020205020404" pitchFamily="49" charset="0"/>
              </a:rPr>
              <a:t>；</a:t>
            </a:r>
            <a:endParaRPr lang="en-US" altLang="zh-CN" b="1"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20000"/>
              </a:lnSpc>
            </a:pPr>
            <a:endParaRPr lang="en-US" altLang="zh-CN" b="1" dirty="0">
              <a:latin typeface="等线" panose="02010600030101010101" pitchFamily="2" charset="-122"/>
              <a:cs typeface="Courier New" panose="02070309020205020404" pitchFamily="49" charset="0"/>
            </a:endParaRPr>
          </a:p>
          <a:p>
            <a:pPr algn="just">
              <a:lnSpc>
                <a:spcPct val="120000"/>
              </a:lnSpc>
            </a:pPr>
            <a:r>
              <a:rPr lang="zh-CN" altLang="en-US" b="1" dirty="0">
                <a:latin typeface="等线" panose="02010600030101010101" pitchFamily="2" charset="-122"/>
                <a:cs typeface="Courier New" panose="02070309020205020404" pitchFamily="49" charset="0"/>
              </a:rPr>
              <a:t>⑵ </a:t>
            </a:r>
            <a:r>
              <a:rPr lang="zh-CN" altLang="en-US" b="1" dirty="0">
                <a:latin typeface="Courier New" panose="02070309020205020404" pitchFamily="49" charset="0"/>
                <a:ea typeface="宋体" panose="02010600030101010101" pitchFamily="2" charset="-122"/>
                <a:cs typeface="Courier New" panose="02070309020205020404" pitchFamily="49" charset="0"/>
              </a:rPr>
              <a:t>若所删的是底层结点的</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需分三种情形：</a:t>
            </a:r>
          </a:p>
        </p:txBody>
      </p:sp>
      <p:grpSp>
        <p:nvGrpSpPr>
          <p:cNvPr id="280" name="组合 279">
            <a:extLst>
              <a:ext uri="{FF2B5EF4-FFF2-40B4-BE49-F238E27FC236}">
                <a16:creationId xmlns:a16="http://schemas.microsoft.com/office/drawing/2014/main" id="{B69E2F3C-3F4E-4F12-86DF-A0F031AAB332}"/>
              </a:ext>
            </a:extLst>
          </p:cNvPr>
          <p:cNvGrpSpPr/>
          <p:nvPr/>
        </p:nvGrpSpPr>
        <p:grpSpPr>
          <a:xfrm>
            <a:off x="9079540" y="1708809"/>
            <a:ext cx="1296351" cy="326172"/>
            <a:chOff x="4604077" y="1540318"/>
            <a:chExt cx="1296351" cy="326172"/>
          </a:xfrm>
        </p:grpSpPr>
        <p:sp>
          <p:nvSpPr>
            <p:cNvPr id="281" name="文本框 280">
              <a:extLst>
                <a:ext uri="{FF2B5EF4-FFF2-40B4-BE49-F238E27FC236}">
                  <a16:creationId xmlns:a16="http://schemas.microsoft.com/office/drawing/2014/main" id="{5F22153D-CFCF-485A-88AD-A92845BE7A10}"/>
                </a:ext>
              </a:extLst>
            </p:cNvPr>
            <p:cNvSpPr txBox="1"/>
            <p:nvPr/>
          </p:nvSpPr>
          <p:spPr>
            <a:xfrm>
              <a:off x="4860867"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2" name="文本框 281">
              <a:extLst>
                <a:ext uri="{FF2B5EF4-FFF2-40B4-BE49-F238E27FC236}">
                  <a16:creationId xmlns:a16="http://schemas.microsoft.com/office/drawing/2014/main" id="{3B51916C-187A-4554-9351-9A7A9C026C81}"/>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83" name="文本框 282">
              <a:extLst>
                <a:ext uri="{FF2B5EF4-FFF2-40B4-BE49-F238E27FC236}">
                  <a16:creationId xmlns:a16="http://schemas.microsoft.com/office/drawing/2014/main" id="{14CB361F-A99B-44D0-A67C-DD32E8516E3B}"/>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4" name="文本框 283">
              <a:extLst>
                <a:ext uri="{FF2B5EF4-FFF2-40B4-BE49-F238E27FC236}">
                  <a16:creationId xmlns:a16="http://schemas.microsoft.com/office/drawing/2014/main" id="{BFF751E8-A4DD-4792-B697-1D04831A9060}"/>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5" name="文本框 284">
              <a:extLst>
                <a:ext uri="{FF2B5EF4-FFF2-40B4-BE49-F238E27FC236}">
                  <a16:creationId xmlns:a16="http://schemas.microsoft.com/office/drawing/2014/main" id="{506AABF4-9A65-4976-94D0-0B92BDF07139}"/>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6" name="文本框 285">
              <a:extLst>
                <a:ext uri="{FF2B5EF4-FFF2-40B4-BE49-F238E27FC236}">
                  <a16:creationId xmlns:a16="http://schemas.microsoft.com/office/drawing/2014/main" id="{F79621C7-6C66-4C7A-A3C3-EDBA3EBAE364}"/>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7" name="文本框 286">
              <a:extLst>
                <a:ext uri="{FF2B5EF4-FFF2-40B4-BE49-F238E27FC236}">
                  <a16:creationId xmlns:a16="http://schemas.microsoft.com/office/drawing/2014/main" id="{B2957764-9D91-4CEA-8FC2-C666893E51DC}"/>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8" name="文本框 287">
              <a:extLst>
                <a:ext uri="{FF2B5EF4-FFF2-40B4-BE49-F238E27FC236}">
                  <a16:creationId xmlns:a16="http://schemas.microsoft.com/office/drawing/2014/main" id="{91C31BB6-8424-48DE-B4B5-2ACCB4B6386B}"/>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89" name="矩形 288">
              <a:extLst>
                <a:ext uri="{FF2B5EF4-FFF2-40B4-BE49-F238E27FC236}">
                  <a16:creationId xmlns:a16="http://schemas.microsoft.com/office/drawing/2014/main" id="{1F9C11E9-FF54-4EBD-AB49-C1EA17E9CC8C}"/>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40" name="组合 239">
            <a:extLst>
              <a:ext uri="{FF2B5EF4-FFF2-40B4-BE49-F238E27FC236}">
                <a16:creationId xmlns:a16="http://schemas.microsoft.com/office/drawing/2014/main" id="{107F6EF3-0C1D-424C-9A9B-B7220ABE98FC}"/>
              </a:ext>
            </a:extLst>
          </p:cNvPr>
          <p:cNvGrpSpPr/>
          <p:nvPr/>
        </p:nvGrpSpPr>
        <p:grpSpPr>
          <a:xfrm>
            <a:off x="10488794" y="2460204"/>
            <a:ext cx="1296351" cy="326172"/>
            <a:chOff x="4604077" y="1540318"/>
            <a:chExt cx="1296351" cy="326172"/>
          </a:xfrm>
        </p:grpSpPr>
        <p:sp>
          <p:nvSpPr>
            <p:cNvPr id="241" name="文本框 240">
              <a:extLst>
                <a:ext uri="{FF2B5EF4-FFF2-40B4-BE49-F238E27FC236}">
                  <a16:creationId xmlns:a16="http://schemas.microsoft.com/office/drawing/2014/main" id="{81987D72-7B69-4100-9FDD-EF59E553EE33}"/>
                </a:ext>
              </a:extLst>
            </p:cNvPr>
            <p:cNvSpPr txBox="1"/>
            <p:nvPr/>
          </p:nvSpPr>
          <p:spPr>
            <a:xfrm>
              <a:off x="4860867" y="1547566"/>
              <a:ext cx="264137" cy="317228"/>
            </a:xfrm>
            <a:prstGeom prst="rect">
              <a:avLst/>
            </a:prstGeom>
            <a:solidFill>
              <a:schemeClr val="accent5">
                <a:lumMod val="20000"/>
                <a:lumOff val="80000"/>
              </a:schemeClr>
            </a:solidFill>
            <a:ln w="12700">
              <a:solidFill>
                <a:schemeClr val="tx1"/>
              </a:solidFill>
            </a:ln>
          </p:spPr>
          <p:txBody>
            <a:bodyPr wrap="square" lIns="0" tIns="54000" rIns="0" bIns="46800" rtlCol="0">
              <a:spAutoFit/>
            </a:bodyPr>
            <a:lstStyle/>
            <a:p>
              <a:pPr algn="ctr"/>
              <a:r>
                <a:rPr lang="en-US" altLang="zh-CN" sz="1400" b="1" spc="-150" dirty="0"/>
                <a:t>100</a:t>
              </a:r>
              <a:endParaRPr lang="zh-CN" altLang="en-US" sz="1400" b="1" spc="-150" dirty="0"/>
            </a:p>
          </p:txBody>
        </p:sp>
        <p:sp>
          <p:nvSpPr>
            <p:cNvPr id="242" name="文本框 241">
              <a:extLst>
                <a:ext uri="{FF2B5EF4-FFF2-40B4-BE49-F238E27FC236}">
                  <a16:creationId xmlns:a16="http://schemas.microsoft.com/office/drawing/2014/main" id="{9F5F4933-F68D-4CF7-AE17-9D0552654276}"/>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r>
                <a:rPr lang="en-US" altLang="zh-CN" sz="1600" b="1" dirty="0">
                  <a:solidFill>
                    <a:schemeClr val="accent2">
                      <a:lumMod val="50000"/>
                    </a:schemeClr>
                  </a:solidFill>
                </a:rPr>
                <a:t>1</a:t>
              </a:r>
              <a:endParaRPr lang="zh-CN" altLang="en-US" sz="1600" b="1" dirty="0">
                <a:solidFill>
                  <a:schemeClr val="accent2">
                    <a:lumMod val="50000"/>
                  </a:schemeClr>
                </a:solidFill>
              </a:endParaRPr>
            </a:p>
          </p:txBody>
        </p:sp>
        <p:sp>
          <p:nvSpPr>
            <p:cNvPr id="243" name="文本框 242">
              <a:extLst>
                <a:ext uri="{FF2B5EF4-FFF2-40B4-BE49-F238E27FC236}">
                  <a16:creationId xmlns:a16="http://schemas.microsoft.com/office/drawing/2014/main" id="{44F12BC9-830B-4BEC-A35C-F9E5F67AA4F9}"/>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4" name="文本框 243">
              <a:extLst>
                <a:ext uri="{FF2B5EF4-FFF2-40B4-BE49-F238E27FC236}">
                  <a16:creationId xmlns:a16="http://schemas.microsoft.com/office/drawing/2014/main" id="{E82064E4-DC5B-4912-A151-55F40C63E9D9}"/>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5" name="文本框 244">
              <a:extLst>
                <a:ext uri="{FF2B5EF4-FFF2-40B4-BE49-F238E27FC236}">
                  <a16:creationId xmlns:a16="http://schemas.microsoft.com/office/drawing/2014/main" id="{9E5C209B-50F5-4DB4-9640-D14825F30D80}"/>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6" name="文本框 245">
              <a:extLst>
                <a:ext uri="{FF2B5EF4-FFF2-40B4-BE49-F238E27FC236}">
                  <a16:creationId xmlns:a16="http://schemas.microsoft.com/office/drawing/2014/main" id="{601401DE-CCC6-4B7B-913B-060A5F5D62C0}"/>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7" name="文本框 246">
              <a:extLst>
                <a:ext uri="{FF2B5EF4-FFF2-40B4-BE49-F238E27FC236}">
                  <a16:creationId xmlns:a16="http://schemas.microsoft.com/office/drawing/2014/main" id="{7AFD0264-FB91-4EAA-86B2-6552BE4CA981}"/>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8" name="文本框 247">
              <a:extLst>
                <a:ext uri="{FF2B5EF4-FFF2-40B4-BE49-F238E27FC236}">
                  <a16:creationId xmlns:a16="http://schemas.microsoft.com/office/drawing/2014/main" id="{C20AD90C-CE73-4405-B4D1-52FD709A5C63}"/>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49" name="矩形 248">
              <a:extLst>
                <a:ext uri="{FF2B5EF4-FFF2-40B4-BE49-F238E27FC236}">
                  <a16:creationId xmlns:a16="http://schemas.microsoft.com/office/drawing/2014/main" id="{7FB235FF-12B7-40D4-BC98-8C58E68F4406}"/>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308" name="组合 307">
            <a:extLst>
              <a:ext uri="{FF2B5EF4-FFF2-40B4-BE49-F238E27FC236}">
                <a16:creationId xmlns:a16="http://schemas.microsoft.com/office/drawing/2014/main" id="{3CD6DE76-878E-45E2-910D-8E0AB1804D84}"/>
              </a:ext>
            </a:extLst>
          </p:cNvPr>
          <p:cNvGrpSpPr/>
          <p:nvPr/>
        </p:nvGrpSpPr>
        <p:grpSpPr>
          <a:xfrm>
            <a:off x="5517916" y="1717463"/>
            <a:ext cx="1296351" cy="326172"/>
            <a:chOff x="4604077" y="1540318"/>
            <a:chExt cx="1296351" cy="326172"/>
          </a:xfrm>
        </p:grpSpPr>
        <p:sp>
          <p:nvSpPr>
            <p:cNvPr id="309" name="文本框 308">
              <a:extLst>
                <a:ext uri="{FF2B5EF4-FFF2-40B4-BE49-F238E27FC236}">
                  <a16:creationId xmlns:a16="http://schemas.microsoft.com/office/drawing/2014/main" id="{1CA47281-E2F0-48EE-AC5D-E2AF69A2E73A}"/>
                </a:ext>
              </a:extLst>
            </p:cNvPr>
            <p:cNvSpPr txBox="1"/>
            <p:nvPr/>
          </p:nvSpPr>
          <p:spPr>
            <a:xfrm>
              <a:off x="4860867"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0" name="文本框 309">
              <a:extLst>
                <a:ext uri="{FF2B5EF4-FFF2-40B4-BE49-F238E27FC236}">
                  <a16:creationId xmlns:a16="http://schemas.microsoft.com/office/drawing/2014/main" id="{42A56137-A098-4ED6-9642-B3656711A9ED}"/>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311" name="文本框 310">
              <a:extLst>
                <a:ext uri="{FF2B5EF4-FFF2-40B4-BE49-F238E27FC236}">
                  <a16:creationId xmlns:a16="http://schemas.microsoft.com/office/drawing/2014/main" id="{6FE2C0DE-400E-47EA-BFB6-BD4D0C3C1052}"/>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2" name="文本框 311">
              <a:extLst>
                <a:ext uri="{FF2B5EF4-FFF2-40B4-BE49-F238E27FC236}">
                  <a16:creationId xmlns:a16="http://schemas.microsoft.com/office/drawing/2014/main" id="{EC61C636-F71E-49B2-93A0-0B1A7FAAA074}"/>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3" name="文本框 312">
              <a:extLst>
                <a:ext uri="{FF2B5EF4-FFF2-40B4-BE49-F238E27FC236}">
                  <a16:creationId xmlns:a16="http://schemas.microsoft.com/office/drawing/2014/main" id="{76ABF86A-63FC-4A7D-9A8A-9409D6215032}"/>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4" name="文本框 313">
              <a:extLst>
                <a:ext uri="{FF2B5EF4-FFF2-40B4-BE49-F238E27FC236}">
                  <a16:creationId xmlns:a16="http://schemas.microsoft.com/office/drawing/2014/main" id="{EDBB37D4-6952-4EAD-BC54-6E012B44C515}"/>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5" name="文本框 314">
              <a:extLst>
                <a:ext uri="{FF2B5EF4-FFF2-40B4-BE49-F238E27FC236}">
                  <a16:creationId xmlns:a16="http://schemas.microsoft.com/office/drawing/2014/main" id="{68C73620-9AF2-489F-AF3D-23388B323828}"/>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6" name="文本框 315">
              <a:extLst>
                <a:ext uri="{FF2B5EF4-FFF2-40B4-BE49-F238E27FC236}">
                  <a16:creationId xmlns:a16="http://schemas.microsoft.com/office/drawing/2014/main" id="{BB7C753D-D400-4F54-A38F-E3E221A57FBF}"/>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17" name="矩形 316">
              <a:extLst>
                <a:ext uri="{FF2B5EF4-FFF2-40B4-BE49-F238E27FC236}">
                  <a16:creationId xmlns:a16="http://schemas.microsoft.com/office/drawing/2014/main" id="{4EE2F81C-7728-4F69-A340-80DC6DE05510}"/>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97" name="组合 296">
            <a:extLst>
              <a:ext uri="{FF2B5EF4-FFF2-40B4-BE49-F238E27FC236}">
                <a16:creationId xmlns:a16="http://schemas.microsoft.com/office/drawing/2014/main" id="{401FA10D-DD60-494A-8B4A-ECF52926E0CB}"/>
              </a:ext>
            </a:extLst>
          </p:cNvPr>
          <p:cNvGrpSpPr/>
          <p:nvPr/>
        </p:nvGrpSpPr>
        <p:grpSpPr>
          <a:xfrm>
            <a:off x="7248720" y="998864"/>
            <a:ext cx="1296351" cy="326172"/>
            <a:chOff x="4604077" y="1540318"/>
            <a:chExt cx="1296351" cy="326172"/>
          </a:xfrm>
        </p:grpSpPr>
        <p:sp>
          <p:nvSpPr>
            <p:cNvPr id="298" name="文本框 297">
              <a:extLst>
                <a:ext uri="{FF2B5EF4-FFF2-40B4-BE49-F238E27FC236}">
                  <a16:creationId xmlns:a16="http://schemas.microsoft.com/office/drawing/2014/main" id="{392B15B4-D118-4600-A922-93B520663397}"/>
                </a:ext>
              </a:extLst>
            </p:cNvPr>
            <p:cNvSpPr txBox="1"/>
            <p:nvPr/>
          </p:nvSpPr>
          <p:spPr>
            <a:xfrm>
              <a:off x="4860867"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99" name="文本框 298">
              <a:extLst>
                <a:ext uri="{FF2B5EF4-FFF2-40B4-BE49-F238E27FC236}">
                  <a16:creationId xmlns:a16="http://schemas.microsoft.com/office/drawing/2014/main" id="{BABB5B36-ED9A-452C-8C29-10DD09E42B35}"/>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300" name="文本框 299">
              <a:extLst>
                <a:ext uri="{FF2B5EF4-FFF2-40B4-BE49-F238E27FC236}">
                  <a16:creationId xmlns:a16="http://schemas.microsoft.com/office/drawing/2014/main" id="{C990A445-1E3B-43CF-8992-90AD398BC572}"/>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1" name="文本框 300">
              <a:extLst>
                <a:ext uri="{FF2B5EF4-FFF2-40B4-BE49-F238E27FC236}">
                  <a16:creationId xmlns:a16="http://schemas.microsoft.com/office/drawing/2014/main" id="{3E7138FB-CFA5-4CF8-8913-E5A602848BB9}"/>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2" name="文本框 301">
              <a:extLst>
                <a:ext uri="{FF2B5EF4-FFF2-40B4-BE49-F238E27FC236}">
                  <a16:creationId xmlns:a16="http://schemas.microsoft.com/office/drawing/2014/main" id="{A939F7B1-B664-4BA2-BB17-2186F5C39A66}"/>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3" name="文本框 302">
              <a:extLst>
                <a:ext uri="{FF2B5EF4-FFF2-40B4-BE49-F238E27FC236}">
                  <a16:creationId xmlns:a16="http://schemas.microsoft.com/office/drawing/2014/main" id="{A44C700B-F43C-481C-B6BE-4D9C8423458A}"/>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4" name="文本框 303">
              <a:extLst>
                <a:ext uri="{FF2B5EF4-FFF2-40B4-BE49-F238E27FC236}">
                  <a16:creationId xmlns:a16="http://schemas.microsoft.com/office/drawing/2014/main" id="{4013D06F-6072-47DC-B44B-E9DE823B1B05}"/>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5" name="文本框 304">
              <a:extLst>
                <a:ext uri="{FF2B5EF4-FFF2-40B4-BE49-F238E27FC236}">
                  <a16:creationId xmlns:a16="http://schemas.microsoft.com/office/drawing/2014/main" id="{49112FF2-2B31-4C5E-8F38-92E45E15F252}"/>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306" name="矩形 305">
              <a:extLst>
                <a:ext uri="{FF2B5EF4-FFF2-40B4-BE49-F238E27FC236}">
                  <a16:creationId xmlns:a16="http://schemas.microsoft.com/office/drawing/2014/main" id="{78AAADFB-6949-4504-B456-B5697D0C1CD3}"/>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33" name="直接连接符 32">
            <a:extLst>
              <a:ext uri="{FF2B5EF4-FFF2-40B4-BE49-F238E27FC236}">
                <a16:creationId xmlns:a16="http://schemas.microsoft.com/office/drawing/2014/main" id="{3FE3FBFB-513A-4CB6-AF03-7290CBCFF0EC}"/>
              </a:ext>
            </a:extLst>
          </p:cNvPr>
          <p:cNvCxnSpPr>
            <a:cxnSpLocks/>
          </p:cNvCxnSpPr>
          <p:nvPr/>
        </p:nvCxnSpPr>
        <p:spPr>
          <a:xfrm flipH="1">
            <a:off x="8304540" y="1955993"/>
            <a:ext cx="976892" cy="56380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grpSp>
        <p:nvGrpSpPr>
          <p:cNvPr id="210" name="组合 209">
            <a:extLst>
              <a:ext uri="{FF2B5EF4-FFF2-40B4-BE49-F238E27FC236}">
                <a16:creationId xmlns:a16="http://schemas.microsoft.com/office/drawing/2014/main" id="{C92745EB-DA22-4CDF-937E-454006038DA7}"/>
              </a:ext>
            </a:extLst>
          </p:cNvPr>
          <p:cNvGrpSpPr/>
          <p:nvPr/>
        </p:nvGrpSpPr>
        <p:grpSpPr>
          <a:xfrm>
            <a:off x="6244188" y="2462212"/>
            <a:ext cx="1296351" cy="326172"/>
            <a:chOff x="4604077" y="1540318"/>
            <a:chExt cx="1296351" cy="326172"/>
          </a:xfrm>
        </p:grpSpPr>
        <p:sp>
          <p:nvSpPr>
            <p:cNvPr id="211" name="文本框 210">
              <a:extLst>
                <a:ext uri="{FF2B5EF4-FFF2-40B4-BE49-F238E27FC236}">
                  <a16:creationId xmlns:a16="http://schemas.microsoft.com/office/drawing/2014/main" id="{5EAB0481-D826-4B1C-BC3E-DD7357006AB5}"/>
                </a:ext>
              </a:extLst>
            </p:cNvPr>
            <p:cNvSpPr txBox="1"/>
            <p:nvPr/>
          </p:nvSpPr>
          <p:spPr>
            <a:xfrm>
              <a:off x="4860867"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2" name="文本框 211">
              <a:extLst>
                <a:ext uri="{FF2B5EF4-FFF2-40B4-BE49-F238E27FC236}">
                  <a16:creationId xmlns:a16="http://schemas.microsoft.com/office/drawing/2014/main" id="{93D788D2-308A-4C9B-AABD-95B38E00FE9B}"/>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13" name="文本框 212">
              <a:extLst>
                <a:ext uri="{FF2B5EF4-FFF2-40B4-BE49-F238E27FC236}">
                  <a16:creationId xmlns:a16="http://schemas.microsoft.com/office/drawing/2014/main" id="{453D6EEB-F05F-44DC-9BF8-4C6A2952EDE6}"/>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4" name="文本框 213">
              <a:extLst>
                <a:ext uri="{FF2B5EF4-FFF2-40B4-BE49-F238E27FC236}">
                  <a16:creationId xmlns:a16="http://schemas.microsoft.com/office/drawing/2014/main" id="{B0A11BAB-4955-4B10-8DD9-858942E75B44}"/>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5" name="文本框 214">
              <a:extLst>
                <a:ext uri="{FF2B5EF4-FFF2-40B4-BE49-F238E27FC236}">
                  <a16:creationId xmlns:a16="http://schemas.microsoft.com/office/drawing/2014/main" id="{0DDDDADC-3539-41F4-A580-1734E44F64C8}"/>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6" name="文本框 215">
              <a:extLst>
                <a:ext uri="{FF2B5EF4-FFF2-40B4-BE49-F238E27FC236}">
                  <a16:creationId xmlns:a16="http://schemas.microsoft.com/office/drawing/2014/main" id="{C3DE8462-A6F5-4DD2-855D-1935807A4C05}"/>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7" name="文本框 216">
              <a:extLst>
                <a:ext uri="{FF2B5EF4-FFF2-40B4-BE49-F238E27FC236}">
                  <a16:creationId xmlns:a16="http://schemas.microsoft.com/office/drawing/2014/main" id="{65EB9AC0-88D4-49FE-807D-972FFC1F29C8}"/>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8" name="文本框 217">
              <a:extLst>
                <a:ext uri="{FF2B5EF4-FFF2-40B4-BE49-F238E27FC236}">
                  <a16:creationId xmlns:a16="http://schemas.microsoft.com/office/drawing/2014/main" id="{E11C740E-7438-4A82-BFD7-5F6623CA22E2}"/>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19" name="矩形 218">
              <a:extLst>
                <a:ext uri="{FF2B5EF4-FFF2-40B4-BE49-F238E27FC236}">
                  <a16:creationId xmlns:a16="http://schemas.microsoft.com/office/drawing/2014/main" id="{A235DD6D-634B-4289-9B7B-423744F3BAA7}"/>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20" name="组合 219">
            <a:extLst>
              <a:ext uri="{FF2B5EF4-FFF2-40B4-BE49-F238E27FC236}">
                <a16:creationId xmlns:a16="http://schemas.microsoft.com/office/drawing/2014/main" id="{E656ACC1-2954-42CE-BEDC-ECBA5DAE47EF}"/>
              </a:ext>
            </a:extLst>
          </p:cNvPr>
          <p:cNvGrpSpPr/>
          <p:nvPr/>
        </p:nvGrpSpPr>
        <p:grpSpPr>
          <a:xfrm>
            <a:off x="4830168" y="2467290"/>
            <a:ext cx="1296351" cy="326172"/>
            <a:chOff x="4604077" y="1540318"/>
            <a:chExt cx="1296351" cy="326172"/>
          </a:xfrm>
        </p:grpSpPr>
        <p:sp>
          <p:nvSpPr>
            <p:cNvPr id="221" name="文本框 220">
              <a:extLst>
                <a:ext uri="{FF2B5EF4-FFF2-40B4-BE49-F238E27FC236}">
                  <a16:creationId xmlns:a16="http://schemas.microsoft.com/office/drawing/2014/main" id="{0C2661A6-53CC-4370-83A5-3667484CD6A3}"/>
                </a:ext>
              </a:extLst>
            </p:cNvPr>
            <p:cNvSpPr txBox="1"/>
            <p:nvPr/>
          </p:nvSpPr>
          <p:spPr>
            <a:xfrm>
              <a:off x="4860867"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2" name="文本框 221">
              <a:extLst>
                <a:ext uri="{FF2B5EF4-FFF2-40B4-BE49-F238E27FC236}">
                  <a16:creationId xmlns:a16="http://schemas.microsoft.com/office/drawing/2014/main" id="{7B7E13E9-83A9-4915-B0E7-C5B489E4059C}"/>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23" name="文本框 222">
              <a:extLst>
                <a:ext uri="{FF2B5EF4-FFF2-40B4-BE49-F238E27FC236}">
                  <a16:creationId xmlns:a16="http://schemas.microsoft.com/office/drawing/2014/main" id="{67F43F30-EAC4-478A-8F8F-CDE29891169D}"/>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4" name="文本框 223">
              <a:extLst>
                <a:ext uri="{FF2B5EF4-FFF2-40B4-BE49-F238E27FC236}">
                  <a16:creationId xmlns:a16="http://schemas.microsoft.com/office/drawing/2014/main" id="{3E719FEC-B9D0-4A2B-9E0D-8C4396E7F11D}"/>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5" name="文本框 224">
              <a:extLst>
                <a:ext uri="{FF2B5EF4-FFF2-40B4-BE49-F238E27FC236}">
                  <a16:creationId xmlns:a16="http://schemas.microsoft.com/office/drawing/2014/main" id="{2A8EA060-0DA9-4B23-93A9-FA0D26674EE6}"/>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6" name="文本框 225">
              <a:extLst>
                <a:ext uri="{FF2B5EF4-FFF2-40B4-BE49-F238E27FC236}">
                  <a16:creationId xmlns:a16="http://schemas.microsoft.com/office/drawing/2014/main" id="{55F1427F-0FDA-47B0-9046-053C7CDD636D}"/>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7" name="文本框 226">
              <a:extLst>
                <a:ext uri="{FF2B5EF4-FFF2-40B4-BE49-F238E27FC236}">
                  <a16:creationId xmlns:a16="http://schemas.microsoft.com/office/drawing/2014/main" id="{E3694048-AB55-4718-9D65-4B9126DD0DC3}"/>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8" name="文本框 227">
              <a:extLst>
                <a:ext uri="{FF2B5EF4-FFF2-40B4-BE49-F238E27FC236}">
                  <a16:creationId xmlns:a16="http://schemas.microsoft.com/office/drawing/2014/main" id="{72A9FEC8-47EB-455A-B0DE-3881EAF847B0}"/>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29" name="矩形 228">
              <a:extLst>
                <a:ext uri="{FF2B5EF4-FFF2-40B4-BE49-F238E27FC236}">
                  <a16:creationId xmlns:a16="http://schemas.microsoft.com/office/drawing/2014/main" id="{B8D6070E-FDB8-44E2-AB41-30B10FBF0D82}"/>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60" name="组合 259">
            <a:extLst>
              <a:ext uri="{FF2B5EF4-FFF2-40B4-BE49-F238E27FC236}">
                <a16:creationId xmlns:a16="http://schemas.microsoft.com/office/drawing/2014/main" id="{B3E500E4-64BE-49E0-8ACC-3B198D7400C9}"/>
              </a:ext>
            </a:extLst>
          </p:cNvPr>
          <p:cNvGrpSpPr/>
          <p:nvPr/>
        </p:nvGrpSpPr>
        <p:grpSpPr>
          <a:xfrm>
            <a:off x="9078702" y="2458701"/>
            <a:ext cx="1296351" cy="326172"/>
            <a:chOff x="4604077" y="1540318"/>
            <a:chExt cx="1296351" cy="326172"/>
          </a:xfrm>
        </p:grpSpPr>
        <p:sp>
          <p:nvSpPr>
            <p:cNvPr id="261" name="文本框 260">
              <a:extLst>
                <a:ext uri="{FF2B5EF4-FFF2-40B4-BE49-F238E27FC236}">
                  <a16:creationId xmlns:a16="http://schemas.microsoft.com/office/drawing/2014/main" id="{0A43F4BE-D15A-41D3-BE60-7F1641D7CD99}"/>
                </a:ext>
              </a:extLst>
            </p:cNvPr>
            <p:cNvSpPr txBox="1"/>
            <p:nvPr/>
          </p:nvSpPr>
          <p:spPr>
            <a:xfrm>
              <a:off x="4860867"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2" name="文本框 261">
              <a:extLst>
                <a:ext uri="{FF2B5EF4-FFF2-40B4-BE49-F238E27FC236}">
                  <a16:creationId xmlns:a16="http://schemas.microsoft.com/office/drawing/2014/main" id="{939D5216-84C2-4ED6-8627-03052211643F}"/>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63" name="文本框 262">
              <a:extLst>
                <a:ext uri="{FF2B5EF4-FFF2-40B4-BE49-F238E27FC236}">
                  <a16:creationId xmlns:a16="http://schemas.microsoft.com/office/drawing/2014/main" id="{0ECC6A8C-B410-4B91-8A8C-26CB1B6E161D}"/>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4" name="文本框 263">
              <a:extLst>
                <a:ext uri="{FF2B5EF4-FFF2-40B4-BE49-F238E27FC236}">
                  <a16:creationId xmlns:a16="http://schemas.microsoft.com/office/drawing/2014/main" id="{281F8211-CA4C-434B-B4F4-D0CBF9F2D13E}"/>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5" name="文本框 264">
              <a:extLst>
                <a:ext uri="{FF2B5EF4-FFF2-40B4-BE49-F238E27FC236}">
                  <a16:creationId xmlns:a16="http://schemas.microsoft.com/office/drawing/2014/main" id="{A17C9581-73D8-46E8-86AB-0E2EF2C9E13E}"/>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6" name="文本框 265">
              <a:extLst>
                <a:ext uri="{FF2B5EF4-FFF2-40B4-BE49-F238E27FC236}">
                  <a16:creationId xmlns:a16="http://schemas.microsoft.com/office/drawing/2014/main" id="{FC2D40AF-177F-470B-8F3C-4BCD0D7306CA}"/>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7" name="文本框 266">
              <a:extLst>
                <a:ext uri="{FF2B5EF4-FFF2-40B4-BE49-F238E27FC236}">
                  <a16:creationId xmlns:a16="http://schemas.microsoft.com/office/drawing/2014/main" id="{D341E968-75A6-41CB-8788-7EDBEA758F29}"/>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8" name="文本框 267">
              <a:extLst>
                <a:ext uri="{FF2B5EF4-FFF2-40B4-BE49-F238E27FC236}">
                  <a16:creationId xmlns:a16="http://schemas.microsoft.com/office/drawing/2014/main" id="{FAC608D3-F2AC-49F0-A65A-59CEFF04031E}"/>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69" name="矩形 268">
              <a:extLst>
                <a:ext uri="{FF2B5EF4-FFF2-40B4-BE49-F238E27FC236}">
                  <a16:creationId xmlns:a16="http://schemas.microsoft.com/office/drawing/2014/main" id="{8E4651E9-3F51-4151-A3D2-1FCA91EB873C}"/>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70" name="组合 269">
            <a:extLst>
              <a:ext uri="{FF2B5EF4-FFF2-40B4-BE49-F238E27FC236}">
                <a16:creationId xmlns:a16="http://schemas.microsoft.com/office/drawing/2014/main" id="{6724FFDA-C115-4FB0-9F7D-0049E0632890}"/>
              </a:ext>
            </a:extLst>
          </p:cNvPr>
          <p:cNvGrpSpPr/>
          <p:nvPr/>
        </p:nvGrpSpPr>
        <p:grpSpPr>
          <a:xfrm>
            <a:off x="7660169" y="2456980"/>
            <a:ext cx="1296351" cy="326172"/>
            <a:chOff x="4604077" y="1540318"/>
            <a:chExt cx="1296351" cy="326172"/>
          </a:xfrm>
        </p:grpSpPr>
        <p:sp>
          <p:nvSpPr>
            <p:cNvPr id="271" name="文本框 270">
              <a:extLst>
                <a:ext uri="{FF2B5EF4-FFF2-40B4-BE49-F238E27FC236}">
                  <a16:creationId xmlns:a16="http://schemas.microsoft.com/office/drawing/2014/main" id="{6AECE099-50CD-46F9-BC2B-3A2378698764}"/>
                </a:ext>
              </a:extLst>
            </p:cNvPr>
            <p:cNvSpPr txBox="1"/>
            <p:nvPr/>
          </p:nvSpPr>
          <p:spPr>
            <a:xfrm>
              <a:off x="4860867"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2" name="文本框 271">
              <a:extLst>
                <a:ext uri="{FF2B5EF4-FFF2-40B4-BE49-F238E27FC236}">
                  <a16:creationId xmlns:a16="http://schemas.microsoft.com/office/drawing/2014/main" id="{DE27A650-BCDE-4BB2-9453-44A774DDA685}"/>
                </a:ext>
              </a:extLst>
            </p:cNvPr>
            <p:cNvSpPr txBox="1"/>
            <p:nvPr/>
          </p:nvSpPr>
          <p:spPr>
            <a:xfrm>
              <a:off x="4610427" y="1547566"/>
              <a:ext cx="166027" cy="318924"/>
            </a:xfrm>
            <a:prstGeom prst="rect">
              <a:avLst/>
            </a:prstGeom>
            <a:solidFill>
              <a:schemeClr val="bg2"/>
            </a:solidFill>
            <a:ln w="12700">
              <a:solidFill>
                <a:schemeClr val="tx1"/>
              </a:solidFill>
            </a:ln>
          </p:spPr>
          <p:txBody>
            <a:bodyPr wrap="square" lIns="0" tIns="36000" rIns="0" bIns="36000" rtlCol="0">
              <a:spAutoFit/>
            </a:bodyPr>
            <a:lstStyle/>
            <a:p>
              <a:pPr algn="ctr"/>
              <a:endParaRPr lang="zh-CN" altLang="en-US" sz="1600" dirty="0"/>
            </a:p>
          </p:txBody>
        </p:sp>
        <p:sp>
          <p:nvSpPr>
            <p:cNvPr id="273" name="文本框 272">
              <a:extLst>
                <a:ext uri="{FF2B5EF4-FFF2-40B4-BE49-F238E27FC236}">
                  <a16:creationId xmlns:a16="http://schemas.microsoft.com/office/drawing/2014/main" id="{C5477AD7-015C-4C28-9167-861130D65B23}"/>
                </a:ext>
              </a:extLst>
            </p:cNvPr>
            <p:cNvSpPr txBox="1"/>
            <p:nvPr/>
          </p:nvSpPr>
          <p:spPr>
            <a:xfrm>
              <a:off x="5207050" y="154756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4" name="文本框 273">
              <a:extLst>
                <a:ext uri="{FF2B5EF4-FFF2-40B4-BE49-F238E27FC236}">
                  <a16:creationId xmlns:a16="http://schemas.microsoft.com/office/drawing/2014/main" id="{FED74A6A-DF28-402E-93CE-3761140C61E9}"/>
                </a:ext>
              </a:extLst>
            </p:cNvPr>
            <p:cNvSpPr txBox="1"/>
            <p:nvPr/>
          </p:nvSpPr>
          <p:spPr>
            <a:xfrm>
              <a:off x="5548703" y="154447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5" name="文本框 274">
              <a:extLst>
                <a:ext uri="{FF2B5EF4-FFF2-40B4-BE49-F238E27FC236}">
                  <a16:creationId xmlns:a16="http://schemas.microsoft.com/office/drawing/2014/main" id="{4BD73BAE-1D97-4DC0-83F4-DD2E23AD6C94}"/>
                </a:ext>
              </a:extLst>
            </p:cNvPr>
            <p:cNvSpPr txBox="1"/>
            <p:nvPr/>
          </p:nvSpPr>
          <p:spPr>
            <a:xfrm>
              <a:off x="4778946" y="154744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6" name="文本框 275">
              <a:extLst>
                <a:ext uri="{FF2B5EF4-FFF2-40B4-BE49-F238E27FC236}">
                  <a16:creationId xmlns:a16="http://schemas.microsoft.com/office/drawing/2014/main" id="{0CE9187C-164A-4245-9C5D-6247A2C67C0A}"/>
                </a:ext>
              </a:extLst>
            </p:cNvPr>
            <p:cNvSpPr txBox="1"/>
            <p:nvPr/>
          </p:nvSpPr>
          <p:spPr>
            <a:xfrm>
              <a:off x="5126118" y="1545396"/>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7" name="文本框 276">
              <a:extLst>
                <a:ext uri="{FF2B5EF4-FFF2-40B4-BE49-F238E27FC236}">
                  <a16:creationId xmlns:a16="http://schemas.microsoft.com/office/drawing/2014/main" id="{73221050-9B1F-4350-932E-4B5B9A9FFECE}"/>
                </a:ext>
              </a:extLst>
            </p:cNvPr>
            <p:cNvSpPr txBox="1"/>
            <p:nvPr/>
          </p:nvSpPr>
          <p:spPr>
            <a:xfrm>
              <a:off x="5471187" y="1545793"/>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8" name="文本框 277">
              <a:extLst>
                <a:ext uri="{FF2B5EF4-FFF2-40B4-BE49-F238E27FC236}">
                  <a16:creationId xmlns:a16="http://schemas.microsoft.com/office/drawing/2014/main" id="{C76FA917-B6C3-4075-8603-489A26CF46BF}"/>
                </a:ext>
              </a:extLst>
            </p:cNvPr>
            <p:cNvSpPr txBox="1"/>
            <p:nvPr/>
          </p:nvSpPr>
          <p:spPr>
            <a:xfrm>
              <a:off x="5814807" y="1544124"/>
              <a:ext cx="79271" cy="318924"/>
            </a:xfrm>
            <a:prstGeom prst="rect">
              <a:avLst/>
            </a:prstGeom>
            <a:solidFill>
              <a:schemeClr val="accent6">
                <a:lumMod val="40000"/>
                <a:lumOff val="60000"/>
              </a:schemeClr>
            </a:solidFill>
            <a:ln w="12700">
              <a:solidFill>
                <a:schemeClr val="tx1"/>
              </a:solidFill>
            </a:ln>
          </p:spPr>
          <p:txBody>
            <a:bodyPr wrap="square" lIns="0" tIns="36000" rIns="0" bIns="36000" rtlCol="0">
              <a:spAutoFit/>
            </a:bodyPr>
            <a:lstStyle/>
            <a:p>
              <a:pPr algn="ctr"/>
              <a:endParaRPr lang="zh-CN" altLang="en-US" sz="1600" dirty="0"/>
            </a:p>
          </p:txBody>
        </p:sp>
        <p:sp>
          <p:nvSpPr>
            <p:cNvPr id="279" name="矩形 278">
              <a:extLst>
                <a:ext uri="{FF2B5EF4-FFF2-40B4-BE49-F238E27FC236}">
                  <a16:creationId xmlns:a16="http://schemas.microsoft.com/office/drawing/2014/main" id="{847E2E78-8AEC-4F4D-A77E-2514D5295345}"/>
                </a:ext>
              </a:extLst>
            </p:cNvPr>
            <p:cNvSpPr/>
            <p:nvPr/>
          </p:nvSpPr>
          <p:spPr>
            <a:xfrm>
              <a:off x="4604077" y="1540318"/>
              <a:ext cx="1296351" cy="32273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34" name="直接连接符 33">
            <a:extLst>
              <a:ext uri="{FF2B5EF4-FFF2-40B4-BE49-F238E27FC236}">
                <a16:creationId xmlns:a16="http://schemas.microsoft.com/office/drawing/2014/main" id="{648F5B48-0941-45F7-9C03-F9443DCE7592}"/>
              </a:ext>
            </a:extLst>
          </p:cNvPr>
          <p:cNvCxnSpPr>
            <a:cxnSpLocks/>
          </p:cNvCxnSpPr>
          <p:nvPr/>
        </p:nvCxnSpPr>
        <p:spPr>
          <a:xfrm>
            <a:off x="9632707" y="1956245"/>
            <a:ext cx="87191" cy="502456"/>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8589954-2E6D-46B9-89EE-E912D9423083}"/>
              </a:ext>
            </a:extLst>
          </p:cNvPr>
          <p:cNvCxnSpPr>
            <a:cxnSpLocks/>
            <a:endCxn id="229" idx="0"/>
          </p:cNvCxnSpPr>
          <p:nvPr/>
        </p:nvCxnSpPr>
        <p:spPr>
          <a:xfrm flipH="1">
            <a:off x="5478344" y="1968550"/>
            <a:ext cx="247724" cy="498740"/>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170B7BD-5ACD-4DC2-9315-6FEDCB11D829}"/>
              </a:ext>
            </a:extLst>
          </p:cNvPr>
          <p:cNvCxnSpPr>
            <a:cxnSpLocks/>
          </p:cNvCxnSpPr>
          <p:nvPr/>
        </p:nvCxnSpPr>
        <p:spPr>
          <a:xfrm>
            <a:off x="9988888" y="1958520"/>
            <a:ext cx="1157873" cy="50140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1A267F0-16BD-4CF8-8319-8E8E24D9D797}"/>
              </a:ext>
            </a:extLst>
          </p:cNvPr>
          <p:cNvCxnSpPr>
            <a:cxnSpLocks/>
            <a:endCxn id="317" idx="0"/>
          </p:cNvCxnSpPr>
          <p:nvPr/>
        </p:nvCxnSpPr>
        <p:spPr>
          <a:xfrm flipH="1">
            <a:off x="6166092" y="1231599"/>
            <a:ext cx="1292344" cy="485864"/>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0DEEDADB-A3D1-4F07-AE61-3B47F0DFD287}"/>
              </a:ext>
            </a:extLst>
          </p:cNvPr>
          <p:cNvCxnSpPr>
            <a:cxnSpLocks/>
            <a:endCxn id="219" idx="0"/>
          </p:cNvCxnSpPr>
          <p:nvPr/>
        </p:nvCxnSpPr>
        <p:spPr>
          <a:xfrm>
            <a:off x="6081700" y="1964256"/>
            <a:ext cx="810664" cy="497956"/>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763B3B7-D0EF-41D5-8F09-031459AE583C}"/>
              </a:ext>
            </a:extLst>
          </p:cNvPr>
          <p:cNvCxnSpPr>
            <a:cxnSpLocks/>
            <a:endCxn id="289" idx="0"/>
          </p:cNvCxnSpPr>
          <p:nvPr/>
        </p:nvCxnSpPr>
        <p:spPr>
          <a:xfrm>
            <a:off x="7810397" y="1228276"/>
            <a:ext cx="1917319" cy="480533"/>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0A84F638-FEF7-4A15-9F08-BE604DD8A1E2}"/>
              </a:ext>
            </a:extLst>
          </p:cNvPr>
          <p:cNvSpPr txBox="1"/>
          <p:nvPr/>
        </p:nvSpPr>
        <p:spPr>
          <a:xfrm>
            <a:off x="7486538" y="1024331"/>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45</a:t>
            </a:r>
            <a:endParaRPr lang="zh-CN" altLang="en-US" b="1"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A128FF7-6422-4DDD-9DCA-256041E5D786}"/>
              </a:ext>
            </a:extLst>
          </p:cNvPr>
          <p:cNvSpPr txBox="1"/>
          <p:nvPr/>
        </p:nvSpPr>
        <p:spPr>
          <a:xfrm>
            <a:off x="5757842" y="1741996"/>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24</a:t>
            </a:r>
            <a:endParaRPr lang="zh-CN" altLang="en-US"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A62743A8-D562-4276-BB21-8BEDAC2A1537}"/>
              </a:ext>
            </a:extLst>
          </p:cNvPr>
          <p:cNvSpPr txBox="1"/>
          <p:nvPr/>
        </p:nvSpPr>
        <p:spPr>
          <a:xfrm>
            <a:off x="9314770" y="1736052"/>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53</a:t>
            </a:r>
            <a:endParaRPr lang="zh-CN" altLang="en-US" b="1"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A811754D-E1FC-4B26-AB81-DB1FDAFED89F}"/>
              </a:ext>
            </a:extLst>
          </p:cNvPr>
          <p:cNvSpPr txBox="1"/>
          <p:nvPr/>
        </p:nvSpPr>
        <p:spPr>
          <a:xfrm>
            <a:off x="9656099" y="1732686"/>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90</a:t>
            </a:r>
            <a:endParaRPr lang="zh-CN" altLang="en-US" b="1"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6C5EF08C-FD6C-4A42-B912-70517888C8BE}"/>
              </a:ext>
            </a:extLst>
          </p:cNvPr>
          <p:cNvSpPr txBox="1"/>
          <p:nvPr/>
        </p:nvSpPr>
        <p:spPr>
          <a:xfrm>
            <a:off x="5133544" y="2490321"/>
            <a:ext cx="245176"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284A0BA0-6122-4D2E-A2E1-2BBAF84170D9}"/>
              </a:ext>
            </a:extLst>
          </p:cNvPr>
          <p:cNvSpPr txBox="1"/>
          <p:nvPr/>
        </p:nvSpPr>
        <p:spPr>
          <a:xfrm>
            <a:off x="5423082" y="2486176"/>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12</a:t>
            </a:r>
            <a:endParaRPr lang="zh-CN" altLang="en-US" b="1" dirty="0">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E29A8B07-4259-45DA-B67A-367059F6539F}"/>
              </a:ext>
            </a:extLst>
          </p:cNvPr>
          <p:cNvSpPr txBox="1"/>
          <p:nvPr/>
        </p:nvSpPr>
        <p:spPr>
          <a:xfrm>
            <a:off x="6483061" y="2490321"/>
            <a:ext cx="306170"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37</a:t>
            </a:r>
            <a:endParaRPr lang="zh-CN" altLang="en-US" b="1" dirty="0">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567E5BAB-C062-4E65-B6C2-0967607BE672}"/>
              </a:ext>
            </a:extLst>
          </p:cNvPr>
          <p:cNvSpPr txBox="1"/>
          <p:nvPr/>
        </p:nvSpPr>
        <p:spPr>
          <a:xfrm>
            <a:off x="7894009" y="2479845"/>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50</a:t>
            </a:r>
            <a:endParaRPr lang="zh-CN" altLang="en-US" b="1"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B630232A-7684-4AD1-BE61-2E7DAF564ED7}"/>
              </a:ext>
            </a:extLst>
          </p:cNvPr>
          <p:cNvSpPr txBox="1"/>
          <p:nvPr/>
        </p:nvSpPr>
        <p:spPr>
          <a:xfrm>
            <a:off x="9321492" y="2488911"/>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61</a:t>
            </a:r>
            <a:endParaRPr lang="zh-CN" altLang="en-US" b="1" dirty="0">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38607D23-4E31-453D-BAD5-64D09A08A140}"/>
              </a:ext>
            </a:extLst>
          </p:cNvPr>
          <p:cNvSpPr txBox="1"/>
          <p:nvPr/>
        </p:nvSpPr>
        <p:spPr>
          <a:xfrm>
            <a:off x="9660805" y="2494870"/>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70</a:t>
            </a:r>
            <a:endParaRPr lang="zh-CN" altLang="en-US" b="1" dirty="0">
              <a:latin typeface="Times New Roman" panose="02020603050405020304" pitchFamily="18" charset="0"/>
              <a:cs typeface="Times New Roman" panose="02020603050405020304" pitchFamily="18" charset="0"/>
            </a:endParaRPr>
          </a:p>
        </p:txBody>
      </p:sp>
      <p:grpSp>
        <p:nvGrpSpPr>
          <p:cNvPr id="57" name="组合 56">
            <a:extLst>
              <a:ext uri="{FF2B5EF4-FFF2-40B4-BE49-F238E27FC236}">
                <a16:creationId xmlns:a16="http://schemas.microsoft.com/office/drawing/2014/main" id="{492F942D-38AD-42E5-8AD1-A9877FB599B3}"/>
              </a:ext>
            </a:extLst>
          </p:cNvPr>
          <p:cNvGrpSpPr/>
          <p:nvPr/>
        </p:nvGrpSpPr>
        <p:grpSpPr>
          <a:xfrm>
            <a:off x="7379544" y="553424"/>
            <a:ext cx="500901" cy="437732"/>
            <a:chOff x="8153284" y="1190995"/>
            <a:chExt cx="500901" cy="3039496"/>
          </a:xfrm>
        </p:grpSpPr>
        <p:cxnSp>
          <p:nvCxnSpPr>
            <p:cNvPr id="58" name="直接箭头连接符 57">
              <a:extLst>
                <a:ext uri="{FF2B5EF4-FFF2-40B4-BE49-F238E27FC236}">
                  <a16:creationId xmlns:a16="http://schemas.microsoft.com/office/drawing/2014/main" id="{92FD8D66-2F62-4B97-8081-06CFACEF2C31}"/>
                </a:ext>
              </a:extLst>
            </p:cNvPr>
            <p:cNvCxnSpPr>
              <a:cxnSpLocks/>
            </p:cNvCxnSpPr>
            <p:nvPr/>
          </p:nvCxnSpPr>
          <p:spPr>
            <a:xfrm>
              <a:off x="8437579" y="2347023"/>
              <a:ext cx="216606" cy="1883468"/>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E2654310-1D28-4D36-995F-FE5919376141}"/>
                </a:ext>
              </a:extLst>
            </p:cNvPr>
            <p:cNvSpPr txBox="1"/>
            <p:nvPr/>
          </p:nvSpPr>
          <p:spPr>
            <a:xfrm>
              <a:off x="8153284" y="1190995"/>
              <a:ext cx="347055" cy="2137123"/>
            </a:xfrm>
            <a:prstGeom prst="rect">
              <a:avLst/>
            </a:prstGeom>
            <a:noFill/>
          </p:spPr>
          <p:txBody>
            <a:bodyPr wrap="square" lIns="36000" tIns="0" rIns="36000" bIns="0" rtlCol="0">
              <a:spAutoFit/>
            </a:bodyPr>
            <a:lstStyle/>
            <a:p>
              <a:r>
                <a:rPr lang="en-US" altLang="zh-CN" sz="2000" b="1" dirty="0" err="1">
                  <a:latin typeface="Times New Roman" panose="02020603050405020304" pitchFamily="18" charset="0"/>
                  <a:cs typeface="Times New Roman" panose="02020603050405020304" pitchFamily="18" charset="0"/>
                </a:rPr>
                <a:t>bt</a:t>
              </a:r>
              <a:endParaRPr lang="zh-CN" altLang="en-US" sz="2000" b="1" dirty="0">
                <a:latin typeface="Times New Roman" panose="02020603050405020304" pitchFamily="18" charset="0"/>
                <a:cs typeface="Times New Roman" panose="02020603050405020304" pitchFamily="18" charset="0"/>
              </a:endParaRPr>
            </a:p>
          </p:txBody>
        </p:sp>
      </p:grpSp>
      <p:sp>
        <p:nvSpPr>
          <p:cNvPr id="60" name="文本框 59">
            <a:extLst>
              <a:ext uri="{FF2B5EF4-FFF2-40B4-BE49-F238E27FC236}">
                <a16:creationId xmlns:a16="http://schemas.microsoft.com/office/drawing/2014/main" id="{8968D21A-3BCA-4122-A307-81F645FC2A3E}"/>
              </a:ext>
            </a:extLst>
          </p:cNvPr>
          <p:cNvSpPr txBox="1"/>
          <p:nvPr/>
        </p:nvSpPr>
        <p:spPr>
          <a:xfrm>
            <a:off x="2787054" y="2224633"/>
            <a:ext cx="1467068" cy="400110"/>
          </a:xfrm>
          <a:prstGeom prst="rect">
            <a:avLst/>
          </a:prstGeom>
          <a:noFill/>
        </p:spPr>
        <p:txBody>
          <a:bodyPr wrap="none" rtlCol="0">
            <a:spAutoFit/>
          </a:bodyPr>
          <a:lstStyle/>
          <a:p>
            <a:r>
              <a:rPr lang="zh-CN" altLang="en-US" sz="2000" b="1" dirty="0">
                <a:solidFill>
                  <a:srgbClr val="7030A0"/>
                </a:solidFill>
              </a:rPr>
              <a:t>例如删除：</a:t>
            </a:r>
          </a:p>
        </p:txBody>
      </p:sp>
      <p:sp>
        <p:nvSpPr>
          <p:cNvPr id="97" name="文本框 96">
            <a:extLst>
              <a:ext uri="{FF2B5EF4-FFF2-40B4-BE49-F238E27FC236}">
                <a16:creationId xmlns:a16="http://schemas.microsoft.com/office/drawing/2014/main" id="{1714E465-3B22-4C47-8CE3-CADBE45E07FC}"/>
              </a:ext>
            </a:extLst>
          </p:cNvPr>
          <p:cNvSpPr txBox="1"/>
          <p:nvPr/>
        </p:nvSpPr>
        <p:spPr>
          <a:xfrm>
            <a:off x="8619496" y="644340"/>
            <a:ext cx="3297698" cy="369332"/>
          </a:xfrm>
          <a:prstGeom prst="rect">
            <a:avLst/>
          </a:prstGeom>
          <a:noFill/>
        </p:spPr>
        <p:txBody>
          <a:bodyPr wrap="none" rtlCol="0">
            <a:spAutoFit/>
          </a:bodyPr>
          <a:lstStyle/>
          <a:p>
            <a:r>
              <a:rPr lang="zh-CN" altLang="en-US" b="1" dirty="0">
                <a:solidFill>
                  <a:srgbClr val="041ABC"/>
                </a:solidFill>
              </a:rPr>
              <a:t>图</a:t>
            </a:r>
            <a:r>
              <a:rPr lang="en-US" altLang="zh-CN" b="1" dirty="0">
                <a:solidFill>
                  <a:srgbClr val="041ABC"/>
                </a:solidFill>
              </a:rPr>
              <a:t>9.26  3</a:t>
            </a:r>
            <a:r>
              <a:rPr lang="zh-CN" altLang="en-US" b="1" dirty="0">
                <a:solidFill>
                  <a:srgbClr val="041ABC"/>
                </a:solidFill>
              </a:rPr>
              <a:t>阶</a:t>
            </a:r>
            <a:r>
              <a:rPr lang="en-US" altLang="zh-CN" b="1" dirty="0">
                <a:solidFill>
                  <a:srgbClr val="041ABC"/>
                </a:solidFill>
              </a:rPr>
              <a:t>B</a:t>
            </a:r>
            <a:r>
              <a:rPr lang="zh-CN" altLang="en-US" b="1" dirty="0">
                <a:solidFill>
                  <a:srgbClr val="041ABC"/>
                </a:solidFill>
              </a:rPr>
              <a:t>树的删除过程演示</a:t>
            </a:r>
          </a:p>
        </p:txBody>
      </p:sp>
      <p:sp>
        <p:nvSpPr>
          <p:cNvPr id="438" name="文本框 437">
            <a:extLst>
              <a:ext uri="{FF2B5EF4-FFF2-40B4-BE49-F238E27FC236}">
                <a16:creationId xmlns:a16="http://schemas.microsoft.com/office/drawing/2014/main" id="{A64F5726-94C7-4545-B670-685DBCC5AF03}"/>
              </a:ext>
            </a:extLst>
          </p:cNvPr>
          <p:cNvSpPr txBox="1"/>
          <p:nvPr/>
        </p:nvSpPr>
        <p:spPr>
          <a:xfrm>
            <a:off x="4830029" y="2514245"/>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39" name="文本框 438">
            <a:extLst>
              <a:ext uri="{FF2B5EF4-FFF2-40B4-BE49-F238E27FC236}">
                <a16:creationId xmlns:a16="http://schemas.microsoft.com/office/drawing/2014/main" id="{1C811CB3-0149-436D-80C0-8079BCDACEFE}"/>
              </a:ext>
            </a:extLst>
          </p:cNvPr>
          <p:cNvSpPr txBox="1"/>
          <p:nvPr/>
        </p:nvSpPr>
        <p:spPr>
          <a:xfrm>
            <a:off x="9070729" y="2501633"/>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40" name="文本框 439">
            <a:extLst>
              <a:ext uri="{FF2B5EF4-FFF2-40B4-BE49-F238E27FC236}">
                <a16:creationId xmlns:a16="http://schemas.microsoft.com/office/drawing/2014/main" id="{FCDB4C16-0966-40A7-9165-731B76BE8886}"/>
              </a:ext>
            </a:extLst>
          </p:cNvPr>
          <p:cNvSpPr txBox="1"/>
          <p:nvPr/>
        </p:nvSpPr>
        <p:spPr>
          <a:xfrm>
            <a:off x="9071009" y="1744595"/>
            <a:ext cx="174955" cy="24653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2</a:t>
            </a:r>
            <a:endParaRPr lang="zh-CN" altLang="en-US" sz="1600" b="1" dirty="0">
              <a:solidFill>
                <a:schemeClr val="accent2">
                  <a:lumMod val="50000"/>
                </a:schemeClr>
              </a:solidFill>
              <a:latin typeface="+mn-ea"/>
              <a:cs typeface="Times New Roman" panose="02020603050405020304" pitchFamily="18" charset="0"/>
            </a:endParaRPr>
          </a:p>
        </p:txBody>
      </p:sp>
      <p:sp>
        <p:nvSpPr>
          <p:cNvPr id="441" name="文本框 440">
            <a:extLst>
              <a:ext uri="{FF2B5EF4-FFF2-40B4-BE49-F238E27FC236}">
                <a16:creationId xmlns:a16="http://schemas.microsoft.com/office/drawing/2014/main" id="{B0DEB526-BBB7-4C44-9B81-A37849568DDF}"/>
              </a:ext>
            </a:extLst>
          </p:cNvPr>
          <p:cNvSpPr txBox="1"/>
          <p:nvPr/>
        </p:nvSpPr>
        <p:spPr>
          <a:xfrm>
            <a:off x="5513810" y="1758165"/>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42" name="文本框 441">
            <a:extLst>
              <a:ext uri="{FF2B5EF4-FFF2-40B4-BE49-F238E27FC236}">
                <a16:creationId xmlns:a16="http://schemas.microsoft.com/office/drawing/2014/main" id="{27E9AD45-DD04-4491-AC61-DFC3FFF68A38}"/>
              </a:ext>
            </a:extLst>
          </p:cNvPr>
          <p:cNvSpPr txBox="1"/>
          <p:nvPr/>
        </p:nvSpPr>
        <p:spPr>
          <a:xfrm>
            <a:off x="7255025" y="1038494"/>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43" name="文本框 442">
            <a:extLst>
              <a:ext uri="{FF2B5EF4-FFF2-40B4-BE49-F238E27FC236}">
                <a16:creationId xmlns:a16="http://schemas.microsoft.com/office/drawing/2014/main" id="{2E330F97-0419-4649-A0FB-E22B0A295FD1}"/>
              </a:ext>
            </a:extLst>
          </p:cNvPr>
          <p:cNvSpPr txBox="1"/>
          <p:nvPr/>
        </p:nvSpPr>
        <p:spPr>
          <a:xfrm>
            <a:off x="7659856" y="2509140"/>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44" name="文本框 443">
            <a:extLst>
              <a:ext uri="{FF2B5EF4-FFF2-40B4-BE49-F238E27FC236}">
                <a16:creationId xmlns:a16="http://schemas.microsoft.com/office/drawing/2014/main" id="{11080C20-0E13-4F33-8FE9-38DF4EB5D625}"/>
              </a:ext>
            </a:extLst>
          </p:cNvPr>
          <p:cNvSpPr txBox="1"/>
          <p:nvPr/>
        </p:nvSpPr>
        <p:spPr>
          <a:xfrm>
            <a:off x="6246082" y="2503031"/>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sp>
        <p:nvSpPr>
          <p:cNvPr id="449" name="文本框 448">
            <a:extLst>
              <a:ext uri="{FF2B5EF4-FFF2-40B4-BE49-F238E27FC236}">
                <a16:creationId xmlns:a16="http://schemas.microsoft.com/office/drawing/2014/main" id="{3E6784C7-D93E-4255-9388-DA525FFDAD2B}"/>
              </a:ext>
            </a:extLst>
          </p:cNvPr>
          <p:cNvSpPr txBox="1"/>
          <p:nvPr/>
        </p:nvSpPr>
        <p:spPr>
          <a:xfrm>
            <a:off x="9060570" y="2487710"/>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1</a:t>
            </a:r>
            <a:endParaRPr lang="zh-CN" altLang="en-US" b="1" dirty="0">
              <a:solidFill>
                <a:schemeClr val="accent2">
                  <a:lumMod val="50000"/>
                </a:schemeClr>
              </a:solidFill>
              <a:latin typeface="+mn-ea"/>
              <a:cs typeface="Times New Roman" panose="02020603050405020304" pitchFamily="18" charset="0"/>
            </a:endParaRPr>
          </a:p>
        </p:txBody>
      </p:sp>
      <p:sp>
        <p:nvSpPr>
          <p:cNvPr id="451" name="文本框 450">
            <a:extLst>
              <a:ext uri="{FF2B5EF4-FFF2-40B4-BE49-F238E27FC236}">
                <a16:creationId xmlns:a16="http://schemas.microsoft.com/office/drawing/2014/main" id="{E5426CF0-2474-4511-94E0-2AC442C09AB8}"/>
              </a:ext>
            </a:extLst>
          </p:cNvPr>
          <p:cNvSpPr txBox="1"/>
          <p:nvPr/>
        </p:nvSpPr>
        <p:spPr>
          <a:xfrm>
            <a:off x="9058501" y="1727939"/>
            <a:ext cx="169963" cy="276999"/>
          </a:xfrm>
          <a:prstGeom prst="rect">
            <a:avLst/>
          </a:prstGeom>
          <a:noFill/>
        </p:spPr>
        <p:txBody>
          <a:bodyPr wrap="square" lIns="36000" tIns="0" rIns="36000" bIns="0" rtlCol="0">
            <a:spAutoFit/>
          </a:bodyPr>
          <a:lstStyle/>
          <a:p>
            <a:r>
              <a:rPr lang="en-US" altLang="zh-CN" b="1" dirty="0">
                <a:solidFill>
                  <a:schemeClr val="accent2">
                    <a:lumMod val="50000"/>
                  </a:schemeClr>
                </a:solidFill>
                <a:latin typeface="+mn-ea"/>
                <a:cs typeface="Times New Roman" panose="02020603050405020304" pitchFamily="18" charset="0"/>
              </a:rPr>
              <a:t>1</a:t>
            </a:r>
            <a:endParaRPr lang="zh-CN" altLang="en-US" b="1" dirty="0">
              <a:solidFill>
                <a:schemeClr val="accent2">
                  <a:lumMod val="50000"/>
                </a:schemeClr>
              </a:solidFill>
              <a:latin typeface="+mn-ea"/>
              <a:cs typeface="Times New Roman" panose="02020603050405020304" pitchFamily="18" charset="0"/>
            </a:endParaRPr>
          </a:p>
        </p:txBody>
      </p:sp>
      <p:sp>
        <p:nvSpPr>
          <p:cNvPr id="455" name="文本框 454">
            <a:extLst>
              <a:ext uri="{FF2B5EF4-FFF2-40B4-BE49-F238E27FC236}">
                <a16:creationId xmlns:a16="http://schemas.microsoft.com/office/drawing/2014/main" id="{DD15C58E-7182-47C1-92AB-D82BF3953B78}"/>
              </a:ext>
            </a:extLst>
          </p:cNvPr>
          <p:cNvSpPr txBox="1"/>
          <p:nvPr/>
        </p:nvSpPr>
        <p:spPr>
          <a:xfrm>
            <a:off x="4829200" y="2510623"/>
            <a:ext cx="169963" cy="246221"/>
          </a:xfrm>
          <a:prstGeom prst="rect">
            <a:avLst/>
          </a:prstGeom>
          <a:noFill/>
        </p:spPr>
        <p:txBody>
          <a:bodyPr wrap="square" lIns="36000" tIns="0" rIns="36000" bIns="0" rtlCol="0">
            <a:spAutoFit/>
          </a:bodyPr>
          <a:lstStyle/>
          <a:p>
            <a:r>
              <a:rPr lang="en-US" altLang="zh-CN" sz="1600" b="1" dirty="0">
                <a:solidFill>
                  <a:schemeClr val="accent2">
                    <a:lumMod val="50000"/>
                  </a:schemeClr>
                </a:solidFill>
                <a:latin typeface="+mn-ea"/>
                <a:cs typeface="Times New Roman" panose="02020603050405020304" pitchFamily="18" charset="0"/>
              </a:rPr>
              <a:t>1</a:t>
            </a:r>
            <a:endParaRPr lang="zh-CN" altLang="en-US" sz="1600" b="1" dirty="0">
              <a:solidFill>
                <a:schemeClr val="accent2">
                  <a:lumMod val="50000"/>
                </a:schemeClr>
              </a:solidFill>
              <a:latin typeface="+mn-ea"/>
              <a:cs typeface="Times New Roman" panose="02020603050405020304" pitchFamily="18" charset="0"/>
            </a:endParaRPr>
          </a:p>
        </p:txBody>
      </p:sp>
      <p:grpSp>
        <p:nvGrpSpPr>
          <p:cNvPr id="51" name="组合 50">
            <a:extLst>
              <a:ext uri="{FF2B5EF4-FFF2-40B4-BE49-F238E27FC236}">
                <a16:creationId xmlns:a16="http://schemas.microsoft.com/office/drawing/2014/main" id="{2E698045-9FA7-44CC-8A4D-EC479CD10933}"/>
              </a:ext>
            </a:extLst>
          </p:cNvPr>
          <p:cNvGrpSpPr/>
          <p:nvPr/>
        </p:nvGrpSpPr>
        <p:grpSpPr>
          <a:xfrm>
            <a:off x="5124047" y="2784486"/>
            <a:ext cx="322524" cy="407029"/>
            <a:chOff x="3530416" y="5984152"/>
            <a:chExt cx="322524" cy="407029"/>
          </a:xfrm>
        </p:grpSpPr>
        <p:cxnSp>
          <p:nvCxnSpPr>
            <p:cNvPr id="43" name="直接箭头连接符 42">
              <a:extLst>
                <a:ext uri="{FF2B5EF4-FFF2-40B4-BE49-F238E27FC236}">
                  <a16:creationId xmlns:a16="http://schemas.microsoft.com/office/drawing/2014/main" id="{37CDE875-03C1-4132-9122-4F119C4E4B00}"/>
                </a:ext>
              </a:extLst>
            </p:cNvPr>
            <p:cNvCxnSpPr>
              <a:cxnSpLocks/>
            </p:cNvCxnSpPr>
            <p:nvPr/>
          </p:nvCxnSpPr>
          <p:spPr>
            <a:xfrm flipV="1">
              <a:off x="3787904" y="5984152"/>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E5065BC0-FC3C-44ED-828A-B8519920BC3F}"/>
                </a:ext>
              </a:extLst>
            </p:cNvPr>
            <p:cNvSpPr txBox="1"/>
            <p:nvPr/>
          </p:nvSpPr>
          <p:spPr>
            <a:xfrm>
              <a:off x="3530416"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22" name="组合 321">
            <a:extLst>
              <a:ext uri="{FF2B5EF4-FFF2-40B4-BE49-F238E27FC236}">
                <a16:creationId xmlns:a16="http://schemas.microsoft.com/office/drawing/2014/main" id="{66D33267-12BB-4A06-8B51-3BED756488D0}"/>
              </a:ext>
            </a:extLst>
          </p:cNvPr>
          <p:cNvGrpSpPr/>
          <p:nvPr/>
        </p:nvGrpSpPr>
        <p:grpSpPr>
          <a:xfrm>
            <a:off x="5422597" y="2789476"/>
            <a:ext cx="207185" cy="387566"/>
            <a:chOff x="5411402" y="2461267"/>
            <a:chExt cx="207185" cy="387566"/>
          </a:xfrm>
        </p:grpSpPr>
        <p:cxnSp>
          <p:nvCxnSpPr>
            <p:cNvPr id="323" name="直接箭头连接符 322">
              <a:extLst>
                <a:ext uri="{FF2B5EF4-FFF2-40B4-BE49-F238E27FC236}">
                  <a16:creationId xmlns:a16="http://schemas.microsoft.com/office/drawing/2014/main" id="{74088D2B-B6E5-4285-8450-6BD6B72E9CD8}"/>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24" name="文本框 323">
              <a:extLst>
                <a:ext uri="{FF2B5EF4-FFF2-40B4-BE49-F238E27FC236}">
                  <a16:creationId xmlns:a16="http://schemas.microsoft.com/office/drawing/2014/main" id="{69D859F0-B657-41FF-9475-351EBACF59BD}"/>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grpSp>
        <p:nvGrpSpPr>
          <p:cNvPr id="343" name="组合 342">
            <a:extLst>
              <a:ext uri="{FF2B5EF4-FFF2-40B4-BE49-F238E27FC236}">
                <a16:creationId xmlns:a16="http://schemas.microsoft.com/office/drawing/2014/main" id="{4C8963C3-5678-41D1-9B06-44140D7520E9}"/>
              </a:ext>
            </a:extLst>
          </p:cNvPr>
          <p:cNvGrpSpPr/>
          <p:nvPr/>
        </p:nvGrpSpPr>
        <p:grpSpPr>
          <a:xfrm>
            <a:off x="7603532" y="2777497"/>
            <a:ext cx="322524" cy="399995"/>
            <a:chOff x="3549334" y="5991186"/>
            <a:chExt cx="322524" cy="399995"/>
          </a:xfrm>
        </p:grpSpPr>
        <p:cxnSp>
          <p:nvCxnSpPr>
            <p:cNvPr id="344" name="直接箭头连接符 343">
              <a:extLst>
                <a:ext uri="{FF2B5EF4-FFF2-40B4-BE49-F238E27FC236}">
                  <a16:creationId xmlns:a16="http://schemas.microsoft.com/office/drawing/2014/main" id="{E7F1460A-51B9-4093-9C8B-282B6FE25776}"/>
                </a:ext>
              </a:extLst>
            </p:cNvPr>
            <p:cNvCxnSpPr>
              <a:cxnSpLocks/>
            </p:cNvCxnSpPr>
            <p:nvPr/>
          </p:nvCxnSpPr>
          <p:spPr>
            <a:xfrm flipV="1">
              <a:off x="3806923" y="5991186"/>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45" name="文本框 344">
              <a:extLst>
                <a:ext uri="{FF2B5EF4-FFF2-40B4-BE49-F238E27FC236}">
                  <a16:creationId xmlns:a16="http://schemas.microsoft.com/office/drawing/2014/main" id="{DD846773-B054-4965-A69F-94DEE9D4415A}"/>
                </a:ext>
              </a:extLst>
            </p:cNvPr>
            <p:cNvSpPr txBox="1"/>
            <p:nvPr/>
          </p:nvSpPr>
          <p:spPr>
            <a:xfrm>
              <a:off x="3549334"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46" name="组合 345">
            <a:extLst>
              <a:ext uri="{FF2B5EF4-FFF2-40B4-BE49-F238E27FC236}">
                <a16:creationId xmlns:a16="http://schemas.microsoft.com/office/drawing/2014/main" id="{29184E58-B58D-49F1-8C2D-904C80D6F2F5}"/>
              </a:ext>
            </a:extLst>
          </p:cNvPr>
          <p:cNvGrpSpPr/>
          <p:nvPr/>
        </p:nvGrpSpPr>
        <p:grpSpPr>
          <a:xfrm>
            <a:off x="7908388" y="2773816"/>
            <a:ext cx="207185" cy="387566"/>
            <a:chOff x="5411402" y="2461267"/>
            <a:chExt cx="207185" cy="387566"/>
          </a:xfrm>
        </p:grpSpPr>
        <p:cxnSp>
          <p:nvCxnSpPr>
            <p:cNvPr id="347" name="直接箭头连接符 346">
              <a:extLst>
                <a:ext uri="{FF2B5EF4-FFF2-40B4-BE49-F238E27FC236}">
                  <a16:creationId xmlns:a16="http://schemas.microsoft.com/office/drawing/2014/main" id="{26DE2DA8-32FC-4651-8696-E2C18873F70E}"/>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48" name="文本框 347">
              <a:extLst>
                <a:ext uri="{FF2B5EF4-FFF2-40B4-BE49-F238E27FC236}">
                  <a16:creationId xmlns:a16="http://schemas.microsoft.com/office/drawing/2014/main" id="{A90D72DB-E807-4229-B9C7-38342F169ED7}"/>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grpSp>
        <p:nvGrpSpPr>
          <p:cNvPr id="365" name="组合 364">
            <a:extLst>
              <a:ext uri="{FF2B5EF4-FFF2-40B4-BE49-F238E27FC236}">
                <a16:creationId xmlns:a16="http://schemas.microsoft.com/office/drawing/2014/main" id="{A7DD3631-C7DE-4AE5-A165-82B0EB4FF9B6}"/>
              </a:ext>
            </a:extLst>
          </p:cNvPr>
          <p:cNvGrpSpPr/>
          <p:nvPr/>
        </p:nvGrpSpPr>
        <p:grpSpPr>
          <a:xfrm>
            <a:off x="7194041" y="1320256"/>
            <a:ext cx="322524" cy="399995"/>
            <a:chOff x="3549334" y="5991186"/>
            <a:chExt cx="322524" cy="399995"/>
          </a:xfrm>
        </p:grpSpPr>
        <p:cxnSp>
          <p:nvCxnSpPr>
            <p:cNvPr id="366" name="直接箭头连接符 365">
              <a:extLst>
                <a:ext uri="{FF2B5EF4-FFF2-40B4-BE49-F238E27FC236}">
                  <a16:creationId xmlns:a16="http://schemas.microsoft.com/office/drawing/2014/main" id="{6DB0E5D3-B79B-4DBC-85C1-2EAE42A34C3E}"/>
                </a:ext>
              </a:extLst>
            </p:cNvPr>
            <p:cNvCxnSpPr>
              <a:cxnSpLocks/>
            </p:cNvCxnSpPr>
            <p:nvPr/>
          </p:nvCxnSpPr>
          <p:spPr>
            <a:xfrm flipV="1">
              <a:off x="3806923" y="5991186"/>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67" name="文本框 366">
              <a:extLst>
                <a:ext uri="{FF2B5EF4-FFF2-40B4-BE49-F238E27FC236}">
                  <a16:creationId xmlns:a16="http://schemas.microsoft.com/office/drawing/2014/main" id="{09BBC75D-19F3-4858-869D-78B7C743FE29}"/>
                </a:ext>
              </a:extLst>
            </p:cNvPr>
            <p:cNvSpPr txBox="1"/>
            <p:nvPr/>
          </p:nvSpPr>
          <p:spPr>
            <a:xfrm>
              <a:off x="3549334"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368" name="组合 367">
            <a:extLst>
              <a:ext uri="{FF2B5EF4-FFF2-40B4-BE49-F238E27FC236}">
                <a16:creationId xmlns:a16="http://schemas.microsoft.com/office/drawing/2014/main" id="{4AF5CC8C-DACA-4A51-910A-5A07AF3B56DF}"/>
              </a:ext>
            </a:extLst>
          </p:cNvPr>
          <p:cNvGrpSpPr/>
          <p:nvPr/>
        </p:nvGrpSpPr>
        <p:grpSpPr>
          <a:xfrm>
            <a:off x="7498897" y="1316575"/>
            <a:ext cx="207185" cy="387566"/>
            <a:chOff x="5411402" y="2461267"/>
            <a:chExt cx="207185" cy="387566"/>
          </a:xfrm>
        </p:grpSpPr>
        <p:cxnSp>
          <p:nvCxnSpPr>
            <p:cNvPr id="369" name="直接箭头连接符 368">
              <a:extLst>
                <a:ext uri="{FF2B5EF4-FFF2-40B4-BE49-F238E27FC236}">
                  <a16:creationId xmlns:a16="http://schemas.microsoft.com/office/drawing/2014/main" id="{6B1FD97E-99C1-4E82-BAD0-1A5FF71A3AF6}"/>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370" name="文本框 369">
              <a:extLst>
                <a:ext uri="{FF2B5EF4-FFF2-40B4-BE49-F238E27FC236}">
                  <a16:creationId xmlns:a16="http://schemas.microsoft.com/office/drawing/2014/main" id="{1BF288CA-74C8-4BB5-9A48-BBE05F32C5F9}"/>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sp>
        <p:nvSpPr>
          <p:cNvPr id="371" name="文本框 370">
            <a:extLst>
              <a:ext uri="{FF2B5EF4-FFF2-40B4-BE49-F238E27FC236}">
                <a16:creationId xmlns:a16="http://schemas.microsoft.com/office/drawing/2014/main" id="{4AB23F7D-DE58-4AF9-9440-A1DC0750168D}"/>
              </a:ext>
            </a:extLst>
          </p:cNvPr>
          <p:cNvSpPr txBox="1"/>
          <p:nvPr/>
        </p:nvSpPr>
        <p:spPr>
          <a:xfrm>
            <a:off x="628093" y="3666485"/>
            <a:ext cx="8985379" cy="2737673"/>
          </a:xfrm>
          <a:prstGeom prst="rect">
            <a:avLst/>
          </a:prstGeom>
          <a:noFill/>
        </p:spPr>
        <p:txBody>
          <a:bodyPr wrap="square">
            <a:spAutoFit/>
          </a:bodyPr>
          <a:lstStyle/>
          <a:p>
            <a:pPr>
              <a:lnSpc>
                <a:spcPct val="120000"/>
              </a:lnSpc>
            </a:pPr>
            <a:r>
              <a:rPr lang="zh-CN" altLang="en-US" b="1" dirty="0">
                <a:latin typeface="等线" panose="02010600030101010101" pitchFamily="2" charset="-122"/>
                <a:ea typeface="等线" panose="02010600030101010101" pitchFamily="2" charset="-122"/>
                <a:cs typeface="Courier New" panose="02070309020205020404" pitchFamily="49" charset="0"/>
              </a:rPr>
              <a:t>①</a:t>
            </a:r>
            <a:r>
              <a:rPr lang="en-US" altLang="zh-CN" b="1" dirty="0">
                <a:latin typeface="等线" panose="02010600030101010101" pitchFamily="2" charset="-122"/>
                <a:ea typeface="等线" panose="02010600030101010101" pitchFamily="2" charset="-122"/>
                <a:cs typeface="Courier New" panose="02070309020205020404" pitchFamily="49" charset="0"/>
              </a:rPr>
              <a:t> </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所在结点</a:t>
            </a:r>
            <a:r>
              <a:rPr lang="en-US" altLang="zh-CN" b="1" dirty="0">
                <a:latin typeface="Courier New" panose="02070309020205020404" pitchFamily="49" charset="0"/>
                <a:ea typeface="宋体" panose="02010600030101010101" pitchFamily="2" charset="-122"/>
                <a:cs typeface="Courier New" panose="02070309020205020404" pitchFamily="49" charset="0"/>
              </a:rPr>
              <a:t>n</a:t>
            </a:r>
            <a:r>
              <a:rPr lang="en-US" altLang="zh-CN" b="1" dirty="0">
                <a:latin typeface="等线" panose="02010600030101010101" pitchFamily="2" charset="-122"/>
                <a:ea typeface="等线" panose="02010600030101010101" pitchFamily="2" charset="-122"/>
                <a:cs typeface="Courier New" panose="02070309020205020404" pitchFamily="49" charset="0"/>
              </a:rPr>
              <a:t>≥</a:t>
            </a:r>
            <a:r>
              <a:rPr lang="en-US" altLang="zh-CN" b="1" dirty="0">
                <a:latin typeface="等线" panose="02010600030101010101" pitchFamily="2" charset="-122"/>
                <a:ea typeface="等线" panose="02010600030101010101" pitchFamily="2" charset="-122"/>
                <a:cs typeface="Courier New" panose="02070309020205020404" pitchFamily="49" charset="0"/>
                <a:sym typeface="Symbol" panose="05050102010706020507" pitchFamily="18" charset="2"/>
              </a:rPr>
              <a:t>m/2</a:t>
            </a:r>
            <a:r>
              <a:rPr lang="zh-CN" altLang="en-US" b="1" dirty="0">
                <a:latin typeface="Courier New" panose="02070309020205020404" pitchFamily="49" charset="0"/>
                <a:ea typeface="宋体" panose="02010600030101010101" pitchFamily="2" charset="-122"/>
                <a:cs typeface="Courier New" panose="02070309020205020404" pitchFamily="49" charset="0"/>
              </a:rPr>
              <a:t>，只需从该结点删除</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和指针</a:t>
            </a:r>
            <a:r>
              <a:rPr lang="en-US" altLang="zh-CN" b="1" dirty="0">
                <a:latin typeface="Courier New" panose="02070309020205020404" pitchFamily="49" charset="0"/>
                <a:ea typeface="宋体" panose="02010600030101010101" pitchFamily="2" charset="-122"/>
                <a:cs typeface="Courier New" panose="02070309020205020404" pitchFamily="49" charset="0"/>
              </a:rPr>
              <a:t>A</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，其余不变；</a:t>
            </a:r>
            <a:endParaRPr lang="en-US" altLang="zh-CN" b="1"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1" dirty="0">
                <a:latin typeface="等线" panose="02010600030101010101" pitchFamily="2" charset="-122"/>
                <a:cs typeface="Courier New" panose="02070309020205020404" pitchFamily="49" charset="0"/>
              </a:rPr>
              <a:t>② </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所在结点</a:t>
            </a:r>
            <a:r>
              <a:rPr lang="en-US" altLang="zh-CN" b="1" dirty="0">
                <a:latin typeface="Courier New" panose="02070309020205020404" pitchFamily="49" charset="0"/>
                <a:ea typeface="宋体" panose="02010600030101010101" pitchFamily="2" charset="-122"/>
                <a:cs typeface="Courier New" panose="02070309020205020404" pitchFamily="49" charset="0"/>
              </a:rPr>
              <a:t>n</a:t>
            </a:r>
            <a:r>
              <a:rPr lang="en-US" altLang="zh-CN" b="1" dirty="0">
                <a:latin typeface="等线" panose="02010600030101010101" pitchFamily="2" charset="-122"/>
                <a:cs typeface="Courier New" panose="02070309020205020404" pitchFamily="49" charset="0"/>
              </a:rPr>
              <a:t>=</a:t>
            </a:r>
            <a:r>
              <a:rPr lang="en-US" altLang="zh-CN" b="1" dirty="0">
                <a:latin typeface="等线" panose="02010600030101010101" pitchFamily="2" charset="-122"/>
                <a:cs typeface="Courier New" panose="02070309020205020404" pitchFamily="49" charset="0"/>
                <a:sym typeface="Symbol" panose="05050102010706020507" pitchFamily="18" charset="2"/>
              </a:rPr>
              <a:t>m/2-1</a:t>
            </a:r>
            <a:r>
              <a:rPr lang="zh-CN" altLang="en-US" b="1" dirty="0">
                <a:latin typeface="Courier New" panose="02070309020205020404" pitchFamily="49" charset="0"/>
                <a:ea typeface="宋体" panose="02010600030101010101" pitchFamily="2" charset="-122"/>
                <a:cs typeface="Courier New" panose="02070309020205020404" pitchFamily="49" charset="0"/>
              </a:rPr>
              <a:t>，其相邻的右（左）兄弟结点的</a:t>
            </a:r>
            <a:r>
              <a:rPr lang="en-US" altLang="zh-CN" b="1" dirty="0">
                <a:latin typeface="Courier New" panose="02070309020205020404" pitchFamily="49" charset="0"/>
                <a:ea typeface="宋体" panose="02010600030101010101" pitchFamily="2" charset="-122"/>
                <a:cs typeface="Courier New" panose="02070309020205020404" pitchFamily="49" charset="0"/>
              </a:rPr>
              <a:t>n</a:t>
            </a:r>
            <a:r>
              <a:rPr lang="en-US" altLang="zh-CN" b="1" dirty="0">
                <a:latin typeface="等线" panose="02010600030101010101" pitchFamily="2" charset="-122"/>
                <a:cs typeface="Courier New" panose="02070309020205020404" pitchFamily="49" charset="0"/>
              </a:rPr>
              <a:t>&gt;</a:t>
            </a:r>
            <a:r>
              <a:rPr lang="en-US" altLang="zh-CN" b="1" dirty="0">
                <a:latin typeface="等线" panose="02010600030101010101" pitchFamily="2" charset="-122"/>
                <a:cs typeface="Courier New" panose="02070309020205020404" pitchFamily="49" charset="0"/>
                <a:sym typeface="Symbol" panose="05050102010706020507" pitchFamily="18" charset="2"/>
              </a:rPr>
              <a:t>m/2-1</a:t>
            </a:r>
            <a:r>
              <a:rPr lang="zh-CN" altLang="en-US" b="1" dirty="0">
                <a:latin typeface="Courier New" panose="02070309020205020404" pitchFamily="49" charset="0"/>
                <a:ea typeface="宋体" panose="02010600030101010101" pitchFamily="2" charset="-122"/>
                <a:cs typeface="Courier New" panose="02070309020205020404" pitchFamily="49" charset="0"/>
              </a:rPr>
              <a:t>，则需将其兄弟结点中的最小（最大）的关键字上移到父结点保序位置，并将父结点中小于（大于）且紧靠刚上移的关键字的关键字下移到被删关键字</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的所在结点的位置；</a:t>
            </a:r>
            <a:endParaRPr lang="en-US" altLang="zh-CN" b="1" dirty="0">
              <a:latin typeface="等线" panose="02010600030101010101" pitchFamily="2" charset="-122"/>
              <a:cs typeface="Courier New" panose="02070309020205020404" pitchFamily="49" charset="0"/>
            </a:endParaRPr>
          </a:p>
          <a:p>
            <a:pPr>
              <a:lnSpc>
                <a:spcPct val="120000"/>
              </a:lnSpc>
            </a:pPr>
            <a:r>
              <a:rPr lang="zh-CN" altLang="en-US" b="1" dirty="0">
                <a:latin typeface="等线" panose="02010600030101010101" pitchFamily="2" charset="-122"/>
                <a:cs typeface="Courier New" panose="02070309020205020404" pitchFamily="49" charset="0"/>
              </a:rPr>
              <a:t>③ </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所在结点和其相邻的兄弟结点均</a:t>
            </a:r>
            <a:r>
              <a:rPr lang="en-US" altLang="zh-CN" b="1" dirty="0">
                <a:latin typeface="Courier New" panose="02070309020205020404" pitchFamily="49" charset="0"/>
                <a:ea typeface="宋体" panose="02010600030101010101" pitchFamily="2" charset="-122"/>
                <a:cs typeface="Courier New" panose="02070309020205020404" pitchFamily="49" charset="0"/>
              </a:rPr>
              <a:t>n</a:t>
            </a:r>
            <a:r>
              <a:rPr lang="en-US" altLang="zh-CN" b="1" dirty="0">
                <a:latin typeface="等线" panose="02010600030101010101" pitchFamily="2" charset="-122"/>
                <a:cs typeface="Courier New" panose="02070309020205020404" pitchFamily="49" charset="0"/>
              </a:rPr>
              <a:t>=</a:t>
            </a:r>
            <a:r>
              <a:rPr lang="en-US" altLang="zh-CN" b="1" dirty="0">
                <a:latin typeface="等线" panose="02010600030101010101" pitchFamily="2" charset="-122"/>
                <a:cs typeface="Courier New" panose="02070309020205020404" pitchFamily="49" charset="0"/>
                <a:sym typeface="Symbol" panose="05050102010706020507" pitchFamily="18" charset="2"/>
              </a:rPr>
              <a:t>m/2-1</a:t>
            </a:r>
            <a:r>
              <a:rPr lang="zh-CN" altLang="en-US" b="1" dirty="0">
                <a:latin typeface="Courier New" panose="02070309020205020404" pitchFamily="49" charset="0"/>
                <a:ea typeface="宋体" panose="02010600030101010101" pitchFamily="2" charset="-122"/>
                <a:cs typeface="Courier New" panose="02070309020205020404" pitchFamily="49" charset="0"/>
              </a:rPr>
              <a:t>，若有右兄弟（假设被父结点的指针</a:t>
            </a:r>
            <a:r>
              <a:rPr lang="en-US" altLang="zh-CN" b="1" dirty="0" err="1">
                <a:latin typeface="Courier New" panose="02070309020205020404" pitchFamily="49" charset="0"/>
                <a:ea typeface="宋体" panose="02010600030101010101" pitchFamily="2" charset="-122"/>
                <a:cs typeface="Courier New" panose="02070309020205020404" pitchFamily="49" charset="0"/>
              </a:rPr>
              <a:t>A</a:t>
            </a:r>
            <a:r>
              <a:rPr lang="en-US" altLang="zh-CN" b="1" baseline="-25000" dirty="0" err="1">
                <a:latin typeface="Courier New" panose="02070309020205020404" pitchFamily="49" charset="0"/>
                <a:ea typeface="宋体" panose="02010600030101010101" pitchFamily="2" charset="-122"/>
                <a:cs typeface="Courier New" panose="02070309020205020404" pitchFamily="49" charset="0"/>
              </a:rPr>
              <a:t>j</a:t>
            </a:r>
            <a:r>
              <a:rPr lang="zh-CN" altLang="en-US" b="1" dirty="0">
                <a:latin typeface="Courier New" panose="02070309020205020404" pitchFamily="49" charset="0"/>
                <a:ea typeface="宋体" panose="02010600030101010101" pitchFamily="2" charset="-122"/>
                <a:cs typeface="Courier New" panose="02070309020205020404" pitchFamily="49" charset="0"/>
              </a:rPr>
              <a:t>所指），则删去</a:t>
            </a:r>
            <a:r>
              <a:rPr lang="en-US" altLang="zh-CN" b="1" dirty="0">
                <a:latin typeface="Courier New" panose="02070309020205020404" pitchFamily="49" charset="0"/>
                <a:ea typeface="宋体" panose="02010600030101010101" pitchFamily="2" charset="-122"/>
                <a:cs typeface="Courier New" panose="02070309020205020404" pitchFamily="49" charset="0"/>
              </a:rPr>
              <a:t>K</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和</a:t>
            </a:r>
            <a:r>
              <a:rPr lang="en-US" altLang="zh-CN" b="1" dirty="0">
                <a:latin typeface="Courier New" panose="02070309020205020404" pitchFamily="49" charset="0"/>
                <a:ea typeface="宋体" panose="02010600030101010101" pitchFamily="2" charset="-122"/>
                <a:cs typeface="Courier New" panose="02070309020205020404" pitchFamily="49" charset="0"/>
              </a:rPr>
              <a:t>A</a:t>
            </a:r>
            <a:r>
              <a:rPr lang="en-US" altLang="zh-CN" b="1" baseline="-25000" dirty="0">
                <a:latin typeface="Courier New" panose="02070309020205020404" pitchFamily="49" charset="0"/>
                <a:ea typeface="宋体" panose="02010600030101010101" pitchFamily="2" charset="-122"/>
                <a:cs typeface="Courier New" panose="02070309020205020404" pitchFamily="49" charset="0"/>
              </a:rPr>
              <a:t>i</a:t>
            </a:r>
            <a:r>
              <a:rPr lang="zh-CN" altLang="en-US" b="1" dirty="0">
                <a:latin typeface="Courier New" panose="02070309020205020404" pitchFamily="49" charset="0"/>
                <a:ea typeface="宋体" panose="02010600030101010101" pitchFamily="2" charset="-122"/>
                <a:cs typeface="Courier New" panose="02070309020205020404" pitchFamily="49" charset="0"/>
              </a:rPr>
              <a:t>后，其所在结点中剩余的关键字和指针，加上父结点中的指针</a:t>
            </a:r>
            <a:r>
              <a:rPr lang="en-US" altLang="zh-CN" b="1" dirty="0" err="1">
                <a:latin typeface="Courier New" panose="02070309020205020404" pitchFamily="49" charset="0"/>
                <a:ea typeface="宋体" panose="02010600030101010101" pitchFamily="2" charset="-122"/>
                <a:cs typeface="Courier New" panose="02070309020205020404" pitchFamily="49" charset="0"/>
              </a:rPr>
              <a:t>A</a:t>
            </a:r>
            <a:r>
              <a:rPr lang="en-US" altLang="zh-CN" b="1" baseline="-25000" dirty="0" err="1">
                <a:latin typeface="Courier New" panose="02070309020205020404" pitchFamily="49" charset="0"/>
                <a:ea typeface="宋体" panose="02010600030101010101" pitchFamily="2" charset="-122"/>
                <a:cs typeface="Courier New" panose="02070309020205020404" pitchFamily="49" charset="0"/>
              </a:rPr>
              <a:t>j</a:t>
            </a:r>
            <a:r>
              <a:rPr lang="zh-CN" altLang="en-US" b="1" dirty="0">
                <a:latin typeface="Courier New" panose="02070309020205020404" pitchFamily="49" charset="0"/>
                <a:ea typeface="宋体" panose="02010600030101010101" pitchFamily="2" charset="-122"/>
                <a:cs typeface="Courier New" panose="02070309020205020404" pitchFamily="49" charset="0"/>
              </a:rPr>
              <a:t>一起，合并到</a:t>
            </a:r>
            <a:r>
              <a:rPr lang="en-US" altLang="zh-CN" b="1" dirty="0" err="1">
                <a:latin typeface="Courier New" panose="02070309020205020404" pitchFamily="49" charset="0"/>
                <a:ea typeface="宋体" panose="02010600030101010101" pitchFamily="2" charset="-122"/>
                <a:cs typeface="Courier New" panose="02070309020205020404" pitchFamily="49" charset="0"/>
              </a:rPr>
              <a:t>A</a:t>
            </a:r>
            <a:r>
              <a:rPr lang="en-US" altLang="zh-CN" b="1" baseline="-25000" dirty="0" err="1">
                <a:latin typeface="Courier New" panose="02070309020205020404" pitchFamily="49" charset="0"/>
                <a:ea typeface="宋体" panose="02010600030101010101" pitchFamily="2" charset="-122"/>
                <a:cs typeface="Courier New" panose="02070309020205020404" pitchFamily="49" charset="0"/>
              </a:rPr>
              <a:t>j</a:t>
            </a:r>
            <a:r>
              <a:rPr lang="zh-CN" altLang="en-US" b="1" dirty="0">
                <a:latin typeface="Courier New" panose="02070309020205020404" pitchFamily="49" charset="0"/>
                <a:ea typeface="宋体" panose="02010600030101010101" pitchFamily="2" charset="-122"/>
                <a:cs typeface="Courier New" panose="02070309020205020404" pitchFamily="49" charset="0"/>
              </a:rPr>
              <a:t>所指的兄弟结点中（若没有右兄弟，则合并到左兄弟结点中）。</a:t>
            </a:r>
            <a:endParaRPr lang="en-US" altLang="zh-CN" b="1"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800" b="1" dirty="0">
                <a:latin typeface="Courier New" panose="02070309020205020404" pitchFamily="49" charset="0"/>
                <a:ea typeface="宋体" panose="02010600030101010101" pitchFamily="2" charset="-122"/>
                <a:cs typeface="Courier New" panose="02070309020205020404" pitchFamily="49" charset="0"/>
              </a:rPr>
              <a:t>如果因此使父结点的</a:t>
            </a:r>
            <a:r>
              <a:rPr lang="en-US" altLang="zh-CN" b="1" dirty="0">
                <a:latin typeface="Courier New" panose="02070309020205020404" pitchFamily="49" charset="0"/>
                <a:ea typeface="宋体" panose="02010600030101010101" pitchFamily="2" charset="-122"/>
                <a:cs typeface="Courier New" panose="02070309020205020404" pitchFamily="49" charset="0"/>
              </a:rPr>
              <a:t>n&lt;</a:t>
            </a:r>
            <a:r>
              <a:rPr lang="en-US" altLang="zh-CN" b="1" dirty="0">
                <a:latin typeface="等线" panose="02010600030101010101" pitchFamily="2" charset="-122"/>
                <a:cs typeface="Courier New" panose="02070309020205020404" pitchFamily="49" charset="0"/>
                <a:sym typeface="Symbol" panose="05050102010706020507" pitchFamily="18" charset="2"/>
              </a:rPr>
              <a:t>m/2-1</a:t>
            </a:r>
            <a:r>
              <a:rPr lang="zh-CN" altLang="en-US" b="1" dirty="0">
                <a:latin typeface="Courier New" panose="02070309020205020404" pitchFamily="49" charset="0"/>
                <a:ea typeface="宋体" panose="02010600030101010101" pitchFamily="2" charset="-122"/>
                <a:cs typeface="Courier New" panose="02070309020205020404" pitchFamily="49" charset="0"/>
              </a:rPr>
              <a:t>，则依次类推作相应处理。</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grpSp>
        <p:nvGrpSpPr>
          <p:cNvPr id="40" name="组合 39">
            <a:extLst>
              <a:ext uri="{FF2B5EF4-FFF2-40B4-BE49-F238E27FC236}">
                <a16:creationId xmlns:a16="http://schemas.microsoft.com/office/drawing/2014/main" id="{7FCCAA3F-4ACA-43EA-9B1D-5888448D2184}"/>
              </a:ext>
            </a:extLst>
          </p:cNvPr>
          <p:cNvGrpSpPr/>
          <p:nvPr/>
        </p:nvGrpSpPr>
        <p:grpSpPr>
          <a:xfrm>
            <a:off x="3492863" y="468941"/>
            <a:ext cx="1462746" cy="1522185"/>
            <a:chOff x="3492863" y="468941"/>
            <a:chExt cx="1462746" cy="1522185"/>
          </a:xfrm>
        </p:grpSpPr>
        <p:sp>
          <p:nvSpPr>
            <p:cNvPr id="21" name="矩形: 圆角 20">
              <a:extLst>
                <a:ext uri="{FF2B5EF4-FFF2-40B4-BE49-F238E27FC236}">
                  <a16:creationId xmlns:a16="http://schemas.microsoft.com/office/drawing/2014/main" id="{AE1EBB38-6C2F-4962-B0A1-66FCC69E65CB}"/>
                </a:ext>
              </a:extLst>
            </p:cNvPr>
            <p:cNvSpPr/>
            <p:nvPr/>
          </p:nvSpPr>
          <p:spPr>
            <a:xfrm>
              <a:off x="3492863" y="468941"/>
              <a:ext cx="1462746" cy="941316"/>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r>
                <a:rPr lang="zh-CN" altLang="en-US" b="1" dirty="0">
                  <a:solidFill>
                    <a:srgbClr val="FF0000"/>
                  </a:solidFill>
                </a:rPr>
                <a:t>位于子树的最左下的底层结点内</a:t>
              </a:r>
            </a:p>
          </p:txBody>
        </p:sp>
        <p:cxnSp>
          <p:nvCxnSpPr>
            <p:cNvPr id="28" name="直接连接符 27">
              <a:extLst>
                <a:ext uri="{FF2B5EF4-FFF2-40B4-BE49-F238E27FC236}">
                  <a16:creationId xmlns:a16="http://schemas.microsoft.com/office/drawing/2014/main" id="{91BFF779-5C88-4E44-9F4F-74234DA966DE}"/>
                </a:ext>
              </a:extLst>
            </p:cNvPr>
            <p:cNvCxnSpPr>
              <a:cxnSpLocks/>
            </p:cNvCxnSpPr>
            <p:nvPr/>
          </p:nvCxnSpPr>
          <p:spPr>
            <a:xfrm flipH="1">
              <a:off x="3634128" y="1410257"/>
              <a:ext cx="127454" cy="580869"/>
            </a:xfrm>
            <a:prstGeom prst="line">
              <a:avLst/>
            </a:prstGeom>
            <a:ln w="19050">
              <a:solidFill>
                <a:schemeClr val="accent2"/>
              </a:solidFill>
              <a:prstDash val="lgDash"/>
            </a:ln>
          </p:spPr>
          <p:style>
            <a:lnRef idx="1">
              <a:schemeClr val="accent1"/>
            </a:lnRef>
            <a:fillRef idx="0">
              <a:schemeClr val="accent1"/>
            </a:fillRef>
            <a:effectRef idx="0">
              <a:schemeClr val="accent1"/>
            </a:effectRef>
            <a:fontRef idx="minor">
              <a:schemeClr val="tx1"/>
            </a:fontRef>
          </p:style>
        </p:cxnSp>
      </p:grpSp>
      <p:sp>
        <p:nvSpPr>
          <p:cNvPr id="46" name="椭圆 45">
            <a:extLst>
              <a:ext uri="{FF2B5EF4-FFF2-40B4-BE49-F238E27FC236}">
                <a16:creationId xmlns:a16="http://schemas.microsoft.com/office/drawing/2014/main" id="{769A39E4-17E4-4860-A198-89E732CECDC8}"/>
              </a:ext>
            </a:extLst>
          </p:cNvPr>
          <p:cNvSpPr/>
          <p:nvPr/>
        </p:nvSpPr>
        <p:spPr>
          <a:xfrm>
            <a:off x="3471923" y="1941572"/>
            <a:ext cx="332261" cy="327748"/>
          </a:xfrm>
          <a:prstGeom prst="ellipse">
            <a:avLst/>
          </a:prstGeom>
          <a:noFill/>
          <a:ln w="28575">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2" name="文本框 371">
            <a:extLst>
              <a:ext uri="{FF2B5EF4-FFF2-40B4-BE49-F238E27FC236}">
                <a16:creationId xmlns:a16="http://schemas.microsoft.com/office/drawing/2014/main" id="{240B349A-F68E-48FE-9313-E4FD2EF5421D}"/>
              </a:ext>
            </a:extLst>
          </p:cNvPr>
          <p:cNvSpPr txBox="1"/>
          <p:nvPr/>
        </p:nvSpPr>
        <p:spPr>
          <a:xfrm>
            <a:off x="4086811" y="2282619"/>
            <a:ext cx="369019" cy="307777"/>
          </a:xfrm>
          <a:prstGeom prst="rect">
            <a:avLst/>
          </a:prstGeom>
          <a:noFill/>
        </p:spPr>
        <p:txBody>
          <a:bodyPr wrap="square" lIns="36000" tIns="0" rIns="36000" bIns="0" rtlCol="0">
            <a:spAutoFit/>
          </a:bodyPr>
          <a:lstStyle/>
          <a:p>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45</a:t>
            </a:r>
            <a:endPar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73" name="组合 372">
            <a:extLst>
              <a:ext uri="{FF2B5EF4-FFF2-40B4-BE49-F238E27FC236}">
                <a16:creationId xmlns:a16="http://schemas.microsoft.com/office/drawing/2014/main" id="{69349147-0068-47BE-BFAF-4FD843509E04}"/>
              </a:ext>
            </a:extLst>
          </p:cNvPr>
          <p:cNvGrpSpPr/>
          <p:nvPr/>
        </p:nvGrpSpPr>
        <p:grpSpPr>
          <a:xfrm>
            <a:off x="9573693" y="1195272"/>
            <a:ext cx="222844" cy="487177"/>
            <a:chOff x="5368814" y="2529954"/>
            <a:chExt cx="222844" cy="487177"/>
          </a:xfrm>
        </p:grpSpPr>
        <p:cxnSp>
          <p:nvCxnSpPr>
            <p:cNvPr id="374" name="直接箭头连接符 373">
              <a:extLst>
                <a:ext uri="{FF2B5EF4-FFF2-40B4-BE49-F238E27FC236}">
                  <a16:creationId xmlns:a16="http://schemas.microsoft.com/office/drawing/2014/main" id="{8DC129CC-3108-41A6-AFBC-3D894CBECA6F}"/>
                </a:ext>
              </a:extLst>
            </p:cNvPr>
            <p:cNvCxnSpPr>
              <a:cxnSpLocks/>
              <a:stCxn id="375" idx="2"/>
            </p:cNvCxnSpPr>
            <p:nvPr/>
          </p:nvCxnSpPr>
          <p:spPr>
            <a:xfrm>
              <a:off x="5480236" y="2806953"/>
              <a:ext cx="0" cy="210178"/>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75" name="文本框 374">
              <a:extLst>
                <a:ext uri="{FF2B5EF4-FFF2-40B4-BE49-F238E27FC236}">
                  <a16:creationId xmlns:a16="http://schemas.microsoft.com/office/drawing/2014/main" id="{CDF90E5E-130E-4119-9BFA-64100F2F2A01}"/>
                </a:ext>
              </a:extLst>
            </p:cNvPr>
            <p:cNvSpPr txBox="1"/>
            <p:nvPr/>
          </p:nvSpPr>
          <p:spPr>
            <a:xfrm>
              <a:off x="5368814" y="2529954"/>
              <a:ext cx="222844" cy="276999"/>
            </a:xfrm>
            <a:prstGeom prst="rect">
              <a:avLst/>
            </a:prstGeom>
            <a:noFill/>
          </p:spPr>
          <p:txBody>
            <a:bodyPr wrap="square" lIns="0" tIns="0" rIns="0" bIns="0" rtlCol="0">
              <a:spAutoFit/>
            </a:bodyPr>
            <a:lstStyle/>
            <a:p>
              <a:pPr algn="ctr"/>
              <a:r>
                <a:rPr lang="en-US" altLang="zh-CN" b="1" dirty="0">
                  <a:solidFill>
                    <a:srgbClr val="C00000"/>
                  </a:solidFill>
                  <a:latin typeface="Courier New" panose="02070309020205020404" pitchFamily="49" charset="0"/>
                  <a:cs typeface="Courier New" panose="02070309020205020404" pitchFamily="49" charset="0"/>
                </a:rPr>
                <a:t>p</a:t>
              </a:r>
              <a:endParaRPr lang="zh-CN" altLang="en-US" b="1" dirty="0">
                <a:solidFill>
                  <a:srgbClr val="C00000"/>
                </a:solidFill>
                <a:latin typeface="Courier New" panose="02070309020205020404" pitchFamily="49" charset="0"/>
                <a:cs typeface="Courier New" panose="02070309020205020404" pitchFamily="49" charset="0"/>
              </a:endParaRPr>
            </a:p>
          </p:txBody>
        </p:sp>
      </p:grpSp>
      <p:sp>
        <p:nvSpPr>
          <p:cNvPr id="386" name="文本框 385">
            <a:extLst>
              <a:ext uri="{FF2B5EF4-FFF2-40B4-BE49-F238E27FC236}">
                <a16:creationId xmlns:a16="http://schemas.microsoft.com/office/drawing/2014/main" id="{980C93DA-AB70-4730-9B21-6F9D68AB4984}"/>
              </a:ext>
            </a:extLst>
          </p:cNvPr>
          <p:cNvSpPr txBox="1"/>
          <p:nvPr/>
        </p:nvSpPr>
        <p:spPr>
          <a:xfrm>
            <a:off x="7893258" y="2478359"/>
            <a:ext cx="323858" cy="276999"/>
          </a:xfrm>
          <a:prstGeom prst="rect">
            <a:avLst/>
          </a:prstGeom>
          <a:noFill/>
        </p:spPr>
        <p:txBody>
          <a:bodyPr wrap="square" lIns="36000" tIns="0" rIns="36000" bIns="0" rtlCol="0">
            <a:spAutoFit/>
          </a:bodyPr>
          <a:lstStyle/>
          <a:p>
            <a:r>
              <a:rPr lang="en-US" altLang="zh-CN" b="1" dirty="0">
                <a:latin typeface="Times New Roman" panose="02020603050405020304" pitchFamily="18" charset="0"/>
                <a:cs typeface="Times New Roman" panose="02020603050405020304" pitchFamily="18" charset="0"/>
              </a:rPr>
              <a:t>50</a:t>
            </a:r>
            <a:endParaRPr lang="zh-CN" altLang="en-US" b="1" dirty="0">
              <a:latin typeface="Times New Roman" panose="02020603050405020304" pitchFamily="18" charset="0"/>
              <a:cs typeface="Times New Roman" panose="02020603050405020304" pitchFamily="18" charset="0"/>
            </a:endParaRPr>
          </a:p>
        </p:txBody>
      </p:sp>
      <p:cxnSp>
        <p:nvCxnSpPr>
          <p:cNvPr id="464" name="直接连接符 463">
            <a:extLst>
              <a:ext uri="{FF2B5EF4-FFF2-40B4-BE49-F238E27FC236}">
                <a16:creationId xmlns:a16="http://schemas.microsoft.com/office/drawing/2014/main" id="{99CB1A1E-D462-498B-A24D-74B3AA776146}"/>
              </a:ext>
            </a:extLst>
          </p:cNvPr>
          <p:cNvCxnSpPr>
            <a:endCxn id="386" idx="0"/>
          </p:cNvCxnSpPr>
          <p:nvPr/>
        </p:nvCxnSpPr>
        <p:spPr>
          <a:xfrm>
            <a:off x="4955783" y="1321777"/>
            <a:ext cx="3099404" cy="1156582"/>
          </a:xfrm>
          <a:prstGeom prst="line">
            <a:avLst/>
          </a:prstGeom>
          <a:ln w="19050">
            <a:solidFill>
              <a:schemeClr val="accent2"/>
            </a:solidFill>
            <a:prstDash val="lgDash"/>
          </a:ln>
        </p:spPr>
        <p:style>
          <a:lnRef idx="1">
            <a:schemeClr val="accent1"/>
          </a:lnRef>
          <a:fillRef idx="0">
            <a:schemeClr val="accent1"/>
          </a:fillRef>
          <a:effectRef idx="0">
            <a:schemeClr val="accent1"/>
          </a:effectRef>
          <a:fontRef idx="minor">
            <a:schemeClr val="tx1"/>
          </a:fontRef>
        </p:style>
      </p:cxnSp>
      <p:grpSp>
        <p:nvGrpSpPr>
          <p:cNvPr id="470" name="组合 469">
            <a:extLst>
              <a:ext uri="{FF2B5EF4-FFF2-40B4-BE49-F238E27FC236}">
                <a16:creationId xmlns:a16="http://schemas.microsoft.com/office/drawing/2014/main" id="{5F7E8408-C47B-473E-BE13-09263E1D647F}"/>
              </a:ext>
            </a:extLst>
          </p:cNvPr>
          <p:cNvGrpSpPr/>
          <p:nvPr/>
        </p:nvGrpSpPr>
        <p:grpSpPr>
          <a:xfrm>
            <a:off x="436419" y="2576945"/>
            <a:ext cx="10503888" cy="985384"/>
            <a:chOff x="436419" y="2576945"/>
            <a:chExt cx="10503888" cy="985384"/>
          </a:xfrm>
        </p:grpSpPr>
        <p:cxnSp>
          <p:nvCxnSpPr>
            <p:cNvPr id="466" name="直接连接符 465">
              <a:extLst>
                <a:ext uri="{FF2B5EF4-FFF2-40B4-BE49-F238E27FC236}">
                  <a16:creationId xmlns:a16="http://schemas.microsoft.com/office/drawing/2014/main" id="{BF1AC37F-8E1D-4861-8E80-97FF2AFD13FE}"/>
                </a:ext>
              </a:extLst>
            </p:cNvPr>
            <p:cNvCxnSpPr/>
            <p:nvPr/>
          </p:nvCxnSpPr>
          <p:spPr>
            <a:xfrm>
              <a:off x="436419" y="2576945"/>
              <a:ext cx="22821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8" name="直接连接符 467">
              <a:extLst>
                <a:ext uri="{FF2B5EF4-FFF2-40B4-BE49-F238E27FC236}">
                  <a16:creationId xmlns:a16="http://schemas.microsoft.com/office/drawing/2014/main" id="{32BDF557-E543-4A31-9B9B-BF65E1DFEEF4}"/>
                </a:ext>
              </a:extLst>
            </p:cNvPr>
            <p:cNvCxnSpPr/>
            <p:nvPr/>
          </p:nvCxnSpPr>
          <p:spPr>
            <a:xfrm>
              <a:off x="2718564" y="2576945"/>
              <a:ext cx="4307234" cy="706582"/>
            </a:xfrm>
            <a:prstGeom prst="line">
              <a:avLst/>
            </a:prstGeom>
            <a:ln w="12700">
              <a:solidFill>
                <a:srgbClr val="C00000"/>
              </a:solidFill>
              <a:prstDash val="lgDash"/>
            </a:ln>
          </p:spPr>
          <p:style>
            <a:lnRef idx="1">
              <a:schemeClr val="accent1"/>
            </a:lnRef>
            <a:fillRef idx="0">
              <a:schemeClr val="accent1"/>
            </a:fillRef>
            <a:effectRef idx="0">
              <a:schemeClr val="accent1"/>
            </a:effectRef>
            <a:fontRef idx="minor">
              <a:schemeClr val="tx1"/>
            </a:fontRef>
          </p:style>
        </p:cxnSp>
        <p:sp>
          <p:nvSpPr>
            <p:cNvPr id="469" name="矩形: 圆角 468">
              <a:extLst>
                <a:ext uri="{FF2B5EF4-FFF2-40B4-BE49-F238E27FC236}">
                  <a16:creationId xmlns:a16="http://schemas.microsoft.com/office/drawing/2014/main" id="{F61799AB-6731-4391-8044-68F8EF0C8988}"/>
                </a:ext>
              </a:extLst>
            </p:cNvPr>
            <p:cNvSpPr/>
            <p:nvPr/>
          </p:nvSpPr>
          <p:spPr>
            <a:xfrm>
              <a:off x="6745431" y="3173446"/>
              <a:ext cx="4194876" cy="388883"/>
            </a:xfrm>
            <a:prstGeom prst="roundRect">
              <a:avLst/>
            </a:prstGeom>
            <a:solidFill>
              <a:schemeClr val="accent4">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rPr>
                <a:t>留待讲解删除底层结点的关键字时演示</a:t>
              </a:r>
            </a:p>
          </p:txBody>
        </p:sp>
      </p:grpSp>
      <p:sp>
        <p:nvSpPr>
          <p:cNvPr id="387" name="文本框 386">
            <a:extLst>
              <a:ext uri="{FF2B5EF4-FFF2-40B4-BE49-F238E27FC236}">
                <a16:creationId xmlns:a16="http://schemas.microsoft.com/office/drawing/2014/main" id="{DAD11E8F-CEDF-415D-A0F6-F2DEADD76283}"/>
              </a:ext>
            </a:extLst>
          </p:cNvPr>
          <p:cNvSpPr txBox="1"/>
          <p:nvPr/>
        </p:nvSpPr>
        <p:spPr>
          <a:xfrm>
            <a:off x="9776399" y="3716717"/>
            <a:ext cx="1467068" cy="400110"/>
          </a:xfrm>
          <a:prstGeom prst="rect">
            <a:avLst/>
          </a:prstGeom>
          <a:noFill/>
        </p:spPr>
        <p:txBody>
          <a:bodyPr wrap="none" rtlCol="0">
            <a:spAutoFit/>
          </a:bodyPr>
          <a:lstStyle/>
          <a:p>
            <a:r>
              <a:rPr lang="zh-CN" altLang="en-US" sz="2000" b="1" dirty="0">
                <a:solidFill>
                  <a:srgbClr val="7030A0"/>
                </a:solidFill>
              </a:rPr>
              <a:t>例如删除：</a:t>
            </a:r>
          </a:p>
        </p:txBody>
      </p:sp>
      <p:sp>
        <p:nvSpPr>
          <p:cNvPr id="388" name="文本框 387">
            <a:extLst>
              <a:ext uri="{FF2B5EF4-FFF2-40B4-BE49-F238E27FC236}">
                <a16:creationId xmlns:a16="http://schemas.microsoft.com/office/drawing/2014/main" id="{A04A5F6D-DEE6-4248-9AD2-DA899B13FE8B}"/>
              </a:ext>
            </a:extLst>
          </p:cNvPr>
          <p:cNvSpPr txBox="1"/>
          <p:nvPr/>
        </p:nvSpPr>
        <p:spPr>
          <a:xfrm>
            <a:off x="11037374" y="3745009"/>
            <a:ext cx="369019" cy="307777"/>
          </a:xfrm>
          <a:prstGeom prst="rect">
            <a:avLst/>
          </a:prstGeom>
          <a:noFill/>
        </p:spPr>
        <p:txBody>
          <a:bodyPr wrap="square" lIns="36000" tIns="0" rIns="36000" bIns="0" rtlCol="0">
            <a:spAutoFit/>
          </a:bodyPr>
          <a:lstStyle/>
          <a:p>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12</a:t>
            </a:r>
            <a:endPar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89" name="文本框 388">
            <a:extLst>
              <a:ext uri="{FF2B5EF4-FFF2-40B4-BE49-F238E27FC236}">
                <a16:creationId xmlns:a16="http://schemas.microsoft.com/office/drawing/2014/main" id="{E3AF3C17-1696-4C03-B318-3F0B89611FFA}"/>
              </a:ext>
            </a:extLst>
          </p:cNvPr>
          <p:cNvSpPr txBox="1"/>
          <p:nvPr/>
        </p:nvSpPr>
        <p:spPr>
          <a:xfrm>
            <a:off x="9789114" y="4484035"/>
            <a:ext cx="1467068" cy="400110"/>
          </a:xfrm>
          <a:prstGeom prst="rect">
            <a:avLst/>
          </a:prstGeom>
          <a:noFill/>
        </p:spPr>
        <p:txBody>
          <a:bodyPr wrap="none" rtlCol="0">
            <a:spAutoFit/>
          </a:bodyPr>
          <a:lstStyle/>
          <a:p>
            <a:r>
              <a:rPr lang="zh-CN" altLang="en-US" sz="2000" b="1" dirty="0">
                <a:solidFill>
                  <a:srgbClr val="7030A0"/>
                </a:solidFill>
              </a:rPr>
              <a:t>例如删除：</a:t>
            </a:r>
          </a:p>
        </p:txBody>
      </p:sp>
      <p:sp>
        <p:nvSpPr>
          <p:cNvPr id="400" name="文本框 399">
            <a:extLst>
              <a:ext uri="{FF2B5EF4-FFF2-40B4-BE49-F238E27FC236}">
                <a16:creationId xmlns:a16="http://schemas.microsoft.com/office/drawing/2014/main" id="{42E84649-521D-414D-B9A1-B195DA434180}"/>
              </a:ext>
            </a:extLst>
          </p:cNvPr>
          <p:cNvSpPr txBox="1"/>
          <p:nvPr/>
        </p:nvSpPr>
        <p:spPr>
          <a:xfrm>
            <a:off x="11050089" y="4512327"/>
            <a:ext cx="369019" cy="307777"/>
          </a:xfrm>
          <a:prstGeom prst="rect">
            <a:avLst/>
          </a:prstGeom>
          <a:noFill/>
        </p:spPr>
        <p:txBody>
          <a:bodyPr wrap="square" lIns="36000" tIns="0" rIns="36000" bIns="0" rtlCol="0">
            <a:spAutoFit/>
          </a:bodyPr>
          <a:lstStyle/>
          <a:p>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50</a:t>
            </a:r>
            <a:endPar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01" name="文本框 400">
            <a:extLst>
              <a:ext uri="{FF2B5EF4-FFF2-40B4-BE49-F238E27FC236}">
                <a16:creationId xmlns:a16="http://schemas.microsoft.com/office/drawing/2014/main" id="{C57C3632-31D3-4969-8009-55772DCA34A0}"/>
              </a:ext>
            </a:extLst>
          </p:cNvPr>
          <p:cNvSpPr txBox="1"/>
          <p:nvPr/>
        </p:nvSpPr>
        <p:spPr>
          <a:xfrm>
            <a:off x="9776399" y="5315165"/>
            <a:ext cx="1467068" cy="400110"/>
          </a:xfrm>
          <a:prstGeom prst="rect">
            <a:avLst/>
          </a:prstGeom>
          <a:noFill/>
        </p:spPr>
        <p:txBody>
          <a:bodyPr wrap="none" rtlCol="0">
            <a:spAutoFit/>
          </a:bodyPr>
          <a:lstStyle/>
          <a:p>
            <a:r>
              <a:rPr lang="zh-CN" altLang="en-US" sz="2000" b="1" dirty="0">
                <a:solidFill>
                  <a:srgbClr val="7030A0"/>
                </a:solidFill>
              </a:rPr>
              <a:t>例如删除：</a:t>
            </a:r>
          </a:p>
        </p:txBody>
      </p:sp>
      <p:sp>
        <p:nvSpPr>
          <p:cNvPr id="415" name="文本框 414">
            <a:extLst>
              <a:ext uri="{FF2B5EF4-FFF2-40B4-BE49-F238E27FC236}">
                <a16:creationId xmlns:a16="http://schemas.microsoft.com/office/drawing/2014/main" id="{AAB327CC-3B7C-43F7-89BD-4E252B0B4C50}"/>
              </a:ext>
            </a:extLst>
          </p:cNvPr>
          <p:cNvSpPr txBox="1"/>
          <p:nvPr/>
        </p:nvSpPr>
        <p:spPr>
          <a:xfrm>
            <a:off x="11037374" y="5343457"/>
            <a:ext cx="369019" cy="307777"/>
          </a:xfrm>
          <a:prstGeom prst="rect">
            <a:avLst/>
          </a:prstGeom>
          <a:noFill/>
        </p:spPr>
        <p:txBody>
          <a:bodyPr wrap="square" lIns="36000" tIns="0" rIns="36000" bIns="0" rtlCol="0">
            <a:spAutoFit/>
          </a:bodyPr>
          <a:lstStyle/>
          <a:p>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416" name="直接连接符 415">
            <a:extLst>
              <a:ext uri="{FF2B5EF4-FFF2-40B4-BE49-F238E27FC236}">
                <a16:creationId xmlns:a16="http://schemas.microsoft.com/office/drawing/2014/main" id="{10E31954-B3F2-466A-9B8E-ADA1FDB747E3}"/>
              </a:ext>
            </a:extLst>
          </p:cNvPr>
          <p:cNvCxnSpPr>
            <a:cxnSpLocks/>
            <a:endCxn id="269" idx="0"/>
          </p:cNvCxnSpPr>
          <p:nvPr/>
        </p:nvCxnSpPr>
        <p:spPr>
          <a:xfrm>
            <a:off x="9289445" y="1959594"/>
            <a:ext cx="437433" cy="499107"/>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417" name="直接连接符 416">
            <a:extLst>
              <a:ext uri="{FF2B5EF4-FFF2-40B4-BE49-F238E27FC236}">
                <a16:creationId xmlns:a16="http://schemas.microsoft.com/office/drawing/2014/main" id="{5DB81533-3910-417D-B11B-EC1B33425D2A}"/>
              </a:ext>
            </a:extLst>
          </p:cNvPr>
          <p:cNvCxnSpPr>
            <a:cxnSpLocks/>
            <a:endCxn id="249" idx="0"/>
          </p:cNvCxnSpPr>
          <p:nvPr/>
        </p:nvCxnSpPr>
        <p:spPr>
          <a:xfrm>
            <a:off x="9635691" y="1951898"/>
            <a:ext cx="1501279" cy="508306"/>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sp>
        <p:nvSpPr>
          <p:cNvPr id="418" name="文本框 417">
            <a:extLst>
              <a:ext uri="{FF2B5EF4-FFF2-40B4-BE49-F238E27FC236}">
                <a16:creationId xmlns:a16="http://schemas.microsoft.com/office/drawing/2014/main" id="{E77257FE-3AA8-42B5-95E3-CC6225ACAFC3}"/>
              </a:ext>
            </a:extLst>
          </p:cNvPr>
          <p:cNvSpPr txBox="1"/>
          <p:nvPr/>
        </p:nvSpPr>
        <p:spPr>
          <a:xfrm>
            <a:off x="9776399" y="6018442"/>
            <a:ext cx="1467068" cy="400110"/>
          </a:xfrm>
          <a:prstGeom prst="rect">
            <a:avLst/>
          </a:prstGeom>
          <a:noFill/>
        </p:spPr>
        <p:txBody>
          <a:bodyPr wrap="none" rtlCol="0">
            <a:spAutoFit/>
          </a:bodyPr>
          <a:lstStyle/>
          <a:p>
            <a:r>
              <a:rPr lang="zh-CN" altLang="en-US" sz="2000" b="1" dirty="0">
                <a:solidFill>
                  <a:srgbClr val="7030A0"/>
                </a:solidFill>
              </a:rPr>
              <a:t>例如删除：</a:t>
            </a:r>
          </a:p>
        </p:txBody>
      </p:sp>
      <p:sp>
        <p:nvSpPr>
          <p:cNvPr id="419" name="文本框 418">
            <a:extLst>
              <a:ext uri="{FF2B5EF4-FFF2-40B4-BE49-F238E27FC236}">
                <a16:creationId xmlns:a16="http://schemas.microsoft.com/office/drawing/2014/main" id="{810A4B12-C8E3-46C7-9490-09B79D59AEBF}"/>
              </a:ext>
            </a:extLst>
          </p:cNvPr>
          <p:cNvSpPr txBox="1"/>
          <p:nvPr/>
        </p:nvSpPr>
        <p:spPr>
          <a:xfrm>
            <a:off x="11037374" y="6046734"/>
            <a:ext cx="369019" cy="307777"/>
          </a:xfrm>
          <a:prstGeom prst="rect">
            <a:avLst/>
          </a:prstGeom>
          <a:noFill/>
        </p:spPr>
        <p:txBody>
          <a:bodyPr wrap="square" lIns="36000" tIns="0" rIns="36000" bIns="0" rtlCol="0">
            <a:spAutoFit/>
          </a:bodyPr>
          <a:lstStyle/>
          <a:p>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37</a:t>
            </a:r>
            <a:endPar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420" name="组合 419">
            <a:extLst>
              <a:ext uri="{FF2B5EF4-FFF2-40B4-BE49-F238E27FC236}">
                <a16:creationId xmlns:a16="http://schemas.microsoft.com/office/drawing/2014/main" id="{386F4AD4-D9D4-4A30-B91A-0C7591FFD097}"/>
              </a:ext>
            </a:extLst>
          </p:cNvPr>
          <p:cNvGrpSpPr/>
          <p:nvPr/>
        </p:nvGrpSpPr>
        <p:grpSpPr>
          <a:xfrm>
            <a:off x="6197592" y="2762877"/>
            <a:ext cx="322524" cy="407029"/>
            <a:chOff x="3530416" y="5984152"/>
            <a:chExt cx="322524" cy="407029"/>
          </a:xfrm>
        </p:grpSpPr>
        <p:cxnSp>
          <p:nvCxnSpPr>
            <p:cNvPr id="421" name="直接箭头连接符 420">
              <a:extLst>
                <a:ext uri="{FF2B5EF4-FFF2-40B4-BE49-F238E27FC236}">
                  <a16:creationId xmlns:a16="http://schemas.microsoft.com/office/drawing/2014/main" id="{0D101245-D89A-4B63-9A5F-C97587704AD0}"/>
                </a:ext>
              </a:extLst>
            </p:cNvPr>
            <p:cNvCxnSpPr>
              <a:cxnSpLocks/>
            </p:cNvCxnSpPr>
            <p:nvPr/>
          </p:nvCxnSpPr>
          <p:spPr>
            <a:xfrm flipV="1">
              <a:off x="3787904" y="5984152"/>
              <a:ext cx="6806" cy="260957"/>
            </a:xfrm>
            <a:prstGeom prst="straightConnector1">
              <a:avLst/>
            </a:prstGeom>
            <a:ln w="190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422" name="文本框 421">
              <a:extLst>
                <a:ext uri="{FF2B5EF4-FFF2-40B4-BE49-F238E27FC236}">
                  <a16:creationId xmlns:a16="http://schemas.microsoft.com/office/drawing/2014/main" id="{249B3331-645E-4E08-9152-05A6ABC6F14D}"/>
                </a:ext>
              </a:extLst>
            </p:cNvPr>
            <p:cNvSpPr txBox="1"/>
            <p:nvPr/>
          </p:nvSpPr>
          <p:spPr>
            <a:xfrm>
              <a:off x="3530416" y="602184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q</a:t>
              </a:r>
              <a:endParaRPr lang="zh-CN" altLang="en-US" b="1" dirty="0">
                <a:solidFill>
                  <a:srgbClr val="C00000"/>
                </a:solidFill>
                <a:latin typeface="Courier New" panose="02070309020205020404" pitchFamily="49" charset="0"/>
                <a:cs typeface="Courier New" panose="02070309020205020404" pitchFamily="49" charset="0"/>
              </a:endParaRPr>
            </a:p>
          </p:txBody>
        </p:sp>
      </p:grpSp>
      <p:grpSp>
        <p:nvGrpSpPr>
          <p:cNvPr id="423" name="组合 422">
            <a:extLst>
              <a:ext uri="{FF2B5EF4-FFF2-40B4-BE49-F238E27FC236}">
                <a16:creationId xmlns:a16="http://schemas.microsoft.com/office/drawing/2014/main" id="{6D8DD88E-55B5-4298-A34F-5B992AC8092E}"/>
              </a:ext>
            </a:extLst>
          </p:cNvPr>
          <p:cNvGrpSpPr/>
          <p:nvPr/>
        </p:nvGrpSpPr>
        <p:grpSpPr>
          <a:xfrm>
            <a:off x="6496142" y="2767867"/>
            <a:ext cx="207185" cy="387566"/>
            <a:chOff x="5411402" y="2461267"/>
            <a:chExt cx="207185" cy="387566"/>
          </a:xfrm>
        </p:grpSpPr>
        <p:cxnSp>
          <p:nvCxnSpPr>
            <p:cNvPr id="424" name="直接箭头连接符 423">
              <a:extLst>
                <a:ext uri="{FF2B5EF4-FFF2-40B4-BE49-F238E27FC236}">
                  <a16:creationId xmlns:a16="http://schemas.microsoft.com/office/drawing/2014/main" id="{A0637DD9-39EC-49F3-A53F-DB1FBB4E7AAA}"/>
                </a:ext>
              </a:extLst>
            </p:cNvPr>
            <p:cNvCxnSpPr>
              <a:cxnSpLocks/>
            </p:cNvCxnSpPr>
            <p:nvPr/>
          </p:nvCxnSpPr>
          <p:spPr>
            <a:xfrm flipH="1" flipV="1">
              <a:off x="5558289" y="2461267"/>
              <a:ext cx="6865" cy="253353"/>
            </a:xfrm>
            <a:prstGeom prst="straightConnector1">
              <a:avLst/>
            </a:prstGeom>
            <a:ln w="1905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425" name="文本框 424">
              <a:extLst>
                <a:ext uri="{FF2B5EF4-FFF2-40B4-BE49-F238E27FC236}">
                  <a16:creationId xmlns:a16="http://schemas.microsoft.com/office/drawing/2014/main" id="{0905C682-C0C4-483D-87B3-DD7899EF07EA}"/>
                </a:ext>
              </a:extLst>
            </p:cNvPr>
            <p:cNvSpPr txBox="1"/>
            <p:nvPr/>
          </p:nvSpPr>
          <p:spPr>
            <a:xfrm>
              <a:off x="5411402" y="2571834"/>
              <a:ext cx="207185" cy="276999"/>
            </a:xfrm>
            <a:prstGeom prst="rect">
              <a:avLst/>
            </a:prstGeom>
            <a:noFill/>
          </p:spPr>
          <p:txBody>
            <a:bodyPr wrap="square" lIns="0" tIns="0" rIns="0" bIns="0" rtlCol="0">
              <a:spAutoFit/>
            </a:bodyPr>
            <a:lstStyle/>
            <a:p>
              <a:pPr algn="ctr"/>
              <a:r>
                <a:rPr lang="en-US" altLang="zh-CN" b="1" dirty="0" err="1">
                  <a:solidFill>
                    <a:srgbClr val="00B0F0"/>
                  </a:solidFill>
                  <a:latin typeface="Courier New" panose="02070309020205020404" pitchFamily="49" charset="0"/>
                  <a:cs typeface="Courier New" panose="02070309020205020404" pitchFamily="49" charset="0"/>
                </a:rPr>
                <a:t>i</a:t>
              </a:r>
              <a:endParaRPr lang="zh-CN" altLang="en-US" b="1" dirty="0">
                <a:solidFill>
                  <a:srgbClr val="00B0F0"/>
                </a:solidFill>
                <a:latin typeface="Courier New" panose="02070309020205020404" pitchFamily="49" charset="0"/>
                <a:cs typeface="Courier New" panose="02070309020205020404" pitchFamily="49" charset="0"/>
              </a:endParaRPr>
            </a:p>
          </p:txBody>
        </p:sp>
      </p:grpSp>
      <p:cxnSp>
        <p:nvCxnSpPr>
          <p:cNvPr id="426" name="直接连接符 425">
            <a:extLst>
              <a:ext uri="{FF2B5EF4-FFF2-40B4-BE49-F238E27FC236}">
                <a16:creationId xmlns:a16="http://schemas.microsoft.com/office/drawing/2014/main" id="{B5B828F4-AD60-4500-AAAC-7EFCFC0F41FB}"/>
              </a:ext>
            </a:extLst>
          </p:cNvPr>
          <p:cNvCxnSpPr>
            <a:cxnSpLocks/>
            <a:endCxn id="229" idx="0"/>
          </p:cNvCxnSpPr>
          <p:nvPr/>
        </p:nvCxnSpPr>
        <p:spPr>
          <a:xfrm flipH="1">
            <a:off x="5478344" y="1955449"/>
            <a:ext cx="3809438" cy="511841"/>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FEFE5A8F-6269-4B9A-9CF2-F7D66BEDE198}"/>
              </a:ext>
            </a:extLst>
          </p:cNvPr>
          <p:cNvSpPr/>
          <p:nvPr/>
        </p:nvSpPr>
        <p:spPr>
          <a:xfrm>
            <a:off x="1361142" y="246183"/>
            <a:ext cx="1750477" cy="462428"/>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dirty="0">
                <a:solidFill>
                  <a:srgbClr val="00206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B</a:t>
            </a:r>
            <a:r>
              <a:rPr lang="zh-CN" altLang="en-US" sz="2400" b="1" dirty="0">
                <a:solidFill>
                  <a:srgbClr val="00206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树的删除</a:t>
            </a:r>
          </a:p>
        </p:txBody>
      </p:sp>
      <p:sp>
        <p:nvSpPr>
          <p:cNvPr id="3" name="文本框 4">
            <a:extLst>
              <a:ext uri="{FF2B5EF4-FFF2-40B4-BE49-F238E27FC236}">
                <a16:creationId xmlns:a16="http://schemas.microsoft.com/office/drawing/2014/main" id="{19001117-3A01-825C-5536-EB8FAEEC43D5}"/>
              </a:ext>
            </a:extLst>
          </p:cNvPr>
          <p:cNvSpPr txBox="1"/>
          <p:nvPr/>
        </p:nvSpPr>
        <p:spPr>
          <a:xfrm>
            <a:off x="1003302" y="6354511"/>
            <a:ext cx="8366329" cy="461665"/>
          </a:xfrm>
          <a:prstGeom prst="rect">
            <a:avLst/>
          </a:prstGeom>
          <a:solidFill>
            <a:schemeClr val="accent2">
              <a:lumMod val="20000"/>
              <a:lumOff val="8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accent5">
                    <a:lumMod val="75000"/>
                  </a:schemeClr>
                </a:solidFill>
              </a:rPr>
              <a:t>可在</a:t>
            </a:r>
            <a:r>
              <a:rPr lang="en-US" altLang="zh-CN" sz="2400" b="1" dirty="0" err="1">
                <a:solidFill>
                  <a:schemeClr val="accent5">
                    <a:lumMod val="75000"/>
                  </a:schemeClr>
                </a:solidFill>
              </a:rPr>
              <a:t>AnyviewC</a:t>
            </a:r>
            <a:r>
              <a:rPr lang="zh-CN" altLang="en-US" sz="2400" b="1" dirty="0">
                <a:solidFill>
                  <a:schemeClr val="accent5">
                    <a:lumMod val="75000"/>
                  </a:schemeClr>
                </a:solidFill>
              </a:rPr>
              <a:t>可视跟踪观察算法过程中</a:t>
            </a:r>
            <a:r>
              <a:rPr lang="en-US" altLang="zh-CN" sz="2400" b="1" dirty="0">
                <a:solidFill>
                  <a:schemeClr val="accent5">
                    <a:lumMod val="75000"/>
                  </a:schemeClr>
                </a:solidFill>
              </a:rPr>
              <a:t>B</a:t>
            </a:r>
            <a:r>
              <a:rPr lang="zh-CN" altLang="en-US" sz="2400" b="1" dirty="0">
                <a:solidFill>
                  <a:schemeClr val="accent5">
                    <a:lumMod val="75000"/>
                  </a:schemeClr>
                </a:solidFill>
              </a:rPr>
              <a:t>树的形态变化</a:t>
            </a:r>
          </a:p>
        </p:txBody>
      </p:sp>
    </p:spTree>
    <p:extLst>
      <p:ext uri="{BB962C8B-B14F-4D97-AF65-F5344CB8AC3E}">
        <p14:creationId xmlns:p14="http://schemas.microsoft.com/office/powerpoint/2010/main" val="140247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1">
                                            <p:txEl>
                                              <p:pRg st="0" end="0"/>
                                            </p:txEl>
                                          </p:spTgt>
                                        </p:tgtEl>
                                        <p:attrNameLst>
                                          <p:attrName>style.visibility</p:attrName>
                                        </p:attrNameLst>
                                      </p:cBhvr>
                                      <p:to>
                                        <p:strVal val="visible"/>
                                      </p:to>
                                    </p:set>
                                    <p:animEffect transition="in" filter="wipe(up)">
                                      <p:cBhvr>
                                        <p:cTn id="7" dur="500"/>
                                        <p:tgtEl>
                                          <p:spTgt spid="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1">
                                            <p:txEl>
                                              <p:pRg st="1" end="1"/>
                                            </p:txEl>
                                          </p:spTgt>
                                        </p:tgtEl>
                                        <p:attrNameLst>
                                          <p:attrName>style.visibility</p:attrName>
                                        </p:attrNameLst>
                                      </p:cBhvr>
                                      <p:to>
                                        <p:strVal val="visible"/>
                                      </p:to>
                                    </p:set>
                                    <p:animEffect transition="in" filter="wipe(up)">
                                      <p:cBhvr>
                                        <p:cTn id="12" dur="500"/>
                                        <p:tgtEl>
                                          <p:spTgt spid="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wheel(1)">
                                      <p:cBhvr>
                                        <p:cTn id="17" dur="1500"/>
                                        <p:tgtEl>
                                          <p:spTgt spid="46"/>
                                        </p:tgtEl>
                                      </p:cBhvr>
                                    </p:animEffect>
                                  </p:childTnLst>
                                </p:cTn>
                              </p:par>
                            </p:childTnLst>
                          </p:cTn>
                        </p:par>
                        <p:par>
                          <p:cTn id="18" fill="hold">
                            <p:stCondLst>
                              <p:cond delay="1500"/>
                            </p:stCondLst>
                            <p:childTnLst>
                              <p:par>
                                <p:cTn id="19" presetID="22" presetClass="entr" presetSubtype="4" fill="hold" nodeType="after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down)">
                                      <p:cBhvr>
                                        <p:cTn id="21" dur="10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wipe(left)">
                                      <p:cBhvr>
                                        <p:cTn id="26" dur="500"/>
                                        <p:tgtEl>
                                          <p:spTgt spid="60"/>
                                        </p:tgtEl>
                                      </p:cBhvr>
                                    </p:animEffect>
                                  </p:childTnLst>
                                </p:cTn>
                              </p:par>
                            </p:childTnLst>
                          </p:cTn>
                        </p:par>
                        <p:par>
                          <p:cTn id="27" fill="hold">
                            <p:stCondLst>
                              <p:cond delay="500"/>
                            </p:stCondLst>
                            <p:childTnLst>
                              <p:par>
                                <p:cTn id="28" presetID="31" presetClass="entr" presetSubtype="0" fill="hold" grpId="0" nodeType="afterEffect">
                                  <p:stCondLst>
                                    <p:cond delay="0"/>
                                  </p:stCondLst>
                                  <p:childTnLst>
                                    <p:set>
                                      <p:cBhvr>
                                        <p:cTn id="29" dur="1" fill="hold">
                                          <p:stCondLst>
                                            <p:cond delay="0"/>
                                          </p:stCondLst>
                                        </p:cTn>
                                        <p:tgtEl>
                                          <p:spTgt spid="372"/>
                                        </p:tgtEl>
                                        <p:attrNameLst>
                                          <p:attrName>style.visibility</p:attrName>
                                        </p:attrNameLst>
                                      </p:cBhvr>
                                      <p:to>
                                        <p:strVal val="visible"/>
                                      </p:to>
                                    </p:set>
                                    <p:anim calcmode="lin" valueType="num">
                                      <p:cBhvr>
                                        <p:cTn id="30" dur="1000" fill="hold"/>
                                        <p:tgtEl>
                                          <p:spTgt spid="372"/>
                                        </p:tgtEl>
                                        <p:attrNameLst>
                                          <p:attrName>ppt_w</p:attrName>
                                        </p:attrNameLst>
                                      </p:cBhvr>
                                      <p:tavLst>
                                        <p:tav tm="0">
                                          <p:val>
                                            <p:fltVal val="0"/>
                                          </p:val>
                                        </p:tav>
                                        <p:tav tm="100000">
                                          <p:val>
                                            <p:strVal val="#ppt_w"/>
                                          </p:val>
                                        </p:tav>
                                      </p:tavLst>
                                    </p:anim>
                                    <p:anim calcmode="lin" valueType="num">
                                      <p:cBhvr>
                                        <p:cTn id="31" dur="1000" fill="hold"/>
                                        <p:tgtEl>
                                          <p:spTgt spid="372"/>
                                        </p:tgtEl>
                                        <p:attrNameLst>
                                          <p:attrName>ppt_h</p:attrName>
                                        </p:attrNameLst>
                                      </p:cBhvr>
                                      <p:tavLst>
                                        <p:tav tm="0">
                                          <p:val>
                                            <p:fltVal val="0"/>
                                          </p:val>
                                        </p:tav>
                                        <p:tav tm="100000">
                                          <p:val>
                                            <p:strVal val="#ppt_h"/>
                                          </p:val>
                                        </p:tav>
                                      </p:tavLst>
                                    </p:anim>
                                    <p:anim calcmode="lin" valueType="num">
                                      <p:cBhvr>
                                        <p:cTn id="32" dur="1000" fill="hold"/>
                                        <p:tgtEl>
                                          <p:spTgt spid="372"/>
                                        </p:tgtEl>
                                        <p:attrNameLst>
                                          <p:attrName>style.rotation</p:attrName>
                                        </p:attrNameLst>
                                      </p:cBhvr>
                                      <p:tavLst>
                                        <p:tav tm="0">
                                          <p:val>
                                            <p:fltVal val="90"/>
                                          </p:val>
                                        </p:tav>
                                        <p:tav tm="100000">
                                          <p:val>
                                            <p:fltVal val="0"/>
                                          </p:val>
                                        </p:tav>
                                      </p:tavLst>
                                    </p:anim>
                                    <p:animEffect transition="in" filter="fade">
                                      <p:cBhvr>
                                        <p:cTn id="33" dur="1000"/>
                                        <p:tgtEl>
                                          <p:spTgt spid="372"/>
                                        </p:tgtEl>
                                      </p:cBhvr>
                                    </p:animEffect>
                                  </p:childTnLst>
                                </p:cTn>
                              </p:par>
                            </p:childTnLst>
                          </p:cTn>
                        </p:par>
                        <p:par>
                          <p:cTn id="34" fill="hold">
                            <p:stCondLst>
                              <p:cond delay="1500"/>
                            </p:stCondLst>
                            <p:childTnLst>
                              <p:par>
                                <p:cTn id="35" presetID="22" presetClass="entr" presetSubtype="4" fill="hold" nodeType="afterEffect">
                                  <p:stCondLst>
                                    <p:cond delay="0"/>
                                  </p:stCondLst>
                                  <p:childTnLst>
                                    <p:set>
                                      <p:cBhvr>
                                        <p:cTn id="36" dur="1" fill="hold">
                                          <p:stCondLst>
                                            <p:cond delay="0"/>
                                          </p:stCondLst>
                                        </p:cTn>
                                        <p:tgtEl>
                                          <p:spTgt spid="365"/>
                                        </p:tgtEl>
                                        <p:attrNameLst>
                                          <p:attrName>style.visibility</p:attrName>
                                        </p:attrNameLst>
                                      </p:cBhvr>
                                      <p:to>
                                        <p:strVal val="visible"/>
                                      </p:to>
                                    </p:set>
                                    <p:animEffect transition="in" filter="wipe(down)">
                                      <p:cBhvr>
                                        <p:cTn id="37" dur="500"/>
                                        <p:tgtEl>
                                          <p:spTgt spid="365"/>
                                        </p:tgtEl>
                                      </p:cBhvr>
                                    </p:animEffect>
                                  </p:childTnLst>
                                </p:cTn>
                              </p:par>
                            </p:childTnLst>
                          </p:cTn>
                        </p:par>
                        <p:par>
                          <p:cTn id="38" fill="hold">
                            <p:stCondLst>
                              <p:cond delay="2000"/>
                            </p:stCondLst>
                            <p:childTnLst>
                              <p:par>
                                <p:cTn id="39" presetID="22" presetClass="entr" presetSubtype="1" fill="hold" nodeType="afterEffect">
                                  <p:stCondLst>
                                    <p:cond delay="0"/>
                                  </p:stCondLst>
                                  <p:childTnLst>
                                    <p:set>
                                      <p:cBhvr>
                                        <p:cTn id="40" dur="1" fill="hold">
                                          <p:stCondLst>
                                            <p:cond delay="0"/>
                                          </p:stCondLst>
                                        </p:cTn>
                                        <p:tgtEl>
                                          <p:spTgt spid="368"/>
                                        </p:tgtEl>
                                        <p:attrNameLst>
                                          <p:attrName>style.visibility</p:attrName>
                                        </p:attrNameLst>
                                      </p:cBhvr>
                                      <p:to>
                                        <p:strVal val="visible"/>
                                      </p:to>
                                    </p:set>
                                    <p:animEffect transition="in" filter="wipe(up)">
                                      <p:cBhvr>
                                        <p:cTn id="41" dur="500"/>
                                        <p:tgtEl>
                                          <p:spTgt spid="36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mph" presetSubtype="2" fill="hold" grpId="0" nodeType="clickEffect">
                                  <p:stCondLst>
                                    <p:cond delay="0"/>
                                  </p:stCondLst>
                                  <p:childTnLst>
                                    <p:animClr clrSpc="rgb" dir="cw">
                                      <p:cBhvr override="childStyle">
                                        <p:cTn id="45" dur="1000" fill="hold"/>
                                        <p:tgtEl>
                                          <p:spTgt spid="38"/>
                                        </p:tgtEl>
                                        <p:attrNameLst>
                                          <p:attrName>style.color</p:attrName>
                                        </p:attrNameLst>
                                      </p:cBhvr>
                                      <p:to>
                                        <a:srgbClr val="FF0000"/>
                                      </p:to>
                                    </p:animClr>
                                  </p:childTnLst>
                                </p:cTn>
                              </p:par>
                              <p:par>
                                <p:cTn id="46" presetID="8" presetClass="emph" presetSubtype="0" fill="hold" grpId="2" nodeType="withEffect">
                                  <p:stCondLst>
                                    <p:cond delay="0"/>
                                  </p:stCondLst>
                                  <p:childTnLst>
                                    <p:animRot by="21600000">
                                      <p:cBhvr>
                                        <p:cTn id="47" dur="2000" fill="hold"/>
                                        <p:tgtEl>
                                          <p:spTgt spid="38"/>
                                        </p:tgtEl>
                                        <p:attrNameLst>
                                          <p:attrName>r</p:attrName>
                                        </p:attrNameLst>
                                      </p:cBhvr>
                                    </p:animRot>
                                  </p:childTnLst>
                                </p:cTn>
                              </p:par>
                            </p:childTnLst>
                          </p:cTn>
                        </p:par>
                        <p:par>
                          <p:cTn id="48" fill="hold">
                            <p:stCondLst>
                              <p:cond delay="2000"/>
                            </p:stCondLst>
                            <p:childTnLst>
                              <p:par>
                                <p:cTn id="49" presetID="26" presetClass="exit" presetSubtype="0" fill="hold" grpId="1" nodeType="afterEffect">
                                  <p:stCondLst>
                                    <p:cond delay="0"/>
                                  </p:stCondLst>
                                  <p:childTnLst>
                                    <p:animEffect transition="out" filter="wipe(down)">
                                      <p:cBhvr>
                                        <p:cTn id="50" dur="180" accel="50000">
                                          <p:stCondLst>
                                            <p:cond delay="1820"/>
                                          </p:stCondLst>
                                        </p:cTn>
                                        <p:tgtEl>
                                          <p:spTgt spid="38"/>
                                        </p:tgtEl>
                                      </p:cBhvr>
                                    </p:animEffect>
                                    <p:anim calcmode="lin" valueType="num">
                                      <p:cBhvr>
                                        <p:cTn id="51" dur="1822" tmFilter="0,0; 0.14,0.31; 0.43,0.73; 0.71,0.91; 1.0,1.0">
                                          <p:stCondLst>
                                            <p:cond delay="0"/>
                                          </p:stCondLst>
                                        </p:cTn>
                                        <p:tgtEl>
                                          <p:spTgt spid="38"/>
                                        </p:tgtEl>
                                        <p:attrNameLst>
                                          <p:attrName>ppt_x</p:attrName>
                                        </p:attrNameLst>
                                      </p:cBhvr>
                                      <p:tavLst>
                                        <p:tav tm="0">
                                          <p:val>
                                            <p:strVal val="ppt_x"/>
                                          </p:val>
                                        </p:tav>
                                        <p:tav tm="100000">
                                          <p:val>
                                            <p:strVal val="#ppt_x+0.25"/>
                                          </p:val>
                                        </p:tav>
                                      </p:tavLst>
                                    </p:anim>
                                    <p:anim calcmode="lin" valueType="num">
                                      <p:cBhvr>
                                        <p:cTn id="52" dur="178">
                                          <p:stCondLst>
                                            <p:cond delay="1822"/>
                                          </p:stCondLst>
                                        </p:cTn>
                                        <p:tgtEl>
                                          <p:spTgt spid="38"/>
                                        </p:tgtEl>
                                        <p:attrNameLst>
                                          <p:attrName>ppt_x</p:attrName>
                                        </p:attrNameLst>
                                      </p:cBhvr>
                                      <p:tavLst>
                                        <p:tav tm="0">
                                          <p:val>
                                            <p:strVal val="ppt_x"/>
                                          </p:val>
                                        </p:tav>
                                        <p:tav tm="100000">
                                          <p:val>
                                            <p:strVal val="ppt_x"/>
                                          </p:val>
                                        </p:tav>
                                      </p:tavLst>
                                    </p:anim>
                                    <p:anim calcmode="lin" valueType="num">
                                      <p:cBhvr>
                                        <p:cTn id="53" dur="664" tmFilter="0.0,0.0;0.25,0.07;0.50,0.2;0.75,0.467;1.0,1.0">
                                          <p:stCondLst>
                                            <p:cond delay="0"/>
                                          </p:stCondLst>
                                        </p:cTn>
                                        <p:tgtEl>
                                          <p:spTgt spid="3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4" dur="664" tmFilter="0, 0; 0.125,0.2665; 0.25,0.4; 0.375,0.465; 0.5,0.5;  0.625,0.535; 0.75,0.6; 0.875,0.7335; 1,1">
                                          <p:stCondLst>
                                            <p:cond delay="664"/>
                                          </p:stCondLst>
                                        </p:cTn>
                                        <p:tgtEl>
                                          <p:spTgt spid="3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5" dur="332" tmFilter="0, 0; 0.125,0.2665; 0.25,0.4; 0.375,0.465; 0.5,0.5;  0.625,0.535; 0.75,0.6; 0.875,0.7335; 1,1">
                                          <p:stCondLst>
                                            <p:cond delay="1324"/>
                                          </p:stCondLst>
                                        </p:cTn>
                                        <p:tgtEl>
                                          <p:spTgt spid="3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6" dur="164" tmFilter="0, 0; 0.125,0.2665; 0.25,0.4; 0.375,0.465; 0.5,0.5;  0.625,0.535; 0.75,0.6; 0.875,0.7335; 1,1">
                                          <p:stCondLst>
                                            <p:cond delay="1656"/>
                                          </p:stCondLst>
                                        </p:cTn>
                                        <p:tgtEl>
                                          <p:spTgt spid="3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7" dur="180" accel="50000">
                                          <p:stCondLst>
                                            <p:cond delay="1820"/>
                                          </p:stCondLst>
                                        </p:cTn>
                                        <p:tgtEl>
                                          <p:spTgt spid="38"/>
                                        </p:tgtEl>
                                        <p:attrNameLst>
                                          <p:attrName>ppt_y</p:attrName>
                                        </p:attrNameLst>
                                      </p:cBhvr>
                                      <p:tavLst>
                                        <p:tav tm="0">
                                          <p:val>
                                            <p:strVal val="ppt_y"/>
                                          </p:val>
                                        </p:tav>
                                        <p:tav tm="100000">
                                          <p:val>
                                            <p:strVal val="ppt_y+ppt_h"/>
                                          </p:val>
                                        </p:tav>
                                      </p:tavLst>
                                    </p:anim>
                                    <p:animScale>
                                      <p:cBhvr>
                                        <p:cTn id="58" dur="26">
                                          <p:stCondLst>
                                            <p:cond delay="620"/>
                                          </p:stCondLst>
                                        </p:cTn>
                                        <p:tgtEl>
                                          <p:spTgt spid="38"/>
                                        </p:tgtEl>
                                      </p:cBhvr>
                                      <p:to x="100000" y="60000"/>
                                    </p:animScale>
                                    <p:animScale>
                                      <p:cBhvr>
                                        <p:cTn id="59" dur="166" decel="50000">
                                          <p:stCondLst>
                                            <p:cond delay="646"/>
                                          </p:stCondLst>
                                        </p:cTn>
                                        <p:tgtEl>
                                          <p:spTgt spid="38"/>
                                        </p:tgtEl>
                                      </p:cBhvr>
                                      <p:to x="100000" y="100000"/>
                                    </p:animScale>
                                    <p:animScale>
                                      <p:cBhvr>
                                        <p:cTn id="60" dur="26">
                                          <p:stCondLst>
                                            <p:cond delay="1312"/>
                                          </p:stCondLst>
                                        </p:cTn>
                                        <p:tgtEl>
                                          <p:spTgt spid="38"/>
                                        </p:tgtEl>
                                      </p:cBhvr>
                                      <p:to x="100000" y="80000"/>
                                    </p:animScale>
                                    <p:animScale>
                                      <p:cBhvr>
                                        <p:cTn id="61" dur="166" decel="50000">
                                          <p:stCondLst>
                                            <p:cond delay="1338"/>
                                          </p:stCondLst>
                                        </p:cTn>
                                        <p:tgtEl>
                                          <p:spTgt spid="38"/>
                                        </p:tgtEl>
                                      </p:cBhvr>
                                      <p:to x="100000" y="100000"/>
                                    </p:animScale>
                                    <p:animScale>
                                      <p:cBhvr>
                                        <p:cTn id="62" dur="26">
                                          <p:stCondLst>
                                            <p:cond delay="1642"/>
                                          </p:stCondLst>
                                        </p:cTn>
                                        <p:tgtEl>
                                          <p:spTgt spid="38"/>
                                        </p:tgtEl>
                                      </p:cBhvr>
                                      <p:to x="100000" y="90000"/>
                                    </p:animScale>
                                    <p:animScale>
                                      <p:cBhvr>
                                        <p:cTn id="63" dur="166" decel="50000">
                                          <p:stCondLst>
                                            <p:cond delay="1668"/>
                                          </p:stCondLst>
                                        </p:cTn>
                                        <p:tgtEl>
                                          <p:spTgt spid="38"/>
                                        </p:tgtEl>
                                      </p:cBhvr>
                                      <p:to x="100000" y="100000"/>
                                    </p:animScale>
                                    <p:animScale>
                                      <p:cBhvr>
                                        <p:cTn id="64" dur="26">
                                          <p:stCondLst>
                                            <p:cond delay="1808"/>
                                          </p:stCondLst>
                                        </p:cTn>
                                        <p:tgtEl>
                                          <p:spTgt spid="38"/>
                                        </p:tgtEl>
                                      </p:cBhvr>
                                      <p:to x="100000" y="95000"/>
                                    </p:animScale>
                                    <p:animScale>
                                      <p:cBhvr>
                                        <p:cTn id="65" dur="166" decel="50000">
                                          <p:stCondLst>
                                            <p:cond delay="1834"/>
                                          </p:stCondLst>
                                        </p:cTn>
                                        <p:tgtEl>
                                          <p:spTgt spid="38"/>
                                        </p:tgtEl>
                                      </p:cBhvr>
                                      <p:to x="100000" y="100000"/>
                                    </p:animScale>
                                    <p:set>
                                      <p:cBhvr>
                                        <p:cTn id="66" dur="1" fill="hold">
                                          <p:stCondLst>
                                            <p:cond delay="1999"/>
                                          </p:stCondLst>
                                        </p:cTn>
                                        <p:tgtEl>
                                          <p:spTgt spid="38"/>
                                        </p:tgtEl>
                                        <p:attrNameLst>
                                          <p:attrName>style.visibility</p:attrName>
                                        </p:attrNameLst>
                                      </p:cBhvr>
                                      <p:to>
                                        <p:strVal val="hidden"/>
                                      </p:to>
                                    </p:set>
                                  </p:childTnLst>
                                </p:cTn>
                              </p:par>
                            </p:childTnLst>
                          </p:cTn>
                        </p:par>
                        <p:par>
                          <p:cTn id="67" fill="hold">
                            <p:stCondLst>
                              <p:cond delay="4000"/>
                            </p:stCondLst>
                            <p:childTnLst>
                              <p:par>
                                <p:cTn id="68" presetID="22" presetClass="entr" presetSubtype="1" fill="hold" nodeType="afterEffect">
                                  <p:stCondLst>
                                    <p:cond delay="0"/>
                                  </p:stCondLst>
                                  <p:childTnLst>
                                    <p:set>
                                      <p:cBhvr>
                                        <p:cTn id="69" dur="1" fill="hold">
                                          <p:stCondLst>
                                            <p:cond delay="0"/>
                                          </p:stCondLst>
                                        </p:cTn>
                                        <p:tgtEl>
                                          <p:spTgt spid="373"/>
                                        </p:tgtEl>
                                        <p:attrNameLst>
                                          <p:attrName>style.visibility</p:attrName>
                                        </p:attrNameLst>
                                      </p:cBhvr>
                                      <p:to>
                                        <p:strVal val="visible"/>
                                      </p:to>
                                    </p:set>
                                    <p:animEffect transition="in" filter="wipe(up)">
                                      <p:cBhvr>
                                        <p:cTn id="70" dur="500"/>
                                        <p:tgtEl>
                                          <p:spTgt spid="373"/>
                                        </p:tgtEl>
                                      </p:cBhvr>
                                    </p:animEffect>
                                  </p:childTnLst>
                                </p:cTn>
                              </p:par>
                            </p:childTnLst>
                          </p:cTn>
                        </p:par>
                        <p:par>
                          <p:cTn id="71" fill="hold">
                            <p:stCondLst>
                              <p:cond delay="4500"/>
                            </p:stCondLst>
                            <p:childTnLst>
                              <p:par>
                                <p:cTn id="72" presetID="42" presetClass="path" presetSubtype="0" accel="50000" decel="50000" fill="hold" nodeType="afterEffect">
                                  <p:stCondLst>
                                    <p:cond delay="0"/>
                                  </p:stCondLst>
                                  <p:childTnLst>
                                    <p:animMotion origin="layout" path="M -1.04167E-6 -2.22222E-6 L -0.11016 0.11597 " pathEditMode="relative" rAng="0" ptsTypes="AA">
                                      <p:cBhvr>
                                        <p:cTn id="73" dur="2000" fill="hold"/>
                                        <p:tgtEl>
                                          <p:spTgt spid="373"/>
                                        </p:tgtEl>
                                        <p:attrNameLst>
                                          <p:attrName>ppt_x</p:attrName>
                                          <p:attrName>ppt_y</p:attrName>
                                        </p:attrNameLst>
                                      </p:cBhvr>
                                      <p:rCtr x="-5508" y="5787"/>
                                    </p:animMotion>
                                  </p:childTnLst>
                                </p:cTn>
                              </p:par>
                              <p:par>
                                <p:cTn id="74" presetID="22" presetClass="entr" presetSubtype="8" fill="hold" nodeType="withEffect">
                                  <p:stCondLst>
                                    <p:cond delay="0"/>
                                  </p:stCondLst>
                                  <p:childTnLst>
                                    <p:set>
                                      <p:cBhvr>
                                        <p:cTn id="75" dur="1" fill="hold">
                                          <p:stCondLst>
                                            <p:cond delay="0"/>
                                          </p:stCondLst>
                                        </p:cTn>
                                        <p:tgtEl>
                                          <p:spTgt spid="464"/>
                                        </p:tgtEl>
                                        <p:attrNameLst>
                                          <p:attrName>style.visibility</p:attrName>
                                        </p:attrNameLst>
                                      </p:cBhvr>
                                      <p:to>
                                        <p:strVal val="visible"/>
                                      </p:to>
                                    </p:set>
                                    <p:animEffect transition="in" filter="wipe(left)">
                                      <p:cBhvr>
                                        <p:cTn id="76" dur="2000"/>
                                        <p:tgtEl>
                                          <p:spTgt spid="464"/>
                                        </p:tgtEl>
                                      </p:cBhvr>
                                    </p:animEffect>
                                  </p:childTnLst>
                                </p:cTn>
                              </p:par>
                            </p:childTnLst>
                          </p:cTn>
                        </p:par>
                        <p:par>
                          <p:cTn id="77" fill="hold">
                            <p:stCondLst>
                              <p:cond delay="6500"/>
                            </p:stCondLst>
                            <p:childTnLst>
                              <p:par>
                                <p:cTn id="78" presetID="3" presetClass="emph" presetSubtype="2" fill="hold" grpId="2" nodeType="afterEffect">
                                  <p:stCondLst>
                                    <p:cond delay="0"/>
                                  </p:stCondLst>
                                  <p:iterate type="lt">
                                    <p:tmPct val="0"/>
                                  </p:iterate>
                                  <p:childTnLst>
                                    <p:animClr clrSpc="rgb" dir="cw">
                                      <p:cBhvr override="childStyle">
                                        <p:cTn id="79" dur="500" fill="hold"/>
                                        <p:tgtEl>
                                          <p:spTgt spid="386"/>
                                        </p:tgtEl>
                                        <p:attrNameLst>
                                          <p:attrName>style.color</p:attrName>
                                        </p:attrNameLst>
                                      </p:cBhvr>
                                      <p:to>
                                        <a:srgbClr val="00B050"/>
                                      </p:to>
                                    </p:animClr>
                                  </p:childTnLst>
                                </p:cTn>
                              </p:par>
                              <p:par>
                                <p:cTn id="80" presetID="34" presetClass="emph" presetSubtype="0" fill="hold" grpId="0" nodeType="withEffect">
                                  <p:stCondLst>
                                    <p:cond delay="0"/>
                                  </p:stCondLst>
                                  <p:iterate type="lt">
                                    <p:tmPct val="10000"/>
                                  </p:iterate>
                                  <p:childTnLst>
                                    <p:animMotion origin="layout" path="M 2.91667E-6 -1.48148E-6 L 2.91667E-6 -0.07222 " pathEditMode="relative" rAng="0" ptsTypes="AA">
                                      <p:cBhvr>
                                        <p:cTn id="81" dur="500" accel="50000" decel="50000" autoRev="1" fill="hold">
                                          <p:stCondLst>
                                            <p:cond delay="0"/>
                                          </p:stCondLst>
                                        </p:cTn>
                                        <p:tgtEl>
                                          <p:spTgt spid="386"/>
                                        </p:tgtEl>
                                        <p:attrNameLst>
                                          <p:attrName>ppt_x</p:attrName>
                                          <p:attrName>ppt_y</p:attrName>
                                        </p:attrNameLst>
                                      </p:cBhvr>
                                      <p:rCtr x="0" y="-3611"/>
                                    </p:animMotion>
                                    <p:animRot by="1500000">
                                      <p:cBhvr>
                                        <p:cTn id="82" dur="250" fill="hold">
                                          <p:stCondLst>
                                            <p:cond delay="0"/>
                                          </p:stCondLst>
                                        </p:cTn>
                                        <p:tgtEl>
                                          <p:spTgt spid="386"/>
                                        </p:tgtEl>
                                        <p:attrNameLst>
                                          <p:attrName>r</p:attrName>
                                        </p:attrNameLst>
                                      </p:cBhvr>
                                    </p:animRot>
                                    <p:animRot by="-1500000">
                                      <p:cBhvr>
                                        <p:cTn id="83" dur="250" fill="hold">
                                          <p:stCondLst>
                                            <p:cond delay="250"/>
                                          </p:stCondLst>
                                        </p:cTn>
                                        <p:tgtEl>
                                          <p:spTgt spid="386"/>
                                        </p:tgtEl>
                                        <p:attrNameLst>
                                          <p:attrName>r</p:attrName>
                                        </p:attrNameLst>
                                      </p:cBhvr>
                                    </p:animRot>
                                    <p:animRot by="-1500000">
                                      <p:cBhvr>
                                        <p:cTn id="84" dur="250" fill="hold">
                                          <p:stCondLst>
                                            <p:cond delay="500"/>
                                          </p:stCondLst>
                                        </p:cTn>
                                        <p:tgtEl>
                                          <p:spTgt spid="386"/>
                                        </p:tgtEl>
                                        <p:attrNameLst>
                                          <p:attrName>r</p:attrName>
                                        </p:attrNameLst>
                                      </p:cBhvr>
                                    </p:animRot>
                                    <p:animRot by="1500000">
                                      <p:cBhvr>
                                        <p:cTn id="85" dur="250" fill="hold">
                                          <p:stCondLst>
                                            <p:cond delay="750"/>
                                          </p:stCondLst>
                                        </p:cTn>
                                        <p:tgtEl>
                                          <p:spTgt spid="386"/>
                                        </p:tgtEl>
                                        <p:attrNameLst>
                                          <p:attrName>r</p:attrName>
                                        </p:attrNameLst>
                                      </p:cBhvr>
                                    </p:animRot>
                                  </p:childTnLst>
                                </p:cTn>
                              </p:par>
                            </p:childTnLst>
                          </p:cTn>
                        </p:par>
                        <p:par>
                          <p:cTn id="86" fill="hold">
                            <p:stCondLst>
                              <p:cond delay="7600"/>
                            </p:stCondLst>
                            <p:childTnLst>
                              <p:par>
                                <p:cTn id="87" presetID="64" presetClass="path" presetSubtype="0" accel="50000" decel="50000" fill="hold" grpId="1" nodeType="afterEffect">
                                  <p:stCondLst>
                                    <p:cond delay="0"/>
                                  </p:stCondLst>
                                  <p:iterate type="lt">
                                    <p:tmPct val="0"/>
                                  </p:iterate>
                                  <p:childTnLst>
                                    <p:animMotion origin="layout" path="M 2.91667E-6 -1.48148E-6 L -0.03386 -0.21296 " pathEditMode="relative" rAng="0" ptsTypes="AA">
                                      <p:cBhvr>
                                        <p:cTn id="88" dur="2000" fill="hold"/>
                                        <p:tgtEl>
                                          <p:spTgt spid="386"/>
                                        </p:tgtEl>
                                        <p:attrNameLst>
                                          <p:attrName>ppt_x</p:attrName>
                                          <p:attrName>ppt_y</p:attrName>
                                        </p:attrNameLst>
                                      </p:cBhvr>
                                      <p:rCtr x="-1693" y="-10648"/>
                                    </p:animMotion>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70"/>
                                        </p:tgtEl>
                                        <p:attrNameLst>
                                          <p:attrName>style.visibility</p:attrName>
                                        </p:attrNameLst>
                                      </p:cBhvr>
                                      <p:to>
                                        <p:strVal val="visible"/>
                                      </p:to>
                                    </p:set>
                                    <p:animEffect transition="in" filter="wipe(left)">
                                      <p:cBhvr>
                                        <p:cTn id="93" dur="2000"/>
                                        <p:tgtEl>
                                          <p:spTgt spid="470"/>
                                        </p:tgtEl>
                                      </p:cBhvr>
                                    </p:animEffect>
                                  </p:childTnLst>
                                </p:cTn>
                              </p:par>
                            </p:childTnLst>
                          </p:cTn>
                        </p:par>
                        <p:par>
                          <p:cTn id="94" fill="hold">
                            <p:stCondLst>
                              <p:cond delay="2000"/>
                            </p:stCondLst>
                            <p:childTnLst>
                              <p:par>
                                <p:cTn id="95" presetID="22" presetClass="exit" presetSubtype="1" fill="hold" nodeType="afterEffect">
                                  <p:stCondLst>
                                    <p:cond delay="0"/>
                                  </p:stCondLst>
                                  <p:childTnLst>
                                    <p:animEffect transition="out" filter="wipe(up)">
                                      <p:cBhvr>
                                        <p:cTn id="96" dur="500"/>
                                        <p:tgtEl>
                                          <p:spTgt spid="365"/>
                                        </p:tgtEl>
                                      </p:cBhvr>
                                    </p:animEffect>
                                    <p:set>
                                      <p:cBhvr>
                                        <p:cTn id="97" dur="1" fill="hold">
                                          <p:stCondLst>
                                            <p:cond delay="499"/>
                                          </p:stCondLst>
                                        </p:cTn>
                                        <p:tgtEl>
                                          <p:spTgt spid="365"/>
                                        </p:tgtEl>
                                        <p:attrNameLst>
                                          <p:attrName>style.visibility</p:attrName>
                                        </p:attrNameLst>
                                      </p:cBhvr>
                                      <p:to>
                                        <p:strVal val="hidden"/>
                                      </p:to>
                                    </p:set>
                                  </p:childTnLst>
                                </p:cTn>
                              </p:par>
                              <p:par>
                                <p:cTn id="98" presetID="22" presetClass="exit" presetSubtype="1" fill="hold" nodeType="withEffect">
                                  <p:stCondLst>
                                    <p:cond delay="0"/>
                                  </p:stCondLst>
                                  <p:childTnLst>
                                    <p:animEffect transition="out" filter="wipe(up)">
                                      <p:cBhvr>
                                        <p:cTn id="99" dur="500"/>
                                        <p:tgtEl>
                                          <p:spTgt spid="368"/>
                                        </p:tgtEl>
                                      </p:cBhvr>
                                    </p:animEffect>
                                    <p:set>
                                      <p:cBhvr>
                                        <p:cTn id="100" dur="1" fill="hold">
                                          <p:stCondLst>
                                            <p:cond delay="499"/>
                                          </p:stCondLst>
                                        </p:cTn>
                                        <p:tgtEl>
                                          <p:spTgt spid="368"/>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291">
                                            <p:txEl>
                                              <p:pRg st="3" end="3"/>
                                            </p:txEl>
                                          </p:spTgt>
                                        </p:tgtEl>
                                        <p:attrNameLst>
                                          <p:attrName>style.visibility</p:attrName>
                                        </p:attrNameLst>
                                      </p:cBhvr>
                                      <p:to>
                                        <p:strVal val="visible"/>
                                      </p:to>
                                    </p:set>
                                    <p:animEffect transition="in" filter="wipe(up)">
                                      <p:cBhvr>
                                        <p:cTn id="105" dur="500"/>
                                        <p:tgtEl>
                                          <p:spTgt spid="291">
                                            <p:txEl>
                                              <p:pRg st="3" end="3"/>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grpId="0" nodeType="clickEffect">
                                  <p:stCondLst>
                                    <p:cond delay="0"/>
                                  </p:stCondLst>
                                  <p:childTnLst>
                                    <p:set>
                                      <p:cBhvr>
                                        <p:cTn id="109" dur="1" fill="hold">
                                          <p:stCondLst>
                                            <p:cond delay="0"/>
                                          </p:stCondLst>
                                        </p:cTn>
                                        <p:tgtEl>
                                          <p:spTgt spid="371">
                                            <p:txEl>
                                              <p:pRg st="0" end="0"/>
                                            </p:txEl>
                                          </p:spTgt>
                                        </p:tgtEl>
                                        <p:attrNameLst>
                                          <p:attrName>style.visibility</p:attrName>
                                        </p:attrNameLst>
                                      </p:cBhvr>
                                      <p:to>
                                        <p:strVal val="visible"/>
                                      </p:to>
                                    </p:set>
                                    <p:animEffect transition="in" filter="wipe(up)">
                                      <p:cBhvr>
                                        <p:cTn id="110" dur="500"/>
                                        <p:tgtEl>
                                          <p:spTgt spid="371">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387"/>
                                        </p:tgtEl>
                                        <p:attrNameLst>
                                          <p:attrName>style.visibility</p:attrName>
                                        </p:attrNameLst>
                                      </p:cBhvr>
                                      <p:to>
                                        <p:strVal val="visible"/>
                                      </p:to>
                                    </p:set>
                                    <p:animEffect transition="in" filter="wipe(left)">
                                      <p:cBhvr>
                                        <p:cTn id="115" dur="500"/>
                                        <p:tgtEl>
                                          <p:spTgt spid="387"/>
                                        </p:tgtEl>
                                      </p:cBhvr>
                                    </p:animEffect>
                                  </p:childTnLst>
                                </p:cTn>
                              </p:par>
                            </p:childTnLst>
                          </p:cTn>
                        </p:par>
                        <p:par>
                          <p:cTn id="116" fill="hold">
                            <p:stCondLst>
                              <p:cond delay="500"/>
                            </p:stCondLst>
                            <p:childTnLst>
                              <p:par>
                                <p:cTn id="117" presetID="31" presetClass="entr" presetSubtype="0" fill="hold" grpId="0" nodeType="afterEffect">
                                  <p:stCondLst>
                                    <p:cond delay="0"/>
                                  </p:stCondLst>
                                  <p:childTnLst>
                                    <p:set>
                                      <p:cBhvr>
                                        <p:cTn id="118" dur="1" fill="hold">
                                          <p:stCondLst>
                                            <p:cond delay="0"/>
                                          </p:stCondLst>
                                        </p:cTn>
                                        <p:tgtEl>
                                          <p:spTgt spid="388"/>
                                        </p:tgtEl>
                                        <p:attrNameLst>
                                          <p:attrName>style.visibility</p:attrName>
                                        </p:attrNameLst>
                                      </p:cBhvr>
                                      <p:to>
                                        <p:strVal val="visible"/>
                                      </p:to>
                                    </p:set>
                                    <p:anim calcmode="lin" valueType="num">
                                      <p:cBhvr>
                                        <p:cTn id="119" dur="1000" fill="hold"/>
                                        <p:tgtEl>
                                          <p:spTgt spid="388"/>
                                        </p:tgtEl>
                                        <p:attrNameLst>
                                          <p:attrName>ppt_w</p:attrName>
                                        </p:attrNameLst>
                                      </p:cBhvr>
                                      <p:tavLst>
                                        <p:tav tm="0">
                                          <p:val>
                                            <p:fltVal val="0"/>
                                          </p:val>
                                        </p:tav>
                                        <p:tav tm="100000">
                                          <p:val>
                                            <p:strVal val="#ppt_w"/>
                                          </p:val>
                                        </p:tav>
                                      </p:tavLst>
                                    </p:anim>
                                    <p:anim calcmode="lin" valueType="num">
                                      <p:cBhvr>
                                        <p:cTn id="120" dur="1000" fill="hold"/>
                                        <p:tgtEl>
                                          <p:spTgt spid="388"/>
                                        </p:tgtEl>
                                        <p:attrNameLst>
                                          <p:attrName>ppt_h</p:attrName>
                                        </p:attrNameLst>
                                      </p:cBhvr>
                                      <p:tavLst>
                                        <p:tav tm="0">
                                          <p:val>
                                            <p:fltVal val="0"/>
                                          </p:val>
                                        </p:tav>
                                        <p:tav tm="100000">
                                          <p:val>
                                            <p:strVal val="#ppt_h"/>
                                          </p:val>
                                        </p:tav>
                                      </p:tavLst>
                                    </p:anim>
                                    <p:anim calcmode="lin" valueType="num">
                                      <p:cBhvr>
                                        <p:cTn id="121" dur="1000" fill="hold"/>
                                        <p:tgtEl>
                                          <p:spTgt spid="388"/>
                                        </p:tgtEl>
                                        <p:attrNameLst>
                                          <p:attrName>style.rotation</p:attrName>
                                        </p:attrNameLst>
                                      </p:cBhvr>
                                      <p:tavLst>
                                        <p:tav tm="0">
                                          <p:val>
                                            <p:fltVal val="90"/>
                                          </p:val>
                                        </p:tav>
                                        <p:tav tm="100000">
                                          <p:val>
                                            <p:fltVal val="0"/>
                                          </p:val>
                                        </p:tav>
                                      </p:tavLst>
                                    </p:anim>
                                    <p:animEffect transition="in" filter="fade">
                                      <p:cBhvr>
                                        <p:cTn id="122" dur="1000"/>
                                        <p:tgtEl>
                                          <p:spTgt spid="388"/>
                                        </p:tgtEl>
                                      </p:cBhvr>
                                    </p:animEffect>
                                  </p:childTnLst>
                                </p:cTn>
                              </p:par>
                            </p:childTnLst>
                          </p:cTn>
                        </p:par>
                        <p:par>
                          <p:cTn id="123" fill="hold">
                            <p:stCondLst>
                              <p:cond delay="1500"/>
                            </p:stCondLst>
                            <p:childTnLst>
                              <p:par>
                                <p:cTn id="124" presetID="22" presetClass="entr" presetSubtype="4" fill="hold" nodeType="after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wipe(down)">
                                      <p:cBhvr>
                                        <p:cTn id="126" dur="500"/>
                                        <p:tgtEl>
                                          <p:spTgt spid="51"/>
                                        </p:tgtEl>
                                      </p:cBhvr>
                                    </p:animEffect>
                                  </p:childTnLst>
                                </p:cTn>
                              </p:par>
                            </p:childTnLst>
                          </p:cTn>
                        </p:par>
                        <p:par>
                          <p:cTn id="127" fill="hold">
                            <p:stCondLst>
                              <p:cond delay="2000"/>
                            </p:stCondLst>
                            <p:childTnLst>
                              <p:par>
                                <p:cTn id="128" presetID="22" presetClass="entr" presetSubtype="1" fill="hold" nodeType="afterEffect">
                                  <p:stCondLst>
                                    <p:cond delay="0"/>
                                  </p:stCondLst>
                                  <p:childTnLst>
                                    <p:set>
                                      <p:cBhvr>
                                        <p:cTn id="129" dur="1" fill="hold">
                                          <p:stCondLst>
                                            <p:cond delay="0"/>
                                          </p:stCondLst>
                                        </p:cTn>
                                        <p:tgtEl>
                                          <p:spTgt spid="322"/>
                                        </p:tgtEl>
                                        <p:attrNameLst>
                                          <p:attrName>style.visibility</p:attrName>
                                        </p:attrNameLst>
                                      </p:cBhvr>
                                      <p:to>
                                        <p:strVal val="visible"/>
                                      </p:to>
                                    </p:set>
                                    <p:animEffect transition="in" filter="wipe(up)">
                                      <p:cBhvr>
                                        <p:cTn id="130" dur="500"/>
                                        <p:tgtEl>
                                          <p:spTgt spid="322"/>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mph" presetSubtype="2" fill="hold" grpId="0" nodeType="clickEffect">
                                  <p:stCondLst>
                                    <p:cond delay="0"/>
                                  </p:stCondLst>
                                  <p:childTnLst>
                                    <p:animClr clrSpc="rgb" dir="cw">
                                      <p:cBhvr override="childStyle">
                                        <p:cTn id="134" dur="1000" fill="hold"/>
                                        <p:tgtEl>
                                          <p:spTgt spid="45"/>
                                        </p:tgtEl>
                                        <p:attrNameLst>
                                          <p:attrName>style.color</p:attrName>
                                        </p:attrNameLst>
                                      </p:cBhvr>
                                      <p:to>
                                        <a:srgbClr val="ED7D31"/>
                                      </p:to>
                                    </p:animClr>
                                  </p:childTnLst>
                                </p:cTn>
                              </p:par>
                              <p:par>
                                <p:cTn id="135" presetID="8" presetClass="emph" presetSubtype="0" fill="hold" grpId="1" nodeType="withEffect">
                                  <p:stCondLst>
                                    <p:cond delay="0"/>
                                  </p:stCondLst>
                                  <p:childTnLst>
                                    <p:animRot by="21600000">
                                      <p:cBhvr>
                                        <p:cTn id="136" dur="2000" fill="hold"/>
                                        <p:tgtEl>
                                          <p:spTgt spid="45"/>
                                        </p:tgtEl>
                                        <p:attrNameLst>
                                          <p:attrName>r</p:attrName>
                                        </p:attrNameLst>
                                      </p:cBhvr>
                                    </p:animRot>
                                  </p:childTnLst>
                                </p:cTn>
                              </p:par>
                            </p:childTnLst>
                          </p:cTn>
                        </p:par>
                        <p:par>
                          <p:cTn id="137" fill="hold">
                            <p:stCondLst>
                              <p:cond delay="2000"/>
                            </p:stCondLst>
                            <p:childTnLst>
                              <p:par>
                                <p:cTn id="138" presetID="26" presetClass="exit" presetSubtype="0" fill="hold" grpId="2" nodeType="afterEffect">
                                  <p:stCondLst>
                                    <p:cond delay="0"/>
                                  </p:stCondLst>
                                  <p:childTnLst>
                                    <p:animEffect transition="out" filter="wipe(down)">
                                      <p:cBhvr>
                                        <p:cTn id="139" dur="180" accel="50000">
                                          <p:stCondLst>
                                            <p:cond delay="1820"/>
                                          </p:stCondLst>
                                        </p:cTn>
                                        <p:tgtEl>
                                          <p:spTgt spid="45"/>
                                        </p:tgtEl>
                                      </p:cBhvr>
                                    </p:animEffect>
                                    <p:anim calcmode="lin" valueType="num">
                                      <p:cBhvr>
                                        <p:cTn id="140" dur="1822" tmFilter="0,0; 0.14,0.31; 0.43,0.73; 0.71,0.91; 1.0,1.0">
                                          <p:stCondLst>
                                            <p:cond delay="0"/>
                                          </p:stCondLst>
                                        </p:cTn>
                                        <p:tgtEl>
                                          <p:spTgt spid="45"/>
                                        </p:tgtEl>
                                        <p:attrNameLst>
                                          <p:attrName>ppt_x</p:attrName>
                                        </p:attrNameLst>
                                      </p:cBhvr>
                                      <p:tavLst>
                                        <p:tav tm="0">
                                          <p:val>
                                            <p:strVal val="ppt_x"/>
                                          </p:val>
                                        </p:tav>
                                        <p:tav tm="100000">
                                          <p:val>
                                            <p:strVal val="#ppt_x+0.25"/>
                                          </p:val>
                                        </p:tav>
                                      </p:tavLst>
                                    </p:anim>
                                    <p:anim calcmode="lin" valueType="num">
                                      <p:cBhvr>
                                        <p:cTn id="141" dur="178">
                                          <p:stCondLst>
                                            <p:cond delay="1822"/>
                                          </p:stCondLst>
                                        </p:cTn>
                                        <p:tgtEl>
                                          <p:spTgt spid="45"/>
                                        </p:tgtEl>
                                        <p:attrNameLst>
                                          <p:attrName>ppt_x</p:attrName>
                                        </p:attrNameLst>
                                      </p:cBhvr>
                                      <p:tavLst>
                                        <p:tav tm="0">
                                          <p:val>
                                            <p:strVal val="ppt_x"/>
                                          </p:val>
                                        </p:tav>
                                        <p:tav tm="100000">
                                          <p:val>
                                            <p:strVal val="ppt_x"/>
                                          </p:val>
                                        </p:tav>
                                      </p:tavLst>
                                    </p:anim>
                                    <p:anim calcmode="lin" valueType="num">
                                      <p:cBhvr>
                                        <p:cTn id="142" dur="664" tmFilter="0.0,0.0;0.25,0.07;0.50,0.2;0.75,0.467;1.0,1.0">
                                          <p:stCondLst>
                                            <p:cond delay="0"/>
                                          </p:stCondLst>
                                        </p:cTn>
                                        <p:tgtEl>
                                          <p:spTgt spid="45"/>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43" dur="664" tmFilter="0, 0; 0.125,0.2665; 0.25,0.4; 0.375,0.465; 0.5,0.5;  0.625,0.535; 0.75,0.6; 0.875,0.7335; 1,1">
                                          <p:stCondLst>
                                            <p:cond delay="664"/>
                                          </p:stCondLst>
                                        </p:cTn>
                                        <p:tgtEl>
                                          <p:spTgt spid="45"/>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44" dur="332" tmFilter="0, 0; 0.125,0.2665; 0.25,0.4; 0.375,0.465; 0.5,0.5;  0.625,0.535; 0.75,0.6; 0.875,0.7335; 1,1">
                                          <p:stCondLst>
                                            <p:cond delay="1324"/>
                                          </p:stCondLst>
                                        </p:cTn>
                                        <p:tgtEl>
                                          <p:spTgt spid="45"/>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45" dur="164" tmFilter="0, 0; 0.125,0.2665; 0.25,0.4; 0.375,0.465; 0.5,0.5;  0.625,0.535; 0.75,0.6; 0.875,0.7335; 1,1">
                                          <p:stCondLst>
                                            <p:cond delay="1656"/>
                                          </p:stCondLst>
                                        </p:cTn>
                                        <p:tgtEl>
                                          <p:spTgt spid="45"/>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46" dur="180" accel="50000">
                                          <p:stCondLst>
                                            <p:cond delay="1820"/>
                                          </p:stCondLst>
                                        </p:cTn>
                                        <p:tgtEl>
                                          <p:spTgt spid="45"/>
                                        </p:tgtEl>
                                        <p:attrNameLst>
                                          <p:attrName>ppt_y</p:attrName>
                                        </p:attrNameLst>
                                      </p:cBhvr>
                                      <p:tavLst>
                                        <p:tav tm="0">
                                          <p:val>
                                            <p:strVal val="ppt_y"/>
                                          </p:val>
                                        </p:tav>
                                        <p:tav tm="100000">
                                          <p:val>
                                            <p:strVal val="ppt_y+ppt_h"/>
                                          </p:val>
                                        </p:tav>
                                      </p:tavLst>
                                    </p:anim>
                                    <p:animScale>
                                      <p:cBhvr>
                                        <p:cTn id="147" dur="26">
                                          <p:stCondLst>
                                            <p:cond delay="620"/>
                                          </p:stCondLst>
                                        </p:cTn>
                                        <p:tgtEl>
                                          <p:spTgt spid="45"/>
                                        </p:tgtEl>
                                      </p:cBhvr>
                                      <p:to x="100000" y="60000"/>
                                    </p:animScale>
                                    <p:animScale>
                                      <p:cBhvr>
                                        <p:cTn id="148" dur="166" decel="50000">
                                          <p:stCondLst>
                                            <p:cond delay="646"/>
                                          </p:stCondLst>
                                        </p:cTn>
                                        <p:tgtEl>
                                          <p:spTgt spid="45"/>
                                        </p:tgtEl>
                                      </p:cBhvr>
                                      <p:to x="100000" y="100000"/>
                                    </p:animScale>
                                    <p:animScale>
                                      <p:cBhvr>
                                        <p:cTn id="149" dur="26">
                                          <p:stCondLst>
                                            <p:cond delay="1312"/>
                                          </p:stCondLst>
                                        </p:cTn>
                                        <p:tgtEl>
                                          <p:spTgt spid="45"/>
                                        </p:tgtEl>
                                      </p:cBhvr>
                                      <p:to x="100000" y="80000"/>
                                    </p:animScale>
                                    <p:animScale>
                                      <p:cBhvr>
                                        <p:cTn id="150" dur="166" decel="50000">
                                          <p:stCondLst>
                                            <p:cond delay="1338"/>
                                          </p:stCondLst>
                                        </p:cTn>
                                        <p:tgtEl>
                                          <p:spTgt spid="45"/>
                                        </p:tgtEl>
                                      </p:cBhvr>
                                      <p:to x="100000" y="100000"/>
                                    </p:animScale>
                                    <p:animScale>
                                      <p:cBhvr>
                                        <p:cTn id="151" dur="26">
                                          <p:stCondLst>
                                            <p:cond delay="1642"/>
                                          </p:stCondLst>
                                        </p:cTn>
                                        <p:tgtEl>
                                          <p:spTgt spid="45"/>
                                        </p:tgtEl>
                                      </p:cBhvr>
                                      <p:to x="100000" y="90000"/>
                                    </p:animScale>
                                    <p:animScale>
                                      <p:cBhvr>
                                        <p:cTn id="152" dur="166" decel="50000">
                                          <p:stCondLst>
                                            <p:cond delay="1668"/>
                                          </p:stCondLst>
                                        </p:cTn>
                                        <p:tgtEl>
                                          <p:spTgt spid="45"/>
                                        </p:tgtEl>
                                      </p:cBhvr>
                                      <p:to x="100000" y="100000"/>
                                    </p:animScale>
                                    <p:animScale>
                                      <p:cBhvr>
                                        <p:cTn id="153" dur="26">
                                          <p:stCondLst>
                                            <p:cond delay="1808"/>
                                          </p:stCondLst>
                                        </p:cTn>
                                        <p:tgtEl>
                                          <p:spTgt spid="45"/>
                                        </p:tgtEl>
                                      </p:cBhvr>
                                      <p:to x="100000" y="95000"/>
                                    </p:animScale>
                                    <p:animScale>
                                      <p:cBhvr>
                                        <p:cTn id="154" dur="166" decel="50000">
                                          <p:stCondLst>
                                            <p:cond delay="1834"/>
                                          </p:stCondLst>
                                        </p:cTn>
                                        <p:tgtEl>
                                          <p:spTgt spid="45"/>
                                        </p:tgtEl>
                                      </p:cBhvr>
                                      <p:to x="100000" y="100000"/>
                                    </p:animScale>
                                    <p:set>
                                      <p:cBhvr>
                                        <p:cTn id="155" dur="1" fill="hold">
                                          <p:stCondLst>
                                            <p:cond delay="1999"/>
                                          </p:stCondLst>
                                        </p:cTn>
                                        <p:tgtEl>
                                          <p:spTgt spid="45"/>
                                        </p:tgtEl>
                                        <p:attrNameLst>
                                          <p:attrName>style.visibility</p:attrName>
                                        </p:attrNameLst>
                                      </p:cBhvr>
                                      <p:to>
                                        <p:strVal val="hidden"/>
                                      </p:to>
                                    </p:set>
                                  </p:childTnLst>
                                </p:cTn>
                              </p:par>
                            </p:childTnLst>
                          </p:cTn>
                        </p:par>
                        <p:par>
                          <p:cTn id="156" fill="hold">
                            <p:stCondLst>
                              <p:cond delay="4000"/>
                            </p:stCondLst>
                            <p:childTnLst>
                              <p:par>
                                <p:cTn id="157" presetID="10" presetClass="exit" presetSubtype="0" fill="hold" grpId="0" nodeType="afterEffect">
                                  <p:stCondLst>
                                    <p:cond delay="0"/>
                                  </p:stCondLst>
                                  <p:childTnLst>
                                    <p:animEffect transition="out" filter="fade">
                                      <p:cBhvr>
                                        <p:cTn id="158" dur="500"/>
                                        <p:tgtEl>
                                          <p:spTgt spid="438"/>
                                        </p:tgtEl>
                                      </p:cBhvr>
                                    </p:animEffect>
                                    <p:set>
                                      <p:cBhvr>
                                        <p:cTn id="159" dur="1" fill="hold">
                                          <p:stCondLst>
                                            <p:cond delay="499"/>
                                          </p:stCondLst>
                                        </p:cTn>
                                        <p:tgtEl>
                                          <p:spTgt spid="438"/>
                                        </p:tgtEl>
                                        <p:attrNameLst>
                                          <p:attrName>style.visibility</p:attrName>
                                        </p:attrNameLst>
                                      </p:cBhvr>
                                      <p:to>
                                        <p:strVal val="hidden"/>
                                      </p:to>
                                    </p:set>
                                  </p:childTnLst>
                                </p:cTn>
                              </p:par>
                              <p:par>
                                <p:cTn id="160" presetID="31" presetClass="entr" presetSubtype="0" fill="hold" grpId="0" nodeType="withEffect">
                                  <p:stCondLst>
                                    <p:cond delay="0"/>
                                  </p:stCondLst>
                                  <p:childTnLst>
                                    <p:set>
                                      <p:cBhvr>
                                        <p:cTn id="161" dur="1" fill="hold">
                                          <p:stCondLst>
                                            <p:cond delay="0"/>
                                          </p:stCondLst>
                                        </p:cTn>
                                        <p:tgtEl>
                                          <p:spTgt spid="455"/>
                                        </p:tgtEl>
                                        <p:attrNameLst>
                                          <p:attrName>style.visibility</p:attrName>
                                        </p:attrNameLst>
                                      </p:cBhvr>
                                      <p:to>
                                        <p:strVal val="visible"/>
                                      </p:to>
                                    </p:set>
                                    <p:anim calcmode="lin" valueType="num">
                                      <p:cBhvr>
                                        <p:cTn id="162" dur="1000" fill="hold"/>
                                        <p:tgtEl>
                                          <p:spTgt spid="455"/>
                                        </p:tgtEl>
                                        <p:attrNameLst>
                                          <p:attrName>ppt_w</p:attrName>
                                        </p:attrNameLst>
                                      </p:cBhvr>
                                      <p:tavLst>
                                        <p:tav tm="0">
                                          <p:val>
                                            <p:fltVal val="0"/>
                                          </p:val>
                                        </p:tav>
                                        <p:tav tm="100000">
                                          <p:val>
                                            <p:strVal val="#ppt_w"/>
                                          </p:val>
                                        </p:tav>
                                      </p:tavLst>
                                    </p:anim>
                                    <p:anim calcmode="lin" valueType="num">
                                      <p:cBhvr>
                                        <p:cTn id="163" dur="1000" fill="hold"/>
                                        <p:tgtEl>
                                          <p:spTgt spid="455"/>
                                        </p:tgtEl>
                                        <p:attrNameLst>
                                          <p:attrName>ppt_h</p:attrName>
                                        </p:attrNameLst>
                                      </p:cBhvr>
                                      <p:tavLst>
                                        <p:tav tm="0">
                                          <p:val>
                                            <p:fltVal val="0"/>
                                          </p:val>
                                        </p:tav>
                                        <p:tav tm="100000">
                                          <p:val>
                                            <p:strVal val="#ppt_h"/>
                                          </p:val>
                                        </p:tav>
                                      </p:tavLst>
                                    </p:anim>
                                    <p:anim calcmode="lin" valueType="num">
                                      <p:cBhvr>
                                        <p:cTn id="164" dur="1000" fill="hold"/>
                                        <p:tgtEl>
                                          <p:spTgt spid="455"/>
                                        </p:tgtEl>
                                        <p:attrNameLst>
                                          <p:attrName>style.rotation</p:attrName>
                                        </p:attrNameLst>
                                      </p:cBhvr>
                                      <p:tavLst>
                                        <p:tav tm="0">
                                          <p:val>
                                            <p:fltVal val="90"/>
                                          </p:val>
                                        </p:tav>
                                        <p:tav tm="100000">
                                          <p:val>
                                            <p:fltVal val="0"/>
                                          </p:val>
                                        </p:tav>
                                      </p:tavLst>
                                    </p:anim>
                                    <p:animEffect transition="in" filter="fade">
                                      <p:cBhvr>
                                        <p:cTn id="165" dur="1000"/>
                                        <p:tgtEl>
                                          <p:spTgt spid="455"/>
                                        </p:tgtEl>
                                      </p:cBhvr>
                                    </p:animEffect>
                                  </p:childTnLst>
                                </p:cTn>
                              </p:par>
                            </p:childTnLst>
                          </p:cTn>
                        </p:par>
                        <p:par>
                          <p:cTn id="166" fill="hold">
                            <p:stCondLst>
                              <p:cond delay="5000"/>
                            </p:stCondLst>
                            <p:childTnLst>
                              <p:par>
                                <p:cTn id="167" presetID="22" presetClass="exit" presetSubtype="1" fill="hold" nodeType="afterEffect">
                                  <p:stCondLst>
                                    <p:cond delay="0"/>
                                  </p:stCondLst>
                                  <p:childTnLst>
                                    <p:animEffect transition="out" filter="wipe(up)">
                                      <p:cBhvr>
                                        <p:cTn id="168" dur="500"/>
                                        <p:tgtEl>
                                          <p:spTgt spid="51"/>
                                        </p:tgtEl>
                                      </p:cBhvr>
                                    </p:animEffect>
                                    <p:set>
                                      <p:cBhvr>
                                        <p:cTn id="169" dur="1" fill="hold">
                                          <p:stCondLst>
                                            <p:cond delay="499"/>
                                          </p:stCondLst>
                                        </p:cTn>
                                        <p:tgtEl>
                                          <p:spTgt spid="51"/>
                                        </p:tgtEl>
                                        <p:attrNameLst>
                                          <p:attrName>style.visibility</p:attrName>
                                        </p:attrNameLst>
                                      </p:cBhvr>
                                      <p:to>
                                        <p:strVal val="hidden"/>
                                      </p:to>
                                    </p:set>
                                  </p:childTnLst>
                                </p:cTn>
                              </p:par>
                              <p:par>
                                <p:cTn id="170" presetID="22" presetClass="exit" presetSubtype="1" fill="hold" nodeType="withEffect">
                                  <p:stCondLst>
                                    <p:cond delay="0"/>
                                  </p:stCondLst>
                                  <p:childTnLst>
                                    <p:animEffect transition="out" filter="wipe(up)">
                                      <p:cBhvr>
                                        <p:cTn id="171" dur="500"/>
                                        <p:tgtEl>
                                          <p:spTgt spid="322"/>
                                        </p:tgtEl>
                                      </p:cBhvr>
                                    </p:animEffect>
                                    <p:set>
                                      <p:cBhvr>
                                        <p:cTn id="172" dur="1" fill="hold">
                                          <p:stCondLst>
                                            <p:cond delay="499"/>
                                          </p:stCondLst>
                                        </p:cTn>
                                        <p:tgtEl>
                                          <p:spTgt spid="322"/>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22" presetClass="entr" presetSubtype="1" fill="hold" grpId="0" nodeType="clickEffect">
                                  <p:stCondLst>
                                    <p:cond delay="0"/>
                                  </p:stCondLst>
                                  <p:childTnLst>
                                    <p:set>
                                      <p:cBhvr>
                                        <p:cTn id="176" dur="1" fill="hold">
                                          <p:stCondLst>
                                            <p:cond delay="0"/>
                                          </p:stCondLst>
                                        </p:cTn>
                                        <p:tgtEl>
                                          <p:spTgt spid="371">
                                            <p:txEl>
                                              <p:pRg st="1" end="1"/>
                                            </p:txEl>
                                          </p:spTgt>
                                        </p:tgtEl>
                                        <p:attrNameLst>
                                          <p:attrName>style.visibility</p:attrName>
                                        </p:attrNameLst>
                                      </p:cBhvr>
                                      <p:to>
                                        <p:strVal val="visible"/>
                                      </p:to>
                                    </p:set>
                                    <p:animEffect transition="in" filter="wipe(up)">
                                      <p:cBhvr>
                                        <p:cTn id="177" dur="500"/>
                                        <p:tgtEl>
                                          <p:spTgt spid="371">
                                            <p:txEl>
                                              <p:pRg st="1" end="1"/>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389"/>
                                        </p:tgtEl>
                                        <p:attrNameLst>
                                          <p:attrName>style.visibility</p:attrName>
                                        </p:attrNameLst>
                                      </p:cBhvr>
                                      <p:to>
                                        <p:strVal val="visible"/>
                                      </p:to>
                                    </p:set>
                                    <p:animEffect transition="in" filter="wipe(left)">
                                      <p:cBhvr>
                                        <p:cTn id="182" dur="500"/>
                                        <p:tgtEl>
                                          <p:spTgt spid="389"/>
                                        </p:tgtEl>
                                      </p:cBhvr>
                                    </p:animEffect>
                                  </p:childTnLst>
                                </p:cTn>
                              </p:par>
                            </p:childTnLst>
                          </p:cTn>
                        </p:par>
                        <p:par>
                          <p:cTn id="183" fill="hold">
                            <p:stCondLst>
                              <p:cond delay="500"/>
                            </p:stCondLst>
                            <p:childTnLst>
                              <p:par>
                                <p:cTn id="184" presetID="31" presetClass="entr" presetSubtype="0" fill="hold" grpId="0" nodeType="afterEffect">
                                  <p:stCondLst>
                                    <p:cond delay="0"/>
                                  </p:stCondLst>
                                  <p:childTnLst>
                                    <p:set>
                                      <p:cBhvr>
                                        <p:cTn id="185" dur="1" fill="hold">
                                          <p:stCondLst>
                                            <p:cond delay="0"/>
                                          </p:stCondLst>
                                        </p:cTn>
                                        <p:tgtEl>
                                          <p:spTgt spid="400"/>
                                        </p:tgtEl>
                                        <p:attrNameLst>
                                          <p:attrName>style.visibility</p:attrName>
                                        </p:attrNameLst>
                                      </p:cBhvr>
                                      <p:to>
                                        <p:strVal val="visible"/>
                                      </p:to>
                                    </p:set>
                                    <p:anim calcmode="lin" valueType="num">
                                      <p:cBhvr>
                                        <p:cTn id="186" dur="1000" fill="hold"/>
                                        <p:tgtEl>
                                          <p:spTgt spid="400"/>
                                        </p:tgtEl>
                                        <p:attrNameLst>
                                          <p:attrName>ppt_w</p:attrName>
                                        </p:attrNameLst>
                                      </p:cBhvr>
                                      <p:tavLst>
                                        <p:tav tm="0">
                                          <p:val>
                                            <p:fltVal val="0"/>
                                          </p:val>
                                        </p:tav>
                                        <p:tav tm="100000">
                                          <p:val>
                                            <p:strVal val="#ppt_w"/>
                                          </p:val>
                                        </p:tav>
                                      </p:tavLst>
                                    </p:anim>
                                    <p:anim calcmode="lin" valueType="num">
                                      <p:cBhvr>
                                        <p:cTn id="187" dur="1000" fill="hold"/>
                                        <p:tgtEl>
                                          <p:spTgt spid="400"/>
                                        </p:tgtEl>
                                        <p:attrNameLst>
                                          <p:attrName>ppt_h</p:attrName>
                                        </p:attrNameLst>
                                      </p:cBhvr>
                                      <p:tavLst>
                                        <p:tav tm="0">
                                          <p:val>
                                            <p:fltVal val="0"/>
                                          </p:val>
                                        </p:tav>
                                        <p:tav tm="100000">
                                          <p:val>
                                            <p:strVal val="#ppt_h"/>
                                          </p:val>
                                        </p:tav>
                                      </p:tavLst>
                                    </p:anim>
                                    <p:anim calcmode="lin" valueType="num">
                                      <p:cBhvr>
                                        <p:cTn id="188" dur="1000" fill="hold"/>
                                        <p:tgtEl>
                                          <p:spTgt spid="400"/>
                                        </p:tgtEl>
                                        <p:attrNameLst>
                                          <p:attrName>style.rotation</p:attrName>
                                        </p:attrNameLst>
                                      </p:cBhvr>
                                      <p:tavLst>
                                        <p:tav tm="0">
                                          <p:val>
                                            <p:fltVal val="90"/>
                                          </p:val>
                                        </p:tav>
                                        <p:tav tm="100000">
                                          <p:val>
                                            <p:fltVal val="0"/>
                                          </p:val>
                                        </p:tav>
                                      </p:tavLst>
                                    </p:anim>
                                    <p:animEffect transition="in" filter="fade">
                                      <p:cBhvr>
                                        <p:cTn id="189" dur="1000"/>
                                        <p:tgtEl>
                                          <p:spTgt spid="400"/>
                                        </p:tgtEl>
                                      </p:cBhvr>
                                    </p:animEffect>
                                  </p:childTnLst>
                                </p:cTn>
                              </p:par>
                            </p:childTnLst>
                          </p:cTn>
                        </p:par>
                        <p:par>
                          <p:cTn id="190" fill="hold">
                            <p:stCondLst>
                              <p:cond delay="1500"/>
                            </p:stCondLst>
                            <p:childTnLst>
                              <p:par>
                                <p:cTn id="191" presetID="22" presetClass="entr" presetSubtype="4" fill="hold" nodeType="afterEffect">
                                  <p:stCondLst>
                                    <p:cond delay="0"/>
                                  </p:stCondLst>
                                  <p:childTnLst>
                                    <p:set>
                                      <p:cBhvr>
                                        <p:cTn id="192" dur="1" fill="hold">
                                          <p:stCondLst>
                                            <p:cond delay="0"/>
                                          </p:stCondLst>
                                        </p:cTn>
                                        <p:tgtEl>
                                          <p:spTgt spid="343"/>
                                        </p:tgtEl>
                                        <p:attrNameLst>
                                          <p:attrName>style.visibility</p:attrName>
                                        </p:attrNameLst>
                                      </p:cBhvr>
                                      <p:to>
                                        <p:strVal val="visible"/>
                                      </p:to>
                                    </p:set>
                                    <p:animEffect transition="in" filter="wipe(down)">
                                      <p:cBhvr>
                                        <p:cTn id="193" dur="500"/>
                                        <p:tgtEl>
                                          <p:spTgt spid="343"/>
                                        </p:tgtEl>
                                      </p:cBhvr>
                                    </p:animEffect>
                                  </p:childTnLst>
                                </p:cTn>
                              </p:par>
                            </p:childTnLst>
                          </p:cTn>
                        </p:par>
                        <p:par>
                          <p:cTn id="194" fill="hold">
                            <p:stCondLst>
                              <p:cond delay="2000"/>
                            </p:stCondLst>
                            <p:childTnLst>
                              <p:par>
                                <p:cTn id="195" presetID="22" presetClass="entr" presetSubtype="1" fill="hold" nodeType="afterEffect">
                                  <p:stCondLst>
                                    <p:cond delay="0"/>
                                  </p:stCondLst>
                                  <p:childTnLst>
                                    <p:set>
                                      <p:cBhvr>
                                        <p:cTn id="196" dur="1" fill="hold">
                                          <p:stCondLst>
                                            <p:cond delay="0"/>
                                          </p:stCondLst>
                                        </p:cTn>
                                        <p:tgtEl>
                                          <p:spTgt spid="346"/>
                                        </p:tgtEl>
                                        <p:attrNameLst>
                                          <p:attrName>style.visibility</p:attrName>
                                        </p:attrNameLst>
                                      </p:cBhvr>
                                      <p:to>
                                        <p:strVal val="visible"/>
                                      </p:to>
                                    </p:set>
                                    <p:animEffect transition="in" filter="wipe(up)">
                                      <p:cBhvr>
                                        <p:cTn id="197" dur="500"/>
                                        <p:tgtEl>
                                          <p:spTgt spid="346"/>
                                        </p:tgtEl>
                                      </p:cBhvr>
                                    </p:animEffect>
                                  </p:childTnLst>
                                </p:cTn>
                              </p:par>
                            </p:childTnLst>
                          </p:cTn>
                        </p:par>
                      </p:childTnLst>
                    </p:cTn>
                  </p:par>
                  <p:par>
                    <p:cTn id="198" fill="hold">
                      <p:stCondLst>
                        <p:cond delay="indefinite"/>
                      </p:stCondLst>
                      <p:childTnLst>
                        <p:par>
                          <p:cTn id="199" fill="hold">
                            <p:stCondLst>
                              <p:cond delay="0"/>
                            </p:stCondLst>
                            <p:childTnLst>
                              <p:par>
                                <p:cTn id="200" presetID="64" presetClass="path" presetSubtype="0" accel="50000" decel="50000" fill="hold" nodeType="clickEffect">
                                  <p:stCondLst>
                                    <p:cond delay="0"/>
                                  </p:stCondLst>
                                  <p:childTnLst>
                                    <p:animMotion origin="layout" path="M -0.11016 0.11597 L 2.08333E-7 1.77809E-17 " pathEditMode="relative" rAng="0" ptsTypes="AA">
                                      <p:cBhvr>
                                        <p:cTn id="201" dur="1000" fill="hold"/>
                                        <p:tgtEl>
                                          <p:spTgt spid="373"/>
                                        </p:tgtEl>
                                        <p:attrNameLst>
                                          <p:attrName>ppt_x</p:attrName>
                                          <p:attrName>ppt_y</p:attrName>
                                        </p:attrNameLst>
                                      </p:cBhvr>
                                      <p:rCtr x="5469" y="-5671"/>
                                    </p:animMotion>
                                  </p:childTnLst>
                                </p:cTn>
                              </p:par>
                            </p:childTnLst>
                          </p:cTn>
                        </p:par>
                        <p:par>
                          <p:cTn id="202" fill="hold">
                            <p:stCondLst>
                              <p:cond delay="1000"/>
                            </p:stCondLst>
                            <p:childTnLst>
                              <p:par>
                                <p:cTn id="203" presetID="42" presetClass="path" presetSubtype="0" accel="50000" decel="50000" fill="hold" nodeType="afterEffect">
                                  <p:stCondLst>
                                    <p:cond delay="0"/>
                                  </p:stCondLst>
                                  <p:childTnLst>
                                    <p:animMotion origin="layout" path="M -1.04167E-6 -2.22222E-6 L 0.0112 0.11459 " pathEditMode="relative" rAng="0" ptsTypes="AA">
                                      <p:cBhvr>
                                        <p:cTn id="204" dur="1000" fill="hold"/>
                                        <p:tgtEl>
                                          <p:spTgt spid="373"/>
                                        </p:tgtEl>
                                        <p:attrNameLst>
                                          <p:attrName>ppt_x</p:attrName>
                                          <p:attrName>ppt_y</p:attrName>
                                        </p:attrNameLst>
                                      </p:cBhvr>
                                      <p:rCtr x="560" y="5718"/>
                                    </p:animMotion>
                                  </p:childTnLst>
                                </p:cTn>
                              </p:par>
                            </p:childTnLst>
                          </p:cTn>
                        </p:par>
                        <p:par>
                          <p:cTn id="205" fill="hold">
                            <p:stCondLst>
                              <p:cond delay="2000"/>
                            </p:stCondLst>
                            <p:childTnLst>
                              <p:par>
                                <p:cTn id="206" presetID="6" presetClass="emph" presetSubtype="0" fill="remove" grpId="1" nodeType="afterEffect">
                                  <p:stCondLst>
                                    <p:cond delay="0"/>
                                  </p:stCondLst>
                                  <p:childTnLst>
                                    <p:animScale>
                                      <p:cBhvr>
                                        <p:cTn id="207" dur="1000" fill="hold"/>
                                        <p:tgtEl>
                                          <p:spTgt spid="439"/>
                                        </p:tgtEl>
                                      </p:cBhvr>
                                      <p:by x="150000" y="150000"/>
                                    </p:animScale>
                                  </p:childTnLst>
                                </p:cTn>
                              </p:par>
                            </p:childTnLst>
                          </p:cTn>
                        </p:par>
                        <p:par>
                          <p:cTn id="208" fill="hold">
                            <p:stCondLst>
                              <p:cond delay="3000"/>
                            </p:stCondLst>
                            <p:childTnLst>
                              <p:par>
                                <p:cTn id="209" presetID="3" presetClass="emph" presetSubtype="2" fill="hold" grpId="0" nodeType="afterEffect">
                                  <p:stCondLst>
                                    <p:cond delay="0"/>
                                  </p:stCondLst>
                                  <p:childTnLst>
                                    <p:animClr clrSpc="rgb" dir="cw">
                                      <p:cBhvr override="childStyle">
                                        <p:cTn id="210" dur="500" fill="hold"/>
                                        <p:tgtEl>
                                          <p:spTgt spid="50"/>
                                        </p:tgtEl>
                                        <p:attrNameLst>
                                          <p:attrName>style.color</p:attrName>
                                        </p:attrNameLst>
                                      </p:cBhvr>
                                      <p:to>
                                        <a:schemeClr val="accent2"/>
                                      </p:to>
                                    </p:animClr>
                                  </p:childTnLst>
                                </p:cTn>
                              </p:par>
                              <p:par>
                                <p:cTn id="211" presetID="8" presetClass="emph" presetSubtype="0" fill="hold" grpId="1" nodeType="withEffect">
                                  <p:stCondLst>
                                    <p:cond delay="0"/>
                                  </p:stCondLst>
                                  <p:childTnLst>
                                    <p:animRot by="21600000">
                                      <p:cBhvr>
                                        <p:cTn id="212" dur="1000" fill="hold"/>
                                        <p:tgtEl>
                                          <p:spTgt spid="50"/>
                                        </p:tgtEl>
                                        <p:attrNameLst>
                                          <p:attrName>r</p:attrName>
                                        </p:attrNameLst>
                                      </p:cBhvr>
                                    </p:animRot>
                                  </p:childTnLst>
                                </p:cTn>
                              </p:par>
                            </p:childTnLst>
                          </p:cTn>
                        </p:par>
                        <p:par>
                          <p:cTn id="213" fill="hold">
                            <p:stCondLst>
                              <p:cond delay="4000"/>
                            </p:stCondLst>
                            <p:childTnLst>
                              <p:par>
                                <p:cTn id="214" presetID="26" presetClass="exit" presetSubtype="0" fill="hold" grpId="2" nodeType="afterEffect">
                                  <p:stCondLst>
                                    <p:cond delay="0"/>
                                  </p:stCondLst>
                                  <p:childTnLst>
                                    <p:animEffect transition="out" filter="wipe(down)">
                                      <p:cBhvr>
                                        <p:cTn id="215" dur="180" accel="50000">
                                          <p:stCondLst>
                                            <p:cond delay="1820"/>
                                          </p:stCondLst>
                                        </p:cTn>
                                        <p:tgtEl>
                                          <p:spTgt spid="50"/>
                                        </p:tgtEl>
                                      </p:cBhvr>
                                    </p:animEffect>
                                    <p:anim calcmode="lin" valueType="num">
                                      <p:cBhvr>
                                        <p:cTn id="216" dur="1822" tmFilter="0,0; 0.14,0.31; 0.43,0.73; 0.71,0.91; 1.0,1.0">
                                          <p:stCondLst>
                                            <p:cond delay="0"/>
                                          </p:stCondLst>
                                        </p:cTn>
                                        <p:tgtEl>
                                          <p:spTgt spid="50"/>
                                        </p:tgtEl>
                                        <p:attrNameLst>
                                          <p:attrName>ppt_x</p:attrName>
                                        </p:attrNameLst>
                                      </p:cBhvr>
                                      <p:tavLst>
                                        <p:tav tm="0">
                                          <p:val>
                                            <p:strVal val="ppt_x"/>
                                          </p:val>
                                        </p:tav>
                                        <p:tav tm="100000">
                                          <p:val>
                                            <p:strVal val="#ppt_x+0.25"/>
                                          </p:val>
                                        </p:tav>
                                      </p:tavLst>
                                    </p:anim>
                                    <p:anim calcmode="lin" valueType="num">
                                      <p:cBhvr>
                                        <p:cTn id="217" dur="178">
                                          <p:stCondLst>
                                            <p:cond delay="1822"/>
                                          </p:stCondLst>
                                        </p:cTn>
                                        <p:tgtEl>
                                          <p:spTgt spid="50"/>
                                        </p:tgtEl>
                                        <p:attrNameLst>
                                          <p:attrName>ppt_x</p:attrName>
                                        </p:attrNameLst>
                                      </p:cBhvr>
                                      <p:tavLst>
                                        <p:tav tm="0">
                                          <p:val>
                                            <p:strVal val="ppt_x"/>
                                          </p:val>
                                        </p:tav>
                                        <p:tav tm="100000">
                                          <p:val>
                                            <p:strVal val="ppt_x"/>
                                          </p:val>
                                        </p:tav>
                                      </p:tavLst>
                                    </p:anim>
                                    <p:anim calcmode="lin" valueType="num">
                                      <p:cBhvr>
                                        <p:cTn id="218" dur="664" tmFilter="0.0,0.0;0.25,0.07;0.50,0.2;0.75,0.467;1.0,1.0">
                                          <p:stCondLst>
                                            <p:cond delay="0"/>
                                          </p:stCondLst>
                                        </p:cTn>
                                        <p:tgtEl>
                                          <p:spTgt spid="50"/>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19" dur="664" tmFilter="0, 0; 0.125,0.2665; 0.25,0.4; 0.375,0.465; 0.5,0.5;  0.625,0.535; 0.75,0.6; 0.875,0.7335; 1,1">
                                          <p:stCondLst>
                                            <p:cond delay="664"/>
                                          </p:stCondLst>
                                        </p:cTn>
                                        <p:tgtEl>
                                          <p:spTgt spid="50"/>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20" dur="332" tmFilter="0, 0; 0.125,0.2665; 0.25,0.4; 0.375,0.465; 0.5,0.5;  0.625,0.535; 0.75,0.6; 0.875,0.7335; 1,1">
                                          <p:stCondLst>
                                            <p:cond delay="1324"/>
                                          </p:stCondLst>
                                        </p:cTn>
                                        <p:tgtEl>
                                          <p:spTgt spid="50"/>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21" dur="164" tmFilter="0, 0; 0.125,0.2665; 0.25,0.4; 0.375,0.465; 0.5,0.5;  0.625,0.535; 0.75,0.6; 0.875,0.7335; 1,1">
                                          <p:stCondLst>
                                            <p:cond delay="1656"/>
                                          </p:stCondLst>
                                        </p:cTn>
                                        <p:tgtEl>
                                          <p:spTgt spid="50"/>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22" dur="180" accel="50000">
                                          <p:stCondLst>
                                            <p:cond delay="1820"/>
                                          </p:stCondLst>
                                        </p:cTn>
                                        <p:tgtEl>
                                          <p:spTgt spid="50"/>
                                        </p:tgtEl>
                                        <p:attrNameLst>
                                          <p:attrName>ppt_y</p:attrName>
                                        </p:attrNameLst>
                                      </p:cBhvr>
                                      <p:tavLst>
                                        <p:tav tm="0">
                                          <p:val>
                                            <p:strVal val="ppt_y"/>
                                          </p:val>
                                        </p:tav>
                                        <p:tav tm="100000">
                                          <p:val>
                                            <p:strVal val="ppt_y+ppt_h"/>
                                          </p:val>
                                        </p:tav>
                                      </p:tavLst>
                                    </p:anim>
                                    <p:animScale>
                                      <p:cBhvr>
                                        <p:cTn id="223" dur="26">
                                          <p:stCondLst>
                                            <p:cond delay="620"/>
                                          </p:stCondLst>
                                        </p:cTn>
                                        <p:tgtEl>
                                          <p:spTgt spid="50"/>
                                        </p:tgtEl>
                                      </p:cBhvr>
                                      <p:to x="100000" y="60000"/>
                                    </p:animScale>
                                    <p:animScale>
                                      <p:cBhvr>
                                        <p:cTn id="224" dur="166" decel="50000">
                                          <p:stCondLst>
                                            <p:cond delay="646"/>
                                          </p:stCondLst>
                                        </p:cTn>
                                        <p:tgtEl>
                                          <p:spTgt spid="50"/>
                                        </p:tgtEl>
                                      </p:cBhvr>
                                      <p:to x="100000" y="100000"/>
                                    </p:animScale>
                                    <p:animScale>
                                      <p:cBhvr>
                                        <p:cTn id="225" dur="26">
                                          <p:stCondLst>
                                            <p:cond delay="1312"/>
                                          </p:stCondLst>
                                        </p:cTn>
                                        <p:tgtEl>
                                          <p:spTgt spid="50"/>
                                        </p:tgtEl>
                                      </p:cBhvr>
                                      <p:to x="100000" y="80000"/>
                                    </p:animScale>
                                    <p:animScale>
                                      <p:cBhvr>
                                        <p:cTn id="226" dur="166" decel="50000">
                                          <p:stCondLst>
                                            <p:cond delay="1338"/>
                                          </p:stCondLst>
                                        </p:cTn>
                                        <p:tgtEl>
                                          <p:spTgt spid="50"/>
                                        </p:tgtEl>
                                      </p:cBhvr>
                                      <p:to x="100000" y="100000"/>
                                    </p:animScale>
                                    <p:animScale>
                                      <p:cBhvr>
                                        <p:cTn id="227" dur="26">
                                          <p:stCondLst>
                                            <p:cond delay="1642"/>
                                          </p:stCondLst>
                                        </p:cTn>
                                        <p:tgtEl>
                                          <p:spTgt spid="50"/>
                                        </p:tgtEl>
                                      </p:cBhvr>
                                      <p:to x="100000" y="90000"/>
                                    </p:animScale>
                                    <p:animScale>
                                      <p:cBhvr>
                                        <p:cTn id="228" dur="166" decel="50000">
                                          <p:stCondLst>
                                            <p:cond delay="1668"/>
                                          </p:stCondLst>
                                        </p:cTn>
                                        <p:tgtEl>
                                          <p:spTgt spid="50"/>
                                        </p:tgtEl>
                                      </p:cBhvr>
                                      <p:to x="100000" y="100000"/>
                                    </p:animScale>
                                    <p:animScale>
                                      <p:cBhvr>
                                        <p:cTn id="229" dur="26">
                                          <p:stCondLst>
                                            <p:cond delay="1808"/>
                                          </p:stCondLst>
                                        </p:cTn>
                                        <p:tgtEl>
                                          <p:spTgt spid="50"/>
                                        </p:tgtEl>
                                      </p:cBhvr>
                                      <p:to x="100000" y="95000"/>
                                    </p:animScale>
                                    <p:animScale>
                                      <p:cBhvr>
                                        <p:cTn id="230" dur="166" decel="50000">
                                          <p:stCondLst>
                                            <p:cond delay="1834"/>
                                          </p:stCondLst>
                                        </p:cTn>
                                        <p:tgtEl>
                                          <p:spTgt spid="50"/>
                                        </p:tgtEl>
                                      </p:cBhvr>
                                      <p:to x="100000" y="100000"/>
                                    </p:animScale>
                                    <p:set>
                                      <p:cBhvr>
                                        <p:cTn id="231" dur="1" fill="hold">
                                          <p:stCondLst>
                                            <p:cond delay="1999"/>
                                          </p:stCondLst>
                                        </p:cTn>
                                        <p:tgtEl>
                                          <p:spTgt spid="50"/>
                                        </p:tgtEl>
                                        <p:attrNameLst>
                                          <p:attrName>style.visibility</p:attrName>
                                        </p:attrNameLst>
                                      </p:cBhvr>
                                      <p:to>
                                        <p:strVal val="hidden"/>
                                      </p:to>
                                    </p:set>
                                  </p:childTnLst>
                                </p:cTn>
                              </p:par>
                            </p:childTnLst>
                          </p:cTn>
                        </p:par>
                        <p:par>
                          <p:cTn id="232" fill="hold">
                            <p:stCondLst>
                              <p:cond delay="6000"/>
                            </p:stCondLst>
                            <p:childTnLst>
                              <p:par>
                                <p:cTn id="233" presetID="3" presetClass="emph" presetSubtype="2" fill="hold" grpId="0" nodeType="afterEffect">
                                  <p:stCondLst>
                                    <p:cond delay="0"/>
                                  </p:stCondLst>
                                  <p:childTnLst>
                                    <p:animClr clrSpc="rgb" dir="cw">
                                      <p:cBhvr override="childStyle">
                                        <p:cTn id="234" dur="500" fill="hold"/>
                                        <p:tgtEl>
                                          <p:spTgt spid="41"/>
                                        </p:tgtEl>
                                        <p:attrNameLst>
                                          <p:attrName>style.color</p:attrName>
                                        </p:attrNameLst>
                                      </p:cBhvr>
                                      <p:to>
                                        <a:srgbClr val="00B0F0"/>
                                      </p:to>
                                    </p:animClr>
                                  </p:childTnLst>
                                </p:cTn>
                              </p:par>
                              <p:par>
                                <p:cTn id="235" presetID="6" presetClass="emph" presetSubtype="0" fill="remove" grpId="1" nodeType="withEffect">
                                  <p:stCondLst>
                                    <p:cond delay="0"/>
                                  </p:stCondLst>
                                  <p:childTnLst>
                                    <p:animScale>
                                      <p:cBhvr>
                                        <p:cTn id="236" dur="1000" fill="hold"/>
                                        <p:tgtEl>
                                          <p:spTgt spid="41"/>
                                        </p:tgtEl>
                                      </p:cBhvr>
                                      <p:by x="150000" y="150000"/>
                                    </p:animScale>
                                  </p:childTnLst>
                                </p:cTn>
                              </p:par>
                            </p:childTnLst>
                          </p:cTn>
                        </p:par>
                        <p:par>
                          <p:cTn id="237" fill="hold">
                            <p:stCondLst>
                              <p:cond delay="7000"/>
                            </p:stCondLst>
                            <p:childTnLst>
                              <p:par>
                                <p:cTn id="238" presetID="42" presetClass="path" presetSubtype="0" accel="50000" decel="50000" fill="hold" grpId="2" nodeType="afterEffect">
                                  <p:stCondLst>
                                    <p:cond delay="0"/>
                                  </p:stCondLst>
                                  <p:childTnLst>
                                    <p:animMotion origin="layout" path="M -3.75E-6 3.7037E-7 L -0.11692 0.10926 " pathEditMode="relative" rAng="0" ptsTypes="AA">
                                      <p:cBhvr>
                                        <p:cTn id="239" dur="2000" fill="hold"/>
                                        <p:tgtEl>
                                          <p:spTgt spid="41"/>
                                        </p:tgtEl>
                                        <p:attrNameLst>
                                          <p:attrName>ppt_x</p:attrName>
                                          <p:attrName>ppt_y</p:attrName>
                                        </p:attrNameLst>
                                      </p:cBhvr>
                                      <p:rCtr x="-5846" y="5463"/>
                                    </p:animMotion>
                                  </p:childTnLst>
                                </p:cTn>
                              </p:par>
                            </p:childTnLst>
                          </p:cTn>
                        </p:par>
                        <p:par>
                          <p:cTn id="240" fill="hold">
                            <p:stCondLst>
                              <p:cond delay="9000"/>
                            </p:stCondLst>
                            <p:childTnLst>
                              <p:par>
                                <p:cTn id="241" presetID="3" presetClass="emph" presetSubtype="2" fill="hold" grpId="0" nodeType="afterEffect">
                                  <p:stCondLst>
                                    <p:cond delay="0"/>
                                  </p:stCondLst>
                                  <p:iterate type="lt">
                                    <p:tmPct val="0"/>
                                  </p:iterate>
                                  <p:childTnLst>
                                    <p:animClr clrSpc="rgb" dir="cw">
                                      <p:cBhvr override="childStyle">
                                        <p:cTn id="242" dur="500" fill="hold"/>
                                        <p:tgtEl>
                                          <p:spTgt spid="52"/>
                                        </p:tgtEl>
                                        <p:attrNameLst>
                                          <p:attrName>style.color</p:attrName>
                                        </p:attrNameLst>
                                      </p:cBhvr>
                                      <p:to>
                                        <a:srgbClr val="00B050"/>
                                      </p:to>
                                    </p:animClr>
                                  </p:childTnLst>
                                </p:cTn>
                              </p:par>
                              <p:par>
                                <p:cTn id="243" presetID="34" presetClass="emph" presetSubtype="0" fill="hold" grpId="1" nodeType="withEffect">
                                  <p:stCondLst>
                                    <p:cond delay="0"/>
                                  </p:stCondLst>
                                  <p:iterate type="lt">
                                    <p:tmPct val="10000"/>
                                  </p:iterate>
                                  <p:childTnLst>
                                    <p:animMotion origin="layout" path="M 0.0 0.0 L 0.0 -0.07213" pathEditMode="relative" ptsTypes="">
                                      <p:cBhvr>
                                        <p:cTn id="244" dur="500" accel="50000" decel="50000" autoRev="1" fill="hold">
                                          <p:stCondLst>
                                            <p:cond delay="0"/>
                                          </p:stCondLst>
                                        </p:cTn>
                                        <p:tgtEl>
                                          <p:spTgt spid="52"/>
                                        </p:tgtEl>
                                        <p:attrNameLst>
                                          <p:attrName>ppt_x</p:attrName>
                                          <p:attrName>ppt_y</p:attrName>
                                        </p:attrNameLst>
                                      </p:cBhvr>
                                    </p:animMotion>
                                    <p:animRot by="1500000">
                                      <p:cBhvr>
                                        <p:cTn id="245" dur="250" fill="hold">
                                          <p:stCondLst>
                                            <p:cond delay="0"/>
                                          </p:stCondLst>
                                        </p:cTn>
                                        <p:tgtEl>
                                          <p:spTgt spid="52"/>
                                        </p:tgtEl>
                                        <p:attrNameLst>
                                          <p:attrName>r</p:attrName>
                                        </p:attrNameLst>
                                      </p:cBhvr>
                                    </p:animRot>
                                    <p:animRot by="-1500000">
                                      <p:cBhvr>
                                        <p:cTn id="246" dur="250" fill="hold">
                                          <p:stCondLst>
                                            <p:cond delay="250"/>
                                          </p:stCondLst>
                                        </p:cTn>
                                        <p:tgtEl>
                                          <p:spTgt spid="52"/>
                                        </p:tgtEl>
                                        <p:attrNameLst>
                                          <p:attrName>r</p:attrName>
                                        </p:attrNameLst>
                                      </p:cBhvr>
                                    </p:animRot>
                                    <p:animRot by="-1500000">
                                      <p:cBhvr>
                                        <p:cTn id="247" dur="250" fill="hold">
                                          <p:stCondLst>
                                            <p:cond delay="500"/>
                                          </p:stCondLst>
                                        </p:cTn>
                                        <p:tgtEl>
                                          <p:spTgt spid="52"/>
                                        </p:tgtEl>
                                        <p:attrNameLst>
                                          <p:attrName>r</p:attrName>
                                        </p:attrNameLst>
                                      </p:cBhvr>
                                    </p:animRot>
                                    <p:animRot by="1500000">
                                      <p:cBhvr>
                                        <p:cTn id="248" dur="250" fill="hold">
                                          <p:stCondLst>
                                            <p:cond delay="750"/>
                                          </p:stCondLst>
                                        </p:cTn>
                                        <p:tgtEl>
                                          <p:spTgt spid="52"/>
                                        </p:tgtEl>
                                        <p:attrNameLst>
                                          <p:attrName>r</p:attrName>
                                        </p:attrNameLst>
                                      </p:cBhvr>
                                    </p:animRot>
                                  </p:childTnLst>
                                </p:cTn>
                              </p:par>
                            </p:childTnLst>
                          </p:cTn>
                        </p:par>
                        <p:par>
                          <p:cTn id="249" fill="hold">
                            <p:stCondLst>
                              <p:cond delay="10100"/>
                            </p:stCondLst>
                            <p:childTnLst>
                              <p:par>
                                <p:cTn id="250" presetID="64" presetClass="path" presetSubtype="0" accel="50000" decel="50000" fill="hold" grpId="2" nodeType="afterEffect">
                                  <p:stCondLst>
                                    <p:cond delay="0"/>
                                  </p:stCondLst>
                                  <p:iterate type="lt">
                                    <p:tmPct val="0"/>
                                  </p:iterate>
                                  <p:childTnLst>
                                    <p:animMotion origin="layout" path="M -4.58333E-6 -1.85185E-6 L -0.00052 -0.10972 " pathEditMode="relative" rAng="0" ptsTypes="AA">
                                      <p:cBhvr>
                                        <p:cTn id="251" dur="2000" fill="hold"/>
                                        <p:tgtEl>
                                          <p:spTgt spid="52"/>
                                        </p:tgtEl>
                                        <p:attrNameLst>
                                          <p:attrName>ppt_x</p:attrName>
                                          <p:attrName>ppt_y</p:attrName>
                                        </p:attrNameLst>
                                      </p:cBhvr>
                                      <p:rCtr x="-26" y="-5556"/>
                                    </p:animMotion>
                                  </p:childTnLst>
                                </p:cTn>
                              </p:par>
                            </p:childTnLst>
                          </p:cTn>
                        </p:par>
                        <p:par>
                          <p:cTn id="252" fill="hold">
                            <p:stCondLst>
                              <p:cond delay="12100"/>
                            </p:stCondLst>
                            <p:childTnLst>
                              <p:par>
                                <p:cTn id="253" presetID="3" presetClass="emph" presetSubtype="2" fill="hold" grpId="0" nodeType="afterEffect">
                                  <p:stCondLst>
                                    <p:cond delay="0"/>
                                  </p:stCondLst>
                                  <p:childTnLst>
                                    <p:animClr clrSpc="rgb" dir="cw">
                                      <p:cBhvr override="childStyle">
                                        <p:cTn id="254" dur="1000" fill="hold"/>
                                        <p:tgtEl>
                                          <p:spTgt spid="53"/>
                                        </p:tgtEl>
                                        <p:attrNameLst>
                                          <p:attrName>style.color</p:attrName>
                                        </p:attrNameLst>
                                      </p:cBhvr>
                                      <p:to>
                                        <a:srgbClr val="538135"/>
                                      </p:to>
                                    </p:animClr>
                                  </p:childTnLst>
                                </p:cTn>
                              </p:par>
                              <p:par>
                                <p:cTn id="255" presetID="6" presetClass="emph" presetSubtype="0" autoRev="1" fill="hold" grpId="1" nodeType="withEffect">
                                  <p:stCondLst>
                                    <p:cond delay="0"/>
                                  </p:stCondLst>
                                  <p:childTnLst>
                                    <p:animScale>
                                      <p:cBhvr>
                                        <p:cTn id="256" dur="1000" fill="hold"/>
                                        <p:tgtEl>
                                          <p:spTgt spid="53"/>
                                        </p:tgtEl>
                                      </p:cBhvr>
                                      <p:by x="150000" y="150000"/>
                                    </p:animScale>
                                  </p:childTnLst>
                                </p:cTn>
                              </p:par>
                            </p:childTnLst>
                          </p:cTn>
                        </p:par>
                        <p:par>
                          <p:cTn id="257" fill="hold">
                            <p:stCondLst>
                              <p:cond delay="14100"/>
                            </p:stCondLst>
                            <p:childTnLst>
                              <p:par>
                                <p:cTn id="258" presetID="35" presetClass="path" presetSubtype="0" accel="50000" decel="50000" fill="hold" grpId="2" nodeType="afterEffect">
                                  <p:stCondLst>
                                    <p:cond delay="0"/>
                                  </p:stCondLst>
                                  <p:childTnLst>
                                    <p:animMotion origin="layout" path="M 8.33333E-7 2.22222E-6 L -0.02787 -0.00092 " pathEditMode="relative" rAng="0" ptsTypes="AA">
                                      <p:cBhvr>
                                        <p:cTn id="259" dur="2000" fill="hold"/>
                                        <p:tgtEl>
                                          <p:spTgt spid="53"/>
                                        </p:tgtEl>
                                        <p:attrNameLst>
                                          <p:attrName>ppt_x</p:attrName>
                                          <p:attrName>ppt_y</p:attrName>
                                        </p:attrNameLst>
                                      </p:cBhvr>
                                      <p:rCtr x="-1432" y="-69"/>
                                    </p:animMotion>
                                  </p:childTnLst>
                                </p:cTn>
                              </p:par>
                            </p:childTnLst>
                          </p:cTn>
                        </p:par>
                        <p:par>
                          <p:cTn id="260" fill="hold">
                            <p:stCondLst>
                              <p:cond delay="16100"/>
                            </p:stCondLst>
                            <p:childTnLst>
                              <p:par>
                                <p:cTn id="261" presetID="10" presetClass="exit" presetSubtype="0" fill="hold" grpId="0" nodeType="afterEffect">
                                  <p:stCondLst>
                                    <p:cond delay="0"/>
                                  </p:stCondLst>
                                  <p:childTnLst>
                                    <p:animEffect transition="out" filter="fade">
                                      <p:cBhvr>
                                        <p:cTn id="262" dur="500"/>
                                        <p:tgtEl>
                                          <p:spTgt spid="439"/>
                                        </p:tgtEl>
                                      </p:cBhvr>
                                    </p:animEffect>
                                    <p:set>
                                      <p:cBhvr>
                                        <p:cTn id="263" dur="1" fill="hold">
                                          <p:stCondLst>
                                            <p:cond delay="499"/>
                                          </p:stCondLst>
                                        </p:cTn>
                                        <p:tgtEl>
                                          <p:spTgt spid="439"/>
                                        </p:tgtEl>
                                        <p:attrNameLst>
                                          <p:attrName>style.visibility</p:attrName>
                                        </p:attrNameLst>
                                      </p:cBhvr>
                                      <p:to>
                                        <p:strVal val="hidden"/>
                                      </p:to>
                                    </p:set>
                                  </p:childTnLst>
                                </p:cTn>
                              </p:par>
                              <p:par>
                                <p:cTn id="264" presetID="31" presetClass="entr" presetSubtype="0" fill="hold" grpId="0" nodeType="withEffect">
                                  <p:stCondLst>
                                    <p:cond delay="0"/>
                                  </p:stCondLst>
                                  <p:childTnLst>
                                    <p:set>
                                      <p:cBhvr>
                                        <p:cTn id="265" dur="1" fill="hold">
                                          <p:stCondLst>
                                            <p:cond delay="0"/>
                                          </p:stCondLst>
                                        </p:cTn>
                                        <p:tgtEl>
                                          <p:spTgt spid="449"/>
                                        </p:tgtEl>
                                        <p:attrNameLst>
                                          <p:attrName>style.visibility</p:attrName>
                                        </p:attrNameLst>
                                      </p:cBhvr>
                                      <p:to>
                                        <p:strVal val="visible"/>
                                      </p:to>
                                    </p:set>
                                    <p:anim calcmode="lin" valueType="num">
                                      <p:cBhvr>
                                        <p:cTn id="266" dur="1000" fill="hold"/>
                                        <p:tgtEl>
                                          <p:spTgt spid="449"/>
                                        </p:tgtEl>
                                        <p:attrNameLst>
                                          <p:attrName>ppt_w</p:attrName>
                                        </p:attrNameLst>
                                      </p:cBhvr>
                                      <p:tavLst>
                                        <p:tav tm="0">
                                          <p:val>
                                            <p:fltVal val="0"/>
                                          </p:val>
                                        </p:tav>
                                        <p:tav tm="100000">
                                          <p:val>
                                            <p:strVal val="#ppt_w"/>
                                          </p:val>
                                        </p:tav>
                                      </p:tavLst>
                                    </p:anim>
                                    <p:anim calcmode="lin" valueType="num">
                                      <p:cBhvr>
                                        <p:cTn id="267" dur="1000" fill="hold"/>
                                        <p:tgtEl>
                                          <p:spTgt spid="449"/>
                                        </p:tgtEl>
                                        <p:attrNameLst>
                                          <p:attrName>ppt_h</p:attrName>
                                        </p:attrNameLst>
                                      </p:cBhvr>
                                      <p:tavLst>
                                        <p:tav tm="0">
                                          <p:val>
                                            <p:fltVal val="0"/>
                                          </p:val>
                                        </p:tav>
                                        <p:tav tm="100000">
                                          <p:val>
                                            <p:strVal val="#ppt_h"/>
                                          </p:val>
                                        </p:tav>
                                      </p:tavLst>
                                    </p:anim>
                                    <p:anim calcmode="lin" valueType="num">
                                      <p:cBhvr>
                                        <p:cTn id="268" dur="1000" fill="hold"/>
                                        <p:tgtEl>
                                          <p:spTgt spid="449"/>
                                        </p:tgtEl>
                                        <p:attrNameLst>
                                          <p:attrName>style.rotation</p:attrName>
                                        </p:attrNameLst>
                                      </p:cBhvr>
                                      <p:tavLst>
                                        <p:tav tm="0">
                                          <p:val>
                                            <p:fltVal val="90"/>
                                          </p:val>
                                        </p:tav>
                                        <p:tav tm="100000">
                                          <p:val>
                                            <p:fltVal val="0"/>
                                          </p:val>
                                        </p:tav>
                                      </p:tavLst>
                                    </p:anim>
                                    <p:animEffect transition="in" filter="fade">
                                      <p:cBhvr>
                                        <p:cTn id="269" dur="1000"/>
                                        <p:tgtEl>
                                          <p:spTgt spid="449"/>
                                        </p:tgtEl>
                                      </p:cBhvr>
                                    </p:animEffect>
                                  </p:childTnLst>
                                </p:cTn>
                              </p:par>
                            </p:childTnLst>
                          </p:cTn>
                        </p:par>
                        <p:par>
                          <p:cTn id="270" fill="hold">
                            <p:stCondLst>
                              <p:cond delay="17100"/>
                            </p:stCondLst>
                            <p:childTnLst>
                              <p:par>
                                <p:cTn id="271" presetID="10" presetClass="exit" presetSubtype="0" fill="hold" nodeType="afterEffect">
                                  <p:stCondLst>
                                    <p:cond delay="0"/>
                                  </p:stCondLst>
                                  <p:childTnLst>
                                    <p:animEffect transition="out" filter="fade">
                                      <p:cBhvr>
                                        <p:cTn id="272" dur="500"/>
                                        <p:tgtEl>
                                          <p:spTgt spid="470"/>
                                        </p:tgtEl>
                                      </p:cBhvr>
                                    </p:animEffect>
                                    <p:set>
                                      <p:cBhvr>
                                        <p:cTn id="273" dur="1" fill="hold">
                                          <p:stCondLst>
                                            <p:cond delay="499"/>
                                          </p:stCondLst>
                                        </p:cTn>
                                        <p:tgtEl>
                                          <p:spTgt spid="470"/>
                                        </p:tgtEl>
                                        <p:attrNameLst>
                                          <p:attrName>style.visibility</p:attrName>
                                        </p:attrNameLst>
                                      </p:cBhvr>
                                      <p:to>
                                        <p:strVal val="hidden"/>
                                      </p:to>
                                    </p:set>
                                  </p:childTnLst>
                                </p:cTn>
                              </p:par>
                              <p:par>
                                <p:cTn id="274" presetID="10" presetClass="exit" presetSubtype="0" fill="hold" nodeType="withEffect">
                                  <p:stCondLst>
                                    <p:cond delay="0"/>
                                  </p:stCondLst>
                                  <p:childTnLst>
                                    <p:animEffect transition="out" filter="fade">
                                      <p:cBhvr>
                                        <p:cTn id="275" dur="500"/>
                                        <p:tgtEl>
                                          <p:spTgt spid="373"/>
                                        </p:tgtEl>
                                      </p:cBhvr>
                                    </p:animEffect>
                                    <p:set>
                                      <p:cBhvr>
                                        <p:cTn id="276" dur="1" fill="hold">
                                          <p:stCondLst>
                                            <p:cond delay="499"/>
                                          </p:stCondLst>
                                        </p:cTn>
                                        <p:tgtEl>
                                          <p:spTgt spid="373"/>
                                        </p:tgtEl>
                                        <p:attrNameLst>
                                          <p:attrName>style.visibility</p:attrName>
                                        </p:attrNameLst>
                                      </p:cBhvr>
                                      <p:to>
                                        <p:strVal val="hidden"/>
                                      </p:to>
                                    </p:set>
                                  </p:childTnLst>
                                </p:cTn>
                              </p:par>
                              <p:par>
                                <p:cTn id="277" presetID="22" presetClass="exit" presetSubtype="1" fill="hold" nodeType="withEffect">
                                  <p:stCondLst>
                                    <p:cond delay="0"/>
                                  </p:stCondLst>
                                  <p:childTnLst>
                                    <p:animEffect transition="out" filter="wipe(up)">
                                      <p:cBhvr>
                                        <p:cTn id="278" dur="500"/>
                                        <p:tgtEl>
                                          <p:spTgt spid="343"/>
                                        </p:tgtEl>
                                      </p:cBhvr>
                                    </p:animEffect>
                                    <p:set>
                                      <p:cBhvr>
                                        <p:cTn id="279" dur="1" fill="hold">
                                          <p:stCondLst>
                                            <p:cond delay="499"/>
                                          </p:stCondLst>
                                        </p:cTn>
                                        <p:tgtEl>
                                          <p:spTgt spid="343"/>
                                        </p:tgtEl>
                                        <p:attrNameLst>
                                          <p:attrName>style.visibility</p:attrName>
                                        </p:attrNameLst>
                                      </p:cBhvr>
                                      <p:to>
                                        <p:strVal val="hidden"/>
                                      </p:to>
                                    </p:set>
                                  </p:childTnLst>
                                </p:cTn>
                              </p:par>
                              <p:par>
                                <p:cTn id="280" presetID="22" presetClass="exit" presetSubtype="1" fill="hold" nodeType="withEffect">
                                  <p:stCondLst>
                                    <p:cond delay="0"/>
                                  </p:stCondLst>
                                  <p:childTnLst>
                                    <p:animEffect transition="out" filter="wipe(up)">
                                      <p:cBhvr>
                                        <p:cTn id="281" dur="500"/>
                                        <p:tgtEl>
                                          <p:spTgt spid="346"/>
                                        </p:tgtEl>
                                      </p:cBhvr>
                                    </p:animEffect>
                                    <p:set>
                                      <p:cBhvr>
                                        <p:cTn id="282" dur="1" fill="hold">
                                          <p:stCondLst>
                                            <p:cond delay="499"/>
                                          </p:stCondLst>
                                        </p:cTn>
                                        <p:tgtEl>
                                          <p:spTgt spid="346"/>
                                        </p:tgtEl>
                                        <p:attrNameLst>
                                          <p:attrName>style.visibility</p:attrName>
                                        </p:attrNameLst>
                                      </p:cBhvr>
                                      <p:to>
                                        <p:strVal val="hidden"/>
                                      </p:to>
                                    </p:set>
                                  </p:childTnLst>
                                </p:cTn>
                              </p:par>
                            </p:childTnLst>
                          </p:cTn>
                        </p:par>
                      </p:childTnLst>
                    </p:cTn>
                  </p:par>
                  <p:par>
                    <p:cTn id="283" fill="hold">
                      <p:stCondLst>
                        <p:cond delay="indefinite"/>
                      </p:stCondLst>
                      <p:childTnLst>
                        <p:par>
                          <p:cTn id="284" fill="hold">
                            <p:stCondLst>
                              <p:cond delay="0"/>
                            </p:stCondLst>
                            <p:childTnLst>
                              <p:par>
                                <p:cTn id="285" presetID="22" presetClass="entr" presetSubtype="1" fill="hold" grpId="0" nodeType="clickEffect">
                                  <p:stCondLst>
                                    <p:cond delay="0"/>
                                  </p:stCondLst>
                                  <p:childTnLst>
                                    <p:set>
                                      <p:cBhvr>
                                        <p:cTn id="286" dur="1" fill="hold">
                                          <p:stCondLst>
                                            <p:cond delay="0"/>
                                          </p:stCondLst>
                                        </p:cTn>
                                        <p:tgtEl>
                                          <p:spTgt spid="371">
                                            <p:txEl>
                                              <p:pRg st="2" end="2"/>
                                            </p:txEl>
                                          </p:spTgt>
                                        </p:tgtEl>
                                        <p:attrNameLst>
                                          <p:attrName>style.visibility</p:attrName>
                                        </p:attrNameLst>
                                      </p:cBhvr>
                                      <p:to>
                                        <p:strVal val="visible"/>
                                      </p:to>
                                    </p:set>
                                    <p:animEffect transition="in" filter="wipe(up)">
                                      <p:cBhvr>
                                        <p:cTn id="287" dur="500"/>
                                        <p:tgtEl>
                                          <p:spTgt spid="371">
                                            <p:txEl>
                                              <p:pRg st="2" end="2"/>
                                            </p:txEl>
                                          </p:spTgt>
                                        </p:tgtEl>
                                      </p:cBhvr>
                                    </p:animEffect>
                                  </p:childTnLst>
                                </p:cTn>
                              </p:par>
                            </p:childTnLst>
                          </p:cTn>
                        </p:par>
                      </p:childTnLst>
                    </p:cTn>
                  </p:par>
                  <p:par>
                    <p:cTn id="288" fill="hold">
                      <p:stCondLst>
                        <p:cond delay="indefinite"/>
                      </p:stCondLst>
                      <p:childTnLst>
                        <p:par>
                          <p:cTn id="289" fill="hold">
                            <p:stCondLst>
                              <p:cond delay="0"/>
                            </p:stCondLst>
                            <p:childTnLst>
                              <p:par>
                                <p:cTn id="290" presetID="22" presetClass="entr" presetSubtype="8" fill="hold" grpId="0" nodeType="clickEffect">
                                  <p:stCondLst>
                                    <p:cond delay="0"/>
                                  </p:stCondLst>
                                  <p:childTnLst>
                                    <p:set>
                                      <p:cBhvr>
                                        <p:cTn id="291" dur="1" fill="hold">
                                          <p:stCondLst>
                                            <p:cond delay="0"/>
                                          </p:stCondLst>
                                        </p:cTn>
                                        <p:tgtEl>
                                          <p:spTgt spid="401"/>
                                        </p:tgtEl>
                                        <p:attrNameLst>
                                          <p:attrName>style.visibility</p:attrName>
                                        </p:attrNameLst>
                                      </p:cBhvr>
                                      <p:to>
                                        <p:strVal val="visible"/>
                                      </p:to>
                                    </p:set>
                                    <p:animEffect transition="in" filter="wipe(left)">
                                      <p:cBhvr>
                                        <p:cTn id="292" dur="500"/>
                                        <p:tgtEl>
                                          <p:spTgt spid="401"/>
                                        </p:tgtEl>
                                      </p:cBhvr>
                                    </p:animEffect>
                                  </p:childTnLst>
                                </p:cTn>
                              </p:par>
                            </p:childTnLst>
                          </p:cTn>
                        </p:par>
                        <p:par>
                          <p:cTn id="293" fill="hold">
                            <p:stCondLst>
                              <p:cond delay="500"/>
                            </p:stCondLst>
                            <p:childTnLst>
                              <p:par>
                                <p:cTn id="294" presetID="31" presetClass="entr" presetSubtype="0" fill="hold" grpId="0" nodeType="afterEffect">
                                  <p:stCondLst>
                                    <p:cond delay="0"/>
                                  </p:stCondLst>
                                  <p:childTnLst>
                                    <p:set>
                                      <p:cBhvr>
                                        <p:cTn id="295" dur="1" fill="hold">
                                          <p:stCondLst>
                                            <p:cond delay="0"/>
                                          </p:stCondLst>
                                        </p:cTn>
                                        <p:tgtEl>
                                          <p:spTgt spid="415"/>
                                        </p:tgtEl>
                                        <p:attrNameLst>
                                          <p:attrName>style.visibility</p:attrName>
                                        </p:attrNameLst>
                                      </p:cBhvr>
                                      <p:to>
                                        <p:strVal val="visible"/>
                                      </p:to>
                                    </p:set>
                                    <p:anim calcmode="lin" valueType="num">
                                      <p:cBhvr>
                                        <p:cTn id="296" dur="1000" fill="hold"/>
                                        <p:tgtEl>
                                          <p:spTgt spid="415"/>
                                        </p:tgtEl>
                                        <p:attrNameLst>
                                          <p:attrName>ppt_w</p:attrName>
                                        </p:attrNameLst>
                                      </p:cBhvr>
                                      <p:tavLst>
                                        <p:tav tm="0">
                                          <p:val>
                                            <p:fltVal val="0"/>
                                          </p:val>
                                        </p:tav>
                                        <p:tav tm="100000">
                                          <p:val>
                                            <p:strVal val="#ppt_w"/>
                                          </p:val>
                                        </p:tav>
                                      </p:tavLst>
                                    </p:anim>
                                    <p:anim calcmode="lin" valueType="num">
                                      <p:cBhvr>
                                        <p:cTn id="297" dur="1000" fill="hold"/>
                                        <p:tgtEl>
                                          <p:spTgt spid="415"/>
                                        </p:tgtEl>
                                        <p:attrNameLst>
                                          <p:attrName>ppt_h</p:attrName>
                                        </p:attrNameLst>
                                      </p:cBhvr>
                                      <p:tavLst>
                                        <p:tav tm="0">
                                          <p:val>
                                            <p:fltVal val="0"/>
                                          </p:val>
                                        </p:tav>
                                        <p:tav tm="100000">
                                          <p:val>
                                            <p:strVal val="#ppt_h"/>
                                          </p:val>
                                        </p:tav>
                                      </p:tavLst>
                                    </p:anim>
                                    <p:anim calcmode="lin" valueType="num">
                                      <p:cBhvr>
                                        <p:cTn id="298" dur="1000" fill="hold"/>
                                        <p:tgtEl>
                                          <p:spTgt spid="415"/>
                                        </p:tgtEl>
                                        <p:attrNameLst>
                                          <p:attrName>style.rotation</p:attrName>
                                        </p:attrNameLst>
                                      </p:cBhvr>
                                      <p:tavLst>
                                        <p:tav tm="0">
                                          <p:val>
                                            <p:fltVal val="90"/>
                                          </p:val>
                                        </p:tav>
                                        <p:tav tm="100000">
                                          <p:val>
                                            <p:fltVal val="0"/>
                                          </p:val>
                                        </p:tav>
                                      </p:tavLst>
                                    </p:anim>
                                    <p:animEffect transition="in" filter="fade">
                                      <p:cBhvr>
                                        <p:cTn id="299" dur="1000"/>
                                        <p:tgtEl>
                                          <p:spTgt spid="415"/>
                                        </p:tgtEl>
                                      </p:cBhvr>
                                    </p:animEffect>
                                  </p:childTnLst>
                                </p:cTn>
                              </p:par>
                            </p:childTnLst>
                          </p:cTn>
                        </p:par>
                        <p:par>
                          <p:cTn id="300" fill="hold">
                            <p:stCondLst>
                              <p:cond delay="1500"/>
                            </p:stCondLst>
                            <p:childTnLst>
                              <p:par>
                                <p:cTn id="301" presetID="22" presetClass="entr" presetSubtype="4" fill="hold" nodeType="afterEffect">
                                  <p:stCondLst>
                                    <p:cond delay="0"/>
                                  </p:stCondLst>
                                  <p:childTnLst>
                                    <p:set>
                                      <p:cBhvr>
                                        <p:cTn id="302" dur="1" fill="hold">
                                          <p:stCondLst>
                                            <p:cond delay="0"/>
                                          </p:stCondLst>
                                        </p:cTn>
                                        <p:tgtEl>
                                          <p:spTgt spid="343"/>
                                        </p:tgtEl>
                                        <p:attrNameLst>
                                          <p:attrName>style.visibility</p:attrName>
                                        </p:attrNameLst>
                                      </p:cBhvr>
                                      <p:to>
                                        <p:strVal val="visible"/>
                                      </p:to>
                                    </p:set>
                                    <p:animEffect transition="in" filter="wipe(down)">
                                      <p:cBhvr>
                                        <p:cTn id="303" dur="500"/>
                                        <p:tgtEl>
                                          <p:spTgt spid="343"/>
                                        </p:tgtEl>
                                      </p:cBhvr>
                                    </p:animEffect>
                                  </p:childTnLst>
                                </p:cTn>
                              </p:par>
                            </p:childTnLst>
                          </p:cTn>
                        </p:par>
                        <p:par>
                          <p:cTn id="304" fill="hold">
                            <p:stCondLst>
                              <p:cond delay="2000"/>
                            </p:stCondLst>
                            <p:childTnLst>
                              <p:par>
                                <p:cTn id="305" presetID="22" presetClass="entr" presetSubtype="4" fill="hold" nodeType="afterEffect">
                                  <p:stCondLst>
                                    <p:cond delay="0"/>
                                  </p:stCondLst>
                                  <p:childTnLst>
                                    <p:set>
                                      <p:cBhvr>
                                        <p:cTn id="306" dur="1" fill="hold">
                                          <p:stCondLst>
                                            <p:cond delay="0"/>
                                          </p:stCondLst>
                                        </p:cTn>
                                        <p:tgtEl>
                                          <p:spTgt spid="346"/>
                                        </p:tgtEl>
                                        <p:attrNameLst>
                                          <p:attrName>style.visibility</p:attrName>
                                        </p:attrNameLst>
                                      </p:cBhvr>
                                      <p:to>
                                        <p:strVal val="visible"/>
                                      </p:to>
                                    </p:set>
                                    <p:animEffect transition="in" filter="wipe(down)">
                                      <p:cBhvr>
                                        <p:cTn id="307" dur="500"/>
                                        <p:tgtEl>
                                          <p:spTgt spid="346"/>
                                        </p:tgtEl>
                                      </p:cBhvr>
                                    </p:animEffect>
                                  </p:childTnLst>
                                </p:cTn>
                              </p:par>
                            </p:childTnLst>
                          </p:cTn>
                        </p:par>
                      </p:childTnLst>
                    </p:cTn>
                  </p:par>
                  <p:par>
                    <p:cTn id="308" fill="hold">
                      <p:stCondLst>
                        <p:cond delay="indefinite"/>
                      </p:stCondLst>
                      <p:childTnLst>
                        <p:par>
                          <p:cTn id="309" fill="hold">
                            <p:stCondLst>
                              <p:cond delay="0"/>
                            </p:stCondLst>
                            <p:childTnLst>
                              <p:par>
                                <p:cTn id="310" presetID="22" presetClass="entr" presetSubtype="1" fill="hold" nodeType="clickEffect">
                                  <p:stCondLst>
                                    <p:cond delay="0"/>
                                  </p:stCondLst>
                                  <p:childTnLst>
                                    <p:set>
                                      <p:cBhvr>
                                        <p:cTn id="311" dur="1" fill="hold">
                                          <p:stCondLst>
                                            <p:cond delay="0"/>
                                          </p:stCondLst>
                                        </p:cTn>
                                        <p:tgtEl>
                                          <p:spTgt spid="373"/>
                                        </p:tgtEl>
                                        <p:attrNameLst>
                                          <p:attrName>style.visibility</p:attrName>
                                        </p:attrNameLst>
                                      </p:cBhvr>
                                      <p:to>
                                        <p:strVal val="visible"/>
                                      </p:to>
                                    </p:set>
                                    <p:animEffect transition="in" filter="wipe(up)">
                                      <p:cBhvr>
                                        <p:cTn id="312" dur="500"/>
                                        <p:tgtEl>
                                          <p:spTgt spid="373"/>
                                        </p:tgtEl>
                                      </p:cBhvr>
                                    </p:animEffect>
                                  </p:childTnLst>
                                </p:cTn>
                              </p:par>
                            </p:childTnLst>
                          </p:cTn>
                        </p:par>
                        <p:par>
                          <p:cTn id="313" fill="hold">
                            <p:stCondLst>
                              <p:cond delay="500"/>
                            </p:stCondLst>
                            <p:childTnLst>
                              <p:par>
                                <p:cTn id="314" presetID="22" presetClass="exit" presetSubtype="4" fill="hold" nodeType="afterEffect">
                                  <p:stCondLst>
                                    <p:cond delay="0"/>
                                  </p:stCondLst>
                                  <p:childTnLst>
                                    <p:animEffect transition="out" filter="wipe(down)">
                                      <p:cBhvr>
                                        <p:cTn id="315" dur="500"/>
                                        <p:tgtEl>
                                          <p:spTgt spid="33"/>
                                        </p:tgtEl>
                                      </p:cBhvr>
                                    </p:animEffect>
                                    <p:set>
                                      <p:cBhvr>
                                        <p:cTn id="316" dur="1" fill="hold">
                                          <p:stCondLst>
                                            <p:cond delay="499"/>
                                          </p:stCondLst>
                                        </p:cTn>
                                        <p:tgtEl>
                                          <p:spTgt spid="33"/>
                                        </p:tgtEl>
                                        <p:attrNameLst>
                                          <p:attrName>style.visibility</p:attrName>
                                        </p:attrNameLst>
                                      </p:cBhvr>
                                      <p:to>
                                        <p:strVal val="hidden"/>
                                      </p:to>
                                    </p:set>
                                  </p:childTnLst>
                                </p:cTn>
                              </p:par>
                              <p:par>
                                <p:cTn id="317" presetID="22" presetClass="exit" presetSubtype="4" fill="hold" nodeType="withEffect">
                                  <p:stCondLst>
                                    <p:cond delay="0"/>
                                  </p:stCondLst>
                                  <p:childTnLst>
                                    <p:animEffect transition="out" filter="wipe(down)">
                                      <p:cBhvr>
                                        <p:cTn id="318" dur="500"/>
                                        <p:tgtEl>
                                          <p:spTgt spid="464"/>
                                        </p:tgtEl>
                                      </p:cBhvr>
                                    </p:animEffect>
                                    <p:set>
                                      <p:cBhvr>
                                        <p:cTn id="319" dur="1" fill="hold">
                                          <p:stCondLst>
                                            <p:cond delay="499"/>
                                          </p:stCondLst>
                                        </p:cTn>
                                        <p:tgtEl>
                                          <p:spTgt spid="464"/>
                                        </p:tgtEl>
                                        <p:attrNameLst>
                                          <p:attrName>style.visibility</p:attrName>
                                        </p:attrNameLst>
                                      </p:cBhvr>
                                      <p:to>
                                        <p:strVal val="hidden"/>
                                      </p:to>
                                    </p:set>
                                  </p:childTnLst>
                                </p:cTn>
                              </p:par>
                            </p:childTnLst>
                          </p:cTn>
                        </p:par>
                        <p:par>
                          <p:cTn id="320" fill="hold">
                            <p:stCondLst>
                              <p:cond delay="1000"/>
                            </p:stCondLst>
                            <p:childTnLst>
                              <p:par>
                                <p:cTn id="321" presetID="26" presetClass="exit" presetSubtype="0" fill="hold" nodeType="afterEffect">
                                  <p:stCondLst>
                                    <p:cond delay="0"/>
                                  </p:stCondLst>
                                  <p:childTnLst>
                                    <p:animEffect transition="out" filter="wipe(down)">
                                      <p:cBhvr>
                                        <p:cTn id="322" dur="180" accel="50000">
                                          <p:stCondLst>
                                            <p:cond delay="1820"/>
                                          </p:stCondLst>
                                        </p:cTn>
                                        <p:tgtEl>
                                          <p:spTgt spid="270"/>
                                        </p:tgtEl>
                                      </p:cBhvr>
                                    </p:animEffect>
                                    <p:anim calcmode="lin" valueType="num">
                                      <p:cBhvr>
                                        <p:cTn id="323" dur="1822" tmFilter="0,0; 0.14,0.31; 0.43,0.73; 0.71,0.91; 1.0,1.0">
                                          <p:stCondLst>
                                            <p:cond delay="0"/>
                                          </p:stCondLst>
                                        </p:cTn>
                                        <p:tgtEl>
                                          <p:spTgt spid="270"/>
                                        </p:tgtEl>
                                        <p:attrNameLst>
                                          <p:attrName>ppt_x</p:attrName>
                                        </p:attrNameLst>
                                      </p:cBhvr>
                                      <p:tavLst>
                                        <p:tav tm="0">
                                          <p:val>
                                            <p:strVal val="ppt_x"/>
                                          </p:val>
                                        </p:tav>
                                        <p:tav tm="100000">
                                          <p:val>
                                            <p:strVal val="#ppt_x+0.25"/>
                                          </p:val>
                                        </p:tav>
                                      </p:tavLst>
                                    </p:anim>
                                    <p:anim calcmode="lin" valueType="num">
                                      <p:cBhvr>
                                        <p:cTn id="324" dur="178">
                                          <p:stCondLst>
                                            <p:cond delay="1822"/>
                                          </p:stCondLst>
                                        </p:cTn>
                                        <p:tgtEl>
                                          <p:spTgt spid="270"/>
                                        </p:tgtEl>
                                        <p:attrNameLst>
                                          <p:attrName>ppt_x</p:attrName>
                                        </p:attrNameLst>
                                      </p:cBhvr>
                                      <p:tavLst>
                                        <p:tav tm="0">
                                          <p:val>
                                            <p:strVal val="ppt_x"/>
                                          </p:val>
                                        </p:tav>
                                        <p:tav tm="100000">
                                          <p:val>
                                            <p:strVal val="ppt_x"/>
                                          </p:val>
                                        </p:tav>
                                      </p:tavLst>
                                    </p:anim>
                                    <p:anim calcmode="lin" valueType="num">
                                      <p:cBhvr>
                                        <p:cTn id="325" dur="664" tmFilter="0.0,0.0;0.25,0.07;0.50,0.2;0.75,0.467;1.0,1.0">
                                          <p:stCondLst>
                                            <p:cond delay="0"/>
                                          </p:stCondLst>
                                        </p:cTn>
                                        <p:tgtEl>
                                          <p:spTgt spid="270"/>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26" dur="664" tmFilter="0, 0; 0.125,0.2665; 0.25,0.4; 0.375,0.465; 0.5,0.5;  0.625,0.535; 0.75,0.6; 0.875,0.7335; 1,1">
                                          <p:stCondLst>
                                            <p:cond delay="664"/>
                                          </p:stCondLst>
                                        </p:cTn>
                                        <p:tgtEl>
                                          <p:spTgt spid="270"/>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27" dur="332" tmFilter="0, 0; 0.125,0.2665; 0.25,0.4; 0.375,0.465; 0.5,0.5;  0.625,0.535; 0.75,0.6; 0.875,0.7335; 1,1">
                                          <p:stCondLst>
                                            <p:cond delay="1324"/>
                                          </p:stCondLst>
                                        </p:cTn>
                                        <p:tgtEl>
                                          <p:spTgt spid="270"/>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28" dur="164" tmFilter="0, 0; 0.125,0.2665; 0.25,0.4; 0.375,0.465; 0.5,0.5;  0.625,0.535; 0.75,0.6; 0.875,0.7335; 1,1">
                                          <p:stCondLst>
                                            <p:cond delay="1656"/>
                                          </p:stCondLst>
                                        </p:cTn>
                                        <p:tgtEl>
                                          <p:spTgt spid="270"/>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29" dur="180" accel="50000">
                                          <p:stCondLst>
                                            <p:cond delay="1820"/>
                                          </p:stCondLst>
                                        </p:cTn>
                                        <p:tgtEl>
                                          <p:spTgt spid="270"/>
                                        </p:tgtEl>
                                        <p:attrNameLst>
                                          <p:attrName>ppt_y</p:attrName>
                                        </p:attrNameLst>
                                      </p:cBhvr>
                                      <p:tavLst>
                                        <p:tav tm="0">
                                          <p:val>
                                            <p:strVal val="ppt_y"/>
                                          </p:val>
                                        </p:tav>
                                        <p:tav tm="100000">
                                          <p:val>
                                            <p:strVal val="ppt_y+ppt_h"/>
                                          </p:val>
                                        </p:tav>
                                      </p:tavLst>
                                    </p:anim>
                                    <p:animScale>
                                      <p:cBhvr>
                                        <p:cTn id="330" dur="26">
                                          <p:stCondLst>
                                            <p:cond delay="620"/>
                                          </p:stCondLst>
                                        </p:cTn>
                                        <p:tgtEl>
                                          <p:spTgt spid="270"/>
                                        </p:tgtEl>
                                      </p:cBhvr>
                                      <p:to x="100000" y="60000"/>
                                    </p:animScale>
                                    <p:animScale>
                                      <p:cBhvr>
                                        <p:cTn id="331" dur="166" decel="50000">
                                          <p:stCondLst>
                                            <p:cond delay="646"/>
                                          </p:stCondLst>
                                        </p:cTn>
                                        <p:tgtEl>
                                          <p:spTgt spid="270"/>
                                        </p:tgtEl>
                                      </p:cBhvr>
                                      <p:to x="100000" y="100000"/>
                                    </p:animScale>
                                    <p:animScale>
                                      <p:cBhvr>
                                        <p:cTn id="332" dur="26">
                                          <p:stCondLst>
                                            <p:cond delay="1312"/>
                                          </p:stCondLst>
                                        </p:cTn>
                                        <p:tgtEl>
                                          <p:spTgt spid="270"/>
                                        </p:tgtEl>
                                      </p:cBhvr>
                                      <p:to x="100000" y="80000"/>
                                    </p:animScale>
                                    <p:animScale>
                                      <p:cBhvr>
                                        <p:cTn id="333" dur="166" decel="50000">
                                          <p:stCondLst>
                                            <p:cond delay="1338"/>
                                          </p:stCondLst>
                                        </p:cTn>
                                        <p:tgtEl>
                                          <p:spTgt spid="270"/>
                                        </p:tgtEl>
                                      </p:cBhvr>
                                      <p:to x="100000" y="100000"/>
                                    </p:animScale>
                                    <p:animScale>
                                      <p:cBhvr>
                                        <p:cTn id="334" dur="26">
                                          <p:stCondLst>
                                            <p:cond delay="1642"/>
                                          </p:stCondLst>
                                        </p:cTn>
                                        <p:tgtEl>
                                          <p:spTgt spid="270"/>
                                        </p:tgtEl>
                                      </p:cBhvr>
                                      <p:to x="100000" y="90000"/>
                                    </p:animScale>
                                    <p:animScale>
                                      <p:cBhvr>
                                        <p:cTn id="335" dur="166" decel="50000">
                                          <p:stCondLst>
                                            <p:cond delay="1668"/>
                                          </p:stCondLst>
                                        </p:cTn>
                                        <p:tgtEl>
                                          <p:spTgt spid="270"/>
                                        </p:tgtEl>
                                      </p:cBhvr>
                                      <p:to x="100000" y="100000"/>
                                    </p:animScale>
                                    <p:animScale>
                                      <p:cBhvr>
                                        <p:cTn id="336" dur="26">
                                          <p:stCondLst>
                                            <p:cond delay="1808"/>
                                          </p:stCondLst>
                                        </p:cTn>
                                        <p:tgtEl>
                                          <p:spTgt spid="270"/>
                                        </p:tgtEl>
                                      </p:cBhvr>
                                      <p:to x="100000" y="95000"/>
                                    </p:animScale>
                                    <p:animScale>
                                      <p:cBhvr>
                                        <p:cTn id="337" dur="166" decel="50000">
                                          <p:stCondLst>
                                            <p:cond delay="1834"/>
                                          </p:stCondLst>
                                        </p:cTn>
                                        <p:tgtEl>
                                          <p:spTgt spid="270"/>
                                        </p:tgtEl>
                                      </p:cBhvr>
                                      <p:to x="100000" y="100000"/>
                                    </p:animScale>
                                    <p:set>
                                      <p:cBhvr>
                                        <p:cTn id="338" dur="1" fill="hold">
                                          <p:stCondLst>
                                            <p:cond delay="1999"/>
                                          </p:stCondLst>
                                        </p:cTn>
                                        <p:tgtEl>
                                          <p:spTgt spid="270"/>
                                        </p:tgtEl>
                                        <p:attrNameLst>
                                          <p:attrName>style.visibility</p:attrName>
                                        </p:attrNameLst>
                                      </p:cBhvr>
                                      <p:to>
                                        <p:strVal val="hidden"/>
                                      </p:to>
                                    </p:set>
                                  </p:childTnLst>
                                </p:cTn>
                              </p:par>
                              <p:par>
                                <p:cTn id="339" presetID="10" presetClass="exit" presetSubtype="0" fill="hold" grpId="0" nodeType="withEffect">
                                  <p:stCondLst>
                                    <p:cond delay="0"/>
                                  </p:stCondLst>
                                  <p:childTnLst>
                                    <p:animEffect transition="out" filter="fade">
                                      <p:cBhvr>
                                        <p:cTn id="340" dur="500"/>
                                        <p:tgtEl>
                                          <p:spTgt spid="443"/>
                                        </p:tgtEl>
                                      </p:cBhvr>
                                    </p:animEffect>
                                    <p:set>
                                      <p:cBhvr>
                                        <p:cTn id="341" dur="1" fill="hold">
                                          <p:stCondLst>
                                            <p:cond delay="499"/>
                                          </p:stCondLst>
                                        </p:cTn>
                                        <p:tgtEl>
                                          <p:spTgt spid="443"/>
                                        </p:tgtEl>
                                        <p:attrNameLst>
                                          <p:attrName>style.visibility</p:attrName>
                                        </p:attrNameLst>
                                      </p:cBhvr>
                                      <p:to>
                                        <p:strVal val="hidden"/>
                                      </p:to>
                                    </p:set>
                                  </p:childTnLst>
                                </p:cTn>
                              </p:par>
                              <p:par>
                                <p:cTn id="342" presetID="26" presetClass="exit" presetSubtype="0" fill="hold" grpId="3" nodeType="withEffect">
                                  <p:stCondLst>
                                    <p:cond delay="0"/>
                                  </p:stCondLst>
                                  <p:childTnLst>
                                    <p:animEffect transition="out" filter="wipe(down)">
                                      <p:cBhvr>
                                        <p:cTn id="343" dur="180" accel="50000">
                                          <p:stCondLst>
                                            <p:cond delay="1820"/>
                                          </p:stCondLst>
                                        </p:cTn>
                                        <p:tgtEl>
                                          <p:spTgt spid="41"/>
                                        </p:tgtEl>
                                      </p:cBhvr>
                                    </p:animEffect>
                                    <p:anim calcmode="lin" valueType="num">
                                      <p:cBhvr>
                                        <p:cTn id="344" dur="1822" tmFilter="0,0; 0.14,0.31; 0.43,0.73; 0.71,0.91; 1.0,1.0">
                                          <p:stCondLst>
                                            <p:cond delay="0"/>
                                          </p:stCondLst>
                                        </p:cTn>
                                        <p:tgtEl>
                                          <p:spTgt spid="41"/>
                                        </p:tgtEl>
                                        <p:attrNameLst>
                                          <p:attrName>ppt_x</p:attrName>
                                        </p:attrNameLst>
                                      </p:cBhvr>
                                      <p:tavLst>
                                        <p:tav tm="0">
                                          <p:val>
                                            <p:strVal val="ppt_x"/>
                                          </p:val>
                                        </p:tav>
                                        <p:tav tm="100000">
                                          <p:val>
                                            <p:strVal val="#ppt_x+0.25"/>
                                          </p:val>
                                        </p:tav>
                                      </p:tavLst>
                                    </p:anim>
                                    <p:anim calcmode="lin" valueType="num">
                                      <p:cBhvr>
                                        <p:cTn id="345" dur="178">
                                          <p:stCondLst>
                                            <p:cond delay="1822"/>
                                          </p:stCondLst>
                                        </p:cTn>
                                        <p:tgtEl>
                                          <p:spTgt spid="41"/>
                                        </p:tgtEl>
                                        <p:attrNameLst>
                                          <p:attrName>ppt_x</p:attrName>
                                        </p:attrNameLst>
                                      </p:cBhvr>
                                      <p:tavLst>
                                        <p:tav tm="0">
                                          <p:val>
                                            <p:strVal val="ppt_x"/>
                                          </p:val>
                                        </p:tav>
                                        <p:tav tm="100000">
                                          <p:val>
                                            <p:strVal val="ppt_x"/>
                                          </p:val>
                                        </p:tav>
                                      </p:tavLst>
                                    </p:anim>
                                    <p:anim calcmode="lin" valueType="num">
                                      <p:cBhvr>
                                        <p:cTn id="346" dur="664" tmFilter="0.0,0.0;0.25,0.07;0.50,0.2;0.75,0.467;1.0,1.0">
                                          <p:stCondLst>
                                            <p:cond delay="0"/>
                                          </p:stCondLst>
                                        </p:cTn>
                                        <p:tgtEl>
                                          <p:spTgt spid="41"/>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47" dur="664" tmFilter="0, 0; 0.125,0.2665; 0.25,0.4; 0.375,0.465; 0.5,0.5;  0.625,0.535; 0.75,0.6; 0.875,0.7335; 1,1">
                                          <p:stCondLst>
                                            <p:cond delay="664"/>
                                          </p:stCondLst>
                                        </p:cTn>
                                        <p:tgtEl>
                                          <p:spTgt spid="41"/>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48" dur="332" tmFilter="0, 0; 0.125,0.2665; 0.25,0.4; 0.375,0.465; 0.5,0.5;  0.625,0.535; 0.75,0.6; 0.875,0.7335; 1,1">
                                          <p:stCondLst>
                                            <p:cond delay="1324"/>
                                          </p:stCondLst>
                                        </p:cTn>
                                        <p:tgtEl>
                                          <p:spTgt spid="41"/>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49" dur="164" tmFilter="0, 0; 0.125,0.2665; 0.25,0.4; 0.375,0.465; 0.5,0.5;  0.625,0.535; 0.75,0.6; 0.875,0.7335; 1,1">
                                          <p:stCondLst>
                                            <p:cond delay="1656"/>
                                          </p:stCondLst>
                                        </p:cTn>
                                        <p:tgtEl>
                                          <p:spTgt spid="41"/>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50" dur="180" accel="50000">
                                          <p:stCondLst>
                                            <p:cond delay="1820"/>
                                          </p:stCondLst>
                                        </p:cTn>
                                        <p:tgtEl>
                                          <p:spTgt spid="41"/>
                                        </p:tgtEl>
                                        <p:attrNameLst>
                                          <p:attrName>ppt_y</p:attrName>
                                        </p:attrNameLst>
                                      </p:cBhvr>
                                      <p:tavLst>
                                        <p:tav tm="0">
                                          <p:val>
                                            <p:strVal val="ppt_y"/>
                                          </p:val>
                                        </p:tav>
                                        <p:tav tm="100000">
                                          <p:val>
                                            <p:strVal val="ppt_y+ppt_h"/>
                                          </p:val>
                                        </p:tav>
                                      </p:tavLst>
                                    </p:anim>
                                    <p:animScale>
                                      <p:cBhvr>
                                        <p:cTn id="351" dur="26">
                                          <p:stCondLst>
                                            <p:cond delay="620"/>
                                          </p:stCondLst>
                                        </p:cTn>
                                        <p:tgtEl>
                                          <p:spTgt spid="41"/>
                                        </p:tgtEl>
                                      </p:cBhvr>
                                      <p:to x="100000" y="60000"/>
                                    </p:animScale>
                                    <p:animScale>
                                      <p:cBhvr>
                                        <p:cTn id="352" dur="166" decel="50000">
                                          <p:stCondLst>
                                            <p:cond delay="646"/>
                                          </p:stCondLst>
                                        </p:cTn>
                                        <p:tgtEl>
                                          <p:spTgt spid="41"/>
                                        </p:tgtEl>
                                      </p:cBhvr>
                                      <p:to x="100000" y="100000"/>
                                    </p:animScale>
                                    <p:animScale>
                                      <p:cBhvr>
                                        <p:cTn id="353" dur="26">
                                          <p:stCondLst>
                                            <p:cond delay="1312"/>
                                          </p:stCondLst>
                                        </p:cTn>
                                        <p:tgtEl>
                                          <p:spTgt spid="41"/>
                                        </p:tgtEl>
                                      </p:cBhvr>
                                      <p:to x="100000" y="80000"/>
                                    </p:animScale>
                                    <p:animScale>
                                      <p:cBhvr>
                                        <p:cTn id="354" dur="166" decel="50000">
                                          <p:stCondLst>
                                            <p:cond delay="1338"/>
                                          </p:stCondLst>
                                        </p:cTn>
                                        <p:tgtEl>
                                          <p:spTgt spid="41"/>
                                        </p:tgtEl>
                                      </p:cBhvr>
                                      <p:to x="100000" y="100000"/>
                                    </p:animScale>
                                    <p:animScale>
                                      <p:cBhvr>
                                        <p:cTn id="355" dur="26">
                                          <p:stCondLst>
                                            <p:cond delay="1642"/>
                                          </p:stCondLst>
                                        </p:cTn>
                                        <p:tgtEl>
                                          <p:spTgt spid="41"/>
                                        </p:tgtEl>
                                      </p:cBhvr>
                                      <p:to x="100000" y="90000"/>
                                    </p:animScale>
                                    <p:animScale>
                                      <p:cBhvr>
                                        <p:cTn id="356" dur="166" decel="50000">
                                          <p:stCondLst>
                                            <p:cond delay="1668"/>
                                          </p:stCondLst>
                                        </p:cTn>
                                        <p:tgtEl>
                                          <p:spTgt spid="41"/>
                                        </p:tgtEl>
                                      </p:cBhvr>
                                      <p:to x="100000" y="100000"/>
                                    </p:animScale>
                                    <p:animScale>
                                      <p:cBhvr>
                                        <p:cTn id="357" dur="26">
                                          <p:stCondLst>
                                            <p:cond delay="1808"/>
                                          </p:stCondLst>
                                        </p:cTn>
                                        <p:tgtEl>
                                          <p:spTgt spid="41"/>
                                        </p:tgtEl>
                                      </p:cBhvr>
                                      <p:to x="100000" y="95000"/>
                                    </p:animScale>
                                    <p:animScale>
                                      <p:cBhvr>
                                        <p:cTn id="358" dur="166" decel="50000">
                                          <p:stCondLst>
                                            <p:cond delay="1834"/>
                                          </p:stCondLst>
                                        </p:cTn>
                                        <p:tgtEl>
                                          <p:spTgt spid="41"/>
                                        </p:tgtEl>
                                      </p:cBhvr>
                                      <p:to x="100000" y="100000"/>
                                    </p:animScale>
                                    <p:set>
                                      <p:cBhvr>
                                        <p:cTn id="359" dur="1" fill="hold">
                                          <p:stCondLst>
                                            <p:cond delay="1999"/>
                                          </p:stCondLst>
                                        </p:cTn>
                                        <p:tgtEl>
                                          <p:spTgt spid="41"/>
                                        </p:tgtEl>
                                        <p:attrNameLst>
                                          <p:attrName>style.visibility</p:attrName>
                                        </p:attrNameLst>
                                      </p:cBhvr>
                                      <p:to>
                                        <p:strVal val="hidden"/>
                                      </p:to>
                                    </p:set>
                                  </p:childTnLst>
                                </p:cTn>
                              </p:par>
                              <p:par>
                                <p:cTn id="360" presetID="22" presetClass="exit" presetSubtype="1" fill="hold" nodeType="withEffect">
                                  <p:stCondLst>
                                    <p:cond delay="0"/>
                                  </p:stCondLst>
                                  <p:childTnLst>
                                    <p:animEffect transition="out" filter="wipe(up)">
                                      <p:cBhvr>
                                        <p:cTn id="361" dur="500"/>
                                        <p:tgtEl>
                                          <p:spTgt spid="343"/>
                                        </p:tgtEl>
                                      </p:cBhvr>
                                    </p:animEffect>
                                    <p:set>
                                      <p:cBhvr>
                                        <p:cTn id="362" dur="1" fill="hold">
                                          <p:stCondLst>
                                            <p:cond delay="499"/>
                                          </p:stCondLst>
                                        </p:cTn>
                                        <p:tgtEl>
                                          <p:spTgt spid="343"/>
                                        </p:tgtEl>
                                        <p:attrNameLst>
                                          <p:attrName>style.visibility</p:attrName>
                                        </p:attrNameLst>
                                      </p:cBhvr>
                                      <p:to>
                                        <p:strVal val="hidden"/>
                                      </p:to>
                                    </p:set>
                                  </p:childTnLst>
                                </p:cTn>
                              </p:par>
                              <p:par>
                                <p:cTn id="363" presetID="22" presetClass="exit" presetSubtype="1" fill="hold" nodeType="withEffect">
                                  <p:stCondLst>
                                    <p:cond delay="0"/>
                                  </p:stCondLst>
                                  <p:childTnLst>
                                    <p:animEffect transition="out" filter="wipe(up)">
                                      <p:cBhvr>
                                        <p:cTn id="364" dur="500"/>
                                        <p:tgtEl>
                                          <p:spTgt spid="346"/>
                                        </p:tgtEl>
                                      </p:cBhvr>
                                    </p:animEffect>
                                    <p:set>
                                      <p:cBhvr>
                                        <p:cTn id="365" dur="1" fill="hold">
                                          <p:stCondLst>
                                            <p:cond delay="499"/>
                                          </p:stCondLst>
                                        </p:cTn>
                                        <p:tgtEl>
                                          <p:spTgt spid="346"/>
                                        </p:tgtEl>
                                        <p:attrNameLst>
                                          <p:attrName>style.visibility</p:attrName>
                                        </p:attrNameLst>
                                      </p:cBhvr>
                                      <p:to>
                                        <p:strVal val="hidden"/>
                                      </p:to>
                                    </p:set>
                                  </p:childTnLst>
                                </p:cTn>
                              </p:par>
                            </p:childTnLst>
                          </p:cTn>
                        </p:par>
                        <p:par>
                          <p:cTn id="366" fill="hold">
                            <p:stCondLst>
                              <p:cond delay="3000"/>
                            </p:stCondLst>
                            <p:childTnLst>
                              <p:par>
                                <p:cTn id="367" presetID="63" presetClass="path" presetSubtype="0" accel="50000" decel="50000" fill="hold" grpId="3" nodeType="afterEffect">
                                  <p:stCondLst>
                                    <p:cond delay="0"/>
                                  </p:stCondLst>
                                  <p:childTnLst>
                                    <p:animMotion origin="layout" path="M -0.02787 -0.00093 L 1.66667E-6 1.11111E-6 " pathEditMode="relative" rAng="0" ptsTypes="AA">
                                      <p:cBhvr>
                                        <p:cTn id="368" dur="2000" fill="hold"/>
                                        <p:tgtEl>
                                          <p:spTgt spid="53"/>
                                        </p:tgtEl>
                                        <p:attrNameLst>
                                          <p:attrName>ppt_x</p:attrName>
                                          <p:attrName>ppt_y</p:attrName>
                                        </p:attrNameLst>
                                      </p:cBhvr>
                                      <p:rCtr x="1367" y="-23"/>
                                    </p:animMotion>
                                  </p:childTnLst>
                                </p:cTn>
                              </p:par>
                              <p:par>
                                <p:cTn id="369" presetID="42" presetClass="path" presetSubtype="0" accel="50000" decel="50000" fill="hold" grpId="3" nodeType="withEffect">
                                  <p:stCondLst>
                                    <p:cond delay="1000"/>
                                  </p:stCondLst>
                                  <p:iterate type="lt">
                                    <p:tmPct val="0"/>
                                  </p:iterate>
                                  <p:childTnLst>
                                    <p:animMotion origin="layout" path="M -0.00052 -0.10972 L 4.79167E-6 1.11111E-6 " pathEditMode="relative" rAng="0" ptsTypes="AA">
                                      <p:cBhvr>
                                        <p:cTn id="370" dur="2000" fill="hold"/>
                                        <p:tgtEl>
                                          <p:spTgt spid="52"/>
                                        </p:tgtEl>
                                        <p:attrNameLst>
                                          <p:attrName>ppt_x</p:attrName>
                                          <p:attrName>ppt_y</p:attrName>
                                        </p:attrNameLst>
                                      </p:cBhvr>
                                      <p:rCtr x="39" y="5463"/>
                                    </p:animMotion>
                                  </p:childTnLst>
                                </p:cTn>
                              </p:par>
                            </p:childTnLst>
                          </p:cTn>
                        </p:par>
                        <p:par>
                          <p:cTn id="371" fill="hold">
                            <p:stCondLst>
                              <p:cond delay="6000"/>
                            </p:stCondLst>
                            <p:childTnLst>
                              <p:par>
                                <p:cTn id="372" presetID="10" presetClass="exit" presetSubtype="0" fill="hold" grpId="1" nodeType="afterEffect">
                                  <p:stCondLst>
                                    <p:cond delay="0"/>
                                  </p:stCondLst>
                                  <p:childTnLst>
                                    <p:animEffect transition="out" filter="fade">
                                      <p:cBhvr>
                                        <p:cTn id="373" dur="500"/>
                                        <p:tgtEl>
                                          <p:spTgt spid="449"/>
                                        </p:tgtEl>
                                      </p:cBhvr>
                                    </p:animEffect>
                                    <p:set>
                                      <p:cBhvr>
                                        <p:cTn id="374" dur="1" fill="hold">
                                          <p:stCondLst>
                                            <p:cond delay="499"/>
                                          </p:stCondLst>
                                        </p:cTn>
                                        <p:tgtEl>
                                          <p:spTgt spid="449"/>
                                        </p:tgtEl>
                                        <p:attrNameLst>
                                          <p:attrName>style.visibility</p:attrName>
                                        </p:attrNameLst>
                                      </p:cBhvr>
                                      <p:to>
                                        <p:strVal val="hidden"/>
                                      </p:to>
                                    </p:set>
                                  </p:childTnLst>
                                </p:cTn>
                              </p:par>
                            </p:childTnLst>
                          </p:cTn>
                        </p:par>
                        <p:par>
                          <p:cTn id="375" fill="hold">
                            <p:stCondLst>
                              <p:cond delay="6500"/>
                            </p:stCondLst>
                            <p:childTnLst>
                              <p:par>
                                <p:cTn id="376" presetID="31" presetClass="entr" presetSubtype="0" fill="hold" grpId="2" nodeType="afterEffect">
                                  <p:stCondLst>
                                    <p:cond delay="0"/>
                                  </p:stCondLst>
                                  <p:childTnLst>
                                    <p:set>
                                      <p:cBhvr>
                                        <p:cTn id="377" dur="1" fill="hold">
                                          <p:stCondLst>
                                            <p:cond delay="0"/>
                                          </p:stCondLst>
                                        </p:cTn>
                                        <p:tgtEl>
                                          <p:spTgt spid="439"/>
                                        </p:tgtEl>
                                        <p:attrNameLst>
                                          <p:attrName>style.visibility</p:attrName>
                                        </p:attrNameLst>
                                      </p:cBhvr>
                                      <p:to>
                                        <p:strVal val="visible"/>
                                      </p:to>
                                    </p:set>
                                    <p:anim calcmode="lin" valueType="num">
                                      <p:cBhvr>
                                        <p:cTn id="378" dur="1000" fill="hold"/>
                                        <p:tgtEl>
                                          <p:spTgt spid="439"/>
                                        </p:tgtEl>
                                        <p:attrNameLst>
                                          <p:attrName>ppt_w</p:attrName>
                                        </p:attrNameLst>
                                      </p:cBhvr>
                                      <p:tavLst>
                                        <p:tav tm="0">
                                          <p:val>
                                            <p:fltVal val="0"/>
                                          </p:val>
                                        </p:tav>
                                        <p:tav tm="100000">
                                          <p:val>
                                            <p:strVal val="#ppt_w"/>
                                          </p:val>
                                        </p:tav>
                                      </p:tavLst>
                                    </p:anim>
                                    <p:anim calcmode="lin" valueType="num">
                                      <p:cBhvr>
                                        <p:cTn id="379" dur="1000" fill="hold"/>
                                        <p:tgtEl>
                                          <p:spTgt spid="439"/>
                                        </p:tgtEl>
                                        <p:attrNameLst>
                                          <p:attrName>ppt_h</p:attrName>
                                        </p:attrNameLst>
                                      </p:cBhvr>
                                      <p:tavLst>
                                        <p:tav tm="0">
                                          <p:val>
                                            <p:fltVal val="0"/>
                                          </p:val>
                                        </p:tav>
                                        <p:tav tm="100000">
                                          <p:val>
                                            <p:strVal val="#ppt_h"/>
                                          </p:val>
                                        </p:tav>
                                      </p:tavLst>
                                    </p:anim>
                                    <p:anim calcmode="lin" valueType="num">
                                      <p:cBhvr>
                                        <p:cTn id="380" dur="1000" fill="hold"/>
                                        <p:tgtEl>
                                          <p:spTgt spid="439"/>
                                        </p:tgtEl>
                                        <p:attrNameLst>
                                          <p:attrName>style.rotation</p:attrName>
                                        </p:attrNameLst>
                                      </p:cBhvr>
                                      <p:tavLst>
                                        <p:tav tm="0">
                                          <p:val>
                                            <p:fltVal val="90"/>
                                          </p:val>
                                        </p:tav>
                                        <p:tav tm="100000">
                                          <p:val>
                                            <p:fltVal val="0"/>
                                          </p:val>
                                        </p:tav>
                                      </p:tavLst>
                                    </p:anim>
                                    <p:animEffect transition="in" filter="fade">
                                      <p:cBhvr>
                                        <p:cTn id="381" dur="1000"/>
                                        <p:tgtEl>
                                          <p:spTgt spid="439"/>
                                        </p:tgtEl>
                                      </p:cBhvr>
                                    </p:animEffect>
                                  </p:childTnLst>
                                </p:cTn>
                              </p:par>
                              <p:par>
                                <p:cTn id="382" presetID="3" presetClass="emph" presetSubtype="2" fill="hold" grpId="0" nodeType="withEffect">
                                  <p:stCondLst>
                                    <p:cond delay="0"/>
                                  </p:stCondLst>
                                  <p:childTnLst>
                                    <p:animClr clrSpc="rgb" dir="cw">
                                      <p:cBhvr override="childStyle">
                                        <p:cTn id="383" dur="500" fill="hold"/>
                                        <p:tgtEl>
                                          <p:spTgt spid="42"/>
                                        </p:tgtEl>
                                        <p:attrNameLst>
                                          <p:attrName>style.color</p:attrName>
                                        </p:attrNameLst>
                                      </p:cBhvr>
                                      <p:to>
                                        <a:srgbClr val="538135"/>
                                      </p:to>
                                    </p:animClr>
                                  </p:childTnLst>
                                </p:cTn>
                              </p:par>
                              <p:par>
                                <p:cTn id="384" presetID="35" presetClass="path" presetSubtype="0" accel="50000" decel="50000" fill="hold" grpId="1" nodeType="withEffect">
                                  <p:stCondLst>
                                    <p:cond delay="0"/>
                                  </p:stCondLst>
                                  <p:childTnLst>
                                    <p:animMotion origin="layout" path="M 1.45833E-6 4.81481E-6 L -0.028 0.0007 " pathEditMode="relative" rAng="0" ptsTypes="AA">
                                      <p:cBhvr>
                                        <p:cTn id="385" dur="2000" fill="hold"/>
                                        <p:tgtEl>
                                          <p:spTgt spid="42"/>
                                        </p:tgtEl>
                                        <p:attrNameLst>
                                          <p:attrName>ppt_x</p:attrName>
                                          <p:attrName>ppt_y</p:attrName>
                                        </p:attrNameLst>
                                      </p:cBhvr>
                                      <p:rCtr x="-1419" y="69"/>
                                    </p:animMotion>
                                  </p:childTnLst>
                                </p:cTn>
                              </p:par>
                            </p:childTnLst>
                          </p:cTn>
                        </p:par>
                        <p:par>
                          <p:cTn id="386" fill="hold">
                            <p:stCondLst>
                              <p:cond delay="8500"/>
                            </p:stCondLst>
                            <p:childTnLst>
                              <p:par>
                                <p:cTn id="387" presetID="22" presetClass="exit" presetSubtype="4" fill="hold" nodeType="afterEffect">
                                  <p:stCondLst>
                                    <p:cond delay="0"/>
                                  </p:stCondLst>
                                  <p:childTnLst>
                                    <p:animEffect transition="out" filter="wipe(down)">
                                      <p:cBhvr>
                                        <p:cTn id="388" dur="500"/>
                                        <p:tgtEl>
                                          <p:spTgt spid="34"/>
                                        </p:tgtEl>
                                      </p:cBhvr>
                                    </p:animEffect>
                                    <p:set>
                                      <p:cBhvr>
                                        <p:cTn id="389" dur="1" fill="hold">
                                          <p:stCondLst>
                                            <p:cond delay="499"/>
                                          </p:stCondLst>
                                        </p:cTn>
                                        <p:tgtEl>
                                          <p:spTgt spid="34"/>
                                        </p:tgtEl>
                                        <p:attrNameLst>
                                          <p:attrName>style.visibility</p:attrName>
                                        </p:attrNameLst>
                                      </p:cBhvr>
                                      <p:to>
                                        <p:strVal val="hidden"/>
                                      </p:to>
                                    </p:set>
                                  </p:childTnLst>
                                </p:cTn>
                              </p:par>
                            </p:childTnLst>
                          </p:cTn>
                        </p:par>
                        <p:par>
                          <p:cTn id="390" fill="hold">
                            <p:stCondLst>
                              <p:cond delay="9000"/>
                            </p:stCondLst>
                            <p:childTnLst>
                              <p:par>
                                <p:cTn id="391" presetID="22" presetClass="entr" presetSubtype="1" fill="hold" nodeType="afterEffect">
                                  <p:stCondLst>
                                    <p:cond delay="0"/>
                                  </p:stCondLst>
                                  <p:childTnLst>
                                    <p:set>
                                      <p:cBhvr>
                                        <p:cTn id="392" dur="1" fill="hold">
                                          <p:stCondLst>
                                            <p:cond delay="0"/>
                                          </p:stCondLst>
                                        </p:cTn>
                                        <p:tgtEl>
                                          <p:spTgt spid="416"/>
                                        </p:tgtEl>
                                        <p:attrNameLst>
                                          <p:attrName>style.visibility</p:attrName>
                                        </p:attrNameLst>
                                      </p:cBhvr>
                                      <p:to>
                                        <p:strVal val="visible"/>
                                      </p:to>
                                    </p:set>
                                    <p:animEffect transition="in" filter="wipe(up)">
                                      <p:cBhvr>
                                        <p:cTn id="393" dur="1000"/>
                                        <p:tgtEl>
                                          <p:spTgt spid="416"/>
                                        </p:tgtEl>
                                      </p:cBhvr>
                                    </p:animEffect>
                                  </p:childTnLst>
                                </p:cTn>
                              </p:par>
                            </p:childTnLst>
                          </p:cTn>
                        </p:par>
                        <p:par>
                          <p:cTn id="394" fill="hold">
                            <p:stCondLst>
                              <p:cond delay="10000"/>
                            </p:stCondLst>
                            <p:childTnLst>
                              <p:par>
                                <p:cTn id="395" presetID="10" presetClass="exit" presetSubtype="0" fill="hold" nodeType="afterEffect">
                                  <p:stCondLst>
                                    <p:cond delay="0"/>
                                  </p:stCondLst>
                                  <p:childTnLst>
                                    <p:animEffect transition="out" filter="fade">
                                      <p:cBhvr>
                                        <p:cTn id="396" dur="500"/>
                                        <p:tgtEl>
                                          <p:spTgt spid="25"/>
                                        </p:tgtEl>
                                      </p:cBhvr>
                                    </p:animEffect>
                                    <p:set>
                                      <p:cBhvr>
                                        <p:cTn id="397" dur="1" fill="hold">
                                          <p:stCondLst>
                                            <p:cond delay="499"/>
                                          </p:stCondLst>
                                        </p:cTn>
                                        <p:tgtEl>
                                          <p:spTgt spid="25"/>
                                        </p:tgtEl>
                                        <p:attrNameLst>
                                          <p:attrName>style.visibility</p:attrName>
                                        </p:attrNameLst>
                                      </p:cBhvr>
                                      <p:to>
                                        <p:strVal val="hidden"/>
                                      </p:to>
                                    </p:set>
                                  </p:childTnLst>
                                </p:cTn>
                              </p:par>
                            </p:childTnLst>
                          </p:cTn>
                        </p:par>
                        <p:par>
                          <p:cTn id="398" fill="hold">
                            <p:stCondLst>
                              <p:cond delay="10500"/>
                            </p:stCondLst>
                            <p:childTnLst>
                              <p:par>
                                <p:cTn id="399" presetID="22" presetClass="entr" presetSubtype="1" fill="hold" nodeType="afterEffect">
                                  <p:stCondLst>
                                    <p:cond delay="0"/>
                                  </p:stCondLst>
                                  <p:childTnLst>
                                    <p:set>
                                      <p:cBhvr>
                                        <p:cTn id="400" dur="1" fill="hold">
                                          <p:stCondLst>
                                            <p:cond delay="0"/>
                                          </p:stCondLst>
                                        </p:cTn>
                                        <p:tgtEl>
                                          <p:spTgt spid="417"/>
                                        </p:tgtEl>
                                        <p:attrNameLst>
                                          <p:attrName>style.visibility</p:attrName>
                                        </p:attrNameLst>
                                      </p:cBhvr>
                                      <p:to>
                                        <p:strVal val="visible"/>
                                      </p:to>
                                    </p:set>
                                    <p:animEffect transition="in" filter="wipe(up)">
                                      <p:cBhvr>
                                        <p:cTn id="401" dur="1000"/>
                                        <p:tgtEl>
                                          <p:spTgt spid="417"/>
                                        </p:tgtEl>
                                      </p:cBhvr>
                                    </p:animEffect>
                                  </p:childTnLst>
                                </p:cTn>
                              </p:par>
                            </p:childTnLst>
                          </p:cTn>
                        </p:par>
                        <p:par>
                          <p:cTn id="402" fill="hold">
                            <p:stCondLst>
                              <p:cond delay="11500"/>
                            </p:stCondLst>
                            <p:childTnLst>
                              <p:par>
                                <p:cTn id="403" presetID="10" presetClass="exit" presetSubtype="0" fill="hold" grpId="0" nodeType="afterEffect">
                                  <p:stCondLst>
                                    <p:cond delay="0"/>
                                  </p:stCondLst>
                                  <p:childTnLst>
                                    <p:animEffect transition="out" filter="fade">
                                      <p:cBhvr>
                                        <p:cTn id="404" dur="500"/>
                                        <p:tgtEl>
                                          <p:spTgt spid="440"/>
                                        </p:tgtEl>
                                      </p:cBhvr>
                                    </p:animEffect>
                                    <p:set>
                                      <p:cBhvr>
                                        <p:cTn id="405" dur="1" fill="hold">
                                          <p:stCondLst>
                                            <p:cond delay="499"/>
                                          </p:stCondLst>
                                        </p:cTn>
                                        <p:tgtEl>
                                          <p:spTgt spid="440"/>
                                        </p:tgtEl>
                                        <p:attrNameLst>
                                          <p:attrName>style.visibility</p:attrName>
                                        </p:attrNameLst>
                                      </p:cBhvr>
                                      <p:to>
                                        <p:strVal val="hidden"/>
                                      </p:to>
                                    </p:set>
                                  </p:childTnLst>
                                </p:cTn>
                              </p:par>
                              <p:par>
                                <p:cTn id="406" presetID="31" presetClass="entr" presetSubtype="0" fill="hold" grpId="0" nodeType="withEffect">
                                  <p:stCondLst>
                                    <p:cond delay="0"/>
                                  </p:stCondLst>
                                  <p:childTnLst>
                                    <p:set>
                                      <p:cBhvr>
                                        <p:cTn id="407" dur="1" fill="hold">
                                          <p:stCondLst>
                                            <p:cond delay="0"/>
                                          </p:stCondLst>
                                        </p:cTn>
                                        <p:tgtEl>
                                          <p:spTgt spid="451"/>
                                        </p:tgtEl>
                                        <p:attrNameLst>
                                          <p:attrName>style.visibility</p:attrName>
                                        </p:attrNameLst>
                                      </p:cBhvr>
                                      <p:to>
                                        <p:strVal val="visible"/>
                                      </p:to>
                                    </p:set>
                                    <p:anim calcmode="lin" valueType="num">
                                      <p:cBhvr>
                                        <p:cTn id="408" dur="1000" fill="hold"/>
                                        <p:tgtEl>
                                          <p:spTgt spid="451"/>
                                        </p:tgtEl>
                                        <p:attrNameLst>
                                          <p:attrName>ppt_w</p:attrName>
                                        </p:attrNameLst>
                                      </p:cBhvr>
                                      <p:tavLst>
                                        <p:tav tm="0">
                                          <p:val>
                                            <p:fltVal val="0"/>
                                          </p:val>
                                        </p:tav>
                                        <p:tav tm="100000">
                                          <p:val>
                                            <p:strVal val="#ppt_w"/>
                                          </p:val>
                                        </p:tav>
                                      </p:tavLst>
                                    </p:anim>
                                    <p:anim calcmode="lin" valueType="num">
                                      <p:cBhvr>
                                        <p:cTn id="409" dur="1000" fill="hold"/>
                                        <p:tgtEl>
                                          <p:spTgt spid="451"/>
                                        </p:tgtEl>
                                        <p:attrNameLst>
                                          <p:attrName>ppt_h</p:attrName>
                                        </p:attrNameLst>
                                      </p:cBhvr>
                                      <p:tavLst>
                                        <p:tav tm="0">
                                          <p:val>
                                            <p:fltVal val="0"/>
                                          </p:val>
                                        </p:tav>
                                        <p:tav tm="100000">
                                          <p:val>
                                            <p:strVal val="#ppt_h"/>
                                          </p:val>
                                        </p:tav>
                                      </p:tavLst>
                                    </p:anim>
                                    <p:anim calcmode="lin" valueType="num">
                                      <p:cBhvr>
                                        <p:cTn id="410" dur="1000" fill="hold"/>
                                        <p:tgtEl>
                                          <p:spTgt spid="451"/>
                                        </p:tgtEl>
                                        <p:attrNameLst>
                                          <p:attrName>style.rotation</p:attrName>
                                        </p:attrNameLst>
                                      </p:cBhvr>
                                      <p:tavLst>
                                        <p:tav tm="0">
                                          <p:val>
                                            <p:fltVal val="90"/>
                                          </p:val>
                                        </p:tav>
                                        <p:tav tm="100000">
                                          <p:val>
                                            <p:fltVal val="0"/>
                                          </p:val>
                                        </p:tav>
                                      </p:tavLst>
                                    </p:anim>
                                    <p:animEffect transition="in" filter="fade">
                                      <p:cBhvr>
                                        <p:cTn id="411" dur="1000"/>
                                        <p:tgtEl>
                                          <p:spTgt spid="451"/>
                                        </p:tgtEl>
                                      </p:cBhvr>
                                    </p:animEffect>
                                  </p:childTnLst>
                                </p:cTn>
                              </p:par>
                              <p:par>
                                <p:cTn id="412" presetID="22" presetClass="exit" presetSubtype="4" fill="hold" nodeType="withEffect">
                                  <p:stCondLst>
                                    <p:cond delay="0"/>
                                  </p:stCondLst>
                                  <p:childTnLst>
                                    <p:animEffect transition="out" filter="wipe(down)">
                                      <p:cBhvr>
                                        <p:cTn id="413" dur="500"/>
                                        <p:tgtEl>
                                          <p:spTgt spid="373"/>
                                        </p:tgtEl>
                                      </p:cBhvr>
                                    </p:animEffect>
                                    <p:set>
                                      <p:cBhvr>
                                        <p:cTn id="414" dur="1" fill="hold">
                                          <p:stCondLst>
                                            <p:cond delay="499"/>
                                          </p:stCondLst>
                                        </p:cTn>
                                        <p:tgtEl>
                                          <p:spTgt spid="373"/>
                                        </p:tgtEl>
                                        <p:attrNameLst>
                                          <p:attrName>style.visibility</p:attrName>
                                        </p:attrNameLst>
                                      </p:cBhvr>
                                      <p:to>
                                        <p:strVal val="hidden"/>
                                      </p:to>
                                    </p:set>
                                  </p:childTnLst>
                                </p:cTn>
                              </p:par>
                            </p:childTnLst>
                          </p:cTn>
                        </p:par>
                      </p:childTnLst>
                    </p:cTn>
                  </p:par>
                  <p:par>
                    <p:cTn id="415" fill="hold">
                      <p:stCondLst>
                        <p:cond delay="indefinite"/>
                      </p:stCondLst>
                      <p:childTnLst>
                        <p:par>
                          <p:cTn id="416" fill="hold">
                            <p:stCondLst>
                              <p:cond delay="0"/>
                            </p:stCondLst>
                            <p:childTnLst>
                              <p:par>
                                <p:cTn id="417" presetID="22" presetClass="entr" presetSubtype="1" fill="hold" grpId="0" nodeType="clickEffect">
                                  <p:stCondLst>
                                    <p:cond delay="0"/>
                                  </p:stCondLst>
                                  <p:childTnLst>
                                    <p:set>
                                      <p:cBhvr>
                                        <p:cTn id="418" dur="1" fill="hold">
                                          <p:stCondLst>
                                            <p:cond delay="0"/>
                                          </p:stCondLst>
                                        </p:cTn>
                                        <p:tgtEl>
                                          <p:spTgt spid="371">
                                            <p:txEl>
                                              <p:pRg st="3" end="3"/>
                                            </p:txEl>
                                          </p:spTgt>
                                        </p:tgtEl>
                                        <p:attrNameLst>
                                          <p:attrName>style.visibility</p:attrName>
                                        </p:attrNameLst>
                                      </p:cBhvr>
                                      <p:to>
                                        <p:strVal val="visible"/>
                                      </p:to>
                                    </p:set>
                                    <p:animEffect transition="in" filter="wipe(up)">
                                      <p:cBhvr>
                                        <p:cTn id="419" dur="500"/>
                                        <p:tgtEl>
                                          <p:spTgt spid="371">
                                            <p:txEl>
                                              <p:pRg st="3" end="3"/>
                                            </p:txEl>
                                          </p:spTgt>
                                        </p:tgtEl>
                                      </p:cBhvr>
                                    </p:animEffect>
                                  </p:childTnLst>
                                </p:cTn>
                              </p:par>
                            </p:childTnLst>
                          </p:cTn>
                        </p:par>
                      </p:childTnLst>
                    </p:cTn>
                  </p:par>
                  <p:par>
                    <p:cTn id="420" fill="hold">
                      <p:stCondLst>
                        <p:cond delay="indefinite"/>
                      </p:stCondLst>
                      <p:childTnLst>
                        <p:par>
                          <p:cTn id="421" fill="hold">
                            <p:stCondLst>
                              <p:cond delay="0"/>
                            </p:stCondLst>
                            <p:childTnLst>
                              <p:par>
                                <p:cTn id="422" presetID="22" presetClass="entr" presetSubtype="8" fill="hold" grpId="0" nodeType="clickEffect">
                                  <p:stCondLst>
                                    <p:cond delay="0"/>
                                  </p:stCondLst>
                                  <p:childTnLst>
                                    <p:set>
                                      <p:cBhvr>
                                        <p:cTn id="423" dur="1" fill="hold">
                                          <p:stCondLst>
                                            <p:cond delay="0"/>
                                          </p:stCondLst>
                                        </p:cTn>
                                        <p:tgtEl>
                                          <p:spTgt spid="418"/>
                                        </p:tgtEl>
                                        <p:attrNameLst>
                                          <p:attrName>style.visibility</p:attrName>
                                        </p:attrNameLst>
                                      </p:cBhvr>
                                      <p:to>
                                        <p:strVal val="visible"/>
                                      </p:to>
                                    </p:set>
                                    <p:animEffect transition="in" filter="wipe(left)">
                                      <p:cBhvr>
                                        <p:cTn id="424" dur="500"/>
                                        <p:tgtEl>
                                          <p:spTgt spid="418"/>
                                        </p:tgtEl>
                                      </p:cBhvr>
                                    </p:animEffect>
                                  </p:childTnLst>
                                </p:cTn>
                              </p:par>
                            </p:childTnLst>
                          </p:cTn>
                        </p:par>
                        <p:par>
                          <p:cTn id="425" fill="hold">
                            <p:stCondLst>
                              <p:cond delay="500"/>
                            </p:stCondLst>
                            <p:childTnLst>
                              <p:par>
                                <p:cTn id="426" presetID="31" presetClass="entr" presetSubtype="0" fill="hold" grpId="0" nodeType="afterEffect">
                                  <p:stCondLst>
                                    <p:cond delay="0"/>
                                  </p:stCondLst>
                                  <p:childTnLst>
                                    <p:set>
                                      <p:cBhvr>
                                        <p:cTn id="427" dur="1" fill="hold">
                                          <p:stCondLst>
                                            <p:cond delay="0"/>
                                          </p:stCondLst>
                                        </p:cTn>
                                        <p:tgtEl>
                                          <p:spTgt spid="419"/>
                                        </p:tgtEl>
                                        <p:attrNameLst>
                                          <p:attrName>style.visibility</p:attrName>
                                        </p:attrNameLst>
                                      </p:cBhvr>
                                      <p:to>
                                        <p:strVal val="visible"/>
                                      </p:to>
                                    </p:set>
                                    <p:anim calcmode="lin" valueType="num">
                                      <p:cBhvr>
                                        <p:cTn id="428" dur="1000" fill="hold"/>
                                        <p:tgtEl>
                                          <p:spTgt spid="419"/>
                                        </p:tgtEl>
                                        <p:attrNameLst>
                                          <p:attrName>ppt_w</p:attrName>
                                        </p:attrNameLst>
                                      </p:cBhvr>
                                      <p:tavLst>
                                        <p:tav tm="0">
                                          <p:val>
                                            <p:fltVal val="0"/>
                                          </p:val>
                                        </p:tav>
                                        <p:tav tm="100000">
                                          <p:val>
                                            <p:strVal val="#ppt_w"/>
                                          </p:val>
                                        </p:tav>
                                      </p:tavLst>
                                    </p:anim>
                                    <p:anim calcmode="lin" valueType="num">
                                      <p:cBhvr>
                                        <p:cTn id="429" dur="1000" fill="hold"/>
                                        <p:tgtEl>
                                          <p:spTgt spid="419"/>
                                        </p:tgtEl>
                                        <p:attrNameLst>
                                          <p:attrName>ppt_h</p:attrName>
                                        </p:attrNameLst>
                                      </p:cBhvr>
                                      <p:tavLst>
                                        <p:tav tm="0">
                                          <p:val>
                                            <p:fltVal val="0"/>
                                          </p:val>
                                        </p:tav>
                                        <p:tav tm="100000">
                                          <p:val>
                                            <p:strVal val="#ppt_h"/>
                                          </p:val>
                                        </p:tav>
                                      </p:tavLst>
                                    </p:anim>
                                    <p:anim calcmode="lin" valueType="num">
                                      <p:cBhvr>
                                        <p:cTn id="430" dur="1000" fill="hold"/>
                                        <p:tgtEl>
                                          <p:spTgt spid="419"/>
                                        </p:tgtEl>
                                        <p:attrNameLst>
                                          <p:attrName>style.rotation</p:attrName>
                                        </p:attrNameLst>
                                      </p:cBhvr>
                                      <p:tavLst>
                                        <p:tav tm="0">
                                          <p:val>
                                            <p:fltVal val="90"/>
                                          </p:val>
                                        </p:tav>
                                        <p:tav tm="100000">
                                          <p:val>
                                            <p:fltVal val="0"/>
                                          </p:val>
                                        </p:tav>
                                      </p:tavLst>
                                    </p:anim>
                                    <p:animEffect transition="in" filter="fade">
                                      <p:cBhvr>
                                        <p:cTn id="431" dur="1000"/>
                                        <p:tgtEl>
                                          <p:spTgt spid="419"/>
                                        </p:tgtEl>
                                      </p:cBhvr>
                                    </p:animEffect>
                                  </p:childTnLst>
                                </p:cTn>
                              </p:par>
                            </p:childTnLst>
                          </p:cTn>
                        </p:par>
                        <p:par>
                          <p:cTn id="432" fill="hold">
                            <p:stCondLst>
                              <p:cond delay="1500"/>
                            </p:stCondLst>
                            <p:childTnLst>
                              <p:par>
                                <p:cTn id="433" presetID="22" presetClass="entr" presetSubtype="4" fill="hold" nodeType="afterEffect">
                                  <p:stCondLst>
                                    <p:cond delay="0"/>
                                  </p:stCondLst>
                                  <p:childTnLst>
                                    <p:set>
                                      <p:cBhvr>
                                        <p:cTn id="434" dur="1" fill="hold">
                                          <p:stCondLst>
                                            <p:cond delay="0"/>
                                          </p:stCondLst>
                                        </p:cTn>
                                        <p:tgtEl>
                                          <p:spTgt spid="420"/>
                                        </p:tgtEl>
                                        <p:attrNameLst>
                                          <p:attrName>style.visibility</p:attrName>
                                        </p:attrNameLst>
                                      </p:cBhvr>
                                      <p:to>
                                        <p:strVal val="visible"/>
                                      </p:to>
                                    </p:set>
                                    <p:animEffect transition="in" filter="wipe(down)">
                                      <p:cBhvr>
                                        <p:cTn id="435" dur="500"/>
                                        <p:tgtEl>
                                          <p:spTgt spid="420"/>
                                        </p:tgtEl>
                                      </p:cBhvr>
                                    </p:animEffect>
                                  </p:childTnLst>
                                </p:cTn>
                              </p:par>
                            </p:childTnLst>
                          </p:cTn>
                        </p:par>
                        <p:par>
                          <p:cTn id="436" fill="hold">
                            <p:stCondLst>
                              <p:cond delay="2000"/>
                            </p:stCondLst>
                            <p:childTnLst>
                              <p:par>
                                <p:cTn id="437" presetID="22" presetClass="entr" presetSubtype="1" fill="hold" nodeType="afterEffect">
                                  <p:stCondLst>
                                    <p:cond delay="0"/>
                                  </p:stCondLst>
                                  <p:childTnLst>
                                    <p:set>
                                      <p:cBhvr>
                                        <p:cTn id="438" dur="1" fill="hold">
                                          <p:stCondLst>
                                            <p:cond delay="0"/>
                                          </p:stCondLst>
                                        </p:cTn>
                                        <p:tgtEl>
                                          <p:spTgt spid="423"/>
                                        </p:tgtEl>
                                        <p:attrNameLst>
                                          <p:attrName>style.visibility</p:attrName>
                                        </p:attrNameLst>
                                      </p:cBhvr>
                                      <p:to>
                                        <p:strVal val="visible"/>
                                      </p:to>
                                    </p:set>
                                    <p:animEffect transition="in" filter="wipe(up)">
                                      <p:cBhvr>
                                        <p:cTn id="439" dur="500"/>
                                        <p:tgtEl>
                                          <p:spTgt spid="423"/>
                                        </p:tgtEl>
                                      </p:cBhvr>
                                    </p:animEffect>
                                  </p:childTnLst>
                                </p:cTn>
                              </p:par>
                            </p:childTnLst>
                          </p:cTn>
                        </p:par>
                      </p:childTnLst>
                    </p:cTn>
                  </p:par>
                  <p:par>
                    <p:cTn id="440" fill="hold">
                      <p:stCondLst>
                        <p:cond delay="indefinite"/>
                      </p:stCondLst>
                      <p:childTnLst>
                        <p:par>
                          <p:cTn id="441" fill="hold">
                            <p:stCondLst>
                              <p:cond delay="0"/>
                            </p:stCondLst>
                            <p:childTnLst>
                              <p:par>
                                <p:cTn id="442" presetID="3" presetClass="emph" presetSubtype="2" fill="hold" grpId="0" nodeType="clickEffect">
                                  <p:stCondLst>
                                    <p:cond delay="0"/>
                                  </p:stCondLst>
                                  <p:childTnLst>
                                    <p:animClr clrSpc="rgb" dir="cw">
                                      <p:cBhvr override="childStyle">
                                        <p:cTn id="443" dur="500" fill="hold"/>
                                        <p:tgtEl>
                                          <p:spTgt spid="48"/>
                                        </p:tgtEl>
                                        <p:attrNameLst>
                                          <p:attrName>style.color</p:attrName>
                                        </p:attrNameLst>
                                      </p:cBhvr>
                                      <p:to>
                                        <a:schemeClr val="accent2"/>
                                      </p:to>
                                    </p:animClr>
                                  </p:childTnLst>
                                </p:cTn>
                              </p:par>
                              <p:par>
                                <p:cTn id="444" presetID="8" presetClass="emph" presetSubtype="0" fill="hold" grpId="1" nodeType="withEffect">
                                  <p:stCondLst>
                                    <p:cond delay="0"/>
                                  </p:stCondLst>
                                  <p:childTnLst>
                                    <p:animRot by="21600000">
                                      <p:cBhvr>
                                        <p:cTn id="445" dur="1000" fill="hold"/>
                                        <p:tgtEl>
                                          <p:spTgt spid="48"/>
                                        </p:tgtEl>
                                        <p:attrNameLst>
                                          <p:attrName>r</p:attrName>
                                        </p:attrNameLst>
                                      </p:cBhvr>
                                    </p:animRot>
                                  </p:childTnLst>
                                </p:cTn>
                              </p:par>
                            </p:childTnLst>
                          </p:cTn>
                        </p:par>
                        <p:par>
                          <p:cTn id="446" fill="hold">
                            <p:stCondLst>
                              <p:cond delay="1000"/>
                            </p:stCondLst>
                            <p:childTnLst>
                              <p:par>
                                <p:cTn id="447" presetID="26" presetClass="exit" presetSubtype="0" fill="hold" grpId="2" nodeType="afterEffect">
                                  <p:stCondLst>
                                    <p:cond delay="0"/>
                                  </p:stCondLst>
                                  <p:childTnLst>
                                    <p:animEffect transition="out" filter="wipe(down)">
                                      <p:cBhvr>
                                        <p:cTn id="448" dur="180" accel="50000">
                                          <p:stCondLst>
                                            <p:cond delay="1820"/>
                                          </p:stCondLst>
                                        </p:cTn>
                                        <p:tgtEl>
                                          <p:spTgt spid="48"/>
                                        </p:tgtEl>
                                      </p:cBhvr>
                                    </p:animEffect>
                                    <p:anim calcmode="lin" valueType="num">
                                      <p:cBhvr>
                                        <p:cTn id="449" dur="1822" tmFilter="0,0; 0.14,0.31; 0.43,0.73; 0.71,0.91; 1.0,1.0">
                                          <p:stCondLst>
                                            <p:cond delay="0"/>
                                          </p:stCondLst>
                                        </p:cTn>
                                        <p:tgtEl>
                                          <p:spTgt spid="48"/>
                                        </p:tgtEl>
                                        <p:attrNameLst>
                                          <p:attrName>ppt_x</p:attrName>
                                        </p:attrNameLst>
                                      </p:cBhvr>
                                      <p:tavLst>
                                        <p:tav tm="0">
                                          <p:val>
                                            <p:strVal val="ppt_x"/>
                                          </p:val>
                                        </p:tav>
                                        <p:tav tm="100000">
                                          <p:val>
                                            <p:strVal val="#ppt_x+0.25"/>
                                          </p:val>
                                        </p:tav>
                                      </p:tavLst>
                                    </p:anim>
                                    <p:anim calcmode="lin" valueType="num">
                                      <p:cBhvr>
                                        <p:cTn id="450" dur="178">
                                          <p:stCondLst>
                                            <p:cond delay="1822"/>
                                          </p:stCondLst>
                                        </p:cTn>
                                        <p:tgtEl>
                                          <p:spTgt spid="48"/>
                                        </p:tgtEl>
                                        <p:attrNameLst>
                                          <p:attrName>ppt_x</p:attrName>
                                        </p:attrNameLst>
                                      </p:cBhvr>
                                      <p:tavLst>
                                        <p:tav tm="0">
                                          <p:val>
                                            <p:strVal val="ppt_x"/>
                                          </p:val>
                                        </p:tav>
                                        <p:tav tm="100000">
                                          <p:val>
                                            <p:strVal val="ppt_x"/>
                                          </p:val>
                                        </p:tav>
                                      </p:tavLst>
                                    </p:anim>
                                    <p:anim calcmode="lin" valueType="num">
                                      <p:cBhvr>
                                        <p:cTn id="451" dur="664" tmFilter="0.0,0.0;0.25,0.07;0.50,0.2;0.75,0.467;1.0,1.0">
                                          <p:stCondLst>
                                            <p:cond delay="0"/>
                                          </p:stCondLst>
                                        </p:cTn>
                                        <p:tgtEl>
                                          <p:spTgt spid="4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452" dur="664" tmFilter="0, 0; 0.125,0.2665; 0.25,0.4; 0.375,0.465; 0.5,0.5;  0.625,0.535; 0.75,0.6; 0.875,0.7335; 1,1">
                                          <p:stCondLst>
                                            <p:cond delay="664"/>
                                          </p:stCondLst>
                                        </p:cTn>
                                        <p:tgtEl>
                                          <p:spTgt spid="4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453" dur="332" tmFilter="0, 0; 0.125,0.2665; 0.25,0.4; 0.375,0.465; 0.5,0.5;  0.625,0.535; 0.75,0.6; 0.875,0.7335; 1,1">
                                          <p:stCondLst>
                                            <p:cond delay="1324"/>
                                          </p:stCondLst>
                                        </p:cTn>
                                        <p:tgtEl>
                                          <p:spTgt spid="4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454" dur="164" tmFilter="0, 0; 0.125,0.2665; 0.25,0.4; 0.375,0.465; 0.5,0.5;  0.625,0.535; 0.75,0.6; 0.875,0.7335; 1,1">
                                          <p:stCondLst>
                                            <p:cond delay="1656"/>
                                          </p:stCondLst>
                                        </p:cTn>
                                        <p:tgtEl>
                                          <p:spTgt spid="4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455" dur="180" accel="50000">
                                          <p:stCondLst>
                                            <p:cond delay="1820"/>
                                          </p:stCondLst>
                                        </p:cTn>
                                        <p:tgtEl>
                                          <p:spTgt spid="48"/>
                                        </p:tgtEl>
                                        <p:attrNameLst>
                                          <p:attrName>ppt_y</p:attrName>
                                        </p:attrNameLst>
                                      </p:cBhvr>
                                      <p:tavLst>
                                        <p:tav tm="0">
                                          <p:val>
                                            <p:strVal val="ppt_y"/>
                                          </p:val>
                                        </p:tav>
                                        <p:tav tm="100000">
                                          <p:val>
                                            <p:strVal val="ppt_y+ppt_h"/>
                                          </p:val>
                                        </p:tav>
                                      </p:tavLst>
                                    </p:anim>
                                    <p:animScale>
                                      <p:cBhvr>
                                        <p:cTn id="456" dur="26">
                                          <p:stCondLst>
                                            <p:cond delay="620"/>
                                          </p:stCondLst>
                                        </p:cTn>
                                        <p:tgtEl>
                                          <p:spTgt spid="48"/>
                                        </p:tgtEl>
                                      </p:cBhvr>
                                      <p:to x="100000" y="60000"/>
                                    </p:animScale>
                                    <p:animScale>
                                      <p:cBhvr>
                                        <p:cTn id="457" dur="166" decel="50000">
                                          <p:stCondLst>
                                            <p:cond delay="646"/>
                                          </p:stCondLst>
                                        </p:cTn>
                                        <p:tgtEl>
                                          <p:spTgt spid="48"/>
                                        </p:tgtEl>
                                      </p:cBhvr>
                                      <p:to x="100000" y="100000"/>
                                    </p:animScale>
                                    <p:animScale>
                                      <p:cBhvr>
                                        <p:cTn id="458" dur="26">
                                          <p:stCondLst>
                                            <p:cond delay="1312"/>
                                          </p:stCondLst>
                                        </p:cTn>
                                        <p:tgtEl>
                                          <p:spTgt spid="48"/>
                                        </p:tgtEl>
                                      </p:cBhvr>
                                      <p:to x="100000" y="80000"/>
                                    </p:animScale>
                                    <p:animScale>
                                      <p:cBhvr>
                                        <p:cTn id="459" dur="166" decel="50000">
                                          <p:stCondLst>
                                            <p:cond delay="1338"/>
                                          </p:stCondLst>
                                        </p:cTn>
                                        <p:tgtEl>
                                          <p:spTgt spid="48"/>
                                        </p:tgtEl>
                                      </p:cBhvr>
                                      <p:to x="100000" y="100000"/>
                                    </p:animScale>
                                    <p:animScale>
                                      <p:cBhvr>
                                        <p:cTn id="460" dur="26">
                                          <p:stCondLst>
                                            <p:cond delay="1642"/>
                                          </p:stCondLst>
                                        </p:cTn>
                                        <p:tgtEl>
                                          <p:spTgt spid="48"/>
                                        </p:tgtEl>
                                      </p:cBhvr>
                                      <p:to x="100000" y="90000"/>
                                    </p:animScale>
                                    <p:animScale>
                                      <p:cBhvr>
                                        <p:cTn id="461" dur="166" decel="50000">
                                          <p:stCondLst>
                                            <p:cond delay="1668"/>
                                          </p:stCondLst>
                                        </p:cTn>
                                        <p:tgtEl>
                                          <p:spTgt spid="48"/>
                                        </p:tgtEl>
                                      </p:cBhvr>
                                      <p:to x="100000" y="100000"/>
                                    </p:animScale>
                                    <p:animScale>
                                      <p:cBhvr>
                                        <p:cTn id="462" dur="26">
                                          <p:stCondLst>
                                            <p:cond delay="1808"/>
                                          </p:stCondLst>
                                        </p:cTn>
                                        <p:tgtEl>
                                          <p:spTgt spid="48"/>
                                        </p:tgtEl>
                                      </p:cBhvr>
                                      <p:to x="100000" y="95000"/>
                                    </p:animScale>
                                    <p:animScale>
                                      <p:cBhvr>
                                        <p:cTn id="463" dur="166" decel="50000">
                                          <p:stCondLst>
                                            <p:cond delay="1834"/>
                                          </p:stCondLst>
                                        </p:cTn>
                                        <p:tgtEl>
                                          <p:spTgt spid="48"/>
                                        </p:tgtEl>
                                      </p:cBhvr>
                                      <p:to x="100000" y="100000"/>
                                    </p:animScale>
                                    <p:set>
                                      <p:cBhvr>
                                        <p:cTn id="464" dur="1" fill="hold">
                                          <p:stCondLst>
                                            <p:cond delay="1999"/>
                                          </p:stCondLst>
                                        </p:cTn>
                                        <p:tgtEl>
                                          <p:spTgt spid="48"/>
                                        </p:tgtEl>
                                        <p:attrNameLst>
                                          <p:attrName>style.visibility</p:attrName>
                                        </p:attrNameLst>
                                      </p:cBhvr>
                                      <p:to>
                                        <p:strVal val="hidden"/>
                                      </p:to>
                                    </p:set>
                                  </p:childTnLst>
                                </p:cTn>
                              </p:par>
                              <p:par>
                                <p:cTn id="465" presetID="26" presetClass="exit" presetSubtype="0" fill="hold" nodeType="withEffect">
                                  <p:stCondLst>
                                    <p:cond delay="0"/>
                                  </p:stCondLst>
                                  <p:childTnLst>
                                    <p:animEffect transition="out" filter="wipe(down)">
                                      <p:cBhvr>
                                        <p:cTn id="466" dur="180" accel="50000">
                                          <p:stCondLst>
                                            <p:cond delay="1820"/>
                                          </p:stCondLst>
                                        </p:cTn>
                                        <p:tgtEl>
                                          <p:spTgt spid="210"/>
                                        </p:tgtEl>
                                      </p:cBhvr>
                                    </p:animEffect>
                                    <p:anim calcmode="lin" valueType="num">
                                      <p:cBhvr>
                                        <p:cTn id="467" dur="1822" tmFilter="0,0; 0.14,0.31; 0.43,0.73; 0.71,0.91; 1.0,1.0">
                                          <p:stCondLst>
                                            <p:cond delay="0"/>
                                          </p:stCondLst>
                                        </p:cTn>
                                        <p:tgtEl>
                                          <p:spTgt spid="210"/>
                                        </p:tgtEl>
                                        <p:attrNameLst>
                                          <p:attrName>ppt_x</p:attrName>
                                        </p:attrNameLst>
                                      </p:cBhvr>
                                      <p:tavLst>
                                        <p:tav tm="0">
                                          <p:val>
                                            <p:strVal val="ppt_x"/>
                                          </p:val>
                                        </p:tav>
                                        <p:tav tm="100000">
                                          <p:val>
                                            <p:strVal val="#ppt_x+0.25"/>
                                          </p:val>
                                        </p:tav>
                                      </p:tavLst>
                                    </p:anim>
                                    <p:anim calcmode="lin" valueType="num">
                                      <p:cBhvr>
                                        <p:cTn id="468" dur="178">
                                          <p:stCondLst>
                                            <p:cond delay="1822"/>
                                          </p:stCondLst>
                                        </p:cTn>
                                        <p:tgtEl>
                                          <p:spTgt spid="210"/>
                                        </p:tgtEl>
                                        <p:attrNameLst>
                                          <p:attrName>ppt_x</p:attrName>
                                        </p:attrNameLst>
                                      </p:cBhvr>
                                      <p:tavLst>
                                        <p:tav tm="0">
                                          <p:val>
                                            <p:strVal val="ppt_x"/>
                                          </p:val>
                                        </p:tav>
                                        <p:tav tm="100000">
                                          <p:val>
                                            <p:strVal val="ppt_x"/>
                                          </p:val>
                                        </p:tav>
                                      </p:tavLst>
                                    </p:anim>
                                    <p:anim calcmode="lin" valueType="num">
                                      <p:cBhvr>
                                        <p:cTn id="469" dur="664" tmFilter="0.0,0.0;0.25,0.07;0.50,0.2;0.75,0.467;1.0,1.0">
                                          <p:stCondLst>
                                            <p:cond delay="0"/>
                                          </p:stCondLst>
                                        </p:cTn>
                                        <p:tgtEl>
                                          <p:spTgt spid="210"/>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470" dur="664" tmFilter="0, 0; 0.125,0.2665; 0.25,0.4; 0.375,0.465; 0.5,0.5;  0.625,0.535; 0.75,0.6; 0.875,0.7335; 1,1">
                                          <p:stCondLst>
                                            <p:cond delay="664"/>
                                          </p:stCondLst>
                                        </p:cTn>
                                        <p:tgtEl>
                                          <p:spTgt spid="210"/>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471" dur="332" tmFilter="0, 0; 0.125,0.2665; 0.25,0.4; 0.375,0.465; 0.5,0.5;  0.625,0.535; 0.75,0.6; 0.875,0.7335; 1,1">
                                          <p:stCondLst>
                                            <p:cond delay="1324"/>
                                          </p:stCondLst>
                                        </p:cTn>
                                        <p:tgtEl>
                                          <p:spTgt spid="210"/>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472" dur="164" tmFilter="0, 0; 0.125,0.2665; 0.25,0.4; 0.375,0.465; 0.5,0.5;  0.625,0.535; 0.75,0.6; 0.875,0.7335; 1,1">
                                          <p:stCondLst>
                                            <p:cond delay="1656"/>
                                          </p:stCondLst>
                                        </p:cTn>
                                        <p:tgtEl>
                                          <p:spTgt spid="210"/>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473" dur="180" accel="50000">
                                          <p:stCondLst>
                                            <p:cond delay="1820"/>
                                          </p:stCondLst>
                                        </p:cTn>
                                        <p:tgtEl>
                                          <p:spTgt spid="210"/>
                                        </p:tgtEl>
                                        <p:attrNameLst>
                                          <p:attrName>ppt_y</p:attrName>
                                        </p:attrNameLst>
                                      </p:cBhvr>
                                      <p:tavLst>
                                        <p:tav tm="0">
                                          <p:val>
                                            <p:strVal val="ppt_y"/>
                                          </p:val>
                                        </p:tav>
                                        <p:tav tm="100000">
                                          <p:val>
                                            <p:strVal val="ppt_y+ppt_h"/>
                                          </p:val>
                                        </p:tav>
                                      </p:tavLst>
                                    </p:anim>
                                    <p:animScale>
                                      <p:cBhvr>
                                        <p:cTn id="474" dur="26">
                                          <p:stCondLst>
                                            <p:cond delay="620"/>
                                          </p:stCondLst>
                                        </p:cTn>
                                        <p:tgtEl>
                                          <p:spTgt spid="210"/>
                                        </p:tgtEl>
                                      </p:cBhvr>
                                      <p:to x="100000" y="60000"/>
                                    </p:animScale>
                                    <p:animScale>
                                      <p:cBhvr>
                                        <p:cTn id="475" dur="166" decel="50000">
                                          <p:stCondLst>
                                            <p:cond delay="646"/>
                                          </p:stCondLst>
                                        </p:cTn>
                                        <p:tgtEl>
                                          <p:spTgt spid="210"/>
                                        </p:tgtEl>
                                      </p:cBhvr>
                                      <p:to x="100000" y="100000"/>
                                    </p:animScale>
                                    <p:animScale>
                                      <p:cBhvr>
                                        <p:cTn id="476" dur="26">
                                          <p:stCondLst>
                                            <p:cond delay="1312"/>
                                          </p:stCondLst>
                                        </p:cTn>
                                        <p:tgtEl>
                                          <p:spTgt spid="210"/>
                                        </p:tgtEl>
                                      </p:cBhvr>
                                      <p:to x="100000" y="80000"/>
                                    </p:animScale>
                                    <p:animScale>
                                      <p:cBhvr>
                                        <p:cTn id="477" dur="166" decel="50000">
                                          <p:stCondLst>
                                            <p:cond delay="1338"/>
                                          </p:stCondLst>
                                        </p:cTn>
                                        <p:tgtEl>
                                          <p:spTgt spid="210"/>
                                        </p:tgtEl>
                                      </p:cBhvr>
                                      <p:to x="100000" y="100000"/>
                                    </p:animScale>
                                    <p:animScale>
                                      <p:cBhvr>
                                        <p:cTn id="478" dur="26">
                                          <p:stCondLst>
                                            <p:cond delay="1642"/>
                                          </p:stCondLst>
                                        </p:cTn>
                                        <p:tgtEl>
                                          <p:spTgt spid="210"/>
                                        </p:tgtEl>
                                      </p:cBhvr>
                                      <p:to x="100000" y="90000"/>
                                    </p:animScale>
                                    <p:animScale>
                                      <p:cBhvr>
                                        <p:cTn id="479" dur="166" decel="50000">
                                          <p:stCondLst>
                                            <p:cond delay="1668"/>
                                          </p:stCondLst>
                                        </p:cTn>
                                        <p:tgtEl>
                                          <p:spTgt spid="210"/>
                                        </p:tgtEl>
                                      </p:cBhvr>
                                      <p:to x="100000" y="100000"/>
                                    </p:animScale>
                                    <p:animScale>
                                      <p:cBhvr>
                                        <p:cTn id="480" dur="26">
                                          <p:stCondLst>
                                            <p:cond delay="1808"/>
                                          </p:stCondLst>
                                        </p:cTn>
                                        <p:tgtEl>
                                          <p:spTgt spid="210"/>
                                        </p:tgtEl>
                                      </p:cBhvr>
                                      <p:to x="100000" y="95000"/>
                                    </p:animScale>
                                    <p:animScale>
                                      <p:cBhvr>
                                        <p:cTn id="481" dur="166" decel="50000">
                                          <p:stCondLst>
                                            <p:cond delay="1834"/>
                                          </p:stCondLst>
                                        </p:cTn>
                                        <p:tgtEl>
                                          <p:spTgt spid="210"/>
                                        </p:tgtEl>
                                      </p:cBhvr>
                                      <p:to x="100000" y="100000"/>
                                    </p:animScale>
                                    <p:set>
                                      <p:cBhvr>
                                        <p:cTn id="482" dur="1" fill="hold">
                                          <p:stCondLst>
                                            <p:cond delay="1999"/>
                                          </p:stCondLst>
                                        </p:cTn>
                                        <p:tgtEl>
                                          <p:spTgt spid="210"/>
                                        </p:tgtEl>
                                        <p:attrNameLst>
                                          <p:attrName>style.visibility</p:attrName>
                                        </p:attrNameLst>
                                      </p:cBhvr>
                                      <p:to>
                                        <p:strVal val="hidden"/>
                                      </p:to>
                                    </p:set>
                                  </p:childTnLst>
                                </p:cTn>
                              </p:par>
                              <p:par>
                                <p:cTn id="483" presetID="10" presetClass="exit" presetSubtype="0" fill="hold" grpId="0" nodeType="withEffect">
                                  <p:stCondLst>
                                    <p:cond delay="0"/>
                                  </p:stCondLst>
                                  <p:childTnLst>
                                    <p:animEffect transition="out" filter="fade">
                                      <p:cBhvr>
                                        <p:cTn id="484" dur="500"/>
                                        <p:tgtEl>
                                          <p:spTgt spid="444"/>
                                        </p:tgtEl>
                                      </p:cBhvr>
                                    </p:animEffect>
                                    <p:set>
                                      <p:cBhvr>
                                        <p:cTn id="485" dur="1" fill="hold">
                                          <p:stCondLst>
                                            <p:cond delay="499"/>
                                          </p:stCondLst>
                                        </p:cTn>
                                        <p:tgtEl>
                                          <p:spTgt spid="444"/>
                                        </p:tgtEl>
                                        <p:attrNameLst>
                                          <p:attrName>style.visibility</p:attrName>
                                        </p:attrNameLst>
                                      </p:cBhvr>
                                      <p:to>
                                        <p:strVal val="hidden"/>
                                      </p:to>
                                    </p:set>
                                  </p:childTnLst>
                                </p:cTn>
                              </p:par>
                              <p:par>
                                <p:cTn id="486" presetID="22" presetClass="exit" presetSubtype="4" fill="hold" nodeType="withEffect">
                                  <p:stCondLst>
                                    <p:cond delay="0"/>
                                  </p:stCondLst>
                                  <p:childTnLst>
                                    <p:animEffect transition="out" filter="wipe(down)">
                                      <p:cBhvr>
                                        <p:cTn id="487" dur="500"/>
                                        <p:tgtEl>
                                          <p:spTgt spid="32"/>
                                        </p:tgtEl>
                                      </p:cBhvr>
                                    </p:animEffect>
                                    <p:set>
                                      <p:cBhvr>
                                        <p:cTn id="488" dur="1" fill="hold">
                                          <p:stCondLst>
                                            <p:cond delay="499"/>
                                          </p:stCondLst>
                                        </p:cTn>
                                        <p:tgtEl>
                                          <p:spTgt spid="32"/>
                                        </p:tgtEl>
                                        <p:attrNameLst>
                                          <p:attrName>style.visibility</p:attrName>
                                        </p:attrNameLst>
                                      </p:cBhvr>
                                      <p:to>
                                        <p:strVal val="hidden"/>
                                      </p:to>
                                    </p:set>
                                  </p:childTnLst>
                                </p:cTn>
                              </p:par>
                            </p:childTnLst>
                          </p:cTn>
                        </p:par>
                        <p:par>
                          <p:cTn id="489" fill="hold">
                            <p:stCondLst>
                              <p:cond delay="3000"/>
                            </p:stCondLst>
                            <p:childTnLst>
                              <p:par>
                                <p:cTn id="490" presetID="22" presetClass="exit" presetSubtype="1" fill="hold" nodeType="afterEffect">
                                  <p:stCondLst>
                                    <p:cond delay="0"/>
                                  </p:stCondLst>
                                  <p:childTnLst>
                                    <p:animEffect transition="out" filter="wipe(up)">
                                      <p:cBhvr>
                                        <p:cTn id="491" dur="500"/>
                                        <p:tgtEl>
                                          <p:spTgt spid="420"/>
                                        </p:tgtEl>
                                      </p:cBhvr>
                                    </p:animEffect>
                                    <p:set>
                                      <p:cBhvr>
                                        <p:cTn id="492" dur="1" fill="hold">
                                          <p:stCondLst>
                                            <p:cond delay="499"/>
                                          </p:stCondLst>
                                        </p:cTn>
                                        <p:tgtEl>
                                          <p:spTgt spid="420"/>
                                        </p:tgtEl>
                                        <p:attrNameLst>
                                          <p:attrName>style.visibility</p:attrName>
                                        </p:attrNameLst>
                                      </p:cBhvr>
                                      <p:to>
                                        <p:strVal val="hidden"/>
                                      </p:to>
                                    </p:set>
                                  </p:childTnLst>
                                </p:cTn>
                              </p:par>
                              <p:par>
                                <p:cTn id="493" presetID="22" presetClass="exit" presetSubtype="1" fill="hold" nodeType="withEffect">
                                  <p:stCondLst>
                                    <p:cond delay="0"/>
                                  </p:stCondLst>
                                  <p:childTnLst>
                                    <p:animEffect transition="out" filter="wipe(up)">
                                      <p:cBhvr>
                                        <p:cTn id="494" dur="500"/>
                                        <p:tgtEl>
                                          <p:spTgt spid="423"/>
                                        </p:tgtEl>
                                      </p:cBhvr>
                                    </p:animEffect>
                                    <p:set>
                                      <p:cBhvr>
                                        <p:cTn id="495" dur="1" fill="hold">
                                          <p:stCondLst>
                                            <p:cond delay="499"/>
                                          </p:stCondLst>
                                        </p:cTn>
                                        <p:tgtEl>
                                          <p:spTgt spid="423"/>
                                        </p:tgtEl>
                                        <p:attrNameLst>
                                          <p:attrName>style.visibility</p:attrName>
                                        </p:attrNameLst>
                                      </p:cBhvr>
                                      <p:to>
                                        <p:strVal val="hidden"/>
                                      </p:to>
                                    </p:set>
                                  </p:childTnLst>
                                </p:cTn>
                              </p:par>
                            </p:childTnLst>
                          </p:cTn>
                        </p:par>
                        <p:par>
                          <p:cTn id="496" fill="hold">
                            <p:stCondLst>
                              <p:cond delay="3500"/>
                            </p:stCondLst>
                            <p:childTnLst>
                              <p:par>
                                <p:cTn id="497" presetID="3" presetClass="emph" presetSubtype="2" fill="hold" grpId="0" nodeType="afterEffect">
                                  <p:stCondLst>
                                    <p:cond delay="0"/>
                                  </p:stCondLst>
                                  <p:childTnLst>
                                    <p:animClr clrSpc="rgb" dir="cw">
                                      <p:cBhvr override="childStyle">
                                        <p:cTn id="498" dur="500" fill="hold"/>
                                        <p:tgtEl>
                                          <p:spTgt spid="39"/>
                                        </p:tgtEl>
                                        <p:attrNameLst>
                                          <p:attrName>style.color</p:attrName>
                                        </p:attrNameLst>
                                      </p:cBhvr>
                                      <p:to>
                                        <a:srgbClr val="00B0F0"/>
                                      </p:to>
                                    </p:animClr>
                                  </p:childTnLst>
                                </p:cTn>
                              </p:par>
                              <p:par>
                                <p:cTn id="499" presetID="42" presetClass="path" presetSubtype="0" accel="50000" decel="50000" fill="hold" grpId="1" nodeType="withEffect">
                                  <p:stCondLst>
                                    <p:cond delay="0"/>
                                  </p:stCondLst>
                                  <p:childTnLst>
                                    <p:animMotion origin="layout" path="M 3.125E-6 -4.07407E-6 L -0.02735 0.11019 " pathEditMode="relative" rAng="0" ptsTypes="AA">
                                      <p:cBhvr>
                                        <p:cTn id="500" dur="2000" fill="hold"/>
                                        <p:tgtEl>
                                          <p:spTgt spid="39"/>
                                        </p:tgtEl>
                                        <p:attrNameLst>
                                          <p:attrName>ppt_x</p:attrName>
                                          <p:attrName>ppt_y</p:attrName>
                                        </p:attrNameLst>
                                      </p:cBhvr>
                                      <p:rCtr x="-1367" y="5509"/>
                                    </p:animMotion>
                                  </p:childTnLst>
                                </p:cTn>
                              </p:par>
                            </p:childTnLst>
                          </p:cTn>
                        </p:par>
                        <p:par>
                          <p:cTn id="501" fill="hold">
                            <p:stCondLst>
                              <p:cond delay="5500"/>
                            </p:stCondLst>
                            <p:childTnLst>
                              <p:par>
                                <p:cTn id="502" presetID="10" presetClass="exit" presetSubtype="0" fill="hold" grpId="1" nodeType="afterEffect">
                                  <p:stCondLst>
                                    <p:cond delay="0"/>
                                  </p:stCondLst>
                                  <p:childTnLst>
                                    <p:animEffect transition="out" filter="fade">
                                      <p:cBhvr>
                                        <p:cTn id="503" dur="500"/>
                                        <p:tgtEl>
                                          <p:spTgt spid="455"/>
                                        </p:tgtEl>
                                      </p:cBhvr>
                                    </p:animEffect>
                                    <p:set>
                                      <p:cBhvr>
                                        <p:cTn id="504" dur="1" fill="hold">
                                          <p:stCondLst>
                                            <p:cond delay="499"/>
                                          </p:stCondLst>
                                        </p:cTn>
                                        <p:tgtEl>
                                          <p:spTgt spid="455"/>
                                        </p:tgtEl>
                                        <p:attrNameLst>
                                          <p:attrName>style.visibility</p:attrName>
                                        </p:attrNameLst>
                                      </p:cBhvr>
                                      <p:to>
                                        <p:strVal val="hidden"/>
                                      </p:to>
                                    </p:set>
                                  </p:childTnLst>
                                </p:cTn>
                              </p:par>
                            </p:childTnLst>
                          </p:cTn>
                        </p:par>
                        <p:par>
                          <p:cTn id="505" fill="hold">
                            <p:stCondLst>
                              <p:cond delay="6000"/>
                            </p:stCondLst>
                            <p:childTnLst>
                              <p:par>
                                <p:cTn id="506" presetID="31" presetClass="entr" presetSubtype="0" fill="hold" grpId="1" nodeType="afterEffect">
                                  <p:stCondLst>
                                    <p:cond delay="0"/>
                                  </p:stCondLst>
                                  <p:childTnLst>
                                    <p:set>
                                      <p:cBhvr>
                                        <p:cTn id="507" dur="1" fill="hold">
                                          <p:stCondLst>
                                            <p:cond delay="0"/>
                                          </p:stCondLst>
                                        </p:cTn>
                                        <p:tgtEl>
                                          <p:spTgt spid="438"/>
                                        </p:tgtEl>
                                        <p:attrNameLst>
                                          <p:attrName>style.visibility</p:attrName>
                                        </p:attrNameLst>
                                      </p:cBhvr>
                                      <p:to>
                                        <p:strVal val="visible"/>
                                      </p:to>
                                    </p:set>
                                    <p:anim calcmode="lin" valueType="num">
                                      <p:cBhvr>
                                        <p:cTn id="508" dur="1000" fill="hold"/>
                                        <p:tgtEl>
                                          <p:spTgt spid="438"/>
                                        </p:tgtEl>
                                        <p:attrNameLst>
                                          <p:attrName>ppt_w</p:attrName>
                                        </p:attrNameLst>
                                      </p:cBhvr>
                                      <p:tavLst>
                                        <p:tav tm="0">
                                          <p:val>
                                            <p:fltVal val="0"/>
                                          </p:val>
                                        </p:tav>
                                        <p:tav tm="100000">
                                          <p:val>
                                            <p:strVal val="#ppt_w"/>
                                          </p:val>
                                        </p:tav>
                                      </p:tavLst>
                                    </p:anim>
                                    <p:anim calcmode="lin" valueType="num">
                                      <p:cBhvr>
                                        <p:cTn id="509" dur="1000" fill="hold"/>
                                        <p:tgtEl>
                                          <p:spTgt spid="438"/>
                                        </p:tgtEl>
                                        <p:attrNameLst>
                                          <p:attrName>ppt_h</p:attrName>
                                        </p:attrNameLst>
                                      </p:cBhvr>
                                      <p:tavLst>
                                        <p:tav tm="0">
                                          <p:val>
                                            <p:fltVal val="0"/>
                                          </p:val>
                                        </p:tav>
                                        <p:tav tm="100000">
                                          <p:val>
                                            <p:strVal val="#ppt_h"/>
                                          </p:val>
                                        </p:tav>
                                      </p:tavLst>
                                    </p:anim>
                                    <p:anim calcmode="lin" valueType="num">
                                      <p:cBhvr>
                                        <p:cTn id="510" dur="1000" fill="hold"/>
                                        <p:tgtEl>
                                          <p:spTgt spid="438"/>
                                        </p:tgtEl>
                                        <p:attrNameLst>
                                          <p:attrName>style.rotation</p:attrName>
                                        </p:attrNameLst>
                                      </p:cBhvr>
                                      <p:tavLst>
                                        <p:tav tm="0">
                                          <p:val>
                                            <p:fltVal val="90"/>
                                          </p:val>
                                        </p:tav>
                                        <p:tav tm="100000">
                                          <p:val>
                                            <p:fltVal val="0"/>
                                          </p:val>
                                        </p:tav>
                                      </p:tavLst>
                                    </p:anim>
                                    <p:animEffect transition="in" filter="fade">
                                      <p:cBhvr>
                                        <p:cTn id="511" dur="1000"/>
                                        <p:tgtEl>
                                          <p:spTgt spid="438"/>
                                        </p:tgtEl>
                                      </p:cBhvr>
                                    </p:animEffect>
                                  </p:childTnLst>
                                </p:cTn>
                              </p:par>
                            </p:childTnLst>
                          </p:cTn>
                        </p:par>
                        <p:par>
                          <p:cTn id="512" fill="hold">
                            <p:stCondLst>
                              <p:cond delay="7000"/>
                            </p:stCondLst>
                            <p:childTnLst>
                              <p:par>
                                <p:cTn id="513" presetID="63" presetClass="path" presetSubtype="0" accel="50000" decel="50000" fill="hold" grpId="2" nodeType="afterEffect">
                                  <p:stCondLst>
                                    <p:cond delay="0"/>
                                  </p:stCondLst>
                                  <p:childTnLst>
                                    <p:animMotion origin="layout" path="M -0.028 0.00069 L 1.45833E-6 -7.40741E-7 " pathEditMode="relative" rAng="0" ptsTypes="AA">
                                      <p:cBhvr>
                                        <p:cTn id="514" dur="2000" fill="hold"/>
                                        <p:tgtEl>
                                          <p:spTgt spid="42"/>
                                        </p:tgtEl>
                                        <p:attrNameLst>
                                          <p:attrName>ppt_x</p:attrName>
                                          <p:attrName>ppt_y</p:attrName>
                                        </p:attrNameLst>
                                      </p:cBhvr>
                                      <p:rCtr x="1393" y="-69"/>
                                    </p:animMotion>
                                  </p:childTnLst>
                                </p:cTn>
                              </p:par>
                            </p:childTnLst>
                          </p:cTn>
                        </p:par>
                        <p:par>
                          <p:cTn id="515" fill="hold">
                            <p:stCondLst>
                              <p:cond delay="9000"/>
                            </p:stCondLst>
                            <p:childTnLst>
                              <p:par>
                                <p:cTn id="516" presetID="22" presetClass="exit" presetSubtype="4" fill="hold" nodeType="afterEffect">
                                  <p:stCondLst>
                                    <p:cond delay="0"/>
                                  </p:stCondLst>
                                  <p:childTnLst>
                                    <p:animEffect transition="out" filter="wipe(down)">
                                      <p:cBhvr>
                                        <p:cTn id="517" dur="500"/>
                                        <p:tgtEl>
                                          <p:spTgt spid="417"/>
                                        </p:tgtEl>
                                      </p:cBhvr>
                                    </p:animEffect>
                                    <p:set>
                                      <p:cBhvr>
                                        <p:cTn id="518" dur="1" fill="hold">
                                          <p:stCondLst>
                                            <p:cond delay="499"/>
                                          </p:stCondLst>
                                        </p:cTn>
                                        <p:tgtEl>
                                          <p:spTgt spid="417"/>
                                        </p:tgtEl>
                                        <p:attrNameLst>
                                          <p:attrName>style.visibility</p:attrName>
                                        </p:attrNameLst>
                                      </p:cBhvr>
                                      <p:to>
                                        <p:strVal val="hidden"/>
                                      </p:to>
                                    </p:set>
                                  </p:childTnLst>
                                </p:cTn>
                              </p:par>
                            </p:childTnLst>
                          </p:cTn>
                        </p:par>
                        <p:par>
                          <p:cTn id="519" fill="hold">
                            <p:stCondLst>
                              <p:cond delay="9500"/>
                            </p:stCondLst>
                            <p:childTnLst>
                              <p:par>
                                <p:cTn id="520" presetID="22" presetClass="entr" presetSubtype="1" fill="hold" nodeType="afterEffect">
                                  <p:stCondLst>
                                    <p:cond delay="0"/>
                                  </p:stCondLst>
                                  <p:childTnLst>
                                    <p:set>
                                      <p:cBhvr>
                                        <p:cTn id="521" dur="1" fill="hold">
                                          <p:stCondLst>
                                            <p:cond delay="0"/>
                                          </p:stCondLst>
                                        </p:cTn>
                                        <p:tgtEl>
                                          <p:spTgt spid="25"/>
                                        </p:tgtEl>
                                        <p:attrNameLst>
                                          <p:attrName>style.visibility</p:attrName>
                                        </p:attrNameLst>
                                      </p:cBhvr>
                                      <p:to>
                                        <p:strVal val="visible"/>
                                      </p:to>
                                    </p:set>
                                    <p:animEffect transition="in" filter="wipe(up)">
                                      <p:cBhvr>
                                        <p:cTn id="522" dur="500"/>
                                        <p:tgtEl>
                                          <p:spTgt spid="25"/>
                                        </p:tgtEl>
                                      </p:cBhvr>
                                    </p:animEffect>
                                  </p:childTnLst>
                                </p:cTn>
                              </p:par>
                              <p:par>
                                <p:cTn id="523" presetID="63" presetClass="path" presetSubtype="0" accel="50000" decel="50000" fill="hold" grpId="3" nodeType="withEffect">
                                  <p:stCondLst>
                                    <p:cond delay="0"/>
                                  </p:stCondLst>
                                  <p:iterate type="lt">
                                    <p:tmPct val="0"/>
                                  </p:iterate>
                                  <p:childTnLst>
                                    <p:animMotion origin="layout" path="M -0.03386 -0.21296 L 0.11666 -0.1081 " pathEditMode="relative" rAng="0" ptsTypes="AA">
                                      <p:cBhvr>
                                        <p:cTn id="524" dur="2000" fill="hold"/>
                                        <p:tgtEl>
                                          <p:spTgt spid="386"/>
                                        </p:tgtEl>
                                        <p:attrNameLst>
                                          <p:attrName>ppt_x</p:attrName>
                                          <p:attrName>ppt_y</p:attrName>
                                        </p:attrNameLst>
                                      </p:cBhvr>
                                      <p:rCtr x="7552" y="5301"/>
                                    </p:animMotion>
                                  </p:childTnLst>
                                </p:cTn>
                              </p:par>
                            </p:childTnLst>
                          </p:cTn>
                        </p:par>
                        <p:par>
                          <p:cTn id="525" fill="hold">
                            <p:stCondLst>
                              <p:cond delay="11500"/>
                            </p:stCondLst>
                            <p:childTnLst>
                              <p:par>
                                <p:cTn id="526" presetID="22" presetClass="exit" presetSubtype="4" fill="hold" nodeType="afterEffect">
                                  <p:stCondLst>
                                    <p:cond delay="0"/>
                                  </p:stCondLst>
                                  <p:childTnLst>
                                    <p:animEffect transition="out" filter="wipe(down)">
                                      <p:cBhvr>
                                        <p:cTn id="527" dur="500"/>
                                        <p:tgtEl>
                                          <p:spTgt spid="416"/>
                                        </p:tgtEl>
                                      </p:cBhvr>
                                    </p:animEffect>
                                    <p:set>
                                      <p:cBhvr>
                                        <p:cTn id="528" dur="1" fill="hold">
                                          <p:stCondLst>
                                            <p:cond delay="499"/>
                                          </p:stCondLst>
                                        </p:cTn>
                                        <p:tgtEl>
                                          <p:spTgt spid="416"/>
                                        </p:tgtEl>
                                        <p:attrNameLst>
                                          <p:attrName>style.visibility</p:attrName>
                                        </p:attrNameLst>
                                      </p:cBhvr>
                                      <p:to>
                                        <p:strVal val="hidden"/>
                                      </p:to>
                                    </p:set>
                                  </p:childTnLst>
                                </p:cTn>
                              </p:par>
                            </p:childTnLst>
                          </p:cTn>
                        </p:par>
                        <p:par>
                          <p:cTn id="529" fill="hold">
                            <p:stCondLst>
                              <p:cond delay="12000"/>
                            </p:stCondLst>
                            <p:childTnLst>
                              <p:par>
                                <p:cTn id="530" presetID="22" presetClass="entr" presetSubtype="1" fill="hold" nodeType="afterEffect">
                                  <p:stCondLst>
                                    <p:cond delay="0"/>
                                  </p:stCondLst>
                                  <p:childTnLst>
                                    <p:set>
                                      <p:cBhvr>
                                        <p:cTn id="531" dur="1" fill="hold">
                                          <p:stCondLst>
                                            <p:cond delay="0"/>
                                          </p:stCondLst>
                                        </p:cTn>
                                        <p:tgtEl>
                                          <p:spTgt spid="34"/>
                                        </p:tgtEl>
                                        <p:attrNameLst>
                                          <p:attrName>style.visibility</p:attrName>
                                        </p:attrNameLst>
                                      </p:cBhvr>
                                      <p:to>
                                        <p:strVal val="visible"/>
                                      </p:to>
                                    </p:set>
                                    <p:animEffect transition="in" filter="wipe(up)">
                                      <p:cBhvr>
                                        <p:cTn id="532" dur="500"/>
                                        <p:tgtEl>
                                          <p:spTgt spid="34"/>
                                        </p:tgtEl>
                                      </p:cBhvr>
                                    </p:animEffect>
                                  </p:childTnLst>
                                </p:cTn>
                              </p:par>
                            </p:childTnLst>
                          </p:cTn>
                        </p:par>
                        <p:par>
                          <p:cTn id="533" fill="hold">
                            <p:stCondLst>
                              <p:cond delay="12500"/>
                            </p:stCondLst>
                            <p:childTnLst>
                              <p:par>
                                <p:cTn id="534" presetID="22" presetClass="entr" presetSubtype="2" fill="hold" nodeType="afterEffect">
                                  <p:stCondLst>
                                    <p:cond delay="0"/>
                                  </p:stCondLst>
                                  <p:childTnLst>
                                    <p:set>
                                      <p:cBhvr>
                                        <p:cTn id="535" dur="1" fill="hold">
                                          <p:stCondLst>
                                            <p:cond delay="0"/>
                                          </p:stCondLst>
                                        </p:cTn>
                                        <p:tgtEl>
                                          <p:spTgt spid="426"/>
                                        </p:tgtEl>
                                        <p:attrNameLst>
                                          <p:attrName>style.visibility</p:attrName>
                                        </p:attrNameLst>
                                      </p:cBhvr>
                                      <p:to>
                                        <p:strVal val="visible"/>
                                      </p:to>
                                    </p:set>
                                    <p:animEffect transition="in" filter="wipe(right)">
                                      <p:cBhvr>
                                        <p:cTn id="536" dur="500"/>
                                        <p:tgtEl>
                                          <p:spTgt spid="426"/>
                                        </p:tgtEl>
                                      </p:cBhvr>
                                    </p:animEffect>
                                  </p:childTnLst>
                                </p:cTn>
                              </p:par>
                            </p:childTnLst>
                          </p:cTn>
                        </p:par>
                        <p:par>
                          <p:cTn id="537" fill="hold">
                            <p:stCondLst>
                              <p:cond delay="13000"/>
                            </p:stCondLst>
                            <p:childTnLst>
                              <p:par>
                                <p:cTn id="538" presetID="10" presetClass="exit" presetSubtype="0" fill="hold" grpId="0" nodeType="afterEffect">
                                  <p:stCondLst>
                                    <p:cond delay="0"/>
                                  </p:stCondLst>
                                  <p:childTnLst>
                                    <p:animEffect transition="out" filter="fade">
                                      <p:cBhvr>
                                        <p:cTn id="539" dur="500"/>
                                        <p:tgtEl>
                                          <p:spTgt spid="441"/>
                                        </p:tgtEl>
                                      </p:cBhvr>
                                    </p:animEffect>
                                    <p:set>
                                      <p:cBhvr>
                                        <p:cTn id="540" dur="1" fill="hold">
                                          <p:stCondLst>
                                            <p:cond delay="499"/>
                                          </p:stCondLst>
                                        </p:cTn>
                                        <p:tgtEl>
                                          <p:spTgt spid="441"/>
                                        </p:tgtEl>
                                        <p:attrNameLst>
                                          <p:attrName>style.visibility</p:attrName>
                                        </p:attrNameLst>
                                      </p:cBhvr>
                                      <p:to>
                                        <p:strVal val="hidden"/>
                                      </p:to>
                                    </p:set>
                                  </p:childTnLst>
                                </p:cTn>
                              </p:par>
                              <p:par>
                                <p:cTn id="541" presetID="22" presetClass="exit" presetSubtype="4" fill="hold" nodeType="withEffect">
                                  <p:stCondLst>
                                    <p:cond delay="0"/>
                                  </p:stCondLst>
                                  <p:childTnLst>
                                    <p:animEffect transition="out" filter="wipe(down)">
                                      <p:cBhvr>
                                        <p:cTn id="542" dur="500"/>
                                        <p:tgtEl>
                                          <p:spTgt spid="20"/>
                                        </p:tgtEl>
                                      </p:cBhvr>
                                    </p:animEffect>
                                    <p:set>
                                      <p:cBhvr>
                                        <p:cTn id="543" dur="1" fill="hold">
                                          <p:stCondLst>
                                            <p:cond delay="499"/>
                                          </p:stCondLst>
                                        </p:cTn>
                                        <p:tgtEl>
                                          <p:spTgt spid="20"/>
                                        </p:tgtEl>
                                        <p:attrNameLst>
                                          <p:attrName>style.visibility</p:attrName>
                                        </p:attrNameLst>
                                      </p:cBhvr>
                                      <p:to>
                                        <p:strVal val="hidden"/>
                                      </p:to>
                                    </p:set>
                                  </p:childTnLst>
                                </p:cTn>
                              </p:par>
                              <p:par>
                                <p:cTn id="544" presetID="26" presetClass="exit" presetSubtype="0" fill="hold" nodeType="withEffect">
                                  <p:stCondLst>
                                    <p:cond delay="0"/>
                                  </p:stCondLst>
                                  <p:childTnLst>
                                    <p:animEffect transition="out" filter="wipe(down)">
                                      <p:cBhvr>
                                        <p:cTn id="545" dur="180" accel="50000">
                                          <p:stCondLst>
                                            <p:cond delay="1820"/>
                                          </p:stCondLst>
                                        </p:cTn>
                                        <p:tgtEl>
                                          <p:spTgt spid="308"/>
                                        </p:tgtEl>
                                      </p:cBhvr>
                                    </p:animEffect>
                                    <p:anim calcmode="lin" valueType="num">
                                      <p:cBhvr>
                                        <p:cTn id="546" dur="1822" tmFilter="0,0; 0.14,0.31; 0.43,0.73; 0.71,0.91; 1.0,1.0">
                                          <p:stCondLst>
                                            <p:cond delay="0"/>
                                          </p:stCondLst>
                                        </p:cTn>
                                        <p:tgtEl>
                                          <p:spTgt spid="308"/>
                                        </p:tgtEl>
                                        <p:attrNameLst>
                                          <p:attrName>ppt_x</p:attrName>
                                        </p:attrNameLst>
                                      </p:cBhvr>
                                      <p:tavLst>
                                        <p:tav tm="0">
                                          <p:val>
                                            <p:strVal val="ppt_x"/>
                                          </p:val>
                                        </p:tav>
                                        <p:tav tm="100000">
                                          <p:val>
                                            <p:strVal val="#ppt_x+0.25"/>
                                          </p:val>
                                        </p:tav>
                                      </p:tavLst>
                                    </p:anim>
                                    <p:anim calcmode="lin" valueType="num">
                                      <p:cBhvr>
                                        <p:cTn id="547" dur="178">
                                          <p:stCondLst>
                                            <p:cond delay="1822"/>
                                          </p:stCondLst>
                                        </p:cTn>
                                        <p:tgtEl>
                                          <p:spTgt spid="308"/>
                                        </p:tgtEl>
                                        <p:attrNameLst>
                                          <p:attrName>ppt_x</p:attrName>
                                        </p:attrNameLst>
                                      </p:cBhvr>
                                      <p:tavLst>
                                        <p:tav tm="0">
                                          <p:val>
                                            <p:strVal val="ppt_x"/>
                                          </p:val>
                                        </p:tav>
                                        <p:tav tm="100000">
                                          <p:val>
                                            <p:strVal val="ppt_x"/>
                                          </p:val>
                                        </p:tav>
                                      </p:tavLst>
                                    </p:anim>
                                    <p:anim calcmode="lin" valueType="num">
                                      <p:cBhvr>
                                        <p:cTn id="548" dur="664" tmFilter="0.0,0.0;0.25,0.07;0.50,0.2;0.75,0.467;1.0,1.0">
                                          <p:stCondLst>
                                            <p:cond delay="0"/>
                                          </p:stCondLst>
                                        </p:cTn>
                                        <p:tgtEl>
                                          <p:spTgt spid="30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49" dur="664" tmFilter="0, 0; 0.125,0.2665; 0.25,0.4; 0.375,0.465; 0.5,0.5;  0.625,0.535; 0.75,0.6; 0.875,0.7335; 1,1">
                                          <p:stCondLst>
                                            <p:cond delay="664"/>
                                          </p:stCondLst>
                                        </p:cTn>
                                        <p:tgtEl>
                                          <p:spTgt spid="30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50" dur="332" tmFilter="0, 0; 0.125,0.2665; 0.25,0.4; 0.375,0.465; 0.5,0.5;  0.625,0.535; 0.75,0.6; 0.875,0.7335; 1,1">
                                          <p:stCondLst>
                                            <p:cond delay="1324"/>
                                          </p:stCondLst>
                                        </p:cTn>
                                        <p:tgtEl>
                                          <p:spTgt spid="30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51" dur="164" tmFilter="0, 0; 0.125,0.2665; 0.25,0.4; 0.375,0.465; 0.5,0.5;  0.625,0.535; 0.75,0.6; 0.875,0.7335; 1,1">
                                          <p:stCondLst>
                                            <p:cond delay="1656"/>
                                          </p:stCondLst>
                                        </p:cTn>
                                        <p:tgtEl>
                                          <p:spTgt spid="30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52" dur="180" accel="50000">
                                          <p:stCondLst>
                                            <p:cond delay="1820"/>
                                          </p:stCondLst>
                                        </p:cTn>
                                        <p:tgtEl>
                                          <p:spTgt spid="308"/>
                                        </p:tgtEl>
                                        <p:attrNameLst>
                                          <p:attrName>ppt_y</p:attrName>
                                        </p:attrNameLst>
                                      </p:cBhvr>
                                      <p:tavLst>
                                        <p:tav tm="0">
                                          <p:val>
                                            <p:strVal val="ppt_y"/>
                                          </p:val>
                                        </p:tav>
                                        <p:tav tm="100000">
                                          <p:val>
                                            <p:strVal val="ppt_y+ppt_h"/>
                                          </p:val>
                                        </p:tav>
                                      </p:tavLst>
                                    </p:anim>
                                    <p:animScale>
                                      <p:cBhvr>
                                        <p:cTn id="553" dur="26">
                                          <p:stCondLst>
                                            <p:cond delay="620"/>
                                          </p:stCondLst>
                                        </p:cTn>
                                        <p:tgtEl>
                                          <p:spTgt spid="308"/>
                                        </p:tgtEl>
                                      </p:cBhvr>
                                      <p:to x="100000" y="60000"/>
                                    </p:animScale>
                                    <p:animScale>
                                      <p:cBhvr>
                                        <p:cTn id="554" dur="166" decel="50000">
                                          <p:stCondLst>
                                            <p:cond delay="646"/>
                                          </p:stCondLst>
                                        </p:cTn>
                                        <p:tgtEl>
                                          <p:spTgt spid="308"/>
                                        </p:tgtEl>
                                      </p:cBhvr>
                                      <p:to x="100000" y="100000"/>
                                    </p:animScale>
                                    <p:animScale>
                                      <p:cBhvr>
                                        <p:cTn id="555" dur="26">
                                          <p:stCondLst>
                                            <p:cond delay="1312"/>
                                          </p:stCondLst>
                                        </p:cTn>
                                        <p:tgtEl>
                                          <p:spTgt spid="308"/>
                                        </p:tgtEl>
                                      </p:cBhvr>
                                      <p:to x="100000" y="80000"/>
                                    </p:animScale>
                                    <p:animScale>
                                      <p:cBhvr>
                                        <p:cTn id="556" dur="166" decel="50000">
                                          <p:stCondLst>
                                            <p:cond delay="1338"/>
                                          </p:stCondLst>
                                        </p:cTn>
                                        <p:tgtEl>
                                          <p:spTgt spid="308"/>
                                        </p:tgtEl>
                                      </p:cBhvr>
                                      <p:to x="100000" y="100000"/>
                                    </p:animScale>
                                    <p:animScale>
                                      <p:cBhvr>
                                        <p:cTn id="557" dur="26">
                                          <p:stCondLst>
                                            <p:cond delay="1642"/>
                                          </p:stCondLst>
                                        </p:cTn>
                                        <p:tgtEl>
                                          <p:spTgt spid="308"/>
                                        </p:tgtEl>
                                      </p:cBhvr>
                                      <p:to x="100000" y="90000"/>
                                    </p:animScale>
                                    <p:animScale>
                                      <p:cBhvr>
                                        <p:cTn id="558" dur="166" decel="50000">
                                          <p:stCondLst>
                                            <p:cond delay="1668"/>
                                          </p:stCondLst>
                                        </p:cTn>
                                        <p:tgtEl>
                                          <p:spTgt spid="308"/>
                                        </p:tgtEl>
                                      </p:cBhvr>
                                      <p:to x="100000" y="100000"/>
                                    </p:animScale>
                                    <p:animScale>
                                      <p:cBhvr>
                                        <p:cTn id="559" dur="26">
                                          <p:stCondLst>
                                            <p:cond delay="1808"/>
                                          </p:stCondLst>
                                        </p:cTn>
                                        <p:tgtEl>
                                          <p:spTgt spid="308"/>
                                        </p:tgtEl>
                                      </p:cBhvr>
                                      <p:to x="100000" y="95000"/>
                                    </p:animScale>
                                    <p:animScale>
                                      <p:cBhvr>
                                        <p:cTn id="560" dur="166" decel="50000">
                                          <p:stCondLst>
                                            <p:cond delay="1834"/>
                                          </p:stCondLst>
                                        </p:cTn>
                                        <p:tgtEl>
                                          <p:spTgt spid="308"/>
                                        </p:tgtEl>
                                      </p:cBhvr>
                                      <p:to x="100000" y="100000"/>
                                    </p:animScale>
                                    <p:set>
                                      <p:cBhvr>
                                        <p:cTn id="561" dur="1" fill="hold">
                                          <p:stCondLst>
                                            <p:cond delay="1999"/>
                                          </p:stCondLst>
                                        </p:cTn>
                                        <p:tgtEl>
                                          <p:spTgt spid="308"/>
                                        </p:tgtEl>
                                        <p:attrNameLst>
                                          <p:attrName>style.visibility</p:attrName>
                                        </p:attrNameLst>
                                      </p:cBhvr>
                                      <p:to>
                                        <p:strVal val="hidden"/>
                                      </p:to>
                                    </p:set>
                                  </p:childTnLst>
                                </p:cTn>
                              </p:par>
                              <p:par>
                                <p:cTn id="562" presetID="22" presetClass="exit" presetSubtype="4" fill="hold" nodeType="withEffect">
                                  <p:stCondLst>
                                    <p:cond delay="0"/>
                                  </p:stCondLst>
                                  <p:childTnLst>
                                    <p:animEffect transition="out" filter="wipe(down)">
                                      <p:cBhvr>
                                        <p:cTn id="563" dur="500"/>
                                        <p:tgtEl>
                                          <p:spTgt spid="31"/>
                                        </p:tgtEl>
                                      </p:cBhvr>
                                    </p:animEffect>
                                    <p:set>
                                      <p:cBhvr>
                                        <p:cTn id="564" dur="1" fill="hold">
                                          <p:stCondLst>
                                            <p:cond delay="499"/>
                                          </p:stCondLst>
                                        </p:cTn>
                                        <p:tgtEl>
                                          <p:spTgt spid="31"/>
                                        </p:tgtEl>
                                        <p:attrNameLst>
                                          <p:attrName>style.visibility</p:attrName>
                                        </p:attrNameLst>
                                      </p:cBhvr>
                                      <p:to>
                                        <p:strVal val="hidden"/>
                                      </p:to>
                                    </p:set>
                                  </p:childTnLst>
                                </p:cTn>
                              </p:par>
                            </p:childTnLst>
                          </p:cTn>
                        </p:par>
                        <p:par>
                          <p:cTn id="565" fill="hold">
                            <p:stCondLst>
                              <p:cond delay="15000"/>
                            </p:stCondLst>
                            <p:childTnLst>
                              <p:par>
                                <p:cTn id="566" presetID="42" presetClass="path" presetSubtype="0" accel="50000" decel="50000" fill="hold" nodeType="afterEffect">
                                  <p:stCondLst>
                                    <p:cond delay="0"/>
                                  </p:stCondLst>
                                  <p:childTnLst>
                                    <p:animMotion origin="layout" path="M -1.25E-6 1.38778E-17 L 0.1474 0.10741 " pathEditMode="relative" rAng="0" ptsTypes="AA">
                                      <p:cBhvr>
                                        <p:cTn id="567" dur="2000" fill="hold"/>
                                        <p:tgtEl>
                                          <p:spTgt spid="57"/>
                                        </p:tgtEl>
                                        <p:attrNameLst>
                                          <p:attrName>ppt_x</p:attrName>
                                          <p:attrName>ppt_y</p:attrName>
                                        </p:attrNameLst>
                                      </p:cBhvr>
                                      <p:rCtr x="7370" y="5370"/>
                                    </p:animMotion>
                                  </p:childTnLst>
                                </p:cTn>
                              </p:par>
                            </p:childTnLst>
                          </p:cTn>
                        </p:par>
                        <p:par>
                          <p:cTn id="568" fill="hold">
                            <p:stCondLst>
                              <p:cond delay="17000"/>
                            </p:stCondLst>
                            <p:childTnLst>
                              <p:par>
                                <p:cTn id="569" presetID="10" presetClass="exit" presetSubtype="0" fill="hold" grpId="0" nodeType="afterEffect">
                                  <p:stCondLst>
                                    <p:cond delay="0"/>
                                  </p:stCondLst>
                                  <p:childTnLst>
                                    <p:animEffect transition="out" filter="fade">
                                      <p:cBhvr>
                                        <p:cTn id="570" dur="500"/>
                                        <p:tgtEl>
                                          <p:spTgt spid="442"/>
                                        </p:tgtEl>
                                      </p:cBhvr>
                                    </p:animEffect>
                                    <p:set>
                                      <p:cBhvr>
                                        <p:cTn id="571" dur="1" fill="hold">
                                          <p:stCondLst>
                                            <p:cond delay="499"/>
                                          </p:stCondLst>
                                        </p:cTn>
                                        <p:tgtEl>
                                          <p:spTgt spid="442"/>
                                        </p:tgtEl>
                                        <p:attrNameLst>
                                          <p:attrName>style.visibility</p:attrName>
                                        </p:attrNameLst>
                                      </p:cBhvr>
                                      <p:to>
                                        <p:strVal val="hidden"/>
                                      </p:to>
                                    </p:set>
                                  </p:childTnLst>
                                </p:cTn>
                              </p:par>
                              <p:par>
                                <p:cTn id="572" presetID="22" presetClass="exit" presetSubtype="4" fill="hold" nodeType="withEffect">
                                  <p:stCondLst>
                                    <p:cond delay="0"/>
                                  </p:stCondLst>
                                  <p:childTnLst>
                                    <p:animEffect transition="out" filter="wipe(down)">
                                      <p:cBhvr>
                                        <p:cTn id="573" dur="500"/>
                                        <p:tgtEl>
                                          <p:spTgt spid="35"/>
                                        </p:tgtEl>
                                      </p:cBhvr>
                                    </p:animEffect>
                                    <p:set>
                                      <p:cBhvr>
                                        <p:cTn id="574" dur="1" fill="hold">
                                          <p:stCondLst>
                                            <p:cond delay="499"/>
                                          </p:stCondLst>
                                        </p:cTn>
                                        <p:tgtEl>
                                          <p:spTgt spid="35"/>
                                        </p:tgtEl>
                                        <p:attrNameLst>
                                          <p:attrName>style.visibility</p:attrName>
                                        </p:attrNameLst>
                                      </p:cBhvr>
                                      <p:to>
                                        <p:strVal val="hidden"/>
                                      </p:to>
                                    </p:set>
                                  </p:childTnLst>
                                </p:cTn>
                              </p:par>
                              <p:par>
                                <p:cTn id="575" presetID="26" presetClass="exit" presetSubtype="0" fill="hold" nodeType="withEffect">
                                  <p:stCondLst>
                                    <p:cond delay="0"/>
                                  </p:stCondLst>
                                  <p:childTnLst>
                                    <p:animEffect transition="out" filter="wipe(down)">
                                      <p:cBhvr>
                                        <p:cTn id="576" dur="180" accel="50000">
                                          <p:stCondLst>
                                            <p:cond delay="1820"/>
                                          </p:stCondLst>
                                        </p:cTn>
                                        <p:tgtEl>
                                          <p:spTgt spid="297"/>
                                        </p:tgtEl>
                                      </p:cBhvr>
                                    </p:animEffect>
                                    <p:anim calcmode="lin" valueType="num">
                                      <p:cBhvr>
                                        <p:cTn id="577" dur="1822" tmFilter="0,0; 0.14,0.31; 0.43,0.73; 0.71,0.91; 1.0,1.0">
                                          <p:stCondLst>
                                            <p:cond delay="0"/>
                                          </p:stCondLst>
                                        </p:cTn>
                                        <p:tgtEl>
                                          <p:spTgt spid="297"/>
                                        </p:tgtEl>
                                        <p:attrNameLst>
                                          <p:attrName>ppt_x</p:attrName>
                                        </p:attrNameLst>
                                      </p:cBhvr>
                                      <p:tavLst>
                                        <p:tav tm="0">
                                          <p:val>
                                            <p:strVal val="ppt_x"/>
                                          </p:val>
                                        </p:tav>
                                        <p:tav tm="100000">
                                          <p:val>
                                            <p:strVal val="#ppt_x+0.25"/>
                                          </p:val>
                                        </p:tav>
                                      </p:tavLst>
                                    </p:anim>
                                    <p:anim calcmode="lin" valueType="num">
                                      <p:cBhvr>
                                        <p:cTn id="578" dur="178">
                                          <p:stCondLst>
                                            <p:cond delay="1822"/>
                                          </p:stCondLst>
                                        </p:cTn>
                                        <p:tgtEl>
                                          <p:spTgt spid="297"/>
                                        </p:tgtEl>
                                        <p:attrNameLst>
                                          <p:attrName>ppt_x</p:attrName>
                                        </p:attrNameLst>
                                      </p:cBhvr>
                                      <p:tavLst>
                                        <p:tav tm="0">
                                          <p:val>
                                            <p:strVal val="ppt_x"/>
                                          </p:val>
                                        </p:tav>
                                        <p:tav tm="100000">
                                          <p:val>
                                            <p:strVal val="ppt_x"/>
                                          </p:val>
                                        </p:tav>
                                      </p:tavLst>
                                    </p:anim>
                                    <p:anim calcmode="lin" valueType="num">
                                      <p:cBhvr>
                                        <p:cTn id="579" dur="664" tmFilter="0.0,0.0;0.25,0.07;0.50,0.2;0.75,0.467;1.0,1.0">
                                          <p:stCondLst>
                                            <p:cond delay="0"/>
                                          </p:stCondLst>
                                        </p:cTn>
                                        <p:tgtEl>
                                          <p:spTgt spid="297"/>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80" dur="664" tmFilter="0, 0; 0.125,0.2665; 0.25,0.4; 0.375,0.465; 0.5,0.5;  0.625,0.535; 0.75,0.6; 0.875,0.7335; 1,1">
                                          <p:stCondLst>
                                            <p:cond delay="664"/>
                                          </p:stCondLst>
                                        </p:cTn>
                                        <p:tgtEl>
                                          <p:spTgt spid="297"/>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81" dur="332" tmFilter="0, 0; 0.125,0.2665; 0.25,0.4; 0.375,0.465; 0.5,0.5;  0.625,0.535; 0.75,0.6; 0.875,0.7335; 1,1">
                                          <p:stCondLst>
                                            <p:cond delay="1324"/>
                                          </p:stCondLst>
                                        </p:cTn>
                                        <p:tgtEl>
                                          <p:spTgt spid="297"/>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82" dur="164" tmFilter="0, 0; 0.125,0.2665; 0.25,0.4; 0.375,0.465; 0.5,0.5;  0.625,0.535; 0.75,0.6; 0.875,0.7335; 1,1">
                                          <p:stCondLst>
                                            <p:cond delay="1656"/>
                                          </p:stCondLst>
                                        </p:cTn>
                                        <p:tgtEl>
                                          <p:spTgt spid="297"/>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83" dur="180" accel="50000">
                                          <p:stCondLst>
                                            <p:cond delay="1820"/>
                                          </p:stCondLst>
                                        </p:cTn>
                                        <p:tgtEl>
                                          <p:spTgt spid="297"/>
                                        </p:tgtEl>
                                        <p:attrNameLst>
                                          <p:attrName>ppt_y</p:attrName>
                                        </p:attrNameLst>
                                      </p:cBhvr>
                                      <p:tavLst>
                                        <p:tav tm="0">
                                          <p:val>
                                            <p:strVal val="ppt_y"/>
                                          </p:val>
                                        </p:tav>
                                        <p:tav tm="100000">
                                          <p:val>
                                            <p:strVal val="ppt_y+ppt_h"/>
                                          </p:val>
                                        </p:tav>
                                      </p:tavLst>
                                    </p:anim>
                                    <p:animScale>
                                      <p:cBhvr>
                                        <p:cTn id="584" dur="26">
                                          <p:stCondLst>
                                            <p:cond delay="620"/>
                                          </p:stCondLst>
                                        </p:cTn>
                                        <p:tgtEl>
                                          <p:spTgt spid="297"/>
                                        </p:tgtEl>
                                      </p:cBhvr>
                                      <p:to x="100000" y="60000"/>
                                    </p:animScale>
                                    <p:animScale>
                                      <p:cBhvr>
                                        <p:cTn id="585" dur="166" decel="50000">
                                          <p:stCondLst>
                                            <p:cond delay="646"/>
                                          </p:stCondLst>
                                        </p:cTn>
                                        <p:tgtEl>
                                          <p:spTgt spid="297"/>
                                        </p:tgtEl>
                                      </p:cBhvr>
                                      <p:to x="100000" y="100000"/>
                                    </p:animScale>
                                    <p:animScale>
                                      <p:cBhvr>
                                        <p:cTn id="586" dur="26">
                                          <p:stCondLst>
                                            <p:cond delay="1312"/>
                                          </p:stCondLst>
                                        </p:cTn>
                                        <p:tgtEl>
                                          <p:spTgt spid="297"/>
                                        </p:tgtEl>
                                      </p:cBhvr>
                                      <p:to x="100000" y="80000"/>
                                    </p:animScale>
                                    <p:animScale>
                                      <p:cBhvr>
                                        <p:cTn id="587" dur="166" decel="50000">
                                          <p:stCondLst>
                                            <p:cond delay="1338"/>
                                          </p:stCondLst>
                                        </p:cTn>
                                        <p:tgtEl>
                                          <p:spTgt spid="297"/>
                                        </p:tgtEl>
                                      </p:cBhvr>
                                      <p:to x="100000" y="100000"/>
                                    </p:animScale>
                                    <p:animScale>
                                      <p:cBhvr>
                                        <p:cTn id="588" dur="26">
                                          <p:stCondLst>
                                            <p:cond delay="1642"/>
                                          </p:stCondLst>
                                        </p:cTn>
                                        <p:tgtEl>
                                          <p:spTgt spid="297"/>
                                        </p:tgtEl>
                                      </p:cBhvr>
                                      <p:to x="100000" y="90000"/>
                                    </p:animScale>
                                    <p:animScale>
                                      <p:cBhvr>
                                        <p:cTn id="589" dur="166" decel="50000">
                                          <p:stCondLst>
                                            <p:cond delay="1668"/>
                                          </p:stCondLst>
                                        </p:cTn>
                                        <p:tgtEl>
                                          <p:spTgt spid="297"/>
                                        </p:tgtEl>
                                      </p:cBhvr>
                                      <p:to x="100000" y="100000"/>
                                    </p:animScale>
                                    <p:animScale>
                                      <p:cBhvr>
                                        <p:cTn id="590" dur="26">
                                          <p:stCondLst>
                                            <p:cond delay="1808"/>
                                          </p:stCondLst>
                                        </p:cTn>
                                        <p:tgtEl>
                                          <p:spTgt spid="297"/>
                                        </p:tgtEl>
                                      </p:cBhvr>
                                      <p:to x="100000" y="95000"/>
                                    </p:animScale>
                                    <p:animScale>
                                      <p:cBhvr>
                                        <p:cTn id="591" dur="166" decel="50000">
                                          <p:stCondLst>
                                            <p:cond delay="1834"/>
                                          </p:stCondLst>
                                        </p:cTn>
                                        <p:tgtEl>
                                          <p:spTgt spid="297"/>
                                        </p:tgtEl>
                                      </p:cBhvr>
                                      <p:to x="100000" y="100000"/>
                                    </p:animScale>
                                    <p:set>
                                      <p:cBhvr>
                                        <p:cTn id="592" dur="1" fill="hold">
                                          <p:stCondLst>
                                            <p:cond delay="1999"/>
                                          </p:stCondLst>
                                        </p:cTn>
                                        <p:tgtEl>
                                          <p:spTgt spid="297"/>
                                        </p:tgtEl>
                                        <p:attrNameLst>
                                          <p:attrName>style.visibility</p:attrName>
                                        </p:attrNameLst>
                                      </p:cBhvr>
                                      <p:to>
                                        <p:strVal val="hidden"/>
                                      </p:to>
                                    </p:set>
                                  </p:childTnLst>
                                </p:cTn>
                              </p:par>
                            </p:childTnLst>
                          </p:cTn>
                        </p:par>
                      </p:childTnLst>
                    </p:cTn>
                  </p:par>
                  <p:par>
                    <p:cTn id="593" fill="hold">
                      <p:stCondLst>
                        <p:cond delay="indefinite"/>
                      </p:stCondLst>
                      <p:childTnLst>
                        <p:par>
                          <p:cTn id="594" fill="hold">
                            <p:stCondLst>
                              <p:cond delay="0"/>
                            </p:stCondLst>
                            <p:childTnLst>
                              <p:par>
                                <p:cTn id="595" presetID="47" presetClass="entr" presetSubtype="0" fill="hold" grpId="0" nodeType="clickEffect">
                                  <p:stCondLst>
                                    <p:cond delay="0"/>
                                  </p:stCondLst>
                                  <p:childTnLst>
                                    <p:set>
                                      <p:cBhvr>
                                        <p:cTn id="596" dur="1" fill="hold">
                                          <p:stCondLst>
                                            <p:cond delay="0"/>
                                          </p:stCondLst>
                                        </p:cTn>
                                        <p:tgtEl>
                                          <p:spTgt spid="3"/>
                                        </p:tgtEl>
                                        <p:attrNameLst>
                                          <p:attrName>style.visibility</p:attrName>
                                        </p:attrNameLst>
                                      </p:cBhvr>
                                      <p:to>
                                        <p:strVal val="visible"/>
                                      </p:to>
                                    </p:set>
                                    <p:animEffect transition="in" filter="fade">
                                      <p:cBhvr>
                                        <p:cTn id="597" dur="1000"/>
                                        <p:tgtEl>
                                          <p:spTgt spid="3"/>
                                        </p:tgtEl>
                                      </p:cBhvr>
                                    </p:animEffect>
                                    <p:anim calcmode="lin" valueType="num">
                                      <p:cBhvr>
                                        <p:cTn id="598" dur="1000" fill="hold"/>
                                        <p:tgtEl>
                                          <p:spTgt spid="3"/>
                                        </p:tgtEl>
                                        <p:attrNameLst>
                                          <p:attrName>ppt_x</p:attrName>
                                        </p:attrNameLst>
                                      </p:cBhvr>
                                      <p:tavLst>
                                        <p:tav tm="0">
                                          <p:val>
                                            <p:strVal val="#ppt_x"/>
                                          </p:val>
                                        </p:tav>
                                        <p:tav tm="100000">
                                          <p:val>
                                            <p:strVal val="#ppt_x"/>
                                          </p:val>
                                        </p:tav>
                                      </p:tavLst>
                                    </p:anim>
                                    <p:anim calcmode="lin" valueType="num">
                                      <p:cBhvr>
                                        <p:cTn id="59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 grpId="0" uiExpand="1" build="p"/>
      <p:bldP spid="38" grpId="0"/>
      <p:bldP spid="38" grpId="1"/>
      <p:bldP spid="38" grpId="2"/>
      <p:bldP spid="39" grpId="0"/>
      <p:bldP spid="39" grpId="1"/>
      <p:bldP spid="41" grpId="0"/>
      <p:bldP spid="41" grpId="1"/>
      <p:bldP spid="41" grpId="2"/>
      <p:bldP spid="41" grpId="3"/>
      <p:bldP spid="42" grpId="0"/>
      <p:bldP spid="42" grpId="1"/>
      <p:bldP spid="42" grpId="2"/>
      <p:bldP spid="45" grpId="0"/>
      <p:bldP spid="45" grpId="1"/>
      <p:bldP spid="45" grpId="2"/>
      <p:bldP spid="48" grpId="0"/>
      <p:bldP spid="48" grpId="1"/>
      <p:bldP spid="48" grpId="2"/>
      <p:bldP spid="50" grpId="0"/>
      <p:bldP spid="50" grpId="1"/>
      <p:bldP spid="50" grpId="2"/>
      <p:bldP spid="52" grpId="0"/>
      <p:bldP spid="52" grpId="1"/>
      <p:bldP spid="52" grpId="2"/>
      <p:bldP spid="52" grpId="3"/>
      <p:bldP spid="53" grpId="0"/>
      <p:bldP spid="53" grpId="1"/>
      <p:bldP spid="53" grpId="2"/>
      <p:bldP spid="53" grpId="3"/>
      <p:bldP spid="60" grpId="0"/>
      <p:bldP spid="438" grpId="0"/>
      <p:bldP spid="438" grpId="1"/>
      <p:bldP spid="439" grpId="0"/>
      <p:bldP spid="439" grpId="1"/>
      <p:bldP spid="439" grpId="2"/>
      <p:bldP spid="440" grpId="0"/>
      <p:bldP spid="441" grpId="0"/>
      <p:bldP spid="442" grpId="0"/>
      <p:bldP spid="443" grpId="0"/>
      <p:bldP spid="444" grpId="0"/>
      <p:bldP spid="449" grpId="0"/>
      <p:bldP spid="449" grpId="1"/>
      <p:bldP spid="451" grpId="0"/>
      <p:bldP spid="455" grpId="0"/>
      <p:bldP spid="455" grpId="1"/>
      <p:bldP spid="371" grpId="0" uiExpand="1" build="p"/>
      <p:bldP spid="46" grpId="0" animBg="1"/>
      <p:bldP spid="372" grpId="0"/>
      <p:bldP spid="386" grpId="0"/>
      <p:bldP spid="386" grpId="1"/>
      <p:bldP spid="386" grpId="2"/>
      <p:bldP spid="386" grpId="3"/>
      <p:bldP spid="387" grpId="0"/>
      <p:bldP spid="388" grpId="0"/>
      <p:bldP spid="389" grpId="0"/>
      <p:bldP spid="400" grpId="0"/>
      <p:bldP spid="401" grpId="0"/>
      <p:bldP spid="415" grpId="0"/>
      <p:bldP spid="418" grpId="0"/>
      <p:bldP spid="419" grpId="0"/>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41E3D05-0138-7152-D223-767D87163462}"/>
              </a:ext>
            </a:extLst>
          </p:cNvPr>
          <p:cNvSpPr>
            <a:spLocks noGrp="1"/>
          </p:cNvSpPr>
          <p:nvPr>
            <p:ph type="sldNum" sz="quarter" idx="12"/>
          </p:nvPr>
        </p:nvSpPr>
        <p:spPr/>
        <p:txBody>
          <a:bodyPr/>
          <a:lstStyle/>
          <a:p>
            <a:fld id="{D7C0FE0B-717B-41AE-9FA2-CA4BF851D1C3}" type="slidenum">
              <a:rPr lang="zh-CN" altLang="en-US" smtClean="0"/>
              <a:t>43</a:t>
            </a:fld>
            <a:endParaRPr lang="zh-CN" altLang="en-US"/>
          </a:p>
        </p:txBody>
      </p:sp>
      <p:sp>
        <p:nvSpPr>
          <p:cNvPr id="3" name="文本框 2">
            <a:extLst>
              <a:ext uri="{FF2B5EF4-FFF2-40B4-BE49-F238E27FC236}">
                <a16:creationId xmlns:a16="http://schemas.microsoft.com/office/drawing/2014/main" id="{A771A29D-959B-2EDD-45F3-4568B5082414}"/>
              </a:ext>
            </a:extLst>
          </p:cNvPr>
          <p:cNvSpPr txBox="1"/>
          <p:nvPr/>
        </p:nvSpPr>
        <p:spPr>
          <a:xfrm>
            <a:off x="1379913" y="299259"/>
            <a:ext cx="1486304" cy="461665"/>
          </a:xfrm>
          <a:prstGeom prst="rect">
            <a:avLst/>
          </a:prstGeom>
          <a:noFill/>
        </p:spPr>
        <p:txBody>
          <a:bodyPr wrap="none" rtlCol="0">
            <a:spAutoFit/>
          </a:bodyPr>
          <a:lstStyle/>
          <a:p>
            <a:r>
              <a:rPr lang="en-US" altLang="zh-CN" sz="2400" b="1" dirty="0">
                <a:solidFill>
                  <a:srgbClr val="3B11EF"/>
                </a:solidFill>
                <a:effectLst>
                  <a:outerShdw blurRad="38100" dist="38100" dir="2700000" algn="tl">
                    <a:srgbClr val="000000">
                      <a:alpha val="43137"/>
                    </a:srgbClr>
                  </a:outerShdw>
                </a:effectLst>
              </a:rPr>
              <a:t>B+</a:t>
            </a:r>
            <a:r>
              <a:rPr lang="zh-CN" altLang="en-US" sz="2400" b="1" dirty="0">
                <a:solidFill>
                  <a:srgbClr val="3B11EF"/>
                </a:solidFill>
                <a:effectLst>
                  <a:outerShdw blurRad="38100" dist="38100" dir="2700000" algn="tl">
                    <a:srgbClr val="000000">
                      <a:alpha val="43137"/>
                    </a:srgbClr>
                  </a:outerShdw>
                </a:effectLst>
              </a:rPr>
              <a:t>树简述</a:t>
            </a:r>
          </a:p>
        </p:txBody>
      </p:sp>
      <p:sp>
        <p:nvSpPr>
          <p:cNvPr id="5" name="文本框 4">
            <a:extLst>
              <a:ext uri="{FF2B5EF4-FFF2-40B4-BE49-F238E27FC236}">
                <a16:creationId xmlns:a16="http://schemas.microsoft.com/office/drawing/2014/main" id="{75DACD8B-89E6-78F0-0A15-87427F5A2866}"/>
              </a:ext>
            </a:extLst>
          </p:cNvPr>
          <p:cNvSpPr txBox="1"/>
          <p:nvPr/>
        </p:nvSpPr>
        <p:spPr>
          <a:xfrm>
            <a:off x="565266" y="965375"/>
            <a:ext cx="4871258" cy="2724849"/>
          </a:xfrm>
          <a:prstGeom prst="rect">
            <a:avLst/>
          </a:prstGeom>
          <a:noFill/>
        </p:spPr>
        <p:txBody>
          <a:bodyPr wrap="square">
            <a:spAutoFit/>
          </a:bodyPr>
          <a:lstStyle/>
          <a:p>
            <a:pPr algn="just">
              <a:lnSpc>
                <a:spcPct val="120000"/>
              </a:lnSpc>
            </a:pPr>
            <a:r>
              <a:rPr lang="en-US" altLang="zh-CN" b="0" i="0" u="none" strike="noStrike" dirty="0">
                <a:solidFill>
                  <a:srgbClr val="C00000"/>
                </a:solidFill>
                <a:latin typeface="+mj-ea"/>
                <a:ea typeface="+mj-ea"/>
              </a:rPr>
              <a:t>B</a:t>
            </a:r>
            <a:r>
              <a:rPr lang="en-US" altLang="zh-CN" b="0" i="0" u="none" strike="noStrike" baseline="30000" dirty="0">
                <a:solidFill>
                  <a:srgbClr val="C00000"/>
                </a:solidFill>
                <a:latin typeface="+mj-ea"/>
                <a:ea typeface="+mj-ea"/>
              </a:rPr>
              <a:t>+</a:t>
            </a:r>
            <a:r>
              <a:rPr lang="zh-CN" altLang="en-US" b="0" i="0" u="none" strike="noStrike" dirty="0">
                <a:solidFill>
                  <a:srgbClr val="C00000"/>
                </a:solidFill>
                <a:latin typeface="+mj-ea"/>
                <a:ea typeface="+mj-ea"/>
              </a:rPr>
              <a:t>树</a:t>
            </a:r>
            <a:r>
              <a:rPr lang="zh-CN" altLang="en-US" b="0" i="0" u="none" strike="noStrike" dirty="0">
                <a:solidFill>
                  <a:srgbClr val="000000"/>
                </a:solidFill>
                <a:latin typeface="FZSSK"/>
              </a:rPr>
              <a:t>是应文件系统所 需 而 对 </a:t>
            </a:r>
            <a:r>
              <a:rPr lang="en-US" altLang="zh-CN" b="0" i="0" u="none" strike="noStrike" dirty="0">
                <a:solidFill>
                  <a:srgbClr val="000000"/>
                </a:solidFill>
                <a:latin typeface="E"/>
              </a:rPr>
              <a:t>B</a:t>
            </a:r>
            <a:r>
              <a:rPr lang="zh-CN" altLang="en-US" b="0" i="0" u="none" strike="noStrike" dirty="0">
                <a:solidFill>
                  <a:srgbClr val="000000"/>
                </a:solidFill>
                <a:latin typeface="FZSSK"/>
              </a:rPr>
              <a:t>树 的 改 进 变 形</a:t>
            </a:r>
            <a:r>
              <a:rPr lang="zh-CN" altLang="en-US" b="0" i="0" u="none" strike="noStrike" dirty="0">
                <a:solidFill>
                  <a:srgbClr val="000000"/>
                </a:solidFill>
                <a:latin typeface="E"/>
              </a:rPr>
              <a:t>。</a:t>
            </a:r>
            <a:r>
              <a:rPr lang="en-US" altLang="zh-CN" b="0" i="0" u="none" strike="noStrike" dirty="0">
                <a:solidFill>
                  <a:srgbClr val="000000"/>
                </a:solidFill>
                <a:latin typeface="E"/>
              </a:rPr>
              <a:t>m </a:t>
            </a:r>
            <a:r>
              <a:rPr lang="zh-CN" altLang="en-US" b="0" i="0" u="none" strike="noStrike" dirty="0">
                <a:solidFill>
                  <a:srgbClr val="000000"/>
                </a:solidFill>
                <a:latin typeface="FZSSK"/>
              </a:rPr>
              <a:t>阶 </a:t>
            </a:r>
            <a:r>
              <a:rPr lang="en-US" altLang="zh-CN" b="0" i="0" u="none" strike="noStrike" dirty="0">
                <a:solidFill>
                  <a:srgbClr val="000000"/>
                </a:solidFill>
                <a:latin typeface="E"/>
              </a:rPr>
              <a:t>B</a:t>
            </a:r>
            <a:r>
              <a:rPr lang="en-US" altLang="zh-CN" b="0" i="0" u="none" strike="noStrike" baseline="30000" dirty="0">
                <a:solidFill>
                  <a:srgbClr val="000000"/>
                </a:solidFill>
                <a:latin typeface="E"/>
              </a:rPr>
              <a:t>+</a:t>
            </a:r>
            <a:r>
              <a:rPr lang="zh-CN" altLang="en-US" b="0" i="0" u="none" strike="noStrike" dirty="0">
                <a:solidFill>
                  <a:srgbClr val="000000"/>
                </a:solidFill>
                <a:latin typeface="E"/>
              </a:rPr>
              <a:t> </a:t>
            </a:r>
            <a:r>
              <a:rPr lang="zh-CN" altLang="en-US" b="0" i="0" u="none" strike="noStrike" dirty="0">
                <a:solidFill>
                  <a:srgbClr val="000000"/>
                </a:solidFill>
                <a:latin typeface="FZSSK"/>
              </a:rPr>
              <a:t>树 和 </a:t>
            </a:r>
            <a:r>
              <a:rPr lang="en-US" altLang="zh-CN" b="0" i="0" u="none" strike="noStrike" dirty="0">
                <a:solidFill>
                  <a:srgbClr val="000000"/>
                </a:solidFill>
                <a:latin typeface="E"/>
              </a:rPr>
              <a:t>m </a:t>
            </a:r>
            <a:r>
              <a:rPr lang="zh-CN" altLang="en-US" b="0" i="0" u="none" strike="noStrike" dirty="0">
                <a:solidFill>
                  <a:srgbClr val="000000"/>
                </a:solidFill>
                <a:latin typeface="FZSSK"/>
              </a:rPr>
              <a:t>阶 </a:t>
            </a:r>
            <a:r>
              <a:rPr lang="en-US" altLang="zh-CN" b="0" i="0" u="none" strike="noStrike" dirty="0">
                <a:solidFill>
                  <a:srgbClr val="000000"/>
                </a:solidFill>
                <a:latin typeface="E"/>
              </a:rPr>
              <a:t>B</a:t>
            </a:r>
            <a:r>
              <a:rPr lang="zh-CN" altLang="en-US" b="0" i="0" u="none" strike="noStrike" dirty="0">
                <a:solidFill>
                  <a:srgbClr val="000000"/>
                </a:solidFill>
                <a:latin typeface="FZSSK"/>
              </a:rPr>
              <a:t>树 的 主 要 差 异如下</a:t>
            </a:r>
            <a:r>
              <a:rPr lang="zh-CN" altLang="en-US" b="0" i="0" u="none" strike="noStrike" dirty="0">
                <a:solidFill>
                  <a:srgbClr val="000000"/>
                </a:solidFill>
                <a:latin typeface="E"/>
              </a:rPr>
              <a:t>。</a:t>
            </a:r>
          </a:p>
          <a:p>
            <a:pPr marL="0" lvl="1" algn="just">
              <a:lnSpc>
                <a:spcPct val="120000"/>
              </a:lnSpc>
            </a:pPr>
            <a:r>
              <a:rPr lang="en-US" altLang="zh-CN" b="0" i="0" u="none" strike="noStrike" dirty="0">
                <a:solidFill>
                  <a:srgbClr val="000000"/>
                </a:solidFill>
                <a:latin typeface="E"/>
              </a:rPr>
              <a:t>(1) </a:t>
            </a:r>
            <a:r>
              <a:rPr lang="zh-CN" altLang="en-US" b="0" i="0" u="none" strike="noStrike" dirty="0">
                <a:solidFill>
                  <a:srgbClr val="000000"/>
                </a:solidFill>
                <a:latin typeface="FZSSK"/>
              </a:rPr>
              <a:t>含</a:t>
            </a:r>
            <a:r>
              <a:rPr lang="en-US" altLang="zh-CN" b="0" i="0" u="none" strike="noStrike" dirty="0">
                <a:solidFill>
                  <a:srgbClr val="000000"/>
                </a:solidFill>
                <a:latin typeface="E"/>
              </a:rPr>
              <a:t>n</a:t>
            </a:r>
            <a:r>
              <a:rPr lang="zh-CN" altLang="en-US" b="0" i="0" u="none" strike="noStrike" dirty="0">
                <a:solidFill>
                  <a:srgbClr val="000000"/>
                </a:solidFill>
                <a:latin typeface="FZSSK"/>
              </a:rPr>
              <a:t>棵子树的节点中含</a:t>
            </a:r>
            <a:r>
              <a:rPr lang="en-US" altLang="zh-CN" b="0" i="0" u="none" strike="noStrike" dirty="0">
                <a:solidFill>
                  <a:srgbClr val="000000"/>
                </a:solidFill>
                <a:latin typeface="E"/>
              </a:rPr>
              <a:t>n</a:t>
            </a:r>
            <a:r>
              <a:rPr lang="zh-CN" altLang="en-US" b="0" i="0" u="none" strike="noStrike" dirty="0">
                <a:solidFill>
                  <a:srgbClr val="000000"/>
                </a:solidFill>
                <a:latin typeface="FZSSK"/>
              </a:rPr>
              <a:t>个关键字</a:t>
            </a:r>
            <a:r>
              <a:rPr lang="zh-CN" altLang="en-US" b="0" i="0" u="none" strike="noStrike" dirty="0">
                <a:solidFill>
                  <a:srgbClr val="000000"/>
                </a:solidFill>
                <a:latin typeface="E"/>
              </a:rPr>
              <a:t>。 </a:t>
            </a:r>
          </a:p>
          <a:p>
            <a:pPr marL="0" lvl="1" algn="just">
              <a:lnSpc>
                <a:spcPct val="120000"/>
              </a:lnSpc>
            </a:pPr>
            <a:r>
              <a:rPr lang="en-US" altLang="zh-CN" b="0" i="0" u="none" strike="noStrike" dirty="0">
                <a:solidFill>
                  <a:srgbClr val="000000"/>
                </a:solidFill>
                <a:latin typeface="E"/>
              </a:rPr>
              <a:t>(2) </a:t>
            </a:r>
            <a:r>
              <a:rPr lang="zh-CN" altLang="en-US" b="0" i="0" u="none" strike="noStrike" dirty="0">
                <a:solidFill>
                  <a:srgbClr val="000000"/>
                </a:solidFill>
                <a:latin typeface="FZSSK"/>
              </a:rPr>
              <a:t>所有叶节点中包含了全部关键字的信息及指向含这些关键字记录的指针</a:t>
            </a:r>
            <a:r>
              <a:rPr lang="zh-CN" altLang="en-US" dirty="0">
                <a:solidFill>
                  <a:srgbClr val="000000"/>
                </a:solidFill>
                <a:latin typeface="E"/>
              </a:rPr>
              <a:t>，</a:t>
            </a:r>
            <a:r>
              <a:rPr lang="zh-CN" altLang="en-US" b="0" i="0" u="none" strike="noStrike" dirty="0">
                <a:solidFill>
                  <a:srgbClr val="000000"/>
                </a:solidFill>
                <a:latin typeface="FZSSK"/>
              </a:rPr>
              <a:t>且叶节点本身依关键字的大小从小到大顺序链接</a:t>
            </a:r>
            <a:r>
              <a:rPr lang="zh-CN" altLang="en-US" b="0" i="0" u="none" strike="noStrike" dirty="0">
                <a:solidFill>
                  <a:srgbClr val="000000"/>
                </a:solidFill>
                <a:latin typeface="E"/>
              </a:rPr>
              <a:t>。 </a:t>
            </a:r>
          </a:p>
          <a:p>
            <a:pPr marL="0" lvl="1" algn="just">
              <a:lnSpc>
                <a:spcPct val="120000"/>
              </a:lnSpc>
            </a:pPr>
            <a:r>
              <a:rPr lang="en-US" altLang="zh-CN" b="0" i="0" u="none" strike="noStrike" dirty="0">
                <a:solidFill>
                  <a:srgbClr val="000000"/>
                </a:solidFill>
                <a:latin typeface="E"/>
              </a:rPr>
              <a:t>(3) </a:t>
            </a:r>
            <a:r>
              <a:rPr lang="zh-CN" altLang="en-US" b="0" i="0" u="none" strike="noStrike" dirty="0">
                <a:solidFill>
                  <a:srgbClr val="000000"/>
                </a:solidFill>
                <a:latin typeface="FZSSK"/>
              </a:rPr>
              <a:t>所有的内部节点可以看作索引部分</a:t>
            </a:r>
            <a:r>
              <a:rPr lang="zh-CN" altLang="en-US" dirty="0">
                <a:solidFill>
                  <a:srgbClr val="000000"/>
                </a:solidFill>
                <a:latin typeface="E"/>
              </a:rPr>
              <a:t>，</a:t>
            </a:r>
            <a:r>
              <a:rPr lang="zh-CN" altLang="en-US" b="0" i="0" u="none" strike="noStrike" dirty="0">
                <a:solidFill>
                  <a:srgbClr val="000000"/>
                </a:solidFill>
                <a:latin typeface="FZSSK"/>
              </a:rPr>
              <a:t>节点中仅含其子树</a:t>
            </a:r>
            <a:r>
              <a:rPr lang="en-US" altLang="zh-CN" b="0" i="0" u="none" strike="noStrike" dirty="0">
                <a:solidFill>
                  <a:srgbClr val="000000"/>
                </a:solidFill>
                <a:latin typeface="E"/>
              </a:rPr>
              <a:t>(</a:t>
            </a:r>
            <a:r>
              <a:rPr lang="zh-CN" altLang="en-US" b="0" i="0" u="none" strike="noStrike" dirty="0">
                <a:solidFill>
                  <a:srgbClr val="000000"/>
                </a:solidFill>
                <a:latin typeface="FZSSK"/>
              </a:rPr>
              <a:t>根节点</a:t>
            </a:r>
            <a:r>
              <a:rPr lang="en-US" altLang="zh-CN" b="0" i="0" u="none" strike="noStrike" dirty="0">
                <a:solidFill>
                  <a:srgbClr val="000000"/>
                </a:solidFill>
                <a:latin typeface="E"/>
              </a:rPr>
              <a:t>)</a:t>
            </a:r>
            <a:r>
              <a:rPr lang="zh-CN" altLang="en-US" b="0" i="0" u="none" strike="noStrike" dirty="0">
                <a:solidFill>
                  <a:srgbClr val="000000"/>
                </a:solidFill>
                <a:latin typeface="FZSSK"/>
              </a:rPr>
              <a:t>中的最大</a:t>
            </a:r>
            <a:r>
              <a:rPr lang="en-US" altLang="zh-CN" b="0" i="0" u="none" strike="noStrike" dirty="0">
                <a:solidFill>
                  <a:srgbClr val="000000"/>
                </a:solidFill>
                <a:latin typeface="E"/>
              </a:rPr>
              <a:t>(</a:t>
            </a:r>
            <a:r>
              <a:rPr lang="zh-CN" altLang="en-US" b="0" i="0" u="none" strike="noStrike" dirty="0">
                <a:solidFill>
                  <a:srgbClr val="000000"/>
                </a:solidFill>
                <a:latin typeface="FZSSK"/>
              </a:rPr>
              <a:t>或最小</a:t>
            </a:r>
            <a:r>
              <a:rPr lang="en-US" altLang="zh-CN" b="0" i="0" u="none" strike="noStrike" dirty="0">
                <a:solidFill>
                  <a:srgbClr val="000000"/>
                </a:solidFill>
                <a:latin typeface="E"/>
              </a:rPr>
              <a:t>)</a:t>
            </a:r>
            <a:r>
              <a:rPr lang="zh-CN" altLang="en-US" b="0" i="0" u="none" strike="noStrike" dirty="0">
                <a:solidFill>
                  <a:srgbClr val="000000"/>
                </a:solidFill>
                <a:latin typeface="FZSSK"/>
              </a:rPr>
              <a:t>关键字</a:t>
            </a:r>
            <a:r>
              <a:rPr lang="zh-CN" altLang="en-US" b="0" i="0" u="none" strike="noStrike" dirty="0">
                <a:solidFill>
                  <a:srgbClr val="000000"/>
                </a:solidFill>
                <a:latin typeface="E"/>
              </a:rPr>
              <a:t>。</a:t>
            </a:r>
          </a:p>
        </p:txBody>
      </p:sp>
      <p:sp>
        <p:nvSpPr>
          <p:cNvPr id="7" name="文本框 6">
            <a:extLst>
              <a:ext uri="{FF2B5EF4-FFF2-40B4-BE49-F238E27FC236}">
                <a16:creationId xmlns:a16="http://schemas.microsoft.com/office/drawing/2014/main" id="{1EEFC67C-A507-6BA1-FF61-8375BF9E6D5E}"/>
              </a:ext>
            </a:extLst>
          </p:cNvPr>
          <p:cNvSpPr txBox="1"/>
          <p:nvPr/>
        </p:nvSpPr>
        <p:spPr>
          <a:xfrm>
            <a:off x="565266" y="3894675"/>
            <a:ext cx="4871258" cy="2707344"/>
          </a:xfrm>
          <a:prstGeom prst="rect">
            <a:avLst/>
          </a:prstGeom>
          <a:noFill/>
        </p:spPr>
        <p:txBody>
          <a:bodyPr wrap="square">
            <a:spAutoFit/>
          </a:bodyPr>
          <a:lstStyle>
            <a:defPPr>
              <a:defRPr lang="zh-CN"/>
            </a:defPPr>
            <a:lvl1pPr algn="just">
              <a:lnSpc>
                <a:spcPct val="120000"/>
              </a:lnSpc>
              <a:defRPr b="0" i="0" u="none" strike="noStrike">
                <a:solidFill>
                  <a:srgbClr val="C00000"/>
                </a:solidFill>
                <a:latin typeface="+mj-ea"/>
                <a:ea typeface="+mj-ea"/>
              </a:defRPr>
            </a:lvl1pPr>
            <a:lvl2pPr marL="0" lvl="1" algn="just">
              <a:lnSpc>
                <a:spcPct val="120000"/>
              </a:lnSpc>
              <a:defRPr b="0" i="0" u="none" strike="noStrike">
                <a:solidFill>
                  <a:srgbClr val="000000"/>
                </a:solidFill>
                <a:latin typeface="E"/>
              </a:defRPr>
            </a:lvl2pPr>
          </a:lstStyle>
          <a:p>
            <a:r>
              <a:rPr lang="zh-CN" altLang="en-US" dirty="0">
                <a:solidFill>
                  <a:schemeClr val="tx1"/>
                </a:solidFill>
                <a:latin typeface="+mn-ea"/>
                <a:ea typeface="+mn-ea"/>
              </a:rPr>
              <a:t>通常 </a:t>
            </a:r>
            <a:r>
              <a:rPr lang="en-US" altLang="zh-CN" dirty="0">
                <a:solidFill>
                  <a:schemeClr val="tx1"/>
                </a:solidFill>
                <a:latin typeface="+mn-ea"/>
                <a:ea typeface="+mn-ea"/>
              </a:rPr>
              <a:t>B</a:t>
            </a:r>
            <a:r>
              <a:rPr lang="en-US" altLang="zh-CN" baseline="30000" dirty="0">
                <a:solidFill>
                  <a:schemeClr val="tx1"/>
                </a:solidFill>
                <a:latin typeface="+mn-ea"/>
                <a:ea typeface="+mn-ea"/>
              </a:rPr>
              <a:t>+</a:t>
            </a:r>
            <a:r>
              <a:rPr lang="zh-CN" altLang="en-US" dirty="0">
                <a:solidFill>
                  <a:schemeClr val="tx1"/>
                </a:solidFill>
                <a:latin typeface="+mn-ea"/>
                <a:ea typeface="+mn-ea"/>
              </a:rPr>
              <a:t>树有两个头指针：一个指向根节点，另一个指向关键字最小的叶节点。因此</a:t>
            </a:r>
            <a:r>
              <a:rPr lang="en-US" altLang="zh-CN" dirty="0">
                <a:solidFill>
                  <a:schemeClr val="tx1"/>
                </a:solidFill>
                <a:latin typeface="+mn-ea"/>
                <a:ea typeface="+mn-ea"/>
              </a:rPr>
              <a:t>B</a:t>
            </a:r>
            <a:r>
              <a:rPr lang="en-US" altLang="zh-CN" baseline="30000" dirty="0">
                <a:solidFill>
                  <a:schemeClr val="tx1"/>
                </a:solidFill>
                <a:latin typeface="+mn-ea"/>
                <a:ea typeface="+mn-ea"/>
              </a:rPr>
              <a:t>+</a:t>
            </a:r>
            <a:r>
              <a:rPr lang="zh-CN" altLang="en-US" dirty="0">
                <a:solidFill>
                  <a:schemeClr val="tx1"/>
                </a:solidFill>
                <a:latin typeface="+mn-ea"/>
                <a:ea typeface="+mn-ea"/>
              </a:rPr>
              <a:t>树的查找方式有两种</a:t>
            </a:r>
            <a:r>
              <a:rPr lang="en-US" altLang="zh-CN" dirty="0">
                <a:solidFill>
                  <a:schemeClr val="tx1"/>
                </a:solidFill>
                <a:latin typeface="+mn-ea"/>
                <a:ea typeface="+mn-ea"/>
              </a:rPr>
              <a:t>:</a:t>
            </a:r>
          </a:p>
          <a:p>
            <a:r>
              <a:rPr lang="zh-CN" altLang="en-US" dirty="0">
                <a:solidFill>
                  <a:schemeClr val="tx1"/>
                </a:solidFill>
                <a:latin typeface="+mn-ea"/>
                <a:ea typeface="+mn-ea"/>
              </a:rPr>
              <a:t>  一种是从最小关键字起顺序查找</a:t>
            </a:r>
            <a:r>
              <a:rPr lang="en-US" altLang="zh-CN" dirty="0">
                <a:solidFill>
                  <a:schemeClr val="tx1"/>
                </a:solidFill>
                <a:latin typeface="+mn-ea"/>
                <a:ea typeface="+mn-ea"/>
              </a:rPr>
              <a:t>;</a:t>
            </a:r>
          </a:p>
          <a:p>
            <a:r>
              <a:rPr lang="zh-CN" altLang="en-US" dirty="0">
                <a:solidFill>
                  <a:schemeClr val="tx1"/>
                </a:solidFill>
                <a:latin typeface="+mn-ea"/>
                <a:ea typeface="+mn-ea"/>
              </a:rPr>
              <a:t>  另一种是从根节点开始</a:t>
            </a:r>
            <a:r>
              <a:rPr lang="en-US" altLang="zh-CN" dirty="0">
                <a:solidFill>
                  <a:schemeClr val="tx1"/>
                </a:solidFill>
                <a:latin typeface="+mn-ea"/>
                <a:ea typeface="+mn-ea"/>
              </a:rPr>
              <a:t>,</a:t>
            </a:r>
            <a:r>
              <a:rPr lang="zh-CN" altLang="en-US" dirty="0">
                <a:solidFill>
                  <a:schemeClr val="tx1"/>
                </a:solidFill>
                <a:latin typeface="+mn-ea"/>
                <a:ea typeface="+mn-ea"/>
              </a:rPr>
              <a:t>进行随机查找。</a:t>
            </a:r>
            <a:endParaRPr lang="en-US" altLang="zh-CN" dirty="0">
              <a:solidFill>
                <a:schemeClr val="tx1"/>
              </a:solidFill>
              <a:latin typeface="+mn-ea"/>
              <a:ea typeface="+mn-ea"/>
            </a:endParaRPr>
          </a:p>
          <a:p>
            <a:r>
              <a:rPr lang="zh-CN" altLang="en-US" dirty="0">
                <a:solidFill>
                  <a:schemeClr val="tx1"/>
                </a:solidFill>
                <a:latin typeface="+mn-ea"/>
                <a:ea typeface="+mn-ea"/>
              </a:rPr>
              <a:t>如图</a:t>
            </a:r>
            <a:r>
              <a:rPr lang="en-US" altLang="zh-CN" dirty="0">
                <a:solidFill>
                  <a:schemeClr val="tx1"/>
                </a:solidFill>
                <a:latin typeface="+mn-ea"/>
                <a:ea typeface="+mn-ea"/>
              </a:rPr>
              <a:t>9.27</a:t>
            </a:r>
            <a:r>
              <a:rPr lang="zh-CN" altLang="en-US" dirty="0">
                <a:solidFill>
                  <a:schemeClr val="tx1"/>
                </a:solidFill>
                <a:latin typeface="+mn-ea"/>
                <a:ea typeface="+mn-ea"/>
              </a:rPr>
              <a:t>所示</a:t>
            </a:r>
            <a:r>
              <a:rPr lang="en-US" altLang="zh-CN" dirty="0">
                <a:solidFill>
                  <a:schemeClr val="tx1"/>
                </a:solidFill>
                <a:latin typeface="+mn-ea"/>
                <a:ea typeface="+mn-ea"/>
              </a:rPr>
              <a:t>,</a:t>
            </a:r>
            <a:r>
              <a:rPr lang="zh-CN" altLang="en-US" dirty="0">
                <a:solidFill>
                  <a:schemeClr val="tx1"/>
                </a:solidFill>
                <a:latin typeface="+mn-ea"/>
                <a:ea typeface="+mn-ea"/>
              </a:rPr>
              <a:t>其中</a:t>
            </a:r>
            <a:r>
              <a:rPr lang="en-US" altLang="zh-CN" dirty="0" err="1">
                <a:solidFill>
                  <a:schemeClr val="tx1"/>
                </a:solidFill>
                <a:latin typeface="+mn-ea"/>
                <a:ea typeface="+mn-ea"/>
              </a:rPr>
              <a:t>sqt</a:t>
            </a:r>
            <a:r>
              <a:rPr lang="zh-CN" altLang="en-US" dirty="0">
                <a:solidFill>
                  <a:schemeClr val="tx1"/>
                </a:solidFill>
                <a:latin typeface="+mn-ea"/>
                <a:ea typeface="+mn-ea"/>
              </a:rPr>
              <a:t>代表从最小关键字起顺序查找的指针</a:t>
            </a:r>
            <a:r>
              <a:rPr lang="en-US" altLang="zh-CN" dirty="0">
                <a:solidFill>
                  <a:schemeClr val="tx1"/>
                </a:solidFill>
                <a:latin typeface="+mn-ea"/>
                <a:ea typeface="+mn-ea"/>
              </a:rPr>
              <a:t>,</a:t>
            </a:r>
            <a:r>
              <a:rPr lang="zh-CN" altLang="en-US" dirty="0">
                <a:solidFill>
                  <a:schemeClr val="tx1"/>
                </a:solidFill>
                <a:latin typeface="+mn-ea"/>
                <a:ea typeface="+mn-ea"/>
              </a:rPr>
              <a:t>最下层的叶节点都有指向含这些关键字记录的指针。</a:t>
            </a:r>
          </a:p>
        </p:txBody>
      </p:sp>
      <p:pic>
        <p:nvPicPr>
          <p:cNvPr id="9" name="图片 8">
            <a:extLst>
              <a:ext uri="{FF2B5EF4-FFF2-40B4-BE49-F238E27FC236}">
                <a16:creationId xmlns:a16="http://schemas.microsoft.com/office/drawing/2014/main" id="{CB9F6CBE-761F-1CE2-F157-3318B652FE4F}"/>
              </a:ext>
            </a:extLst>
          </p:cNvPr>
          <p:cNvPicPr>
            <a:picLocks noChangeAspect="1"/>
          </p:cNvPicPr>
          <p:nvPr/>
        </p:nvPicPr>
        <p:blipFill>
          <a:blip r:embed="rId2"/>
          <a:stretch>
            <a:fillRect/>
          </a:stretch>
        </p:blipFill>
        <p:spPr>
          <a:xfrm>
            <a:off x="5716689" y="3048300"/>
            <a:ext cx="5976547" cy="2981083"/>
          </a:xfrm>
          <a:prstGeom prst="rect">
            <a:avLst/>
          </a:prstGeom>
        </p:spPr>
      </p:pic>
      <p:sp>
        <p:nvSpPr>
          <p:cNvPr id="11" name="文本框 10">
            <a:extLst>
              <a:ext uri="{FF2B5EF4-FFF2-40B4-BE49-F238E27FC236}">
                <a16:creationId xmlns:a16="http://schemas.microsoft.com/office/drawing/2014/main" id="{E5150EC4-F233-F641-06D9-F375BE4B4870}"/>
              </a:ext>
            </a:extLst>
          </p:cNvPr>
          <p:cNvSpPr txBox="1"/>
          <p:nvPr/>
        </p:nvSpPr>
        <p:spPr>
          <a:xfrm>
            <a:off x="7753004" y="6072046"/>
            <a:ext cx="2715491" cy="369332"/>
          </a:xfrm>
          <a:prstGeom prst="rect">
            <a:avLst/>
          </a:prstGeom>
          <a:noFill/>
        </p:spPr>
        <p:txBody>
          <a:bodyPr wrap="square">
            <a:spAutoFit/>
          </a:bodyPr>
          <a:lstStyle/>
          <a:p>
            <a:r>
              <a:rPr lang="zh-CN" altLang="en-US" dirty="0"/>
              <a:t>图9.27   3阶B+树示例</a:t>
            </a:r>
          </a:p>
        </p:txBody>
      </p:sp>
      <p:sp>
        <p:nvSpPr>
          <p:cNvPr id="13" name="文本框 12">
            <a:extLst>
              <a:ext uri="{FF2B5EF4-FFF2-40B4-BE49-F238E27FC236}">
                <a16:creationId xmlns:a16="http://schemas.microsoft.com/office/drawing/2014/main" id="{371A77E7-1F2D-87BA-EE7D-83419C325AC8}"/>
              </a:ext>
            </a:extLst>
          </p:cNvPr>
          <p:cNvSpPr txBox="1"/>
          <p:nvPr/>
        </p:nvSpPr>
        <p:spPr>
          <a:xfrm>
            <a:off x="5935286" y="993681"/>
            <a:ext cx="5691448" cy="1727652"/>
          </a:xfrm>
          <a:prstGeom prst="rect">
            <a:avLst/>
          </a:prstGeom>
          <a:noFill/>
        </p:spPr>
        <p:txBody>
          <a:bodyPr wrap="square">
            <a:spAutoFit/>
          </a:bodyPr>
          <a:lstStyle>
            <a:defPPr>
              <a:defRPr lang="zh-CN"/>
            </a:defPPr>
            <a:lvl1pPr algn="just">
              <a:lnSpc>
                <a:spcPct val="120000"/>
              </a:lnSpc>
              <a:defRPr b="0" i="0" u="none" strike="noStrike">
                <a:latin typeface="+mn-ea"/>
              </a:defRPr>
            </a:lvl1pPr>
            <a:lvl2pPr marL="0" lvl="1" algn="just">
              <a:lnSpc>
                <a:spcPct val="120000"/>
              </a:lnSpc>
              <a:defRPr b="0" i="0" u="none" strike="noStrike">
                <a:solidFill>
                  <a:srgbClr val="000000"/>
                </a:solidFill>
                <a:latin typeface="E"/>
              </a:defRPr>
            </a:lvl2pPr>
          </a:lstStyle>
          <a:p>
            <a:r>
              <a:rPr lang="zh-CN" altLang="en-US" dirty="0"/>
              <a:t>在 </a:t>
            </a:r>
            <a:r>
              <a:rPr lang="en-US" altLang="zh-CN" dirty="0"/>
              <a:t>B</a:t>
            </a:r>
            <a:r>
              <a:rPr lang="en-US" altLang="zh-CN" baseline="30000" dirty="0"/>
              <a:t>+</a:t>
            </a:r>
            <a:r>
              <a:rPr lang="zh-CN" altLang="en-US" dirty="0"/>
              <a:t>树上进行随机查找、插入和删除的过程基本上与 </a:t>
            </a:r>
            <a:r>
              <a:rPr lang="en-US" altLang="zh-CN" dirty="0"/>
              <a:t>B</a:t>
            </a:r>
            <a:r>
              <a:rPr lang="zh-CN" altLang="en-US" dirty="0"/>
              <a:t>树类似。只是在查找时</a:t>
            </a:r>
            <a:r>
              <a:rPr lang="en-US" altLang="zh-CN" dirty="0"/>
              <a:t>,</a:t>
            </a:r>
            <a:r>
              <a:rPr lang="zh-CN" altLang="en-US" dirty="0"/>
              <a:t>若内部节点上的关键字等于给定值</a:t>
            </a:r>
            <a:r>
              <a:rPr lang="en-US" altLang="zh-CN" dirty="0"/>
              <a:t>,</a:t>
            </a:r>
            <a:r>
              <a:rPr lang="zh-CN" altLang="en-US" dirty="0"/>
              <a:t>并不终止</a:t>
            </a:r>
            <a:r>
              <a:rPr lang="en-US" altLang="zh-CN" dirty="0"/>
              <a:t>,</a:t>
            </a:r>
            <a:r>
              <a:rPr lang="zh-CN" altLang="en-US" dirty="0"/>
              <a:t>而是继续向下查找直到叶节点。因此</a:t>
            </a:r>
            <a:r>
              <a:rPr lang="en-US" altLang="zh-CN" dirty="0"/>
              <a:t>,</a:t>
            </a:r>
            <a:r>
              <a:rPr lang="zh-CN" altLang="en-US" dirty="0"/>
              <a:t>在</a:t>
            </a:r>
            <a:r>
              <a:rPr lang="en-US" altLang="zh-CN" dirty="0"/>
              <a:t>B</a:t>
            </a:r>
            <a:r>
              <a:rPr lang="en-US" altLang="zh-CN" baseline="30000" dirty="0"/>
              <a:t>+</a:t>
            </a:r>
            <a:r>
              <a:rPr lang="zh-CN" altLang="en-US" dirty="0"/>
              <a:t>树中</a:t>
            </a:r>
            <a:r>
              <a:rPr lang="en-US" altLang="zh-CN" dirty="0"/>
              <a:t>,</a:t>
            </a:r>
            <a:r>
              <a:rPr lang="zh-CN" altLang="en-US" dirty="0"/>
              <a:t>不管查找成功与否</a:t>
            </a:r>
            <a:r>
              <a:rPr lang="en-US" altLang="zh-CN" dirty="0"/>
              <a:t>,</a:t>
            </a:r>
            <a:r>
              <a:rPr lang="zh-CN" altLang="en-US" dirty="0"/>
              <a:t>每次查找都是走了一条从根到叶节点的路径。</a:t>
            </a:r>
          </a:p>
        </p:txBody>
      </p:sp>
      <p:sp>
        <p:nvSpPr>
          <p:cNvPr id="14" name="文本框 13">
            <a:extLst>
              <a:ext uri="{FF2B5EF4-FFF2-40B4-BE49-F238E27FC236}">
                <a16:creationId xmlns:a16="http://schemas.microsoft.com/office/drawing/2014/main" id="{0ACE3A6F-A8BF-AF9F-0B1E-14AE539FAA79}"/>
              </a:ext>
            </a:extLst>
          </p:cNvPr>
          <p:cNvSpPr txBox="1"/>
          <p:nvPr/>
        </p:nvSpPr>
        <p:spPr>
          <a:xfrm>
            <a:off x="4161906" y="372185"/>
            <a:ext cx="5245347" cy="400110"/>
          </a:xfrm>
          <a:prstGeom prst="rect">
            <a:avLst/>
          </a:prstGeom>
          <a:solidFill>
            <a:schemeClr val="accent2">
              <a:lumMod val="20000"/>
              <a:lumOff val="80000"/>
            </a:schemeClr>
          </a:solidFill>
        </p:spPr>
        <p:txBody>
          <a:bodyPr wrap="none" rtlCol="0">
            <a:spAutoFit/>
          </a:bodyPr>
          <a:lstStyle/>
          <a:p>
            <a:r>
              <a:rPr lang="zh-CN" altLang="en-US" sz="2000" b="1" dirty="0"/>
              <a:t>在第</a:t>
            </a:r>
            <a:r>
              <a:rPr lang="en-US" altLang="zh-CN" sz="2000" b="1" dirty="0"/>
              <a:t>12</a:t>
            </a:r>
            <a:r>
              <a:rPr lang="zh-CN" altLang="en-US" sz="2000" b="1" dirty="0"/>
              <a:t>章的</a:t>
            </a:r>
            <a:r>
              <a:rPr lang="en-US" altLang="zh-CN" sz="2000" b="1" dirty="0">
                <a:solidFill>
                  <a:srgbClr val="C00000"/>
                </a:solidFill>
                <a:effectLst>
                  <a:outerShdw blurRad="38100" dist="38100" dir="2700000" algn="tl">
                    <a:srgbClr val="000000">
                      <a:alpha val="43137"/>
                    </a:srgbClr>
                  </a:outerShdw>
                </a:effectLst>
              </a:rPr>
              <a:t>12.3.3</a:t>
            </a:r>
            <a:r>
              <a:rPr lang="zh-CN" altLang="en-US" sz="2000" b="1" dirty="0">
                <a:solidFill>
                  <a:srgbClr val="C00000"/>
                </a:solidFill>
                <a:effectLst>
                  <a:outerShdw blurRad="38100" dist="38100" dir="2700000" algn="tl">
                    <a:srgbClr val="000000">
                      <a:alpha val="43137"/>
                    </a:srgbClr>
                  </a:outerShdw>
                </a:effectLst>
              </a:rPr>
              <a:t>节</a:t>
            </a:r>
            <a:r>
              <a:rPr lang="zh-CN" altLang="en-US" sz="2000" b="1" dirty="0"/>
              <a:t>，将详细讨论</a:t>
            </a:r>
            <a:r>
              <a:rPr lang="en-US" altLang="zh-CN" sz="2000" b="1" dirty="0"/>
              <a:t>B</a:t>
            </a:r>
            <a:r>
              <a:rPr lang="en-US" altLang="zh-CN" sz="2000" b="1" baseline="30000" dirty="0"/>
              <a:t>+</a:t>
            </a:r>
            <a:r>
              <a:rPr lang="zh-CN" altLang="en-US" sz="2000" b="1" dirty="0"/>
              <a:t>树的实现</a:t>
            </a:r>
          </a:p>
        </p:txBody>
      </p:sp>
    </p:spTree>
    <p:extLst>
      <p:ext uri="{BB962C8B-B14F-4D97-AF65-F5344CB8AC3E}">
        <p14:creationId xmlns:p14="http://schemas.microsoft.com/office/powerpoint/2010/main" val="297300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1000"/>
                                        <p:tgtEl>
                                          <p:spTgt spid="9"/>
                                        </p:tgtEl>
                                      </p:cBhvr>
                                    </p:animEffect>
                                    <p:anim calcmode="lin" valueType="num">
                                      <p:cBhvr>
                                        <p:cTn id="41" dur="1000" fill="hold"/>
                                        <p:tgtEl>
                                          <p:spTgt spid="9"/>
                                        </p:tgtEl>
                                        <p:attrNameLst>
                                          <p:attrName>ppt_x</p:attrName>
                                        </p:attrNameLst>
                                      </p:cBhvr>
                                      <p:tavLst>
                                        <p:tav tm="0">
                                          <p:val>
                                            <p:strVal val="#ppt_x"/>
                                          </p:val>
                                        </p:tav>
                                        <p:tav tm="100000">
                                          <p:val>
                                            <p:strVal val="#ppt_x"/>
                                          </p:val>
                                        </p:tav>
                                      </p:tavLst>
                                    </p:anim>
                                    <p:anim calcmode="lin" valueType="num">
                                      <p:cBhvr>
                                        <p:cTn id="42" dur="1000" fill="hold"/>
                                        <p:tgtEl>
                                          <p:spTgt spid="9"/>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1000"/>
                                        <p:tgtEl>
                                          <p:spTgt spid="11"/>
                                        </p:tgtEl>
                                      </p:cBhvr>
                                    </p:animEffect>
                                    <p:anim calcmode="lin" valueType="num">
                                      <p:cBhvr>
                                        <p:cTn id="46" dur="1000" fill="hold"/>
                                        <p:tgtEl>
                                          <p:spTgt spid="11"/>
                                        </p:tgtEl>
                                        <p:attrNameLst>
                                          <p:attrName>ppt_x</p:attrName>
                                        </p:attrNameLst>
                                      </p:cBhvr>
                                      <p:tavLst>
                                        <p:tav tm="0">
                                          <p:val>
                                            <p:strVal val="#ppt_x"/>
                                          </p:val>
                                        </p:tav>
                                        <p:tav tm="100000">
                                          <p:val>
                                            <p:strVal val="#ppt_x"/>
                                          </p:val>
                                        </p:tav>
                                      </p:tavLst>
                                    </p:anim>
                                    <p:anim calcmode="lin" valueType="num">
                                      <p:cBhvr>
                                        <p:cTn id="4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anim calcmode="lin" valueType="num">
                                      <p:cBhvr>
                                        <p:cTn id="60" dur="1000" fill="hold"/>
                                        <p:tgtEl>
                                          <p:spTgt spid="14"/>
                                        </p:tgtEl>
                                        <p:attrNameLst>
                                          <p:attrName>ppt_x</p:attrName>
                                        </p:attrNameLst>
                                      </p:cBhvr>
                                      <p:tavLst>
                                        <p:tav tm="0">
                                          <p:val>
                                            <p:strVal val="#ppt_x"/>
                                          </p:val>
                                        </p:tav>
                                        <p:tav tm="100000">
                                          <p:val>
                                            <p:strVal val="#ppt_x"/>
                                          </p:val>
                                        </p:tav>
                                      </p:tavLst>
                                    </p:anim>
                                    <p:anim calcmode="lin" valueType="num">
                                      <p:cBhvr>
                                        <p:cTn id="6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uiExpand="1" build="p"/>
      <p:bldP spid="11" grpId="0"/>
      <p:bldP spid="13" grpId="0"/>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7812598-99BC-01B9-754F-4B459C07D4D6}"/>
              </a:ext>
            </a:extLst>
          </p:cNvPr>
          <p:cNvSpPr>
            <a:spLocks noGrp="1"/>
          </p:cNvSpPr>
          <p:nvPr>
            <p:ph type="sldNum" sz="quarter" idx="12"/>
          </p:nvPr>
        </p:nvSpPr>
        <p:spPr/>
        <p:txBody>
          <a:bodyPr/>
          <a:lstStyle/>
          <a:p>
            <a:fld id="{D7C0FE0B-717B-41AE-9FA2-CA4BF851D1C3}" type="slidenum">
              <a:rPr lang="zh-CN" altLang="en-US" smtClean="0"/>
              <a:t>44</a:t>
            </a:fld>
            <a:endParaRPr lang="zh-CN" altLang="en-US"/>
          </a:p>
        </p:txBody>
      </p:sp>
      <p:sp>
        <p:nvSpPr>
          <p:cNvPr id="3" name="文本框 2">
            <a:extLst>
              <a:ext uri="{FF2B5EF4-FFF2-40B4-BE49-F238E27FC236}">
                <a16:creationId xmlns:a16="http://schemas.microsoft.com/office/drawing/2014/main" id="{A771A29D-959B-2EDD-45F3-4568B5082414}"/>
              </a:ext>
            </a:extLst>
          </p:cNvPr>
          <p:cNvSpPr txBox="1"/>
          <p:nvPr/>
        </p:nvSpPr>
        <p:spPr>
          <a:xfrm>
            <a:off x="1335030" y="233295"/>
            <a:ext cx="1959191"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3B11EF"/>
                </a:solidFill>
                <a:effectLst>
                  <a:outerShdw blurRad="38100" dist="38100" dir="2700000" algn="tl">
                    <a:srgbClr val="000000">
                      <a:alpha val="43137"/>
                    </a:srgbClr>
                  </a:outerShdw>
                </a:effectLst>
              </a:rPr>
              <a:t>9.2.5   </a:t>
            </a:r>
            <a:r>
              <a:rPr lang="zh-CN" altLang="en-US" sz="2400" b="1" dirty="0">
                <a:solidFill>
                  <a:srgbClr val="3B11EF"/>
                </a:solidFill>
                <a:effectLst>
                  <a:outerShdw blurRad="38100" dist="38100" dir="2700000" algn="tl">
                    <a:srgbClr val="000000">
                      <a:alpha val="43137"/>
                    </a:srgbClr>
                  </a:outerShdw>
                </a:effectLst>
              </a:rPr>
              <a:t>跳跃表</a:t>
            </a:r>
          </a:p>
        </p:txBody>
      </p:sp>
      <p:sp>
        <p:nvSpPr>
          <p:cNvPr id="5" name="文本框 4">
            <a:extLst>
              <a:ext uri="{FF2B5EF4-FFF2-40B4-BE49-F238E27FC236}">
                <a16:creationId xmlns:a16="http://schemas.microsoft.com/office/drawing/2014/main" id="{E598F2B6-8D2F-07DF-6325-434FE1D2EFEE}"/>
              </a:ext>
            </a:extLst>
          </p:cNvPr>
          <p:cNvSpPr txBox="1"/>
          <p:nvPr/>
        </p:nvSpPr>
        <p:spPr>
          <a:xfrm>
            <a:off x="848539" y="2956906"/>
            <a:ext cx="6666807" cy="3582006"/>
          </a:xfrm>
          <a:prstGeom prst="rect">
            <a:avLst/>
          </a:prstGeom>
          <a:noFill/>
        </p:spPr>
        <p:txBody>
          <a:bodyPr wrap="square">
            <a:spAutoFit/>
          </a:bodyPr>
          <a:lstStyle/>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9.27</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阶</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树也可以表示为图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9.28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的跳跃表。做法是：</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树所有节点拆分为单关键字</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点，且相同关键字共享一个</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点，按个数设置指针域；</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）像底层</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点那样，每一层</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点都横向构成一个有序链表；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）各层的横向链表的头指针构成一个头</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）增设一个由全局指针变量</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nil</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指示的尾</a:t>
            </a:r>
            <a:r>
              <a:rPr lang="zh-CN" altLang="en-US" sz="1800" kern="100" dirty="0">
                <a:effectLst/>
                <a:latin typeface="Courier New" panose="02070309020205020404" pitchFamily="49" charset="0"/>
                <a:ea typeface="宋体" panose="02010600030101010101" pitchFamily="2" charset="-122"/>
                <a:cs typeface="Courier New" panose="02070309020205020404" pitchFamily="49" charset="0"/>
              </a:rPr>
              <a:t>节</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，其关键字为最大值，各层指针为空；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）头</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点和</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nil</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点的指针层数均为约定的最大层数。</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）跳跃表是一个含三个域的结构体，</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length</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值是底层链表的长度（元素</a:t>
            </a:r>
            <a:r>
              <a:rPr lang="zh-CN" altLang="en-US" sz="1800" kern="100" dirty="0">
                <a:effectLst/>
                <a:latin typeface="Courier New" panose="02070309020205020404" pitchFamily="49" charset="0"/>
                <a:ea typeface="宋体" panose="02010600030101010101" pitchFamily="2" charset="-122"/>
                <a:cs typeface="Courier New" panose="02070309020205020404" pitchFamily="49" charset="0"/>
              </a:rPr>
              <a:t>节</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点数），</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topLV</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是当前元素</a:t>
            </a:r>
            <a:r>
              <a:rPr lang="zh-CN" altLang="en-US" sz="1800" kern="100" dirty="0">
                <a:effectLst/>
                <a:latin typeface="Courier New" panose="02070309020205020404" pitchFamily="49" charset="0"/>
                <a:ea typeface="宋体" panose="02010600030101010101" pitchFamily="2" charset="-122"/>
                <a:cs typeface="Courier New" panose="02070309020205020404" pitchFamily="49" charset="0"/>
              </a:rPr>
              <a:t>节</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点的最大层数，</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header</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指向头</a:t>
            </a:r>
            <a:r>
              <a:rPr lang="zh-CN" altLang="en-US" sz="1800" kern="100" dirty="0">
                <a:effectLst/>
                <a:latin typeface="Courier New" panose="02070309020205020404" pitchFamily="49" charset="0"/>
                <a:ea typeface="宋体" panose="02010600030101010101" pitchFamily="2" charset="-122"/>
                <a:cs typeface="Courier New" panose="02070309020205020404" pitchFamily="49" charset="0"/>
              </a:rPr>
              <a:t>节</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7" name="组合 6">
            <a:extLst>
              <a:ext uri="{FF2B5EF4-FFF2-40B4-BE49-F238E27FC236}">
                <a16:creationId xmlns:a16="http://schemas.microsoft.com/office/drawing/2014/main" id="{E28D695E-7EAB-4B0A-9E7E-5E01072A90D7}"/>
              </a:ext>
            </a:extLst>
          </p:cNvPr>
          <p:cNvGrpSpPr/>
          <p:nvPr/>
        </p:nvGrpSpPr>
        <p:grpSpPr>
          <a:xfrm>
            <a:off x="184772" y="694960"/>
            <a:ext cx="11822455" cy="2138227"/>
            <a:chOff x="231046" y="3794386"/>
            <a:chExt cx="11822455" cy="2138227"/>
          </a:xfrm>
        </p:grpSpPr>
        <p:sp>
          <p:nvSpPr>
            <p:cNvPr id="8" name="文本框 50">
              <a:extLst>
                <a:ext uri="{FF2B5EF4-FFF2-40B4-BE49-F238E27FC236}">
                  <a16:creationId xmlns:a16="http://schemas.microsoft.com/office/drawing/2014/main" id="{55B2F506-DEE5-481F-BE93-30AB269487FB}"/>
                </a:ext>
              </a:extLst>
            </p:cNvPr>
            <p:cNvSpPr txBox="1"/>
            <p:nvPr/>
          </p:nvSpPr>
          <p:spPr>
            <a:xfrm>
              <a:off x="1511736" y="3794386"/>
              <a:ext cx="877163"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C00000"/>
                  </a:solidFill>
                  <a:effectLst>
                    <a:outerShdw blurRad="38100" dist="38100" dir="2700000" algn="tl">
                      <a:srgbClr val="000000">
                        <a:alpha val="43137"/>
                      </a:srgbClr>
                    </a:outerShdw>
                  </a:effectLst>
                </a:rPr>
                <a:t>跳跃表</a:t>
              </a:r>
            </a:p>
          </p:txBody>
        </p:sp>
        <p:grpSp>
          <p:nvGrpSpPr>
            <p:cNvPr id="9" name="组合 8">
              <a:extLst>
                <a:ext uri="{FF2B5EF4-FFF2-40B4-BE49-F238E27FC236}">
                  <a16:creationId xmlns:a16="http://schemas.microsoft.com/office/drawing/2014/main" id="{0AB03FD6-33C6-4736-8AF1-E0F917228871}"/>
                </a:ext>
              </a:extLst>
            </p:cNvPr>
            <p:cNvGrpSpPr/>
            <p:nvPr/>
          </p:nvGrpSpPr>
          <p:grpSpPr>
            <a:xfrm>
              <a:off x="1597587" y="4054615"/>
              <a:ext cx="10455914" cy="1873120"/>
              <a:chOff x="323083" y="2509278"/>
              <a:chExt cx="10455914" cy="1873120"/>
            </a:xfrm>
          </p:grpSpPr>
          <p:sp>
            <p:nvSpPr>
              <p:cNvPr id="17" name="文本框 8">
                <a:extLst>
                  <a:ext uri="{FF2B5EF4-FFF2-40B4-BE49-F238E27FC236}">
                    <a16:creationId xmlns:a16="http://schemas.microsoft.com/office/drawing/2014/main" id="{A68CA12D-7F1B-4D78-BF80-D8D8C3AB85DB}"/>
                  </a:ext>
                </a:extLst>
              </p:cNvPr>
              <p:cNvSpPr txBox="1"/>
              <p:nvPr/>
            </p:nvSpPr>
            <p:spPr>
              <a:xfrm>
                <a:off x="1573831" y="4022793"/>
                <a:ext cx="80021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t>头节点</a:t>
                </a:r>
              </a:p>
            </p:txBody>
          </p:sp>
          <p:grpSp>
            <p:nvGrpSpPr>
              <p:cNvPr id="18" name="组合 17">
                <a:extLst>
                  <a:ext uri="{FF2B5EF4-FFF2-40B4-BE49-F238E27FC236}">
                    <a16:creationId xmlns:a16="http://schemas.microsoft.com/office/drawing/2014/main" id="{64A0FF14-3A71-4783-99C4-9F8F326DD025}"/>
                  </a:ext>
                </a:extLst>
              </p:cNvPr>
              <p:cNvGrpSpPr/>
              <p:nvPr/>
            </p:nvGrpSpPr>
            <p:grpSpPr>
              <a:xfrm>
                <a:off x="2437707" y="3474209"/>
                <a:ext cx="264137" cy="544667"/>
                <a:chOff x="2242809" y="2243857"/>
                <a:chExt cx="264137" cy="544667"/>
              </a:xfrm>
            </p:grpSpPr>
            <p:sp>
              <p:nvSpPr>
                <p:cNvPr id="111" name="文本框 80">
                  <a:extLst>
                    <a:ext uri="{FF2B5EF4-FFF2-40B4-BE49-F238E27FC236}">
                      <a16:creationId xmlns:a16="http://schemas.microsoft.com/office/drawing/2014/main" id="{018E4196-104C-4CD7-84B4-39EBBA3E381A}"/>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10</a:t>
                  </a:r>
                  <a:endParaRPr lang="zh-CN" altLang="en-US" sz="1600" b="1" dirty="0">
                    <a:latin typeface="Times New Roman" panose="02020603050405020304" pitchFamily="18" charset="0"/>
                    <a:cs typeface="Times New Roman" panose="02020603050405020304" pitchFamily="18" charset="0"/>
                  </a:endParaRPr>
                </a:p>
              </p:txBody>
            </p:sp>
            <p:sp>
              <p:nvSpPr>
                <p:cNvPr id="112" name="矩形 111">
                  <a:extLst>
                    <a:ext uri="{FF2B5EF4-FFF2-40B4-BE49-F238E27FC236}">
                      <a16:creationId xmlns:a16="http://schemas.microsoft.com/office/drawing/2014/main" id="{A83999C6-D80F-405D-9845-7E967E7CA823}"/>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9" name="组合 18">
                <a:extLst>
                  <a:ext uri="{FF2B5EF4-FFF2-40B4-BE49-F238E27FC236}">
                    <a16:creationId xmlns:a16="http://schemas.microsoft.com/office/drawing/2014/main" id="{D3940D9C-8524-480B-8FB7-B25A35BBB722}"/>
                  </a:ext>
                </a:extLst>
              </p:cNvPr>
              <p:cNvGrpSpPr/>
              <p:nvPr/>
            </p:nvGrpSpPr>
            <p:grpSpPr>
              <a:xfrm>
                <a:off x="3019670" y="3249627"/>
                <a:ext cx="264137" cy="773166"/>
                <a:chOff x="3400883" y="2198954"/>
                <a:chExt cx="264137" cy="773166"/>
              </a:xfrm>
            </p:grpSpPr>
            <p:sp>
              <p:nvSpPr>
                <p:cNvPr id="108" name="文本框 86">
                  <a:extLst>
                    <a:ext uri="{FF2B5EF4-FFF2-40B4-BE49-F238E27FC236}">
                      <a16:creationId xmlns:a16="http://schemas.microsoft.com/office/drawing/2014/main" id="{8061EE41-7BD2-4CF1-8631-EC10FDE7C600}"/>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15</a:t>
                  </a:r>
                  <a:endParaRPr lang="zh-CN" altLang="en-US" sz="1600" b="1" dirty="0">
                    <a:latin typeface="Times New Roman" panose="02020603050405020304" pitchFamily="18" charset="0"/>
                    <a:cs typeface="Times New Roman" panose="02020603050405020304" pitchFamily="18" charset="0"/>
                  </a:endParaRPr>
                </a:p>
              </p:txBody>
            </p:sp>
            <p:sp>
              <p:nvSpPr>
                <p:cNvPr id="109" name="矩形 108">
                  <a:extLst>
                    <a:ext uri="{FF2B5EF4-FFF2-40B4-BE49-F238E27FC236}">
                      <a16:creationId xmlns:a16="http://schemas.microsoft.com/office/drawing/2014/main" id="{6DBF5A37-81B4-4368-9323-0DD2DC9D37E6}"/>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0" name="矩形 109">
                  <a:extLst>
                    <a:ext uri="{FF2B5EF4-FFF2-40B4-BE49-F238E27FC236}">
                      <a16:creationId xmlns:a16="http://schemas.microsoft.com/office/drawing/2014/main" id="{E8FB0C42-CE19-4D08-96C7-1BE8B37E64BC}"/>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20" name="组合 19">
                <a:extLst>
                  <a:ext uri="{FF2B5EF4-FFF2-40B4-BE49-F238E27FC236}">
                    <a16:creationId xmlns:a16="http://schemas.microsoft.com/office/drawing/2014/main" id="{6904B498-C994-4AD9-85F3-881E63699BA1}"/>
                  </a:ext>
                </a:extLst>
              </p:cNvPr>
              <p:cNvGrpSpPr/>
              <p:nvPr/>
            </p:nvGrpSpPr>
            <p:grpSpPr>
              <a:xfrm>
                <a:off x="5919480" y="3021980"/>
                <a:ext cx="264138" cy="1003569"/>
                <a:chOff x="4075105" y="2295152"/>
                <a:chExt cx="264138" cy="1003569"/>
              </a:xfrm>
            </p:grpSpPr>
            <p:sp>
              <p:nvSpPr>
                <p:cNvPr id="104" name="矩形 103">
                  <a:extLst>
                    <a:ext uri="{FF2B5EF4-FFF2-40B4-BE49-F238E27FC236}">
                      <a16:creationId xmlns:a16="http://schemas.microsoft.com/office/drawing/2014/main" id="{FB269D99-15D0-4051-B03F-2293C5B3B6F6}"/>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5" name="文本框 100">
                  <a:extLst>
                    <a:ext uri="{FF2B5EF4-FFF2-40B4-BE49-F238E27FC236}">
                      <a16:creationId xmlns:a16="http://schemas.microsoft.com/office/drawing/2014/main" id="{B09D3C00-F4C8-47C3-8CC6-FFF844656D2E}"/>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59</a:t>
                  </a:r>
                  <a:endParaRPr lang="zh-CN" altLang="en-US" sz="1600" b="1" dirty="0">
                    <a:latin typeface="Times New Roman" panose="02020603050405020304" pitchFamily="18" charset="0"/>
                    <a:cs typeface="Times New Roman" panose="02020603050405020304" pitchFamily="18" charset="0"/>
                  </a:endParaRPr>
                </a:p>
              </p:txBody>
            </p:sp>
            <p:sp>
              <p:nvSpPr>
                <p:cNvPr id="106" name="矩形 105">
                  <a:extLst>
                    <a:ext uri="{FF2B5EF4-FFF2-40B4-BE49-F238E27FC236}">
                      <a16:creationId xmlns:a16="http://schemas.microsoft.com/office/drawing/2014/main" id="{D79B541E-7E2F-4F74-B583-D72212F4A6C4}"/>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7" name="矩形 106">
                  <a:extLst>
                    <a:ext uri="{FF2B5EF4-FFF2-40B4-BE49-F238E27FC236}">
                      <a16:creationId xmlns:a16="http://schemas.microsoft.com/office/drawing/2014/main" id="{5481A604-5572-469E-A144-1D6D489648F5}"/>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21" name="组合 20">
                <a:extLst>
                  <a:ext uri="{FF2B5EF4-FFF2-40B4-BE49-F238E27FC236}">
                    <a16:creationId xmlns:a16="http://schemas.microsoft.com/office/drawing/2014/main" id="{B82763F5-609B-4B39-BC80-51CB267212BC}"/>
                  </a:ext>
                </a:extLst>
              </p:cNvPr>
              <p:cNvGrpSpPr/>
              <p:nvPr/>
            </p:nvGrpSpPr>
            <p:grpSpPr>
              <a:xfrm>
                <a:off x="1857523" y="2791468"/>
                <a:ext cx="264139" cy="1227408"/>
                <a:chOff x="3969453" y="2195002"/>
                <a:chExt cx="264139" cy="1227408"/>
              </a:xfrm>
            </p:grpSpPr>
            <p:sp>
              <p:nvSpPr>
                <p:cNvPr id="99" name="矩形 98">
                  <a:extLst>
                    <a:ext uri="{FF2B5EF4-FFF2-40B4-BE49-F238E27FC236}">
                      <a16:creationId xmlns:a16="http://schemas.microsoft.com/office/drawing/2014/main" id="{17D04479-1A2E-4C0C-BB4F-BA4EA09D0D5C}"/>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0" name="文本框 92">
                  <a:extLst>
                    <a:ext uri="{FF2B5EF4-FFF2-40B4-BE49-F238E27FC236}">
                      <a16:creationId xmlns:a16="http://schemas.microsoft.com/office/drawing/2014/main" id="{1BA81AE6-7DE7-43D5-BBB1-3501F9F1EC71}"/>
                    </a:ext>
                  </a:extLst>
                </p:cNvPr>
                <p:cNvSpPr txBox="1"/>
                <p:nvPr/>
              </p:nvSpPr>
              <p:spPr>
                <a:xfrm>
                  <a:off x="3969455" y="3103486"/>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01" name="矩形 100">
                  <a:extLst>
                    <a:ext uri="{FF2B5EF4-FFF2-40B4-BE49-F238E27FC236}">
                      <a16:creationId xmlns:a16="http://schemas.microsoft.com/office/drawing/2014/main" id="{C6409027-3538-42EA-9E08-0D20E962AB80}"/>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2" name="矩形 101">
                  <a:extLst>
                    <a:ext uri="{FF2B5EF4-FFF2-40B4-BE49-F238E27FC236}">
                      <a16:creationId xmlns:a16="http://schemas.microsoft.com/office/drawing/2014/main" id="{2D5ABF8C-CC19-4B1E-9801-9FD423DB04F6}"/>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3" name="矩形 102">
                  <a:extLst>
                    <a:ext uri="{FF2B5EF4-FFF2-40B4-BE49-F238E27FC236}">
                      <a16:creationId xmlns:a16="http://schemas.microsoft.com/office/drawing/2014/main" id="{6D3DBDD7-5BD6-4FB5-B61E-14B43275B736}"/>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22" name="直接箭头连接符 21">
                <a:extLst>
                  <a:ext uri="{FF2B5EF4-FFF2-40B4-BE49-F238E27FC236}">
                    <a16:creationId xmlns:a16="http://schemas.microsoft.com/office/drawing/2014/main" id="{00B815CD-449E-4FD9-B7AF-5CDA5330119E}"/>
                  </a:ext>
                </a:extLst>
              </p:cNvPr>
              <p:cNvCxnSpPr>
                <a:cxnSpLocks/>
              </p:cNvCxnSpPr>
              <p:nvPr/>
            </p:nvCxnSpPr>
            <p:spPr>
              <a:xfrm>
                <a:off x="2583739" y="3599233"/>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4FC64DF6-C50C-4C98-A603-FB55A5293DCD}"/>
                  </a:ext>
                </a:extLst>
              </p:cNvPr>
              <p:cNvCxnSpPr>
                <a:cxnSpLocks/>
              </p:cNvCxnSpPr>
              <p:nvPr/>
            </p:nvCxnSpPr>
            <p:spPr>
              <a:xfrm>
                <a:off x="1994945" y="3600935"/>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86DAA97E-44A1-4C5F-A1C6-8C24E82154ED}"/>
                  </a:ext>
                </a:extLst>
              </p:cNvPr>
              <p:cNvCxnSpPr>
                <a:cxnSpLocks/>
              </p:cNvCxnSpPr>
              <p:nvPr/>
            </p:nvCxnSpPr>
            <p:spPr>
              <a:xfrm>
                <a:off x="3162226" y="359935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BAC56BAC-3B51-457E-97CA-6FDCBDE11B77}"/>
                  </a:ext>
                </a:extLst>
              </p:cNvPr>
              <p:cNvGrpSpPr/>
              <p:nvPr/>
            </p:nvGrpSpPr>
            <p:grpSpPr>
              <a:xfrm>
                <a:off x="3593927" y="3480882"/>
                <a:ext cx="264137" cy="544667"/>
                <a:chOff x="2242809" y="2243857"/>
                <a:chExt cx="264137" cy="544667"/>
              </a:xfrm>
            </p:grpSpPr>
            <p:sp>
              <p:nvSpPr>
                <p:cNvPr id="97" name="文本框 108">
                  <a:extLst>
                    <a:ext uri="{FF2B5EF4-FFF2-40B4-BE49-F238E27FC236}">
                      <a16:creationId xmlns:a16="http://schemas.microsoft.com/office/drawing/2014/main" id="{9D308C87-32F9-4385-B8F3-98E92A97D82E}"/>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21</a:t>
                  </a:r>
                  <a:endParaRPr lang="zh-CN" altLang="en-US" sz="1600" b="1" dirty="0">
                    <a:latin typeface="Times New Roman" panose="02020603050405020304" pitchFamily="18" charset="0"/>
                    <a:cs typeface="Times New Roman" panose="02020603050405020304" pitchFamily="18" charset="0"/>
                  </a:endParaRPr>
                </a:p>
              </p:txBody>
            </p:sp>
            <p:sp>
              <p:nvSpPr>
                <p:cNvPr id="98" name="矩形 97">
                  <a:extLst>
                    <a:ext uri="{FF2B5EF4-FFF2-40B4-BE49-F238E27FC236}">
                      <a16:creationId xmlns:a16="http://schemas.microsoft.com/office/drawing/2014/main" id="{23D4D956-7811-4657-BA54-D6911CB819F3}"/>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26" name="直接箭头连接符 25">
                <a:extLst>
                  <a:ext uri="{FF2B5EF4-FFF2-40B4-BE49-F238E27FC236}">
                    <a16:creationId xmlns:a16="http://schemas.microsoft.com/office/drawing/2014/main" id="{E8ED4D6C-5B0A-49B2-A815-97C324B4D5FE}"/>
                  </a:ext>
                </a:extLst>
              </p:cNvPr>
              <p:cNvCxnSpPr>
                <a:cxnSpLocks/>
              </p:cNvCxnSpPr>
              <p:nvPr/>
            </p:nvCxnSpPr>
            <p:spPr>
              <a:xfrm>
                <a:off x="3739959" y="3605906"/>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0A3D9057-5AEF-4B6F-A26F-359269E943BA}"/>
                  </a:ext>
                </a:extLst>
              </p:cNvPr>
              <p:cNvGrpSpPr/>
              <p:nvPr/>
            </p:nvGrpSpPr>
            <p:grpSpPr>
              <a:xfrm>
                <a:off x="4168184" y="3474209"/>
                <a:ext cx="264137" cy="544667"/>
                <a:chOff x="2242809" y="2243857"/>
                <a:chExt cx="264137" cy="544667"/>
              </a:xfrm>
            </p:grpSpPr>
            <p:sp>
              <p:nvSpPr>
                <p:cNvPr id="95" name="文本框 112">
                  <a:extLst>
                    <a:ext uri="{FF2B5EF4-FFF2-40B4-BE49-F238E27FC236}">
                      <a16:creationId xmlns:a16="http://schemas.microsoft.com/office/drawing/2014/main" id="{C9150219-4452-49E7-B074-44848EE2D6A1}"/>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37</a:t>
                  </a:r>
                  <a:endParaRPr lang="zh-CN" altLang="en-US" sz="1600" b="1" dirty="0">
                    <a:latin typeface="Times New Roman" panose="02020603050405020304" pitchFamily="18" charset="0"/>
                    <a:cs typeface="Times New Roman" panose="02020603050405020304" pitchFamily="18" charset="0"/>
                  </a:endParaRPr>
                </a:p>
              </p:txBody>
            </p:sp>
            <p:sp>
              <p:nvSpPr>
                <p:cNvPr id="96" name="矩形 95">
                  <a:extLst>
                    <a:ext uri="{FF2B5EF4-FFF2-40B4-BE49-F238E27FC236}">
                      <a16:creationId xmlns:a16="http://schemas.microsoft.com/office/drawing/2014/main" id="{C18C6EBD-D910-4909-947C-63DF513FD51D}"/>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28" name="直接箭头连接符 27">
                <a:extLst>
                  <a:ext uri="{FF2B5EF4-FFF2-40B4-BE49-F238E27FC236}">
                    <a16:creationId xmlns:a16="http://schemas.microsoft.com/office/drawing/2014/main" id="{256A657D-FFEE-43C4-96A5-8C81A4998126}"/>
                  </a:ext>
                </a:extLst>
              </p:cNvPr>
              <p:cNvCxnSpPr>
                <a:cxnSpLocks/>
              </p:cNvCxnSpPr>
              <p:nvPr/>
            </p:nvCxnSpPr>
            <p:spPr>
              <a:xfrm>
                <a:off x="4314216" y="3599233"/>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12993345-3857-4DA9-BC7E-4FE4DF3F37DB}"/>
                  </a:ext>
                </a:extLst>
              </p:cNvPr>
              <p:cNvGrpSpPr/>
              <p:nvPr/>
            </p:nvGrpSpPr>
            <p:grpSpPr>
              <a:xfrm>
                <a:off x="5332110" y="3474209"/>
                <a:ext cx="585439" cy="544667"/>
                <a:chOff x="5457923" y="3429000"/>
                <a:chExt cx="585439" cy="544667"/>
              </a:xfrm>
            </p:grpSpPr>
            <p:grpSp>
              <p:nvGrpSpPr>
                <p:cNvPr id="91" name="组合 90">
                  <a:extLst>
                    <a:ext uri="{FF2B5EF4-FFF2-40B4-BE49-F238E27FC236}">
                      <a16:creationId xmlns:a16="http://schemas.microsoft.com/office/drawing/2014/main" id="{E2616B29-D041-4512-817D-0B5B87B063D4}"/>
                    </a:ext>
                  </a:extLst>
                </p:cNvPr>
                <p:cNvGrpSpPr/>
                <p:nvPr/>
              </p:nvGrpSpPr>
              <p:grpSpPr>
                <a:xfrm>
                  <a:off x="5457923" y="3429000"/>
                  <a:ext cx="264137" cy="544667"/>
                  <a:chOff x="2242809" y="2243857"/>
                  <a:chExt cx="264137" cy="544667"/>
                </a:xfrm>
              </p:grpSpPr>
              <p:sp>
                <p:nvSpPr>
                  <p:cNvPr id="93" name="文本框 116">
                    <a:extLst>
                      <a:ext uri="{FF2B5EF4-FFF2-40B4-BE49-F238E27FC236}">
                        <a16:creationId xmlns:a16="http://schemas.microsoft.com/office/drawing/2014/main" id="{6600C677-D817-4375-83C8-1EB1E744F76E}"/>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51</a:t>
                    </a:r>
                    <a:endParaRPr lang="zh-CN" altLang="en-US" sz="1600" b="1" dirty="0">
                      <a:latin typeface="Times New Roman" panose="02020603050405020304" pitchFamily="18" charset="0"/>
                      <a:cs typeface="Times New Roman" panose="02020603050405020304" pitchFamily="18" charset="0"/>
                    </a:endParaRPr>
                  </a:p>
                </p:txBody>
              </p:sp>
              <p:sp>
                <p:nvSpPr>
                  <p:cNvPr id="94" name="矩形 93">
                    <a:extLst>
                      <a:ext uri="{FF2B5EF4-FFF2-40B4-BE49-F238E27FC236}">
                        <a16:creationId xmlns:a16="http://schemas.microsoft.com/office/drawing/2014/main" id="{3818F360-02E5-4FB4-A49A-EFD455F07D7D}"/>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92" name="直接箭头连接符 91">
                  <a:extLst>
                    <a:ext uri="{FF2B5EF4-FFF2-40B4-BE49-F238E27FC236}">
                      <a16:creationId xmlns:a16="http://schemas.microsoft.com/office/drawing/2014/main" id="{63AFCDAB-936B-4251-87A4-4344F43E85F2}"/>
                    </a:ext>
                  </a:extLst>
                </p:cNvPr>
                <p:cNvCxnSpPr>
                  <a:cxnSpLocks/>
                </p:cNvCxnSpPr>
                <p:nvPr/>
              </p:nvCxnSpPr>
              <p:spPr>
                <a:xfrm>
                  <a:off x="5603955" y="3554024"/>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A6552A75-DA2F-4058-8213-3DC0A5DCCDA6}"/>
                  </a:ext>
                </a:extLst>
              </p:cNvPr>
              <p:cNvGrpSpPr/>
              <p:nvPr/>
            </p:nvGrpSpPr>
            <p:grpSpPr>
              <a:xfrm>
                <a:off x="6506820" y="3480882"/>
                <a:ext cx="264137" cy="544667"/>
                <a:chOff x="2242809" y="2243857"/>
                <a:chExt cx="264137" cy="544667"/>
              </a:xfrm>
            </p:grpSpPr>
            <p:sp>
              <p:nvSpPr>
                <p:cNvPr id="89" name="文本框 120">
                  <a:extLst>
                    <a:ext uri="{FF2B5EF4-FFF2-40B4-BE49-F238E27FC236}">
                      <a16:creationId xmlns:a16="http://schemas.microsoft.com/office/drawing/2014/main" id="{C550E61F-81C9-4C74-8B65-B014309E3DF0}"/>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63</a:t>
                  </a:r>
                  <a:endParaRPr lang="zh-CN" altLang="en-US" sz="1600" b="1" dirty="0">
                    <a:latin typeface="Times New Roman" panose="02020603050405020304" pitchFamily="18" charset="0"/>
                    <a:cs typeface="Times New Roman" panose="02020603050405020304" pitchFamily="18" charset="0"/>
                  </a:endParaRPr>
                </a:p>
              </p:txBody>
            </p:sp>
            <p:sp>
              <p:nvSpPr>
                <p:cNvPr id="90" name="矩形 89">
                  <a:extLst>
                    <a:ext uri="{FF2B5EF4-FFF2-40B4-BE49-F238E27FC236}">
                      <a16:creationId xmlns:a16="http://schemas.microsoft.com/office/drawing/2014/main" id="{1FC642F3-980C-4329-B8C0-997EAFCCFAE0}"/>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31" name="直接箭头连接符 30">
                <a:extLst>
                  <a:ext uri="{FF2B5EF4-FFF2-40B4-BE49-F238E27FC236}">
                    <a16:creationId xmlns:a16="http://schemas.microsoft.com/office/drawing/2014/main" id="{F2B0110E-CA5E-43D6-8056-36AC7CE15F14}"/>
                  </a:ext>
                </a:extLst>
              </p:cNvPr>
              <p:cNvCxnSpPr>
                <a:cxnSpLocks/>
              </p:cNvCxnSpPr>
              <p:nvPr/>
            </p:nvCxnSpPr>
            <p:spPr>
              <a:xfrm>
                <a:off x="6652852" y="3605906"/>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2" name="组合 31">
                <a:extLst>
                  <a:ext uri="{FF2B5EF4-FFF2-40B4-BE49-F238E27FC236}">
                    <a16:creationId xmlns:a16="http://schemas.microsoft.com/office/drawing/2014/main" id="{E7B14059-6E56-456D-BF44-51B50EA4EA7C}"/>
                  </a:ext>
                </a:extLst>
              </p:cNvPr>
              <p:cNvGrpSpPr/>
              <p:nvPr/>
            </p:nvGrpSpPr>
            <p:grpSpPr>
              <a:xfrm>
                <a:off x="7675154" y="3475167"/>
                <a:ext cx="264137" cy="544667"/>
                <a:chOff x="2242809" y="2243857"/>
                <a:chExt cx="264137" cy="544667"/>
              </a:xfrm>
            </p:grpSpPr>
            <p:sp>
              <p:nvSpPr>
                <p:cNvPr id="87" name="文本框 124">
                  <a:extLst>
                    <a:ext uri="{FF2B5EF4-FFF2-40B4-BE49-F238E27FC236}">
                      <a16:creationId xmlns:a16="http://schemas.microsoft.com/office/drawing/2014/main" id="{C2656A73-34FD-4C9A-854F-7EF25AB3FAAD}"/>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85</a:t>
                  </a:r>
                  <a:endParaRPr lang="zh-CN" altLang="en-US" sz="1600" b="1" dirty="0">
                    <a:latin typeface="Times New Roman" panose="02020603050405020304" pitchFamily="18" charset="0"/>
                    <a:cs typeface="Times New Roman" panose="02020603050405020304" pitchFamily="18" charset="0"/>
                  </a:endParaRPr>
                </a:p>
              </p:txBody>
            </p:sp>
            <p:sp>
              <p:nvSpPr>
                <p:cNvPr id="88" name="矩形 87">
                  <a:extLst>
                    <a:ext uri="{FF2B5EF4-FFF2-40B4-BE49-F238E27FC236}">
                      <a16:creationId xmlns:a16="http://schemas.microsoft.com/office/drawing/2014/main" id="{C2420942-6229-4ECB-9C51-80BB2C02FE4B}"/>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33" name="直接箭头连接符 32">
                <a:extLst>
                  <a:ext uri="{FF2B5EF4-FFF2-40B4-BE49-F238E27FC236}">
                    <a16:creationId xmlns:a16="http://schemas.microsoft.com/office/drawing/2014/main" id="{DC5DA4AD-17E1-4076-A408-38BD5DF2714A}"/>
                  </a:ext>
                </a:extLst>
              </p:cNvPr>
              <p:cNvCxnSpPr>
                <a:cxnSpLocks/>
              </p:cNvCxnSpPr>
              <p:nvPr/>
            </p:nvCxnSpPr>
            <p:spPr>
              <a:xfrm>
                <a:off x="7821186" y="360019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4" name="组合 33">
                <a:extLst>
                  <a:ext uri="{FF2B5EF4-FFF2-40B4-BE49-F238E27FC236}">
                    <a16:creationId xmlns:a16="http://schemas.microsoft.com/office/drawing/2014/main" id="{D65F8BDC-2E16-491A-86C1-23E8ADCE8BB2}"/>
                  </a:ext>
                </a:extLst>
              </p:cNvPr>
              <p:cNvGrpSpPr/>
              <p:nvPr/>
            </p:nvGrpSpPr>
            <p:grpSpPr>
              <a:xfrm>
                <a:off x="8258782" y="3473227"/>
                <a:ext cx="264137" cy="544667"/>
                <a:chOff x="2242809" y="2243857"/>
                <a:chExt cx="264137" cy="544667"/>
              </a:xfrm>
            </p:grpSpPr>
            <p:sp>
              <p:nvSpPr>
                <p:cNvPr id="85" name="文本框 128">
                  <a:extLst>
                    <a:ext uri="{FF2B5EF4-FFF2-40B4-BE49-F238E27FC236}">
                      <a16:creationId xmlns:a16="http://schemas.microsoft.com/office/drawing/2014/main" id="{2B351C6F-AFE8-4ED1-BEDD-A13F1241972D}"/>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91</a:t>
                  </a:r>
                  <a:endParaRPr lang="zh-CN" altLang="en-US" sz="1600" b="1" dirty="0">
                    <a:latin typeface="Times New Roman" panose="02020603050405020304" pitchFamily="18" charset="0"/>
                    <a:cs typeface="Times New Roman" panose="02020603050405020304" pitchFamily="18" charset="0"/>
                  </a:endParaRPr>
                </a:p>
              </p:txBody>
            </p:sp>
            <p:sp>
              <p:nvSpPr>
                <p:cNvPr id="86" name="矩形 85">
                  <a:extLst>
                    <a:ext uri="{FF2B5EF4-FFF2-40B4-BE49-F238E27FC236}">
                      <a16:creationId xmlns:a16="http://schemas.microsoft.com/office/drawing/2014/main" id="{63BBD6BC-C99D-4751-9D28-7A2DF0E511CA}"/>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35" name="直接箭头连接符 34">
                <a:extLst>
                  <a:ext uri="{FF2B5EF4-FFF2-40B4-BE49-F238E27FC236}">
                    <a16:creationId xmlns:a16="http://schemas.microsoft.com/office/drawing/2014/main" id="{F8447719-8D0F-4C26-AF62-93B90AC37B95}"/>
                  </a:ext>
                </a:extLst>
              </p:cNvPr>
              <p:cNvCxnSpPr>
                <a:cxnSpLocks/>
              </p:cNvCxnSpPr>
              <p:nvPr/>
            </p:nvCxnSpPr>
            <p:spPr>
              <a:xfrm>
                <a:off x="8404814" y="359825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14324631-8333-47FA-9AED-71EA4EADD115}"/>
                  </a:ext>
                </a:extLst>
              </p:cNvPr>
              <p:cNvGrpSpPr/>
              <p:nvPr/>
            </p:nvGrpSpPr>
            <p:grpSpPr>
              <a:xfrm>
                <a:off x="4750147" y="3254253"/>
                <a:ext cx="264137" cy="773166"/>
                <a:chOff x="3400883" y="2198954"/>
                <a:chExt cx="264137" cy="773166"/>
              </a:xfrm>
            </p:grpSpPr>
            <p:sp>
              <p:nvSpPr>
                <p:cNvPr id="82" name="文本框 132">
                  <a:extLst>
                    <a:ext uri="{FF2B5EF4-FFF2-40B4-BE49-F238E27FC236}">
                      <a16:creationId xmlns:a16="http://schemas.microsoft.com/office/drawing/2014/main" id="{18A48E96-0BBA-4D63-B488-7E1144E8DD73}"/>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44</a:t>
                  </a:r>
                  <a:endParaRPr lang="zh-CN" altLang="en-US" sz="1600" b="1" dirty="0">
                    <a:latin typeface="Times New Roman" panose="02020603050405020304" pitchFamily="18" charset="0"/>
                    <a:cs typeface="Times New Roman" panose="02020603050405020304" pitchFamily="18" charset="0"/>
                  </a:endParaRPr>
                </a:p>
              </p:txBody>
            </p:sp>
            <p:sp>
              <p:nvSpPr>
                <p:cNvPr id="83" name="矩形 82">
                  <a:extLst>
                    <a:ext uri="{FF2B5EF4-FFF2-40B4-BE49-F238E27FC236}">
                      <a16:creationId xmlns:a16="http://schemas.microsoft.com/office/drawing/2014/main" id="{8C4B7A5A-48B4-4520-892E-CD3EFF8E2026}"/>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4" name="矩形 83">
                  <a:extLst>
                    <a:ext uri="{FF2B5EF4-FFF2-40B4-BE49-F238E27FC236}">
                      <a16:creationId xmlns:a16="http://schemas.microsoft.com/office/drawing/2014/main" id="{29BA9DB0-D764-4ED8-A28D-1E9BD7538966}"/>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37" name="直接箭头连接符 36">
                <a:extLst>
                  <a:ext uri="{FF2B5EF4-FFF2-40B4-BE49-F238E27FC236}">
                    <a16:creationId xmlns:a16="http://schemas.microsoft.com/office/drawing/2014/main" id="{397E7878-310C-47C6-8F37-75142AC00745}"/>
                  </a:ext>
                </a:extLst>
              </p:cNvPr>
              <p:cNvCxnSpPr>
                <a:cxnSpLocks/>
              </p:cNvCxnSpPr>
              <p:nvPr/>
            </p:nvCxnSpPr>
            <p:spPr>
              <a:xfrm>
                <a:off x="4892703" y="3603977"/>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FF9725EC-E986-4728-8B9D-492B8CD63732}"/>
                  </a:ext>
                </a:extLst>
              </p:cNvPr>
              <p:cNvCxnSpPr>
                <a:cxnSpLocks/>
              </p:cNvCxnSpPr>
              <p:nvPr/>
            </p:nvCxnSpPr>
            <p:spPr>
              <a:xfrm>
                <a:off x="6067413" y="3603977"/>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11AD2173-DE06-450D-89DF-482B1E70B20F}"/>
                  </a:ext>
                </a:extLst>
              </p:cNvPr>
              <p:cNvGrpSpPr/>
              <p:nvPr/>
            </p:nvGrpSpPr>
            <p:grpSpPr>
              <a:xfrm>
                <a:off x="7091547" y="3244728"/>
                <a:ext cx="264137" cy="773166"/>
                <a:chOff x="3400883" y="2198954"/>
                <a:chExt cx="264137" cy="773166"/>
              </a:xfrm>
            </p:grpSpPr>
            <p:sp>
              <p:nvSpPr>
                <p:cNvPr id="79" name="文本框 139">
                  <a:extLst>
                    <a:ext uri="{FF2B5EF4-FFF2-40B4-BE49-F238E27FC236}">
                      <a16:creationId xmlns:a16="http://schemas.microsoft.com/office/drawing/2014/main" id="{6C18D163-E330-42E7-A53C-270DAF7647AC}"/>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72</a:t>
                  </a:r>
                  <a:endParaRPr lang="zh-CN" altLang="en-US" sz="1600" b="1" dirty="0">
                    <a:latin typeface="Times New Roman" panose="02020603050405020304" pitchFamily="18" charset="0"/>
                    <a:cs typeface="Times New Roman" panose="02020603050405020304" pitchFamily="18" charset="0"/>
                  </a:endParaRPr>
                </a:p>
              </p:txBody>
            </p:sp>
            <p:sp>
              <p:nvSpPr>
                <p:cNvPr id="80" name="矩形 79">
                  <a:extLst>
                    <a:ext uri="{FF2B5EF4-FFF2-40B4-BE49-F238E27FC236}">
                      <a16:creationId xmlns:a16="http://schemas.microsoft.com/office/drawing/2014/main" id="{58DDE75F-6270-485C-AAB5-A67FF55C125A}"/>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1" name="矩形 80">
                  <a:extLst>
                    <a:ext uri="{FF2B5EF4-FFF2-40B4-BE49-F238E27FC236}">
                      <a16:creationId xmlns:a16="http://schemas.microsoft.com/office/drawing/2014/main" id="{DAB54BC6-7FAF-45A1-A270-CEEA43E17943}"/>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40" name="直接箭头连接符 39">
                <a:extLst>
                  <a:ext uri="{FF2B5EF4-FFF2-40B4-BE49-F238E27FC236}">
                    <a16:creationId xmlns:a16="http://schemas.microsoft.com/office/drawing/2014/main" id="{C4BD12D6-334D-4090-B71E-D4BF311708E1}"/>
                  </a:ext>
                </a:extLst>
              </p:cNvPr>
              <p:cNvCxnSpPr>
                <a:cxnSpLocks/>
              </p:cNvCxnSpPr>
              <p:nvPr/>
            </p:nvCxnSpPr>
            <p:spPr>
              <a:xfrm>
                <a:off x="7234103" y="3594452"/>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DB45E0FE-219A-4B33-BDAF-E59F5162D69D}"/>
                  </a:ext>
                </a:extLst>
              </p:cNvPr>
              <p:cNvGrpSpPr/>
              <p:nvPr/>
            </p:nvGrpSpPr>
            <p:grpSpPr>
              <a:xfrm>
                <a:off x="8832484" y="3021980"/>
                <a:ext cx="264138" cy="1003569"/>
                <a:chOff x="4075105" y="2295152"/>
                <a:chExt cx="264138" cy="1003569"/>
              </a:xfrm>
            </p:grpSpPr>
            <p:sp>
              <p:nvSpPr>
                <p:cNvPr id="75" name="矩形 74">
                  <a:extLst>
                    <a:ext uri="{FF2B5EF4-FFF2-40B4-BE49-F238E27FC236}">
                      <a16:creationId xmlns:a16="http://schemas.microsoft.com/office/drawing/2014/main" id="{CAEA8B91-154C-4F3D-A443-CC766FBB2CAF}"/>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76" name="文本框 145">
                  <a:extLst>
                    <a:ext uri="{FF2B5EF4-FFF2-40B4-BE49-F238E27FC236}">
                      <a16:creationId xmlns:a16="http://schemas.microsoft.com/office/drawing/2014/main" id="{E0EAA765-39F3-4BF1-8C45-7E8DAE77E6F0}"/>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97</a:t>
                  </a:r>
                  <a:endParaRPr lang="zh-CN" altLang="en-US" sz="1600" b="1" dirty="0">
                    <a:latin typeface="Times New Roman" panose="02020603050405020304" pitchFamily="18" charset="0"/>
                    <a:cs typeface="Times New Roman" panose="02020603050405020304" pitchFamily="18" charset="0"/>
                  </a:endParaRPr>
                </a:p>
              </p:txBody>
            </p:sp>
            <p:sp>
              <p:nvSpPr>
                <p:cNvPr id="77" name="矩形 76">
                  <a:extLst>
                    <a:ext uri="{FF2B5EF4-FFF2-40B4-BE49-F238E27FC236}">
                      <a16:creationId xmlns:a16="http://schemas.microsoft.com/office/drawing/2014/main" id="{5243273B-2E68-4189-B9E5-D9732332DDC7}"/>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78" name="矩形 77">
                  <a:extLst>
                    <a:ext uri="{FF2B5EF4-FFF2-40B4-BE49-F238E27FC236}">
                      <a16:creationId xmlns:a16="http://schemas.microsoft.com/office/drawing/2014/main" id="{0EE254BA-F474-4FD8-90B7-6956E966771F}"/>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endParaRPr>
                </a:p>
              </p:txBody>
            </p:sp>
          </p:grpSp>
          <p:grpSp>
            <p:nvGrpSpPr>
              <p:cNvPr id="42" name="组合 41">
                <a:extLst>
                  <a:ext uri="{FF2B5EF4-FFF2-40B4-BE49-F238E27FC236}">
                    <a16:creationId xmlns:a16="http://schemas.microsoft.com/office/drawing/2014/main" id="{8DA7D174-9A9F-4B0A-9409-0822EF323BD2}"/>
                  </a:ext>
                </a:extLst>
              </p:cNvPr>
              <p:cNvGrpSpPr/>
              <p:nvPr/>
            </p:nvGrpSpPr>
            <p:grpSpPr>
              <a:xfrm>
                <a:off x="9406187" y="2801975"/>
                <a:ext cx="264139" cy="1227408"/>
                <a:chOff x="3969453" y="2195002"/>
                <a:chExt cx="264139" cy="1227408"/>
              </a:xfrm>
            </p:grpSpPr>
            <p:sp>
              <p:nvSpPr>
                <p:cNvPr id="70" name="矩形 69">
                  <a:extLst>
                    <a:ext uri="{FF2B5EF4-FFF2-40B4-BE49-F238E27FC236}">
                      <a16:creationId xmlns:a16="http://schemas.microsoft.com/office/drawing/2014/main" id="{9F50D98A-913F-4D11-BBB7-6920A02524B3}"/>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71" name="文本框 150">
                  <a:extLst>
                    <a:ext uri="{FF2B5EF4-FFF2-40B4-BE49-F238E27FC236}">
                      <a16:creationId xmlns:a16="http://schemas.microsoft.com/office/drawing/2014/main" id="{3EC469C5-1D6B-4035-9712-9003B79ADE79}"/>
                    </a:ext>
                  </a:extLst>
                </p:cNvPr>
                <p:cNvSpPr txBox="1"/>
                <p:nvPr/>
              </p:nvSpPr>
              <p:spPr>
                <a:xfrm>
                  <a:off x="3969455" y="3103486"/>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ea typeface="宋体" panose="02010600030101010101" pitchFamily="2" charset="-122"/>
                      <a:cs typeface="Times New Roman" panose="02020603050405020304" pitchFamily="18" charset="0"/>
                    </a:rPr>
                    <a:t>∞</a:t>
                  </a:r>
                  <a:endParaRPr lang="zh-CN" altLang="en-US" sz="1600" b="1" dirty="0">
                    <a:cs typeface="Times New Roman" panose="02020603050405020304" pitchFamily="18" charset="0"/>
                  </a:endParaRPr>
                </a:p>
              </p:txBody>
            </p:sp>
            <p:sp>
              <p:nvSpPr>
                <p:cNvPr id="72" name="矩形 71">
                  <a:extLst>
                    <a:ext uri="{FF2B5EF4-FFF2-40B4-BE49-F238E27FC236}">
                      <a16:creationId xmlns:a16="http://schemas.microsoft.com/office/drawing/2014/main" id="{61105977-0AD5-4AD4-8147-7CBB3EB8164C}"/>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73" name="矩形 72">
                  <a:extLst>
                    <a:ext uri="{FF2B5EF4-FFF2-40B4-BE49-F238E27FC236}">
                      <a16:creationId xmlns:a16="http://schemas.microsoft.com/office/drawing/2014/main" id="{6A1D7AE4-1CFA-40A9-8A9A-28A6E0E0C162}"/>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74" name="矩形 73">
                  <a:extLst>
                    <a:ext uri="{FF2B5EF4-FFF2-40B4-BE49-F238E27FC236}">
                      <a16:creationId xmlns:a16="http://schemas.microsoft.com/office/drawing/2014/main" id="{EC3D8484-42A1-4C76-8346-97DB0B39E1AD}"/>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grpSp>
          <p:cxnSp>
            <p:nvCxnSpPr>
              <p:cNvPr id="43" name="直接箭头连接符 42">
                <a:extLst>
                  <a:ext uri="{FF2B5EF4-FFF2-40B4-BE49-F238E27FC236}">
                    <a16:creationId xmlns:a16="http://schemas.microsoft.com/office/drawing/2014/main" id="{14052C25-41FE-4BCB-B96A-DD4F8ED44AE7}"/>
                  </a:ext>
                </a:extLst>
              </p:cNvPr>
              <p:cNvCxnSpPr>
                <a:cxnSpLocks/>
              </p:cNvCxnSpPr>
              <p:nvPr/>
            </p:nvCxnSpPr>
            <p:spPr>
              <a:xfrm>
                <a:off x="8967558" y="3607215"/>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44" name="文本框 155">
                <a:extLst>
                  <a:ext uri="{FF2B5EF4-FFF2-40B4-BE49-F238E27FC236}">
                    <a16:creationId xmlns:a16="http://schemas.microsoft.com/office/drawing/2014/main" id="{3ACF132E-DC70-4A5F-A760-09B312702EEC}"/>
                  </a:ext>
                </a:extLst>
              </p:cNvPr>
              <p:cNvSpPr txBox="1"/>
              <p:nvPr/>
            </p:nvSpPr>
            <p:spPr>
              <a:xfrm>
                <a:off x="9129214" y="4043844"/>
                <a:ext cx="968535"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nil</a:t>
                </a:r>
                <a:r>
                  <a:rPr lang="zh-CN" altLang="en-US" sz="1600" b="1" dirty="0">
                    <a:latin typeface="Courier New" panose="02070309020205020404" pitchFamily="49" charset="0"/>
                    <a:cs typeface="Courier New" panose="02070309020205020404" pitchFamily="49" charset="0"/>
                  </a:rPr>
                  <a:t>节</a:t>
                </a:r>
                <a:r>
                  <a:rPr lang="zh-CN" altLang="en-US" sz="1600" b="1" dirty="0"/>
                  <a:t>点</a:t>
                </a:r>
              </a:p>
            </p:txBody>
          </p:sp>
          <p:sp>
            <p:nvSpPr>
              <p:cNvPr id="45" name="文本框 157">
                <a:extLst>
                  <a:ext uri="{FF2B5EF4-FFF2-40B4-BE49-F238E27FC236}">
                    <a16:creationId xmlns:a16="http://schemas.microsoft.com/office/drawing/2014/main" id="{88922F32-3F10-4D36-BDF9-8E3098723DB1}"/>
                  </a:ext>
                </a:extLst>
              </p:cNvPr>
              <p:cNvSpPr txBox="1"/>
              <p:nvPr/>
            </p:nvSpPr>
            <p:spPr>
              <a:xfrm>
                <a:off x="9717687" y="3490658"/>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0</a:t>
                </a:r>
                <a:endParaRPr lang="zh-CN" altLang="en-US" sz="1400" b="1" dirty="0">
                  <a:solidFill>
                    <a:srgbClr val="7030A0"/>
                  </a:solidFill>
                </a:endParaRPr>
              </a:p>
            </p:txBody>
          </p:sp>
          <p:sp>
            <p:nvSpPr>
              <p:cNvPr id="46" name="文本框 158">
                <a:extLst>
                  <a:ext uri="{FF2B5EF4-FFF2-40B4-BE49-F238E27FC236}">
                    <a16:creationId xmlns:a16="http://schemas.microsoft.com/office/drawing/2014/main" id="{1622D4F2-917A-4AE3-9622-911B4A249DB7}"/>
                  </a:ext>
                </a:extLst>
              </p:cNvPr>
              <p:cNvSpPr txBox="1"/>
              <p:nvPr/>
            </p:nvSpPr>
            <p:spPr>
              <a:xfrm>
                <a:off x="9717687" y="3270980"/>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1</a:t>
                </a:r>
                <a:endParaRPr lang="zh-CN" altLang="en-US" sz="1400" b="1" dirty="0">
                  <a:solidFill>
                    <a:srgbClr val="7030A0"/>
                  </a:solidFill>
                </a:endParaRPr>
              </a:p>
            </p:txBody>
          </p:sp>
          <p:sp>
            <p:nvSpPr>
              <p:cNvPr id="47" name="文本框 159">
                <a:extLst>
                  <a:ext uri="{FF2B5EF4-FFF2-40B4-BE49-F238E27FC236}">
                    <a16:creationId xmlns:a16="http://schemas.microsoft.com/office/drawing/2014/main" id="{513D61A1-1CC3-4B22-AF3D-D965ED0B74F4}"/>
                  </a:ext>
                </a:extLst>
              </p:cNvPr>
              <p:cNvSpPr txBox="1"/>
              <p:nvPr/>
            </p:nvSpPr>
            <p:spPr>
              <a:xfrm>
                <a:off x="9717687" y="3035479"/>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2</a:t>
                </a:r>
                <a:endParaRPr lang="zh-CN" altLang="en-US" sz="1400" b="1" dirty="0">
                  <a:solidFill>
                    <a:srgbClr val="7030A0"/>
                  </a:solidFill>
                </a:endParaRPr>
              </a:p>
            </p:txBody>
          </p:sp>
          <p:sp>
            <p:nvSpPr>
              <p:cNvPr id="48" name="文本框 160">
                <a:extLst>
                  <a:ext uri="{FF2B5EF4-FFF2-40B4-BE49-F238E27FC236}">
                    <a16:creationId xmlns:a16="http://schemas.microsoft.com/office/drawing/2014/main" id="{8D354EF5-1DCB-4C1B-B554-FD14F0A16D7B}"/>
                  </a:ext>
                </a:extLst>
              </p:cNvPr>
              <p:cNvSpPr txBox="1"/>
              <p:nvPr/>
            </p:nvSpPr>
            <p:spPr>
              <a:xfrm>
                <a:off x="9717686" y="2801975"/>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3</a:t>
                </a:r>
                <a:endParaRPr lang="zh-CN" altLang="en-US" sz="1400" b="1" dirty="0">
                  <a:solidFill>
                    <a:srgbClr val="7030A0"/>
                  </a:solidFill>
                </a:endParaRPr>
              </a:p>
            </p:txBody>
          </p:sp>
          <p:sp>
            <p:nvSpPr>
              <p:cNvPr id="49" name="文本框 161">
                <a:extLst>
                  <a:ext uri="{FF2B5EF4-FFF2-40B4-BE49-F238E27FC236}">
                    <a16:creationId xmlns:a16="http://schemas.microsoft.com/office/drawing/2014/main" id="{E9649B55-82FF-46EB-B97B-9DE58E59FEE1}"/>
                  </a:ext>
                </a:extLst>
              </p:cNvPr>
              <p:cNvSpPr txBox="1"/>
              <p:nvPr/>
            </p:nvSpPr>
            <p:spPr>
              <a:xfrm>
                <a:off x="9853744" y="3091675"/>
                <a:ext cx="925253"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next[]</a:t>
                </a:r>
                <a:endParaRPr lang="zh-CN" altLang="en-US" sz="1600" b="1" dirty="0">
                  <a:latin typeface="Courier New" panose="02070309020205020404" pitchFamily="49" charset="0"/>
                  <a:cs typeface="Courier New" panose="02070309020205020404" pitchFamily="49" charset="0"/>
                </a:endParaRPr>
              </a:p>
            </p:txBody>
          </p:sp>
          <p:cxnSp>
            <p:nvCxnSpPr>
              <p:cNvPr id="50" name="直接箭头连接符 49">
                <a:extLst>
                  <a:ext uri="{FF2B5EF4-FFF2-40B4-BE49-F238E27FC236}">
                    <a16:creationId xmlns:a16="http://schemas.microsoft.com/office/drawing/2014/main" id="{E7D524D1-2E6F-4DEF-A2D3-E62BDBBF44DC}"/>
                  </a:ext>
                </a:extLst>
              </p:cNvPr>
              <p:cNvCxnSpPr>
                <a:cxnSpLocks/>
                <a:endCxn id="78" idx="1"/>
              </p:cNvCxnSpPr>
              <p:nvPr/>
            </p:nvCxnSpPr>
            <p:spPr>
              <a:xfrm>
                <a:off x="7234103" y="3361337"/>
                <a:ext cx="1598382" cy="667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781FC7AD-40A3-4680-8353-FA877BBE7234}"/>
                  </a:ext>
                </a:extLst>
              </p:cNvPr>
              <p:cNvCxnSpPr>
                <a:cxnSpLocks/>
              </p:cNvCxnSpPr>
              <p:nvPr/>
            </p:nvCxnSpPr>
            <p:spPr>
              <a:xfrm>
                <a:off x="3162226" y="3379689"/>
                <a:ext cx="1598382" cy="667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4A05BC97-DAFD-48D0-B5FF-DD93742C0BA2}"/>
                  </a:ext>
                </a:extLst>
              </p:cNvPr>
              <p:cNvCxnSpPr>
                <a:cxnSpLocks/>
                <a:endCxn id="81" idx="1"/>
              </p:cNvCxnSpPr>
              <p:nvPr/>
            </p:nvCxnSpPr>
            <p:spPr>
              <a:xfrm flipV="1">
                <a:off x="6067413" y="3360356"/>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484A4323-6056-4915-832E-A3D8C31B4203}"/>
                  </a:ext>
                </a:extLst>
              </p:cNvPr>
              <p:cNvCxnSpPr>
                <a:cxnSpLocks/>
              </p:cNvCxnSpPr>
              <p:nvPr/>
            </p:nvCxnSpPr>
            <p:spPr>
              <a:xfrm flipV="1">
                <a:off x="4899262" y="3374638"/>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F093FF0-7FCA-4930-BAA9-B0FEAEA83589}"/>
                  </a:ext>
                </a:extLst>
              </p:cNvPr>
              <p:cNvCxnSpPr>
                <a:cxnSpLocks/>
              </p:cNvCxnSpPr>
              <p:nvPr/>
            </p:nvCxnSpPr>
            <p:spPr>
              <a:xfrm flipV="1">
                <a:off x="1994799" y="3378965"/>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81CE7FFA-1385-4DE8-BAEF-395013E02335}"/>
                  </a:ext>
                </a:extLst>
              </p:cNvPr>
              <p:cNvCxnSpPr>
                <a:cxnSpLocks/>
              </p:cNvCxnSpPr>
              <p:nvPr/>
            </p:nvCxnSpPr>
            <p:spPr>
              <a:xfrm>
                <a:off x="8967558" y="3383905"/>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022271B2-D5E4-40A1-BEDB-F6FA25232D9C}"/>
                  </a:ext>
                </a:extLst>
              </p:cNvPr>
              <p:cNvCxnSpPr>
                <a:cxnSpLocks/>
              </p:cNvCxnSpPr>
              <p:nvPr/>
            </p:nvCxnSpPr>
            <p:spPr>
              <a:xfrm>
                <a:off x="8970793" y="314579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04F1F77-AE1E-4882-8D4F-8B658E8B21DC}"/>
                  </a:ext>
                </a:extLst>
              </p:cNvPr>
              <p:cNvCxnSpPr>
                <a:cxnSpLocks/>
                <a:endCxn id="75" idx="1"/>
              </p:cNvCxnSpPr>
              <p:nvPr/>
            </p:nvCxnSpPr>
            <p:spPr>
              <a:xfrm flipV="1">
                <a:off x="6067413" y="3137608"/>
                <a:ext cx="2765071" cy="81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B345F98C-A26F-45E6-964E-55FE0545E18D}"/>
                  </a:ext>
                </a:extLst>
              </p:cNvPr>
              <p:cNvCxnSpPr>
                <a:cxnSpLocks/>
                <a:endCxn id="104" idx="1"/>
              </p:cNvCxnSpPr>
              <p:nvPr/>
            </p:nvCxnSpPr>
            <p:spPr>
              <a:xfrm>
                <a:off x="1988072" y="3127957"/>
                <a:ext cx="3931408" cy="965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B0C4FAE0-52B1-4B8F-9EA6-0421751B7750}"/>
                  </a:ext>
                </a:extLst>
              </p:cNvPr>
              <p:cNvCxnSpPr>
                <a:cxnSpLocks/>
                <a:endCxn id="74" idx="1"/>
              </p:cNvCxnSpPr>
              <p:nvPr/>
            </p:nvCxnSpPr>
            <p:spPr>
              <a:xfrm>
                <a:off x="1994799" y="2909519"/>
                <a:ext cx="7411388" cy="80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60" name="组合 59">
                <a:extLst>
                  <a:ext uri="{FF2B5EF4-FFF2-40B4-BE49-F238E27FC236}">
                    <a16:creationId xmlns:a16="http://schemas.microsoft.com/office/drawing/2014/main" id="{8EAF0366-D11F-4AA2-A6BC-6557AF7006CE}"/>
                  </a:ext>
                </a:extLst>
              </p:cNvPr>
              <p:cNvGrpSpPr/>
              <p:nvPr/>
            </p:nvGrpSpPr>
            <p:grpSpPr>
              <a:xfrm>
                <a:off x="323083" y="2509278"/>
                <a:ext cx="1221498" cy="1238254"/>
                <a:chOff x="323083" y="2509278"/>
                <a:chExt cx="1221498" cy="1238254"/>
              </a:xfrm>
            </p:grpSpPr>
            <p:grpSp>
              <p:nvGrpSpPr>
                <p:cNvPr id="62" name="组合 61">
                  <a:extLst>
                    <a:ext uri="{FF2B5EF4-FFF2-40B4-BE49-F238E27FC236}">
                      <a16:creationId xmlns:a16="http://schemas.microsoft.com/office/drawing/2014/main" id="{0DA483CE-0E03-47F8-8C97-415624D03433}"/>
                    </a:ext>
                  </a:extLst>
                </p:cNvPr>
                <p:cNvGrpSpPr/>
                <p:nvPr/>
              </p:nvGrpSpPr>
              <p:grpSpPr>
                <a:xfrm>
                  <a:off x="1276697" y="2848124"/>
                  <a:ext cx="267884" cy="859217"/>
                  <a:chOff x="1353419" y="2247741"/>
                  <a:chExt cx="267884" cy="859217"/>
                </a:xfrm>
              </p:grpSpPr>
              <p:sp>
                <p:nvSpPr>
                  <p:cNvPr id="67" name="文本框 183">
                    <a:extLst>
                      <a:ext uri="{FF2B5EF4-FFF2-40B4-BE49-F238E27FC236}">
                        <a16:creationId xmlns:a16="http://schemas.microsoft.com/office/drawing/2014/main" id="{A6682147-1315-44E7-8549-A649FBD08253}"/>
                      </a:ext>
                    </a:extLst>
                  </p:cNvPr>
                  <p:cNvSpPr txBox="1"/>
                  <p:nvPr/>
                </p:nvSpPr>
                <p:spPr>
                  <a:xfrm>
                    <a:off x="1353419" y="2556779"/>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3</a:t>
                    </a:r>
                    <a:endParaRPr lang="zh-CN" altLang="en-US" sz="1600" b="1" dirty="0">
                      <a:latin typeface="Times New Roman" panose="02020603050405020304" pitchFamily="18" charset="0"/>
                      <a:cs typeface="Times New Roman" panose="02020603050405020304" pitchFamily="18" charset="0"/>
                    </a:endParaRPr>
                  </a:p>
                </p:txBody>
              </p:sp>
              <p:sp>
                <p:nvSpPr>
                  <p:cNvPr id="68" name="矩形 67">
                    <a:extLst>
                      <a:ext uri="{FF2B5EF4-FFF2-40B4-BE49-F238E27FC236}">
                        <a16:creationId xmlns:a16="http://schemas.microsoft.com/office/drawing/2014/main" id="{1B235DFC-FCF7-4C16-8CFB-E658D076D595}"/>
                      </a:ext>
                    </a:extLst>
                  </p:cNvPr>
                  <p:cNvSpPr/>
                  <p:nvPr/>
                </p:nvSpPr>
                <p:spPr>
                  <a:xfrm>
                    <a:off x="1353732" y="2875703"/>
                    <a:ext cx="267571"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9" name="文本框 186">
                    <a:extLst>
                      <a:ext uri="{FF2B5EF4-FFF2-40B4-BE49-F238E27FC236}">
                        <a16:creationId xmlns:a16="http://schemas.microsoft.com/office/drawing/2014/main" id="{D2D491EB-45F9-46C0-990A-C923FD3D89D5}"/>
                      </a:ext>
                    </a:extLst>
                  </p:cNvPr>
                  <p:cNvSpPr txBox="1"/>
                  <p:nvPr/>
                </p:nvSpPr>
                <p:spPr>
                  <a:xfrm>
                    <a:off x="1353419" y="2247741"/>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12</a:t>
                    </a:r>
                    <a:endParaRPr lang="zh-CN" altLang="en-US" sz="1600" b="1" dirty="0">
                      <a:latin typeface="Times New Roman" panose="02020603050405020304" pitchFamily="18" charset="0"/>
                      <a:cs typeface="Times New Roman" panose="02020603050405020304" pitchFamily="18" charset="0"/>
                    </a:endParaRPr>
                  </a:p>
                </p:txBody>
              </p:sp>
            </p:grpSp>
            <p:grpSp>
              <p:nvGrpSpPr>
                <p:cNvPr id="63" name="组合 62">
                  <a:extLst>
                    <a:ext uri="{FF2B5EF4-FFF2-40B4-BE49-F238E27FC236}">
                      <a16:creationId xmlns:a16="http://schemas.microsoft.com/office/drawing/2014/main" id="{CE1A5656-AFBB-4DC0-BBC4-57D3A1C6486D}"/>
                    </a:ext>
                  </a:extLst>
                </p:cNvPr>
                <p:cNvGrpSpPr/>
                <p:nvPr/>
              </p:nvGrpSpPr>
              <p:grpSpPr>
                <a:xfrm>
                  <a:off x="648535" y="2509278"/>
                  <a:ext cx="628162" cy="340548"/>
                  <a:chOff x="648535" y="2509278"/>
                  <a:chExt cx="628162" cy="340548"/>
                </a:xfrm>
              </p:grpSpPr>
              <p:cxnSp>
                <p:nvCxnSpPr>
                  <p:cNvPr id="65" name="直接箭头连接符 64">
                    <a:extLst>
                      <a:ext uri="{FF2B5EF4-FFF2-40B4-BE49-F238E27FC236}">
                        <a16:creationId xmlns:a16="http://schemas.microsoft.com/office/drawing/2014/main" id="{065F33C8-BA17-43FE-B17A-7693DB29AD28}"/>
                      </a:ext>
                    </a:extLst>
                  </p:cNvPr>
                  <p:cNvCxnSpPr>
                    <a:cxnSpLocks/>
                  </p:cNvCxnSpPr>
                  <p:nvPr/>
                </p:nvCxnSpPr>
                <p:spPr>
                  <a:xfrm>
                    <a:off x="1042988" y="2695098"/>
                    <a:ext cx="233709" cy="154728"/>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66" name="文本框 189">
                    <a:extLst>
                      <a:ext uri="{FF2B5EF4-FFF2-40B4-BE49-F238E27FC236}">
                        <a16:creationId xmlns:a16="http://schemas.microsoft.com/office/drawing/2014/main" id="{E8DA2A1A-C4FD-42DA-B884-951A2B2DB446}"/>
                      </a:ext>
                    </a:extLst>
                  </p:cNvPr>
                  <p:cNvSpPr txBox="1"/>
                  <p:nvPr/>
                </p:nvSpPr>
                <p:spPr>
                  <a:xfrm>
                    <a:off x="648535" y="2509278"/>
                    <a:ext cx="431528"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SL</a:t>
                    </a:r>
                    <a:endParaRPr lang="zh-CN" altLang="en-US" sz="1600" b="1" dirty="0">
                      <a:latin typeface="Courier New" panose="02070309020205020404" pitchFamily="49" charset="0"/>
                      <a:cs typeface="Courier New" panose="02070309020205020404" pitchFamily="49" charset="0"/>
                    </a:endParaRPr>
                  </a:p>
                </p:txBody>
              </p:sp>
            </p:grpSp>
            <p:sp>
              <p:nvSpPr>
                <p:cNvPr id="64" name="文本框 191">
                  <a:extLst>
                    <a:ext uri="{FF2B5EF4-FFF2-40B4-BE49-F238E27FC236}">
                      <a16:creationId xmlns:a16="http://schemas.microsoft.com/office/drawing/2014/main" id="{975EE90B-E32C-4D38-BB93-06393ACD29D3}"/>
                    </a:ext>
                  </a:extLst>
                </p:cNvPr>
                <p:cNvSpPr txBox="1"/>
                <p:nvPr/>
              </p:nvSpPr>
              <p:spPr>
                <a:xfrm>
                  <a:off x="323083" y="2848824"/>
                  <a:ext cx="963398" cy="89870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pPr>
                  <a:r>
                    <a:rPr lang="en-US" altLang="zh-CN" sz="1600" b="1" dirty="0">
                      <a:latin typeface="Courier New" panose="02070309020205020404" pitchFamily="49" charset="0"/>
                      <a:cs typeface="Courier New" panose="02070309020205020404" pitchFamily="49" charset="0"/>
                    </a:rPr>
                    <a:t>length</a:t>
                  </a:r>
                </a:p>
                <a:p>
                  <a:pPr algn="r">
                    <a:lnSpc>
                      <a:spcPct val="110000"/>
                    </a:lnSpc>
                  </a:pPr>
                  <a:r>
                    <a:rPr lang="en-US" altLang="zh-CN" sz="1600" b="1" dirty="0" err="1">
                      <a:latin typeface="Courier New" panose="02070309020205020404" pitchFamily="49" charset="0"/>
                      <a:cs typeface="Courier New" panose="02070309020205020404" pitchFamily="49" charset="0"/>
                    </a:rPr>
                    <a:t>topLV</a:t>
                  </a:r>
                  <a:endParaRPr lang="en-US" altLang="zh-CN" sz="1600" b="1" dirty="0">
                    <a:latin typeface="Courier New" panose="02070309020205020404" pitchFamily="49" charset="0"/>
                    <a:cs typeface="Courier New" panose="02070309020205020404" pitchFamily="49" charset="0"/>
                  </a:endParaRPr>
                </a:p>
                <a:p>
                  <a:pPr algn="r">
                    <a:lnSpc>
                      <a:spcPct val="110000"/>
                    </a:lnSpc>
                  </a:pPr>
                  <a:r>
                    <a:rPr lang="en-US" altLang="zh-CN" sz="1600" b="1" dirty="0">
                      <a:latin typeface="Courier New" panose="02070309020205020404" pitchFamily="49" charset="0"/>
                      <a:cs typeface="Courier New" panose="02070309020205020404" pitchFamily="49" charset="0"/>
                    </a:rPr>
                    <a:t>header</a:t>
                  </a:r>
                  <a:endParaRPr lang="zh-CN" altLang="en-US" sz="1600" b="1" dirty="0">
                    <a:latin typeface="Courier New" panose="02070309020205020404" pitchFamily="49" charset="0"/>
                    <a:cs typeface="Courier New" panose="02070309020205020404" pitchFamily="49" charset="0"/>
                  </a:endParaRPr>
                </a:p>
              </p:txBody>
            </p:sp>
          </p:grpSp>
          <p:cxnSp>
            <p:nvCxnSpPr>
              <p:cNvPr id="61" name="直接箭头连接符 60">
                <a:extLst>
                  <a:ext uri="{FF2B5EF4-FFF2-40B4-BE49-F238E27FC236}">
                    <a16:creationId xmlns:a16="http://schemas.microsoft.com/office/drawing/2014/main" id="{0A9AE152-AB1C-46BC-83B7-134DDB979B50}"/>
                  </a:ext>
                </a:extLst>
              </p:cNvPr>
              <p:cNvCxnSpPr>
                <a:cxnSpLocks/>
              </p:cNvCxnSpPr>
              <p:nvPr/>
            </p:nvCxnSpPr>
            <p:spPr>
              <a:xfrm>
                <a:off x="1421330" y="3594573"/>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10" name="文本框 310">
              <a:extLst>
                <a:ext uri="{FF2B5EF4-FFF2-40B4-BE49-F238E27FC236}">
                  <a16:creationId xmlns:a16="http://schemas.microsoft.com/office/drawing/2014/main" id="{F8F790E5-57C7-4DE3-8F7C-0C2EAC52E1B4}"/>
                </a:ext>
              </a:extLst>
            </p:cNvPr>
            <p:cNvSpPr txBox="1"/>
            <p:nvPr/>
          </p:nvSpPr>
          <p:spPr>
            <a:xfrm>
              <a:off x="231046" y="4398040"/>
              <a:ext cx="1447955"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宋体" panose="02010600030101010101" pitchFamily="2" charset="-122"/>
                  <a:ea typeface="宋体" panose="02010600030101010101" pitchFamily="2" charset="-122"/>
                </a:rPr>
                <a:t>数据节点个数：</a:t>
              </a:r>
            </a:p>
          </p:txBody>
        </p:sp>
        <p:sp>
          <p:nvSpPr>
            <p:cNvPr id="11" name="文本框 311">
              <a:extLst>
                <a:ext uri="{FF2B5EF4-FFF2-40B4-BE49-F238E27FC236}">
                  <a16:creationId xmlns:a16="http://schemas.microsoft.com/office/drawing/2014/main" id="{65707AB2-F135-4DCF-894B-F985B33E43B8}"/>
                </a:ext>
              </a:extLst>
            </p:cNvPr>
            <p:cNvSpPr txBox="1"/>
            <p:nvPr/>
          </p:nvSpPr>
          <p:spPr>
            <a:xfrm>
              <a:off x="234497" y="4654006"/>
              <a:ext cx="1447955"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宋体" panose="02010600030101010101" pitchFamily="2" charset="-122"/>
                  <a:ea typeface="宋体" panose="02010600030101010101" pitchFamily="2" charset="-122"/>
                </a:rPr>
                <a:t>节点最大层数：</a:t>
              </a:r>
            </a:p>
          </p:txBody>
        </p:sp>
        <p:sp>
          <p:nvSpPr>
            <p:cNvPr id="12" name="文本框 312">
              <a:extLst>
                <a:ext uri="{FF2B5EF4-FFF2-40B4-BE49-F238E27FC236}">
                  <a16:creationId xmlns:a16="http://schemas.microsoft.com/office/drawing/2014/main" id="{A61ACFE8-B657-48F4-B476-1FDB0519D8F2}"/>
                </a:ext>
              </a:extLst>
            </p:cNvPr>
            <p:cNvSpPr txBox="1"/>
            <p:nvPr/>
          </p:nvSpPr>
          <p:spPr>
            <a:xfrm>
              <a:off x="398239" y="5347838"/>
              <a:ext cx="2417099"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宋体" panose="02010600030101010101" pitchFamily="2" charset="-122"/>
                  <a:ea typeface="宋体" panose="02010600030101010101" pitchFamily="2" charset="-122"/>
                </a:rPr>
                <a:t>头结点和</a:t>
              </a:r>
              <a:r>
                <a:rPr lang="en-US" altLang="zh-CN" sz="1600" b="1" dirty="0">
                  <a:latin typeface="Courier New" panose="02070309020205020404" pitchFamily="49" charset="0"/>
                  <a:ea typeface="宋体" panose="02010600030101010101" pitchFamily="2" charset="-122"/>
                  <a:cs typeface="Courier New" panose="02070309020205020404" pitchFamily="49" charset="0"/>
                </a:rPr>
                <a:t>nil</a:t>
              </a:r>
              <a:r>
                <a:rPr lang="zh-CN" altLang="en-US" sz="1600" b="1" dirty="0">
                  <a:latin typeface="宋体" panose="02010600030101010101" pitchFamily="2" charset="-122"/>
                  <a:ea typeface="宋体" panose="02010600030101010101" pitchFamily="2" charset="-122"/>
                  <a:cs typeface="Courier New" panose="02070309020205020404" pitchFamily="49" charset="0"/>
                </a:rPr>
                <a:t>节</a:t>
              </a:r>
              <a:r>
                <a:rPr lang="zh-CN" altLang="en-US" sz="1600" b="1" dirty="0">
                  <a:latin typeface="宋体" panose="02010600030101010101" pitchFamily="2" charset="-122"/>
                  <a:ea typeface="宋体" panose="02010600030101010101" pitchFamily="2" charset="-122"/>
                </a:rPr>
                <a:t>点均为约定的最大层数</a:t>
              </a:r>
              <a:r>
                <a:rPr lang="en-US" altLang="zh-CN" sz="1600" b="1" dirty="0" err="1">
                  <a:latin typeface="Courier New" panose="02070309020205020404" pitchFamily="49" charset="0"/>
                  <a:ea typeface="宋体" panose="02010600030101010101" pitchFamily="2" charset="-122"/>
                  <a:cs typeface="Courier New" panose="02070309020205020404" pitchFamily="49" charset="0"/>
                </a:rPr>
                <a:t>maxLvNum</a:t>
              </a:r>
              <a:endParaRPr lang="zh-CN" altLang="en-US" sz="1600" b="1" dirty="0">
                <a:latin typeface="宋体" panose="02010600030101010101" pitchFamily="2" charset="-122"/>
                <a:ea typeface="宋体" panose="02010600030101010101" pitchFamily="2" charset="-122"/>
              </a:endParaRPr>
            </a:p>
          </p:txBody>
        </p:sp>
        <p:sp>
          <p:nvSpPr>
            <p:cNvPr id="13" name="文本框 313">
              <a:extLst>
                <a:ext uri="{FF2B5EF4-FFF2-40B4-BE49-F238E27FC236}">
                  <a16:creationId xmlns:a16="http://schemas.microsoft.com/office/drawing/2014/main" id="{2B1C21D6-91FF-4923-BD2E-AD805D2F2497}"/>
                </a:ext>
              </a:extLst>
            </p:cNvPr>
            <p:cNvSpPr txBox="1"/>
            <p:nvPr/>
          </p:nvSpPr>
          <p:spPr>
            <a:xfrm>
              <a:off x="6551687" y="4017629"/>
              <a:ext cx="2924152"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Courier New" panose="02070309020205020404" pitchFamily="49" charset="0"/>
                  <a:ea typeface="宋体" panose="02010600030101010101" pitchFamily="2" charset="-122"/>
                  <a:cs typeface="Courier New" panose="02070309020205020404" pitchFamily="49" charset="0"/>
                </a:rPr>
                <a:t>当前节点</a:t>
              </a:r>
              <a:r>
                <a:rPr lang="en-US" altLang="zh-CN" sz="1600" b="1" dirty="0">
                  <a:latin typeface="Courier New" panose="02070309020205020404" pitchFamily="49" charset="0"/>
                  <a:ea typeface="宋体" panose="02010600030101010101" pitchFamily="2" charset="-122"/>
                  <a:cs typeface="Courier New" panose="02070309020205020404" pitchFamily="49" charset="0"/>
                </a:rPr>
                <a:t>next</a:t>
              </a:r>
              <a:r>
                <a:rPr lang="zh-CN" altLang="en-US" sz="1600" b="1" dirty="0">
                  <a:latin typeface="Courier New" panose="02070309020205020404" pitchFamily="49" charset="0"/>
                  <a:ea typeface="宋体" panose="02010600030101010101" pitchFamily="2" charset="-122"/>
                  <a:cs typeface="Courier New" panose="02070309020205020404" pitchFamily="49" charset="0"/>
                </a:rPr>
                <a:t>的最大层数：</a:t>
              </a:r>
              <a:r>
                <a:rPr lang="en-US" altLang="zh-CN" sz="1600" b="1" dirty="0">
                  <a:latin typeface="Courier New" panose="02070309020205020404" pitchFamily="49" charset="0"/>
                  <a:ea typeface="宋体" panose="02010600030101010101" pitchFamily="2" charset="-122"/>
                  <a:cs typeface="Courier New" panose="02070309020205020404" pitchFamily="49" charset="0"/>
                </a:rPr>
                <a:t>3</a:t>
              </a:r>
              <a:endParaRPr lang="zh-CN" altLang="en-US" sz="1600" b="1" dirty="0">
                <a:latin typeface="Courier New" panose="02070309020205020404" pitchFamily="49" charset="0"/>
                <a:ea typeface="宋体" panose="02010600030101010101" pitchFamily="2" charset="-122"/>
                <a:cs typeface="Courier New" panose="02070309020205020404" pitchFamily="49" charset="0"/>
              </a:endParaRPr>
            </a:p>
          </p:txBody>
        </p:sp>
        <p:cxnSp>
          <p:nvCxnSpPr>
            <p:cNvPr id="14" name="直接连接符 13">
              <a:extLst>
                <a:ext uri="{FF2B5EF4-FFF2-40B4-BE49-F238E27FC236}">
                  <a16:creationId xmlns:a16="http://schemas.microsoft.com/office/drawing/2014/main" id="{B06BDB04-B800-49FA-9662-89DEB8487319}"/>
                </a:ext>
              </a:extLst>
            </p:cNvPr>
            <p:cNvCxnSpPr>
              <a:cxnSpLocks/>
              <a:endCxn id="104" idx="3"/>
            </p:cNvCxnSpPr>
            <p:nvPr/>
          </p:nvCxnSpPr>
          <p:spPr>
            <a:xfrm flipH="1">
              <a:off x="7458121" y="4302469"/>
              <a:ext cx="1030260" cy="380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4FEDFE8-9E3E-41B0-9674-E14A48162C94}"/>
                </a:ext>
              </a:extLst>
            </p:cNvPr>
            <p:cNvCxnSpPr>
              <a:cxnSpLocks/>
              <a:endCxn id="67" idx="3"/>
            </p:cNvCxnSpPr>
            <p:nvPr/>
          </p:nvCxnSpPr>
          <p:spPr>
            <a:xfrm flipH="1">
              <a:off x="2815338" y="4284902"/>
              <a:ext cx="5562254" cy="577059"/>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本框 442">
              <a:extLst>
                <a:ext uri="{FF2B5EF4-FFF2-40B4-BE49-F238E27FC236}">
                  <a16:creationId xmlns:a16="http://schemas.microsoft.com/office/drawing/2014/main" id="{5D7215E7-2507-4257-A6C3-BC48861BB946}"/>
                </a:ext>
              </a:extLst>
            </p:cNvPr>
            <p:cNvSpPr txBox="1"/>
            <p:nvPr/>
          </p:nvSpPr>
          <p:spPr>
            <a:xfrm>
              <a:off x="10933031" y="5241335"/>
              <a:ext cx="55496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key</a:t>
              </a:r>
              <a:endParaRPr lang="zh-CN" altLang="en-US" sz="1600" b="1" dirty="0">
                <a:latin typeface="Courier New" panose="02070309020205020404" pitchFamily="49" charset="0"/>
                <a:cs typeface="Courier New" panose="02070309020205020404" pitchFamily="49" charset="0"/>
              </a:endParaRPr>
            </a:p>
          </p:txBody>
        </p:sp>
      </p:grpSp>
      <p:sp>
        <p:nvSpPr>
          <p:cNvPr id="113" name="文本框 112">
            <a:extLst>
              <a:ext uri="{FF2B5EF4-FFF2-40B4-BE49-F238E27FC236}">
                <a16:creationId xmlns:a16="http://schemas.microsoft.com/office/drawing/2014/main" id="{276E2EC5-7A5E-825B-20A3-031EEA0D7188}"/>
              </a:ext>
            </a:extLst>
          </p:cNvPr>
          <p:cNvSpPr txBox="1"/>
          <p:nvPr/>
        </p:nvSpPr>
        <p:spPr>
          <a:xfrm>
            <a:off x="8100785" y="3639522"/>
            <a:ext cx="3373226" cy="1015663"/>
          </a:xfrm>
          <a:prstGeom prst="rect">
            <a:avLst/>
          </a:prstGeom>
          <a:solidFill>
            <a:schemeClr val="accent2">
              <a:lumMod val="20000"/>
              <a:lumOff val="80000"/>
            </a:schemeClr>
          </a:solidFill>
        </p:spPr>
        <p:txBody>
          <a:bodyPr wrap="square" rtlCol="0">
            <a:spAutoFit/>
          </a:bodyPr>
          <a:lstStyle/>
          <a:p>
            <a:pPr algn="just"/>
            <a:r>
              <a:rPr lang="zh-CN" altLang="en-US" sz="2000" b="1" dirty="0">
                <a:latin typeface="黑体" panose="02010609060101010101" pitchFamily="49" charset="-122"/>
                <a:ea typeface="黑体" panose="02010609060101010101" pitchFamily="49" charset="-122"/>
              </a:rPr>
              <a:t>说明</a:t>
            </a:r>
            <a:r>
              <a:rPr lang="zh-CN" altLang="en-US" sz="2000" b="1" dirty="0"/>
              <a:t>：跳跃表是层次结构，其“结点”随树结构也称为“节点”。</a:t>
            </a:r>
          </a:p>
        </p:txBody>
      </p:sp>
    </p:spTree>
    <p:extLst>
      <p:ext uri="{BB962C8B-B14F-4D97-AF65-F5344CB8AC3E}">
        <p14:creationId xmlns:p14="http://schemas.microsoft.com/office/powerpoint/2010/main" val="15990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1000"/>
                                        <p:tgtEl>
                                          <p:spTgt spid="5">
                                            <p:txEl>
                                              <p:pRg st="4" end="4"/>
                                            </p:txEl>
                                          </p:spTgt>
                                        </p:tgtEl>
                                      </p:cBhvr>
                                    </p:animEffect>
                                    <p:anim calcmode="lin" valueType="num">
                                      <p:cBhvr>
                                        <p:cTn id="3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fade">
                                      <p:cBhvr>
                                        <p:cTn id="42" dur="1000"/>
                                        <p:tgtEl>
                                          <p:spTgt spid="5">
                                            <p:txEl>
                                              <p:pRg st="5" end="5"/>
                                            </p:txEl>
                                          </p:spTgt>
                                        </p:tgtEl>
                                      </p:cBhvr>
                                    </p:animEffect>
                                    <p:anim calcmode="lin" valueType="num">
                                      <p:cBhvr>
                                        <p:cTn id="4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animEffect transition="in" filter="fade">
                                      <p:cBhvr>
                                        <p:cTn id="49" dur="1000"/>
                                        <p:tgtEl>
                                          <p:spTgt spid="5">
                                            <p:txEl>
                                              <p:pRg st="6" end="6"/>
                                            </p:txEl>
                                          </p:spTgt>
                                        </p:tgtEl>
                                      </p:cBhvr>
                                    </p:animEffect>
                                    <p:anim calcmode="lin" valueType="num">
                                      <p:cBhvr>
                                        <p:cTn id="50"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2D09F42-EDCE-429B-1C11-59CF06CF9B6F}"/>
              </a:ext>
            </a:extLst>
          </p:cNvPr>
          <p:cNvSpPr>
            <a:spLocks noGrp="1"/>
          </p:cNvSpPr>
          <p:nvPr>
            <p:ph type="sldNum" sz="quarter" idx="12"/>
          </p:nvPr>
        </p:nvSpPr>
        <p:spPr/>
        <p:txBody>
          <a:bodyPr/>
          <a:lstStyle/>
          <a:p>
            <a:fld id="{D7C0FE0B-717B-41AE-9FA2-CA4BF851D1C3}" type="slidenum">
              <a:rPr lang="zh-CN" altLang="en-US" smtClean="0"/>
              <a:t>45</a:t>
            </a:fld>
            <a:endParaRPr lang="zh-CN" altLang="en-US"/>
          </a:p>
        </p:txBody>
      </p:sp>
      <p:sp>
        <p:nvSpPr>
          <p:cNvPr id="3" name="文本框 2">
            <a:extLst>
              <a:ext uri="{FF2B5EF4-FFF2-40B4-BE49-F238E27FC236}">
                <a16:creationId xmlns:a16="http://schemas.microsoft.com/office/drawing/2014/main" id="{652D1168-AC2B-4AD1-0C19-B8233F8F59D1}"/>
              </a:ext>
            </a:extLst>
          </p:cNvPr>
          <p:cNvSpPr txBox="1"/>
          <p:nvPr/>
        </p:nvSpPr>
        <p:spPr>
          <a:xfrm>
            <a:off x="1371600" y="231289"/>
            <a:ext cx="2800767" cy="461665"/>
          </a:xfrm>
          <a:prstGeom prst="rect">
            <a:avLst/>
          </a:prstGeom>
          <a:noFill/>
        </p:spPr>
        <p:txBody>
          <a:bodyPr wrap="none" rtlCol="0">
            <a:spAutoFit/>
          </a:bodyPr>
          <a:lstStyle/>
          <a:p>
            <a:r>
              <a:rPr lang="en-US" altLang="zh-CN" sz="2400" dirty="0">
                <a:solidFill>
                  <a:srgbClr val="3B11EF"/>
                </a:solidFill>
                <a:effectLst>
                  <a:outerShdw blurRad="38100" dist="38100" dir="2700000" algn="tl">
                    <a:srgbClr val="000000">
                      <a:alpha val="43137"/>
                    </a:srgbClr>
                  </a:outerShdw>
                </a:effectLst>
                <a:latin typeface="+mj-ea"/>
                <a:ea typeface="+mj-ea"/>
              </a:rPr>
              <a:t>1. </a:t>
            </a:r>
            <a:r>
              <a:rPr lang="zh-CN" altLang="en-US" sz="2400" dirty="0">
                <a:solidFill>
                  <a:srgbClr val="3B11EF"/>
                </a:solidFill>
                <a:effectLst>
                  <a:outerShdw blurRad="38100" dist="38100" dir="2700000" algn="tl">
                    <a:srgbClr val="000000">
                      <a:alpha val="43137"/>
                    </a:srgbClr>
                  </a:outerShdw>
                </a:effectLst>
                <a:latin typeface="+mj-ea"/>
                <a:ea typeface="+mj-ea"/>
              </a:rPr>
              <a:t>跳跃表及其查找</a:t>
            </a:r>
          </a:p>
        </p:txBody>
      </p:sp>
      <p:sp>
        <p:nvSpPr>
          <p:cNvPr id="5" name="文本框 4">
            <a:extLst>
              <a:ext uri="{FF2B5EF4-FFF2-40B4-BE49-F238E27FC236}">
                <a16:creationId xmlns:a16="http://schemas.microsoft.com/office/drawing/2014/main" id="{1ADD5649-3BED-04DA-3B56-0CF0D0694F2C}"/>
              </a:ext>
            </a:extLst>
          </p:cNvPr>
          <p:cNvSpPr txBox="1"/>
          <p:nvPr/>
        </p:nvSpPr>
        <p:spPr>
          <a:xfrm>
            <a:off x="161365" y="901426"/>
            <a:ext cx="8342555" cy="5725285"/>
          </a:xfrm>
          <a:prstGeom prst="rect">
            <a:avLst/>
          </a:prstGeom>
          <a:noFill/>
        </p:spPr>
        <p:txBody>
          <a:bodyPr wrap="square">
            <a:spAutoFit/>
          </a:bodyPr>
          <a:lstStyle/>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define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minKey</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RAND_MAX</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最小关键字</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define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maxKey</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RAND_MAX</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最大关键字</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define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maxLVnum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4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允许最大层数（可根据实际需求定义）</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关键字类型（可根据实际需求定义）</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ValueType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值类型（可根据实际需求定义）</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关键字</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ValueType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value;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数据项</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结点层数（指针数组大小）</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**next;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动态分配的指针数组</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跳跃表结点类型</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*nil;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跳跃表的共享尾结点的指针</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length;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表长（表中数据项数）</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当前跳表的层数</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*header;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头结点指针</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SkipList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跳跃表类型</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6" name="组合 5">
            <a:extLst>
              <a:ext uri="{FF2B5EF4-FFF2-40B4-BE49-F238E27FC236}">
                <a16:creationId xmlns:a16="http://schemas.microsoft.com/office/drawing/2014/main" id="{13023669-4C9B-470E-8E80-A33AD7792DCB}"/>
              </a:ext>
            </a:extLst>
          </p:cNvPr>
          <p:cNvGrpSpPr/>
          <p:nvPr/>
        </p:nvGrpSpPr>
        <p:grpSpPr>
          <a:xfrm>
            <a:off x="7557247" y="4126752"/>
            <a:ext cx="3447253" cy="2229598"/>
            <a:chOff x="489469" y="754064"/>
            <a:chExt cx="3447253" cy="2229598"/>
          </a:xfrm>
        </p:grpSpPr>
        <p:grpSp>
          <p:nvGrpSpPr>
            <p:cNvPr id="7" name="组合 6">
              <a:extLst>
                <a:ext uri="{FF2B5EF4-FFF2-40B4-BE49-F238E27FC236}">
                  <a16:creationId xmlns:a16="http://schemas.microsoft.com/office/drawing/2014/main" id="{5BEB654B-272D-4FB3-9577-455F74B6CA99}"/>
                </a:ext>
              </a:extLst>
            </p:cNvPr>
            <p:cNvGrpSpPr/>
            <p:nvPr/>
          </p:nvGrpSpPr>
          <p:grpSpPr>
            <a:xfrm>
              <a:off x="489469" y="754064"/>
              <a:ext cx="3447253" cy="2229598"/>
              <a:chOff x="489469" y="754064"/>
              <a:chExt cx="3447253" cy="2229598"/>
            </a:xfrm>
          </p:grpSpPr>
          <p:sp>
            <p:nvSpPr>
              <p:cNvPr id="9" name="文本框 6">
                <a:extLst>
                  <a:ext uri="{FF2B5EF4-FFF2-40B4-BE49-F238E27FC236}">
                    <a16:creationId xmlns:a16="http://schemas.microsoft.com/office/drawing/2014/main" id="{F8F90DF3-2D3A-4557-8D5D-815768D74B68}"/>
                  </a:ext>
                </a:extLst>
              </p:cNvPr>
              <p:cNvSpPr txBox="1"/>
              <p:nvPr/>
            </p:nvSpPr>
            <p:spPr>
              <a:xfrm>
                <a:off x="1613138" y="2296451"/>
                <a:ext cx="80502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t>头节点</a:t>
                </a:r>
              </a:p>
            </p:txBody>
          </p:sp>
          <p:grpSp>
            <p:nvGrpSpPr>
              <p:cNvPr id="10" name="组合 9">
                <a:extLst>
                  <a:ext uri="{FF2B5EF4-FFF2-40B4-BE49-F238E27FC236}">
                    <a16:creationId xmlns:a16="http://schemas.microsoft.com/office/drawing/2014/main" id="{8703B4E9-820D-4053-8169-EEDA7E357407}"/>
                  </a:ext>
                </a:extLst>
              </p:cNvPr>
              <p:cNvGrpSpPr/>
              <p:nvPr/>
            </p:nvGrpSpPr>
            <p:grpSpPr>
              <a:xfrm>
                <a:off x="2007440" y="1065126"/>
                <a:ext cx="264139" cy="1227408"/>
                <a:chOff x="3969453" y="2195002"/>
                <a:chExt cx="264139" cy="1227408"/>
              </a:xfrm>
            </p:grpSpPr>
            <p:sp>
              <p:nvSpPr>
                <p:cNvPr id="40" name="矩形 39">
                  <a:extLst>
                    <a:ext uri="{FF2B5EF4-FFF2-40B4-BE49-F238E27FC236}">
                      <a16:creationId xmlns:a16="http://schemas.microsoft.com/office/drawing/2014/main" id="{FD86AD9A-F5C4-40B5-A57D-DB013BC7E48B}"/>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1" name="文本框 38">
                  <a:extLst>
                    <a:ext uri="{FF2B5EF4-FFF2-40B4-BE49-F238E27FC236}">
                      <a16:creationId xmlns:a16="http://schemas.microsoft.com/office/drawing/2014/main" id="{EA4299FE-15D3-4D25-B8B1-8B64E2520AAF}"/>
                    </a:ext>
                  </a:extLst>
                </p:cNvPr>
                <p:cNvSpPr txBox="1"/>
                <p:nvPr/>
              </p:nvSpPr>
              <p:spPr>
                <a:xfrm>
                  <a:off x="3969455" y="3103486"/>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42" name="矩形 41">
                  <a:extLst>
                    <a:ext uri="{FF2B5EF4-FFF2-40B4-BE49-F238E27FC236}">
                      <a16:creationId xmlns:a16="http://schemas.microsoft.com/office/drawing/2014/main" id="{B29BF78F-1D76-489F-A60F-1E62FC8C39F4}"/>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3" name="矩形 42">
                  <a:extLst>
                    <a:ext uri="{FF2B5EF4-FFF2-40B4-BE49-F238E27FC236}">
                      <a16:creationId xmlns:a16="http://schemas.microsoft.com/office/drawing/2014/main" id="{E533B751-6BCE-410E-AB92-3B55D30FD510}"/>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矩形 43">
                  <a:extLst>
                    <a:ext uri="{FF2B5EF4-FFF2-40B4-BE49-F238E27FC236}">
                      <a16:creationId xmlns:a16="http://schemas.microsoft.com/office/drawing/2014/main" id="{FF4AE97B-9A3E-47BE-AD80-EC646DCC9853}"/>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11" name="直接箭头连接符 10">
                <a:extLst>
                  <a:ext uri="{FF2B5EF4-FFF2-40B4-BE49-F238E27FC236}">
                    <a16:creationId xmlns:a16="http://schemas.microsoft.com/office/drawing/2014/main" id="{9646D094-D963-4495-8599-42A8721A24AE}"/>
                  </a:ext>
                </a:extLst>
              </p:cNvPr>
              <p:cNvCxnSpPr>
                <a:cxnSpLocks/>
              </p:cNvCxnSpPr>
              <p:nvPr/>
            </p:nvCxnSpPr>
            <p:spPr>
              <a:xfrm>
                <a:off x="2144862" y="1874593"/>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B230983F-7293-496D-A0D9-76BF3C2EE401}"/>
                  </a:ext>
                </a:extLst>
              </p:cNvPr>
              <p:cNvGrpSpPr/>
              <p:nvPr/>
            </p:nvGrpSpPr>
            <p:grpSpPr>
              <a:xfrm>
                <a:off x="2585724" y="1071799"/>
                <a:ext cx="264139" cy="1227408"/>
                <a:chOff x="3969453" y="2195002"/>
                <a:chExt cx="264139" cy="1227408"/>
              </a:xfrm>
            </p:grpSpPr>
            <p:sp>
              <p:nvSpPr>
                <p:cNvPr id="35" name="矩形 34">
                  <a:extLst>
                    <a:ext uri="{FF2B5EF4-FFF2-40B4-BE49-F238E27FC236}">
                      <a16:creationId xmlns:a16="http://schemas.microsoft.com/office/drawing/2014/main" id="{ACB8291C-7ACC-4586-955D-1A325E1C6C83}"/>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36" name="文本框 33">
                  <a:extLst>
                    <a:ext uri="{FF2B5EF4-FFF2-40B4-BE49-F238E27FC236}">
                      <a16:creationId xmlns:a16="http://schemas.microsoft.com/office/drawing/2014/main" id="{4D9CF13F-D21C-42BD-AB0A-FAE9118DBA9B}"/>
                    </a:ext>
                  </a:extLst>
                </p:cNvPr>
                <p:cNvSpPr txBox="1"/>
                <p:nvPr/>
              </p:nvSpPr>
              <p:spPr>
                <a:xfrm>
                  <a:off x="3969455" y="3103486"/>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mj-ea"/>
                      <a:ea typeface="+mj-ea"/>
                      <a:cs typeface="Times New Roman" panose="02020603050405020304" pitchFamily="18" charset="0"/>
                    </a:rPr>
                    <a:t>∞</a:t>
                  </a:r>
                  <a:endParaRPr lang="zh-CN" altLang="en-US" sz="1600" b="1" dirty="0">
                    <a:latin typeface="+mj-ea"/>
                    <a:ea typeface="+mj-ea"/>
                    <a:cs typeface="Times New Roman" panose="02020603050405020304" pitchFamily="18" charset="0"/>
                  </a:endParaRPr>
                </a:p>
              </p:txBody>
            </p:sp>
            <p:sp>
              <p:nvSpPr>
                <p:cNvPr id="37" name="矩形 36">
                  <a:extLst>
                    <a:ext uri="{FF2B5EF4-FFF2-40B4-BE49-F238E27FC236}">
                      <a16:creationId xmlns:a16="http://schemas.microsoft.com/office/drawing/2014/main" id="{7F441FF7-49F7-4662-AAA3-EE3519C1AF56}"/>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38" name="矩形 37">
                  <a:extLst>
                    <a:ext uri="{FF2B5EF4-FFF2-40B4-BE49-F238E27FC236}">
                      <a16:creationId xmlns:a16="http://schemas.microsoft.com/office/drawing/2014/main" id="{852F8197-3FEF-4314-843B-AD4DD1965840}"/>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39" name="矩形 38">
                  <a:extLst>
                    <a:ext uri="{FF2B5EF4-FFF2-40B4-BE49-F238E27FC236}">
                      <a16:creationId xmlns:a16="http://schemas.microsoft.com/office/drawing/2014/main" id="{9B6E0BBA-E805-45DC-A9F1-517D479E0689}"/>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grpSp>
          <p:cxnSp>
            <p:nvCxnSpPr>
              <p:cNvPr id="13" name="直接箭头连接符 12">
                <a:extLst>
                  <a:ext uri="{FF2B5EF4-FFF2-40B4-BE49-F238E27FC236}">
                    <a16:creationId xmlns:a16="http://schemas.microsoft.com/office/drawing/2014/main" id="{90F801E7-3D11-4997-9CB9-9479F2ACFF0B}"/>
                  </a:ext>
                </a:extLst>
              </p:cNvPr>
              <p:cNvCxnSpPr>
                <a:cxnSpLocks/>
              </p:cNvCxnSpPr>
              <p:nvPr/>
            </p:nvCxnSpPr>
            <p:spPr>
              <a:xfrm>
                <a:off x="2146530" y="163324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 name="文本框 11">
                <a:extLst>
                  <a:ext uri="{FF2B5EF4-FFF2-40B4-BE49-F238E27FC236}">
                    <a16:creationId xmlns:a16="http://schemas.microsoft.com/office/drawing/2014/main" id="{7E31CC0F-118E-4D4A-A7CB-B677FB53497F}"/>
                  </a:ext>
                </a:extLst>
              </p:cNvPr>
              <p:cNvSpPr txBox="1"/>
              <p:nvPr/>
            </p:nvSpPr>
            <p:spPr>
              <a:xfrm>
                <a:off x="2440228" y="2290382"/>
                <a:ext cx="968535"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Nil</a:t>
                </a:r>
                <a:r>
                  <a:rPr lang="zh-CN" altLang="en-US" sz="1600" b="1" dirty="0">
                    <a:latin typeface="Courier New" panose="02070309020205020404" pitchFamily="49" charset="0"/>
                    <a:cs typeface="Courier New" panose="02070309020205020404" pitchFamily="49" charset="0"/>
                  </a:rPr>
                  <a:t>节</a:t>
                </a:r>
                <a:r>
                  <a:rPr lang="zh-CN" altLang="en-US" sz="1600" b="1" dirty="0"/>
                  <a:t>点</a:t>
                </a:r>
              </a:p>
            </p:txBody>
          </p:sp>
          <p:grpSp>
            <p:nvGrpSpPr>
              <p:cNvPr id="15" name="组合 14">
                <a:extLst>
                  <a:ext uri="{FF2B5EF4-FFF2-40B4-BE49-F238E27FC236}">
                    <a16:creationId xmlns:a16="http://schemas.microsoft.com/office/drawing/2014/main" id="{72148452-24EE-4D68-BB89-C983B5460402}"/>
                  </a:ext>
                </a:extLst>
              </p:cNvPr>
              <p:cNvGrpSpPr/>
              <p:nvPr/>
            </p:nvGrpSpPr>
            <p:grpSpPr>
              <a:xfrm>
                <a:off x="2875411" y="1095851"/>
                <a:ext cx="1061311" cy="904127"/>
                <a:chOff x="10463439" y="1079167"/>
                <a:chExt cx="1061311" cy="904127"/>
              </a:xfrm>
            </p:grpSpPr>
            <p:sp>
              <p:nvSpPr>
                <p:cNvPr id="30" name="文本框 27">
                  <a:extLst>
                    <a:ext uri="{FF2B5EF4-FFF2-40B4-BE49-F238E27FC236}">
                      <a16:creationId xmlns:a16="http://schemas.microsoft.com/office/drawing/2014/main" id="{758B6221-068F-4287-9E89-A52174A0C984}"/>
                    </a:ext>
                  </a:extLst>
                </p:cNvPr>
                <p:cNvSpPr txBox="1"/>
                <p:nvPr/>
              </p:nvSpPr>
              <p:spPr>
                <a:xfrm>
                  <a:off x="10463440" y="1767850"/>
                  <a:ext cx="172089" cy="215444"/>
                </a:xfrm>
                <a:prstGeom prst="rect">
                  <a:avLst/>
                </a:prstGeom>
                <a:noFill/>
              </p:spPr>
              <p:txBody>
                <a:bodyPr wrap="squar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0</a:t>
                  </a:r>
                  <a:endParaRPr lang="zh-CN" altLang="en-US" sz="1400" b="1" dirty="0">
                    <a:solidFill>
                      <a:srgbClr val="7030A0"/>
                    </a:solidFill>
                  </a:endParaRPr>
                </a:p>
              </p:txBody>
            </p:sp>
            <p:sp>
              <p:nvSpPr>
                <p:cNvPr id="31" name="文本框 28">
                  <a:extLst>
                    <a:ext uri="{FF2B5EF4-FFF2-40B4-BE49-F238E27FC236}">
                      <a16:creationId xmlns:a16="http://schemas.microsoft.com/office/drawing/2014/main" id="{0F53C828-1753-4BCE-A745-2F40392DD793}"/>
                    </a:ext>
                  </a:extLst>
                </p:cNvPr>
                <p:cNvSpPr txBox="1"/>
                <p:nvPr/>
              </p:nvSpPr>
              <p:spPr>
                <a:xfrm>
                  <a:off x="10463440" y="1548172"/>
                  <a:ext cx="172089" cy="215444"/>
                </a:xfrm>
                <a:prstGeom prst="rect">
                  <a:avLst/>
                </a:prstGeom>
                <a:noFill/>
              </p:spPr>
              <p:txBody>
                <a:bodyPr wrap="squar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1</a:t>
                  </a:r>
                  <a:endParaRPr lang="zh-CN" altLang="en-US" sz="1400" b="1" dirty="0">
                    <a:solidFill>
                      <a:srgbClr val="7030A0"/>
                    </a:solidFill>
                  </a:endParaRPr>
                </a:p>
              </p:txBody>
            </p:sp>
            <p:sp>
              <p:nvSpPr>
                <p:cNvPr id="32" name="文本框 29">
                  <a:extLst>
                    <a:ext uri="{FF2B5EF4-FFF2-40B4-BE49-F238E27FC236}">
                      <a16:creationId xmlns:a16="http://schemas.microsoft.com/office/drawing/2014/main" id="{0A541CE8-340E-46CB-90F1-140238221873}"/>
                    </a:ext>
                  </a:extLst>
                </p:cNvPr>
                <p:cNvSpPr txBox="1"/>
                <p:nvPr/>
              </p:nvSpPr>
              <p:spPr>
                <a:xfrm>
                  <a:off x="10463440" y="1312671"/>
                  <a:ext cx="172089" cy="215444"/>
                </a:xfrm>
                <a:prstGeom prst="rect">
                  <a:avLst/>
                </a:prstGeom>
                <a:noFill/>
              </p:spPr>
              <p:txBody>
                <a:bodyPr wrap="squar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2</a:t>
                  </a:r>
                  <a:endParaRPr lang="zh-CN" altLang="en-US" sz="1400" b="1" dirty="0">
                    <a:solidFill>
                      <a:srgbClr val="7030A0"/>
                    </a:solidFill>
                  </a:endParaRPr>
                </a:p>
              </p:txBody>
            </p:sp>
            <p:sp>
              <p:nvSpPr>
                <p:cNvPr id="33" name="文本框 30">
                  <a:extLst>
                    <a:ext uri="{FF2B5EF4-FFF2-40B4-BE49-F238E27FC236}">
                      <a16:creationId xmlns:a16="http://schemas.microsoft.com/office/drawing/2014/main" id="{97B8ED67-87B6-4FB0-9E35-445363FD1CCD}"/>
                    </a:ext>
                  </a:extLst>
                </p:cNvPr>
                <p:cNvSpPr txBox="1"/>
                <p:nvPr/>
              </p:nvSpPr>
              <p:spPr>
                <a:xfrm>
                  <a:off x="10463439" y="1079167"/>
                  <a:ext cx="172089" cy="215444"/>
                </a:xfrm>
                <a:prstGeom prst="rect">
                  <a:avLst/>
                </a:prstGeom>
                <a:noFill/>
              </p:spPr>
              <p:txBody>
                <a:bodyPr wrap="squar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3</a:t>
                  </a:r>
                  <a:endParaRPr lang="zh-CN" altLang="en-US" sz="1400" b="1" dirty="0">
                    <a:solidFill>
                      <a:srgbClr val="7030A0"/>
                    </a:solidFill>
                  </a:endParaRPr>
                </a:p>
              </p:txBody>
            </p:sp>
            <p:sp>
              <p:nvSpPr>
                <p:cNvPr id="34" name="文本框 31">
                  <a:extLst>
                    <a:ext uri="{FF2B5EF4-FFF2-40B4-BE49-F238E27FC236}">
                      <a16:creationId xmlns:a16="http://schemas.microsoft.com/office/drawing/2014/main" id="{384F5C82-9CCD-48D0-AF57-4C5FA5788366}"/>
                    </a:ext>
                  </a:extLst>
                </p:cNvPr>
                <p:cNvSpPr txBox="1"/>
                <p:nvPr/>
              </p:nvSpPr>
              <p:spPr>
                <a:xfrm>
                  <a:off x="10599497" y="1368867"/>
                  <a:ext cx="925253"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next[]</a:t>
                  </a:r>
                  <a:endParaRPr lang="zh-CN" altLang="en-US" sz="1600" b="1" dirty="0">
                    <a:latin typeface="Courier New" panose="02070309020205020404" pitchFamily="49" charset="0"/>
                    <a:cs typeface="Courier New" panose="02070309020205020404" pitchFamily="49" charset="0"/>
                  </a:endParaRPr>
                </a:p>
              </p:txBody>
            </p:sp>
          </p:grpSp>
          <p:cxnSp>
            <p:nvCxnSpPr>
              <p:cNvPr id="16" name="直接箭头连接符 15">
                <a:extLst>
                  <a:ext uri="{FF2B5EF4-FFF2-40B4-BE49-F238E27FC236}">
                    <a16:creationId xmlns:a16="http://schemas.microsoft.com/office/drawing/2014/main" id="{99CB043E-D2F7-4248-A831-23871FF725BF}"/>
                  </a:ext>
                </a:extLst>
              </p:cNvPr>
              <p:cNvCxnSpPr>
                <a:cxnSpLocks/>
              </p:cNvCxnSpPr>
              <p:nvPr/>
            </p:nvCxnSpPr>
            <p:spPr>
              <a:xfrm>
                <a:off x="2146530" y="140993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377C429-40B1-40C4-BC06-B191FC20BACE}"/>
                  </a:ext>
                </a:extLst>
              </p:cNvPr>
              <p:cNvCxnSpPr>
                <a:cxnSpLocks/>
              </p:cNvCxnSpPr>
              <p:nvPr/>
            </p:nvCxnSpPr>
            <p:spPr>
              <a:xfrm>
                <a:off x="2149765" y="1171824"/>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2A64380C-8C16-406F-91AF-6B7DDDF3F618}"/>
                  </a:ext>
                </a:extLst>
              </p:cNvPr>
              <p:cNvGrpSpPr/>
              <p:nvPr/>
            </p:nvGrpSpPr>
            <p:grpSpPr>
              <a:xfrm>
                <a:off x="489469" y="754064"/>
                <a:ext cx="1201282" cy="1267126"/>
                <a:chOff x="339552" y="2480406"/>
                <a:chExt cx="1201282" cy="1267126"/>
              </a:xfrm>
            </p:grpSpPr>
            <p:grpSp>
              <p:nvGrpSpPr>
                <p:cNvPr id="22" name="组合 21">
                  <a:extLst>
                    <a:ext uri="{FF2B5EF4-FFF2-40B4-BE49-F238E27FC236}">
                      <a16:creationId xmlns:a16="http://schemas.microsoft.com/office/drawing/2014/main" id="{15541064-A35B-46C7-BCDD-BD73A428892A}"/>
                    </a:ext>
                  </a:extLst>
                </p:cNvPr>
                <p:cNvGrpSpPr/>
                <p:nvPr/>
              </p:nvGrpSpPr>
              <p:grpSpPr>
                <a:xfrm>
                  <a:off x="1273159" y="2848124"/>
                  <a:ext cx="267675" cy="869250"/>
                  <a:chOff x="1349881" y="2247741"/>
                  <a:chExt cx="267675" cy="869250"/>
                </a:xfrm>
              </p:grpSpPr>
              <p:sp>
                <p:nvSpPr>
                  <p:cNvPr id="27" name="文本框 24">
                    <a:extLst>
                      <a:ext uri="{FF2B5EF4-FFF2-40B4-BE49-F238E27FC236}">
                        <a16:creationId xmlns:a16="http://schemas.microsoft.com/office/drawing/2014/main" id="{F8F86429-90A9-4AE9-90A6-42BE9D18EED4}"/>
                      </a:ext>
                    </a:extLst>
                  </p:cNvPr>
                  <p:cNvSpPr txBox="1"/>
                  <p:nvPr/>
                </p:nvSpPr>
                <p:spPr>
                  <a:xfrm>
                    <a:off x="1353419" y="2556779"/>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28" name="矩形 27">
                    <a:extLst>
                      <a:ext uri="{FF2B5EF4-FFF2-40B4-BE49-F238E27FC236}">
                        <a16:creationId xmlns:a16="http://schemas.microsoft.com/office/drawing/2014/main" id="{58259E1D-900F-4F51-B49D-C0B561D20196}"/>
                      </a:ext>
                    </a:extLst>
                  </p:cNvPr>
                  <p:cNvSpPr/>
                  <p:nvPr/>
                </p:nvSpPr>
                <p:spPr>
                  <a:xfrm>
                    <a:off x="1349881" y="2875704"/>
                    <a:ext cx="265614" cy="24128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9" name="文本框 26">
                    <a:extLst>
                      <a:ext uri="{FF2B5EF4-FFF2-40B4-BE49-F238E27FC236}">
                        <a16:creationId xmlns:a16="http://schemas.microsoft.com/office/drawing/2014/main" id="{7E79C71E-7985-43A3-88A9-EA22B7B3160D}"/>
                      </a:ext>
                    </a:extLst>
                  </p:cNvPr>
                  <p:cNvSpPr txBox="1"/>
                  <p:nvPr/>
                </p:nvSpPr>
                <p:spPr>
                  <a:xfrm>
                    <a:off x="1353419" y="2247741"/>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grpSp>
            <p:grpSp>
              <p:nvGrpSpPr>
                <p:cNvPr id="23" name="组合 22">
                  <a:extLst>
                    <a:ext uri="{FF2B5EF4-FFF2-40B4-BE49-F238E27FC236}">
                      <a16:creationId xmlns:a16="http://schemas.microsoft.com/office/drawing/2014/main" id="{A56E1BB2-4AEE-45DE-8CF2-E3A2ACE3BA69}"/>
                    </a:ext>
                  </a:extLst>
                </p:cNvPr>
                <p:cNvGrpSpPr/>
                <p:nvPr/>
              </p:nvGrpSpPr>
              <p:grpSpPr>
                <a:xfrm>
                  <a:off x="604291" y="2480406"/>
                  <a:ext cx="672406" cy="400110"/>
                  <a:chOff x="604291" y="2480406"/>
                  <a:chExt cx="672406" cy="400110"/>
                </a:xfrm>
              </p:grpSpPr>
              <p:cxnSp>
                <p:nvCxnSpPr>
                  <p:cNvPr id="25" name="直接箭头连接符 24">
                    <a:extLst>
                      <a:ext uri="{FF2B5EF4-FFF2-40B4-BE49-F238E27FC236}">
                        <a16:creationId xmlns:a16="http://schemas.microsoft.com/office/drawing/2014/main" id="{ACA4F749-E47B-45EF-B48E-73C531A92DE8}"/>
                      </a:ext>
                    </a:extLst>
                  </p:cNvPr>
                  <p:cNvCxnSpPr>
                    <a:cxnSpLocks/>
                  </p:cNvCxnSpPr>
                  <p:nvPr/>
                </p:nvCxnSpPr>
                <p:spPr>
                  <a:xfrm>
                    <a:off x="1042988" y="2695098"/>
                    <a:ext cx="233709" cy="154728"/>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6" name="文本框 23">
                    <a:extLst>
                      <a:ext uri="{FF2B5EF4-FFF2-40B4-BE49-F238E27FC236}">
                        <a16:creationId xmlns:a16="http://schemas.microsoft.com/office/drawing/2014/main" id="{53EA170F-C395-4367-93B6-5C19EE27E7F0}"/>
                      </a:ext>
                    </a:extLst>
                  </p:cNvPr>
                  <p:cNvSpPr txBox="1"/>
                  <p:nvPr/>
                </p:nvSpPr>
                <p:spPr>
                  <a:xfrm>
                    <a:off x="604291" y="2480406"/>
                    <a:ext cx="492443"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latin typeface="Courier New" panose="02070309020205020404" pitchFamily="49" charset="0"/>
                        <a:cs typeface="Courier New" panose="02070309020205020404" pitchFamily="49" charset="0"/>
                      </a:rPr>
                      <a:t>SL</a:t>
                    </a:r>
                    <a:endParaRPr lang="zh-CN" altLang="en-US" sz="2000" b="1" dirty="0">
                      <a:latin typeface="Courier New" panose="02070309020205020404" pitchFamily="49" charset="0"/>
                      <a:cs typeface="Courier New" panose="02070309020205020404" pitchFamily="49" charset="0"/>
                    </a:endParaRPr>
                  </a:p>
                </p:txBody>
              </p:sp>
            </p:grpSp>
            <p:sp>
              <p:nvSpPr>
                <p:cNvPr id="24" name="文本框 21">
                  <a:extLst>
                    <a:ext uri="{FF2B5EF4-FFF2-40B4-BE49-F238E27FC236}">
                      <a16:creationId xmlns:a16="http://schemas.microsoft.com/office/drawing/2014/main" id="{723C41BC-58AD-4BCF-BC48-7721AF2BCB09}"/>
                    </a:ext>
                  </a:extLst>
                </p:cNvPr>
                <p:cNvSpPr txBox="1"/>
                <p:nvPr/>
              </p:nvSpPr>
              <p:spPr>
                <a:xfrm>
                  <a:off x="339552" y="2848824"/>
                  <a:ext cx="941283" cy="898708"/>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pPr>
                  <a:r>
                    <a:rPr lang="en-US" altLang="zh-CN" sz="1600" b="1" dirty="0">
                      <a:latin typeface="Courier New" panose="02070309020205020404" pitchFamily="49" charset="0"/>
                      <a:cs typeface="Courier New" panose="02070309020205020404" pitchFamily="49" charset="0"/>
                    </a:rPr>
                    <a:t>length</a:t>
                  </a:r>
                </a:p>
                <a:p>
                  <a:pPr algn="r">
                    <a:lnSpc>
                      <a:spcPct val="110000"/>
                    </a:lnSpc>
                  </a:pPr>
                  <a:r>
                    <a:rPr lang="en-US" altLang="zh-CN" sz="1600" b="1" dirty="0" err="1">
                      <a:latin typeface="Courier New" panose="02070309020205020404" pitchFamily="49" charset="0"/>
                      <a:cs typeface="Courier New" panose="02070309020205020404" pitchFamily="49" charset="0"/>
                    </a:rPr>
                    <a:t>topLV</a:t>
                  </a:r>
                  <a:endParaRPr lang="en-US" altLang="zh-CN" sz="1600" b="1" dirty="0">
                    <a:latin typeface="Courier New" panose="02070309020205020404" pitchFamily="49" charset="0"/>
                    <a:cs typeface="Courier New" panose="02070309020205020404" pitchFamily="49" charset="0"/>
                  </a:endParaRPr>
                </a:p>
                <a:p>
                  <a:pPr algn="r">
                    <a:lnSpc>
                      <a:spcPct val="110000"/>
                    </a:lnSpc>
                  </a:pPr>
                  <a:r>
                    <a:rPr lang="en-US" altLang="zh-CN" sz="1600" b="1" dirty="0">
                      <a:latin typeface="Courier New" panose="02070309020205020404" pitchFamily="49" charset="0"/>
                      <a:cs typeface="Courier New" panose="02070309020205020404" pitchFamily="49" charset="0"/>
                    </a:rPr>
                    <a:t>header</a:t>
                  </a:r>
                  <a:endParaRPr lang="zh-CN" altLang="en-US" sz="1600" b="1" dirty="0">
                    <a:latin typeface="Courier New" panose="02070309020205020404" pitchFamily="49" charset="0"/>
                    <a:cs typeface="Courier New" panose="02070309020205020404" pitchFamily="49" charset="0"/>
                  </a:endParaRPr>
                </a:p>
              </p:txBody>
            </p:sp>
          </p:grpSp>
          <p:cxnSp>
            <p:nvCxnSpPr>
              <p:cNvPr id="19" name="直接箭头连接符 18">
                <a:extLst>
                  <a:ext uri="{FF2B5EF4-FFF2-40B4-BE49-F238E27FC236}">
                    <a16:creationId xmlns:a16="http://schemas.microsoft.com/office/drawing/2014/main" id="{A2D96574-6AFB-4F9B-8BF2-F28260CAA3BD}"/>
                  </a:ext>
                </a:extLst>
              </p:cNvPr>
              <p:cNvCxnSpPr>
                <a:cxnSpLocks/>
              </p:cNvCxnSpPr>
              <p:nvPr/>
            </p:nvCxnSpPr>
            <p:spPr>
              <a:xfrm>
                <a:off x="1571247" y="186823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 name="文本框 17">
                <a:extLst>
                  <a:ext uri="{FF2B5EF4-FFF2-40B4-BE49-F238E27FC236}">
                    <a16:creationId xmlns:a16="http://schemas.microsoft.com/office/drawing/2014/main" id="{2CCD9D62-8167-4111-9667-1D2854787A7A}"/>
                  </a:ext>
                </a:extLst>
              </p:cNvPr>
              <p:cNvSpPr txBox="1"/>
              <p:nvPr/>
            </p:nvSpPr>
            <p:spPr>
              <a:xfrm>
                <a:off x="1559123" y="2633639"/>
                <a:ext cx="1426664" cy="3500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宋体" panose="02010600030101010101" pitchFamily="2" charset="-122"/>
                    <a:ea typeface="宋体" panose="02010600030101010101" pitchFamily="2" charset="-122"/>
                  </a:rPr>
                  <a:t>空的跳跃表</a:t>
                </a:r>
                <a:r>
                  <a:rPr lang="en-US" altLang="zh-CN" sz="1600" b="1" dirty="0">
                    <a:latin typeface="宋体" panose="02010600030101010101" pitchFamily="2" charset="-122"/>
                    <a:ea typeface="宋体" panose="02010600030101010101" pitchFamily="2" charset="-122"/>
                  </a:rPr>
                  <a:t>SL</a:t>
                </a:r>
                <a:endParaRPr lang="zh-CN" altLang="en-US" sz="1600" b="1" dirty="0">
                  <a:latin typeface="宋体" panose="02010600030101010101" pitchFamily="2" charset="-122"/>
                  <a:ea typeface="宋体" panose="02010600030101010101" pitchFamily="2" charset="-122"/>
                </a:endParaRPr>
              </a:p>
            </p:txBody>
          </p:sp>
          <p:sp>
            <p:nvSpPr>
              <p:cNvPr id="21" name="文本框 18">
                <a:extLst>
                  <a:ext uri="{FF2B5EF4-FFF2-40B4-BE49-F238E27FC236}">
                    <a16:creationId xmlns:a16="http://schemas.microsoft.com/office/drawing/2014/main" id="{101EC09E-8F3A-4F9D-AC3B-B8EC4FC8EA3B}"/>
                  </a:ext>
                </a:extLst>
              </p:cNvPr>
              <p:cNvSpPr txBox="1"/>
              <p:nvPr/>
            </p:nvSpPr>
            <p:spPr>
              <a:xfrm>
                <a:off x="2837655" y="1973023"/>
                <a:ext cx="55496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key</a:t>
                </a:r>
                <a:endParaRPr lang="zh-CN" altLang="en-US" sz="1600" b="1" dirty="0">
                  <a:latin typeface="Courier New" panose="02070309020205020404" pitchFamily="49" charset="0"/>
                  <a:cs typeface="Courier New" panose="02070309020205020404" pitchFamily="49" charset="0"/>
                </a:endParaRPr>
              </a:p>
            </p:txBody>
          </p:sp>
        </p:grpSp>
        <p:sp>
          <p:nvSpPr>
            <p:cNvPr id="8" name="文本框 5">
              <a:extLst>
                <a:ext uri="{FF2B5EF4-FFF2-40B4-BE49-F238E27FC236}">
                  <a16:creationId xmlns:a16="http://schemas.microsoft.com/office/drawing/2014/main" id="{3D9D3D1A-63E2-451B-ABFA-0901F0F63179}"/>
                </a:ext>
              </a:extLst>
            </p:cNvPr>
            <p:cNvSpPr txBox="1"/>
            <p:nvPr/>
          </p:nvSpPr>
          <p:spPr>
            <a:xfrm>
              <a:off x="1042145" y="2625149"/>
              <a:ext cx="683099"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(a)</a:t>
              </a:r>
              <a:r>
                <a:rPr lang="zh-CN" altLang="en-US" sz="1600" b="1" dirty="0">
                  <a:latin typeface="Times New Roman" panose="02020603050405020304" pitchFamily="18" charset="0"/>
                  <a:cs typeface="Times New Roman" panose="02020603050405020304" pitchFamily="18" charset="0"/>
                </a:rPr>
                <a:t> </a:t>
              </a:r>
            </a:p>
          </p:txBody>
        </p:sp>
      </p:grpSp>
      <p:sp>
        <p:nvSpPr>
          <p:cNvPr id="46" name="文本框 45">
            <a:extLst>
              <a:ext uri="{FF2B5EF4-FFF2-40B4-BE49-F238E27FC236}">
                <a16:creationId xmlns:a16="http://schemas.microsoft.com/office/drawing/2014/main" id="{10A67805-5B55-C22D-31E2-7BF0AD5A17F7}"/>
              </a:ext>
            </a:extLst>
          </p:cNvPr>
          <p:cNvSpPr txBox="1"/>
          <p:nvPr/>
        </p:nvSpPr>
        <p:spPr>
          <a:xfrm>
            <a:off x="7466742" y="3153167"/>
            <a:ext cx="4082527" cy="707886"/>
          </a:xfrm>
          <a:prstGeom prst="rect">
            <a:avLst/>
          </a:prstGeom>
          <a:noFill/>
        </p:spPr>
        <p:txBody>
          <a:bodyPr wrap="square">
            <a:spAutoFit/>
          </a:bodyPr>
          <a:lstStyle/>
          <a:p>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2000" dirty="0">
                <a:effectLst/>
                <a:latin typeface="Times New Roman" panose="02020603050405020304" pitchFamily="18" charset="0"/>
                <a:ea typeface="宋体" panose="02010600030101010101" pitchFamily="2" charset="-122"/>
              </a:rPr>
              <a:t>9.29(a)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是一个空跳跃表，头</a:t>
            </a:r>
            <a:r>
              <a:rPr lang="zh-CN" altLang="en-US" sz="2000" dirty="0">
                <a:effectLst/>
                <a:latin typeface="Times New Roman" panose="02020603050405020304" pitchFamily="18" charset="0"/>
                <a:ea typeface="宋体" panose="02010600030101010101" pitchFamily="2" charset="-122"/>
                <a:cs typeface="Times New Roman" panose="02020603050405020304" pitchFamily="18" charset="0"/>
              </a:rPr>
              <a:t>节</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点的各层指针均指向</a:t>
            </a:r>
            <a:r>
              <a:rPr lang="en-US" altLang="zh-CN" sz="2000" dirty="0">
                <a:effectLst/>
                <a:latin typeface="Courier New" panose="02070309020205020404" pitchFamily="49" charset="0"/>
                <a:ea typeface="宋体" panose="02010600030101010101" pitchFamily="2" charset="-122"/>
              </a:rPr>
              <a:t>nil</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节</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点。</a:t>
            </a:r>
            <a:endParaRPr lang="zh-CN" altLang="en-US" sz="2000" dirty="0"/>
          </a:p>
        </p:txBody>
      </p:sp>
    </p:spTree>
    <p:extLst>
      <p:ext uri="{BB962C8B-B14F-4D97-AF65-F5344CB8AC3E}">
        <p14:creationId xmlns:p14="http://schemas.microsoft.com/office/powerpoint/2010/main" val="50769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08F444F-97E6-3644-0E5B-8C4B474F11CD}"/>
              </a:ext>
            </a:extLst>
          </p:cNvPr>
          <p:cNvSpPr>
            <a:spLocks noGrp="1"/>
          </p:cNvSpPr>
          <p:nvPr>
            <p:ph type="sldNum" sz="quarter" idx="12"/>
          </p:nvPr>
        </p:nvSpPr>
        <p:spPr>
          <a:xfrm>
            <a:off x="8610598" y="6373737"/>
            <a:ext cx="2743200" cy="365125"/>
          </a:xfrm>
        </p:spPr>
        <p:txBody>
          <a:bodyPr/>
          <a:lstStyle/>
          <a:p>
            <a:fld id="{D7C0FE0B-717B-41AE-9FA2-CA4BF851D1C3}" type="slidenum">
              <a:rPr lang="zh-CN" altLang="en-US" smtClean="0"/>
              <a:t>46</a:t>
            </a:fld>
            <a:endParaRPr lang="zh-CN" altLang="en-US" dirty="0"/>
          </a:p>
        </p:txBody>
      </p:sp>
      <p:sp>
        <p:nvSpPr>
          <p:cNvPr id="3" name="文本框 2">
            <a:extLst>
              <a:ext uri="{FF2B5EF4-FFF2-40B4-BE49-F238E27FC236}">
                <a16:creationId xmlns:a16="http://schemas.microsoft.com/office/drawing/2014/main" id="{7E3DC9D9-E919-D9F3-16D5-95BB8E0B67A8}"/>
              </a:ext>
            </a:extLst>
          </p:cNvPr>
          <p:cNvSpPr txBox="1"/>
          <p:nvPr/>
        </p:nvSpPr>
        <p:spPr>
          <a:xfrm>
            <a:off x="1371600" y="231289"/>
            <a:ext cx="3598433" cy="461665"/>
          </a:xfrm>
          <a:prstGeom prst="rect">
            <a:avLst/>
          </a:prstGeom>
          <a:noFill/>
        </p:spPr>
        <p:txBody>
          <a:bodyPr wrap="square" rtlCol="0">
            <a:spAutoFit/>
          </a:bodyPr>
          <a:lstStyle/>
          <a:p>
            <a:r>
              <a:rPr lang="en-US" altLang="zh-CN" sz="2400" dirty="0">
                <a:solidFill>
                  <a:srgbClr val="3B11EF"/>
                </a:solidFill>
                <a:effectLst>
                  <a:outerShdw blurRad="38100" dist="38100" dir="2700000" algn="tl">
                    <a:srgbClr val="000000">
                      <a:alpha val="43137"/>
                    </a:srgbClr>
                  </a:outerShdw>
                </a:effectLst>
                <a:latin typeface="+mj-ea"/>
                <a:ea typeface="+mj-ea"/>
              </a:rPr>
              <a:t>1. </a:t>
            </a:r>
            <a:r>
              <a:rPr lang="zh-CN" altLang="en-US" sz="2400" dirty="0">
                <a:solidFill>
                  <a:srgbClr val="3B11EF"/>
                </a:solidFill>
                <a:effectLst>
                  <a:outerShdw blurRad="38100" dist="38100" dir="2700000" algn="tl">
                    <a:srgbClr val="000000">
                      <a:alpha val="43137"/>
                    </a:srgbClr>
                  </a:outerShdw>
                </a:effectLst>
                <a:latin typeface="+mj-ea"/>
                <a:ea typeface="+mj-ea"/>
              </a:rPr>
              <a:t>跳跃表及其查找（续）</a:t>
            </a:r>
          </a:p>
        </p:txBody>
      </p:sp>
      <p:grpSp>
        <p:nvGrpSpPr>
          <p:cNvPr id="5" name="组合 4">
            <a:extLst>
              <a:ext uri="{FF2B5EF4-FFF2-40B4-BE49-F238E27FC236}">
                <a16:creationId xmlns:a16="http://schemas.microsoft.com/office/drawing/2014/main" id="{29ABECAA-4DEA-1176-A296-F72396664943}"/>
              </a:ext>
            </a:extLst>
          </p:cNvPr>
          <p:cNvGrpSpPr/>
          <p:nvPr/>
        </p:nvGrpSpPr>
        <p:grpSpPr>
          <a:xfrm>
            <a:off x="8267715" y="5347291"/>
            <a:ext cx="264137" cy="544667"/>
            <a:chOff x="8200328" y="4253482"/>
            <a:chExt cx="264137" cy="544667"/>
          </a:xfrm>
        </p:grpSpPr>
        <p:sp>
          <p:nvSpPr>
            <p:cNvPr id="120" name="文本框 119">
              <a:extLst>
                <a:ext uri="{FF2B5EF4-FFF2-40B4-BE49-F238E27FC236}">
                  <a16:creationId xmlns:a16="http://schemas.microsoft.com/office/drawing/2014/main" id="{BD24E7C2-E101-AF7F-7E28-1B920AA5280A}"/>
                </a:ext>
              </a:extLst>
            </p:cNvPr>
            <p:cNvSpPr txBox="1"/>
            <p:nvPr/>
          </p:nvSpPr>
          <p:spPr>
            <a:xfrm>
              <a:off x="8200328" y="4479225"/>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85</a:t>
              </a:r>
              <a:endParaRPr lang="zh-CN" altLang="en-US" sz="1600" b="1" dirty="0">
                <a:latin typeface="Times New Roman" panose="02020603050405020304" pitchFamily="18" charset="0"/>
                <a:cs typeface="Times New Roman" panose="02020603050405020304" pitchFamily="18" charset="0"/>
              </a:endParaRPr>
            </a:p>
          </p:txBody>
        </p:sp>
        <p:sp>
          <p:nvSpPr>
            <p:cNvPr id="121" name="矩形 120">
              <a:extLst>
                <a:ext uri="{FF2B5EF4-FFF2-40B4-BE49-F238E27FC236}">
                  <a16:creationId xmlns:a16="http://schemas.microsoft.com/office/drawing/2014/main" id="{45D6A790-1437-913F-7E2E-15F7F3B5E709}"/>
                </a:ext>
              </a:extLst>
            </p:cNvPr>
            <p:cNvSpPr/>
            <p:nvPr/>
          </p:nvSpPr>
          <p:spPr>
            <a:xfrm>
              <a:off x="8200328" y="425348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grpSp>
      <p:sp>
        <p:nvSpPr>
          <p:cNvPr id="6" name="文本框 5">
            <a:extLst>
              <a:ext uri="{FF2B5EF4-FFF2-40B4-BE49-F238E27FC236}">
                <a16:creationId xmlns:a16="http://schemas.microsoft.com/office/drawing/2014/main" id="{7677E3D5-1423-33F4-AF45-50482C3CA89B}"/>
              </a:ext>
            </a:extLst>
          </p:cNvPr>
          <p:cNvSpPr txBox="1"/>
          <p:nvPr/>
        </p:nvSpPr>
        <p:spPr>
          <a:xfrm>
            <a:off x="2172558" y="6210334"/>
            <a:ext cx="800219" cy="338554"/>
          </a:xfrm>
          <a:prstGeom prst="rect">
            <a:avLst/>
          </a:prstGeom>
          <a:noFill/>
        </p:spPr>
        <p:txBody>
          <a:bodyPr wrap="none" rtlCol="0">
            <a:spAutoFit/>
          </a:bodyPr>
          <a:lstStyle/>
          <a:p>
            <a:r>
              <a:rPr lang="zh-CN" altLang="en-US" sz="1600" b="1" dirty="0">
                <a:latin typeface="+mj-ea"/>
                <a:ea typeface="+mj-ea"/>
              </a:rPr>
              <a:t>头节点</a:t>
            </a:r>
          </a:p>
        </p:txBody>
      </p:sp>
      <p:grpSp>
        <p:nvGrpSpPr>
          <p:cNvPr id="7" name="组合 6">
            <a:extLst>
              <a:ext uri="{FF2B5EF4-FFF2-40B4-BE49-F238E27FC236}">
                <a16:creationId xmlns:a16="http://schemas.microsoft.com/office/drawing/2014/main" id="{898F44B2-BE1B-7006-EFAB-C93E96E4B43C}"/>
              </a:ext>
            </a:extLst>
          </p:cNvPr>
          <p:cNvGrpSpPr/>
          <p:nvPr/>
        </p:nvGrpSpPr>
        <p:grpSpPr>
          <a:xfrm>
            <a:off x="3042032" y="5339144"/>
            <a:ext cx="264137" cy="544667"/>
            <a:chOff x="2242809" y="2243857"/>
            <a:chExt cx="264137" cy="544667"/>
          </a:xfrm>
        </p:grpSpPr>
        <p:sp>
          <p:nvSpPr>
            <p:cNvPr id="117" name="文本框 116">
              <a:extLst>
                <a:ext uri="{FF2B5EF4-FFF2-40B4-BE49-F238E27FC236}">
                  <a16:creationId xmlns:a16="http://schemas.microsoft.com/office/drawing/2014/main" id="{8AFE179E-F20F-E615-3361-DF644798ABDA}"/>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10</a:t>
              </a:r>
              <a:endParaRPr lang="zh-CN" altLang="en-US" sz="1600" b="1" dirty="0">
                <a:latin typeface="Times New Roman" panose="02020603050405020304" pitchFamily="18" charset="0"/>
                <a:cs typeface="Times New Roman" panose="02020603050405020304" pitchFamily="18" charset="0"/>
              </a:endParaRPr>
            </a:p>
          </p:txBody>
        </p:sp>
        <p:sp>
          <p:nvSpPr>
            <p:cNvPr id="118" name="矩形 117">
              <a:extLst>
                <a:ext uri="{FF2B5EF4-FFF2-40B4-BE49-F238E27FC236}">
                  <a16:creationId xmlns:a16="http://schemas.microsoft.com/office/drawing/2014/main" id="{E68FE0D1-F1DC-D294-1D3F-132A167E2E4A}"/>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CD518A73-C512-BD9B-F676-A7D6AC7D7844}"/>
              </a:ext>
            </a:extLst>
          </p:cNvPr>
          <p:cNvGrpSpPr/>
          <p:nvPr/>
        </p:nvGrpSpPr>
        <p:grpSpPr>
          <a:xfrm>
            <a:off x="3623995" y="5114562"/>
            <a:ext cx="264137" cy="773166"/>
            <a:chOff x="3400883" y="2198954"/>
            <a:chExt cx="264137" cy="773166"/>
          </a:xfrm>
        </p:grpSpPr>
        <p:sp>
          <p:nvSpPr>
            <p:cNvPr id="114" name="文本框 113">
              <a:extLst>
                <a:ext uri="{FF2B5EF4-FFF2-40B4-BE49-F238E27FC236}">
                  <a16:creationId xmlns:a16="http://schemas.microsoft.com/office/drawing/2014/main" id="{43A17167-2B25-D6D8-E752-14DB93E72923}"/>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15</a:t>
              </a:r>
              <a:endParaRPr lang="zh-CN" altLang="en-US" sz="1600" b="1" dirty="0">
                <a:latin typeface="Times New Roman" panose="02020603050405020304" pitchFamily="18" charset="0"/>
                <a:cs typeface="Times New Roman" panose="02020603050405020304" pitchFamily="18" charset="0"/>
              </a:endParaRPr>
            </a:p>
          </p:txBody>
        </p:sp>
        <p:sp>
          <p:nvSpPr>
            <p:cNvPr id="115" name="矩形 114">
              <a:extLst>
                <a:ext uri="{FF2B5EF4-FFF2-40B4-BE49-F238E27FC236}">
                  <a16:creationId xmlns:a16="http://schemas.microsoft.com/office/drawing/2014/main" id="{3699A2F6-9098-4564-4602-D8508D4522CD}"/>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a:extLst>
                <a:ext uri="{FF2B5EF4-FFF2-40B4-BE49-F238E27FC236}">
                  <a16:creationId xmlns:a16="http://schemas.microsoft.com/office/drawing/2014/main" id="{405C5C84-F328-18B7-809C-07608AD929A4}"/>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a:extLst>
              <a:ext uri="{FF2B5EF4-FFF2-40B4-BE49-F238E27FC236}">
                <a16:creationId xmlns:a16="http://schemas.microsoft.com/office/drawing/2014/main" id="{CDDF50F5-2765-9A4E-5842-999A899479A1}"/>
              </a:ext>
            </a:extLst>
          </p:cNvPr>
          <p:cNvGrpSpPr/>
          <p:nvPr/>
        </p:nvGrpSpPr>
        <p:grpSpPr>
          <a:xfrm>
            <a:off x="6523805" y="4886915"/>
            <a:ext cx="264138" cy="1003569"/>
            <a:chOff x="4075105" y="2295152"/>
            <a:chExt cx="264138" cy="1003569"/>
          </a:xfrm>
        </p:grpSpPr>
        <p:sp>
          <p:nvSpPr>
            <p:cNvPr id="110" name="矩形 109">
              <a:extLst>
                <a:ext uri="{FF2B5EF4-FFF2-40B4-BE49-F238E27FC236}">
                  <a16:creationId xmlns:a16="http://schemas.microsoft.com/office/drawing/2014/main" id="{F862FBF2-0BF7-FCD3-0A5D-089590F3E57D}"/>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a:extLst>
                <a:ext uri="{FF2B5EF4-FFF2-40B4-BE49-F238E27FC236}">
                  <a16:creationId xmlns:a16="http://schemas.microsoft.com/office/drawing/2014/main" id="{F5607CCC-F608-91EC-5FEE-976C22904EFF}"/>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59</a:t>
              </a:r>
              <a:endParaRPr lang="zh-CN" altLang="en-US" sz="1600" b="1" dirty="0">
                <a:latin typeface="Times New Roman" panose="02020603050405020304" pitchFamily="18" charset="0"/>
                <a:cs typeface="Times New Roman" panose="02020603050405020304" pitchFamily="18" charset="0"/>
              </a:endParaRPr>
            </a:p>
          </p:txBody>
        </p:sp>
        <p:sp>
          <p:nvSpPr>
            <p:cNvPr id="112" name="矩形 111">
              <a:extLst>
                <a:ext uri="{FF2B5EF4-FFF2-40B4-BE49-F238E27FC236}">
                  <a16:creationId xmlns:a16="http://schemas.microsoft.com/office/drawing/2014/main" id="{73402797-265D-E88D-86E0-2681EC0462B2}"/>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a:extLst>
                <a:ext uri="{FF2B5EF4-FFF2-40B4-BE49-F238E27FC236}">
                  <a16:creationId xmlns:a16="http://schemas.microsoft.com/office/drawing/2014/main" id="{5E2B9237-11BE-F164-21BD-425C0B6B988F}"/>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41510B8A-479D-508E-B707-AF9C5B3BE3E0}"/>
              </a:ext>
            </a:extLst>
          </p:cNvPr>
          <p:cNvGrpSpPr/>
          <p:nvPr/>
        </p:nvGrpSpPr>
        <p:grpSpPr>
          <a:xfrm>
            <a:off x="2461848" y="4656403"/>
            <a:ext cx="264139" cy="1227408"/>
            <a:chOff x="3969453" y="2195002"/>
            <a:chExt cx="264139" cy="1227408"/>
          </a:xfrm>
        </p:grpSpPr>
        <p:sp>
          <p:nvSpPr>
            <p:cNvPr id="105" name="矩形 104">
              <a:extLst>
                <a:ext uri="{FF2B5EF4-FFF2-40B4-BE49-F238E27FC236}">
                  <a16:creationId xmlns:a16="http://schemas.microsoft.com/office/drawing/2014/main" id="{43DF9E19-B068-6D0B-C9A6-EE4493D69AA1}"/>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a:extLst>
                <a:ext uri="{FF2B5EF4-FFF2-40B4-BE49-F238E27FC236}">
                  <a16:creationId xmlns:a16="http://schemas.microsoft.com/office/drawing/2014/main" id="{58FD7248-8E0A-F139-34B3-997C145F50EF}"/>
                </a:ext>
              </a:extLst>
            </p:cNvPr>
            <p:cNvSpPr txBox="1"/>
            <p:nvPr/>
          </p:nvSpPr>
          <p:spPr>
            <a:xfrm>
              <a:off x="3969455" y="310348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07" name="矩形 106">
              <a:extLst>
                <a:ext uri="{FF2B5EF4-FFF2-40B4-BE49-F238E27FC236}">
                  <a16:creationId xmlns:a16="http://schemas.microsoft.com/office/drawing/2014/main" id="{725C1F58-B908-FED7-DC41-1068D07D7EAD}"/>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DFF32435-1702-A7CE-AC99-EFA7AB564521}"/>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AAF05A20-BBB0-F26B-4C03-3FEE80921359}"/>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 name="直接箭头连接符 10">
            <a:extLst>
              <a:ext uri="{FF2B5EF4-FFF2-40B4-BE49-F238E27FC236}">
                <a16:creationId xmlns:a16="http://schemas.microsoft.com/office/drawing/2014/main" id="{808E5F94-215E-28A2-00A1-FED4000ABC46}"/>
              </a:ext>
            </a:extLst>
          </p:cNvPr>
          <p:cNvCxnSpPr>
            <a:cxnSpLocks/>
          </p:cNvCxnSpPr>
          <p:nvPr/>
        </p:nvCxnSpPr>
        <p:spPr>
          <a:xfrm>
            <a:off x="3188064" y="546416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138ABE39-F70A-A17B-1B7C-A5096897C4B4}"/>
              </a:ext>
            </a:extLst>
          </p:cNvPr>
          <p:cNvCxnSpPr>
            <a:cxnSpLocks/>
          </p:cNvCxnSpPr>
          <p:nvPr/>
        </p:nvCxnSpPr>
        <p:spPr>
          <a:xfrm>
            <a:off x="2599270" y="5465870"/>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09A39E7-838A-47C0-C3C1-CBF5589C1201}"/>
              </a:ext>
            </a:extLst>
          </p:cNvPr>
          <p:cNvCxnSpPr>
            <a:cxnSpLocks/>
          </p:cNvCxnSpPr>
          <p:nvPr/>
        </p:nvCxnSpPr>
        <p:spPr>
          <a:xfrm>
            <a:off x="3766551" y="5464286"/>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DCD5C8BF-42ED-CADA-1790-742FD32C414C}"/>
              </a:ext>
            </a:extLst>
          </p:cNvPr>
          <p:cNvGrpSpPr/>
          <p:nvPr/>
        </p:nvGrpSpPr>
        <p:grpSpPr>
          <a:xfrm>
            <a:off x="4198252" y="5345817"/>
            <a:ext cx="264137" cy="544667"/>
            <a:chOff x="2242809" y="2243857"/>
            <a:chExt cx="264137" cy="544667"/>
          </a:xfrm>
        </p:grpSpPr>
        <p:sp>
          <p:nvSpPr>
            <p:cNvPr id="103" name="文本框 102">
              <a:extLst>
                <a:ext uri="{FF2B5EF4-FFF2-40B4-BE49-F238E27FC236}">
                  <a16:creationId xmlns:a16="http://schemas.microsoft.com/office/drawing/2014/main" id="{0D6A0E25-A237-D906-32C4-EA8BD727C0CE}"/>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21</a:t>
              </a:r>
              <a:endParaRPr lang="zh-CN" altLang="en-US" sz="1600" b="1" dirty="0">
                <a:latin typeface="Times New Roman" panose="02020603050405020304" pitchFamily="18" charset="0"/>
                <a:cs typeface="Times New Roman" panose="02020603050405020304" pitchFamily="18" charset="0"/>
              </a:endParaRPr>
            </a:p>
          </p:txBody>
        </p:sp>
        <p:sp>
          <p:nvSpPr>
            <p:cNvPr id="104" name="矩形 103">
              <a:extLst>
                <a:ext uri="{FF2B5EF4-FFF2-40B4-BE49-F238E27FC236}">
                  <a16:creationId xmlns:a16="http://schemas.microsoft.com/office/drawing/2014/main" id="{B8FF9B7B-F096-B239-2152-F0DEDD9B9F70}"/>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5" name="直接箭头连接符 14">
            <a:extLst>
              <a:ext uri="{FF2B5EF4-FFF2-40B4-BE49-F238E27FC236}">
                <a16:creationId xmlns:a16="http://schemas.microsoft.com/office/drawing/2014/main" id="{CAE0F38D-A4AC-5887-EAB4-49B405F5D499}"/>
              </a:ext>
            </a:extLst>
          </p:cNvPr>
          <p:cNvCxnSpPr>
            <a:cxnSpLocks/>
          </p:cNvCxnSpPr>
          <p:nvPr/>
        </p:nvCxnSpPr>
        <p:spPr>
          <a:xfrm>
            <a:off x="4344284" y="547084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D13DD121-4A36-3E12-9795-88D7859E72D7}"/>
              </a:ext>
            </a:extLst>
          </p:cNvPr>
          <p:cNvGrpSpPr/>
          <p:nvPr/>
        </p:nvGrpSpPr>
        <p:grpSpPr>
          <a:xfrm>
            <a:off x="4772509" y="5339144"/>
            <a:ext cx="264137" cy="544667"/>
            <a:chOff x="2242809" y="2243857"/>
            <a:chExt cx="264137" cy="544667"/>
          </a:xfrm>
        </p:grpSpPr>
        <p:sp>
          <p:nvSpPr>
            <p:cNvPr id="101" name="文本框 100">
              <a:extLst>
                <a:ext uri="{FF2B5EF4-FFF2-40B4-BE49-F238E27FC236}">
                  <a16:creationId xmlns:a16="http://schemas.microsoft.com/office/drawing/2014/main" id="{A03DC633-9A7B-B488-6491-F163E406A9CC}"/>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37</a:t>
              </a:r>
              <a:endParaRPr lang="zh-CN" altLang="en-US" sz="1600" b="1" dirty="0">
                <a:latin typeface="Times New Roman" panose="02020603050405020304" pitchFamily="18" charset="0"/>
                <a:cs typeface="Times New Roman" panose="02020603050405020304" pitchFamily="18" charset="0"/>
              </a:endParaRPr>
            </a:p>
          </p:txBody>
        </p:sp>
        <p:sp>
          <p:nvSpPr>
            <p:cNvPr id="102" name="矩形 101">
              <a:extLst>
                <a:ext uri="{FF2B5EF4-FFF2-40B4-BE49-F238E27FC236}">
                  <a16:creationId xmlns:a16="http://schemas.microsoft.com/office/drawing/2014/main" id="{11F657AC-92EA-D2AC-9097-F45E95B74E2F}"/>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7" name="直接箭头连接符 16">
            <a:extLst>
              <a:ext uri="{FF2B5EF4-FFF2-40B4-BE49-F238E27FC236}">
                <a16:creationId xmlns:a16="http://schemas.microsoft.com/office/drawing/2014/main" id="{4041681B-A09A-8897-B8A0-EEEAD4A41270}"/>
              </a:ext>
            </a:extLst>
          </p:cNvPr>
          <p:cNvCxnSpPr>
            <a:cxnSpLocks/>
          </p:cNvCxnSpPr>
          <p:nvPr/>
        </p:nvCxnSpPr>
        <p:spPr>
          <a:xfrm>
            <a:off x="4918541" y="546416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78C38FBD-60A9-31EE-0BD3-4BCBA1E1A36B}"/>
              </a:ext>
            </a:extLst>
          </p:cNvPr>
          <p:cNvGrpSpPr/>
          <p:nvPr/>
        </p:nvGrpSpPr>
        <p:grpSpPr>
          <a:xfrm>
            <a:off x="5936435" y="5339144"/>
            <a:ext cx="585439" cy="544667"/>
            <a:chOff x="5457923" y="3429000"/>
            <a:chExt cx="585439" cy="544667"/>
          </a:xfrm>
        </p:grpSpPr>
        <p:grpSp>
          <p:nvGrpSpPr>
            <p:cNvPr id="97" name="组合 96">
              <a:extLst>
                <a:ext uri="{FF2B5EF4-FFF2-40B4-BE49-F238E27FC236}">
                  <a16:creationId xmlns:a16="http://schemas.microsoft.com/office/drawing/2014/main" id="{81AB2F14-540B-86E0-F0DF-53F11E417055}"/>
                </a:ext>
              </a:extLst>
            </p:cNvPr>
            <p:cNvGrpSpPr/>
            <p:nvPr/>
          </p:nvGrpSpPr>
          <p:grpSpPr>
            <a:xfrm>
              <a:off x="5457923" y="3429000"/>
              <a:ext cx="264137" cy="544667"/>
              <a:chOff x="2242809" y="2243857"/>
              <a:chExt cx="264137" cy="544667"/>
            </a:xfrm>
          </p:grpSpPr>
          <p:sp>
            <p:nvSpPr>
              <p:cNvPr id="99" name="文本框 98">
                <a:extLst>
                  <a:ext uri="{FF2B5EF4-FFF2-40B4-BE49-F238E27FC236}">
                    <a16:creationId xmlns:a16="http://schemas.microsoft.com/office/drawing/2014/main" id="{B5B7D2DB-F493-A746-91EB-697C35D17F88}"/>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51</a:t>
                </a:r>
                <a:endParaRPr lang="zh-CN" altLang="en-US" sz="1600" b="1" dirty="0">
                  <a:latin typeface="Times New Roman" panose="02020603050405020304" pitchFamily="18" charset="0"/>
                  <a:cs typeface="Times New Roman" panose="02020603050405020304" pitchFamily="18" charset="0"/>
                </a:endParaRPr>
              </a:p>
            </p:txBody>
          </p:sp>
          <p:sp>
            <p:nvSpPr>
              <p:cNvPr id="100" name="矩形 99">
                <a:extLst>
                  <a:ext uri="{FF2B5EF4-FFF2-40B4-BE49-F238E27FC236}">
                    <a16:creationId xmlns:a16="http://schemas.microsoft.com/office/drawing/2014/main" id="{B4168EF6-A766-73C5-832F-127C3130E0F8}"/>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8" name="直接箭头连接符 97">
              <a:extLst>
                <a:ext uri="{FF2B5EF4-FFF2-40B4-BE49-F238E27FC236}">
                  <a16:creationId xmlns:a16="http://schemas.microsoft.com/office/drawing/2014/main" id="{0EE2EAD8-28D1-F307-9FB5-B0F7F415E4E0}"/>
                </a:ext>
              </a:extLst>
            </p:cNvPr>
            <p:cNvCxnSpPr>
              <a:cxnSpLocks/>
            </p:cNvCxnSpPr>
            <p:nvPr/>
          </p:nvCxnSpPr>
          <p:spPr>
            <a:xfrm>
              <a:off x="5603955" y="3554024"/>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6358D992-74EE-B4B3-E1E2-8B8A37C9D646}"/>
              </a:ext>
            </a:extLst>
          </p:cNvPr>
          <p:cNvGrpSpPr/>
          <p:nvPr/>
        </p:nvGrpSpPr>
        <p:grpSpPr>
          <a:xfrm>
            <a:off x="7111145" y="5345817"/>
            <a:ext cx="264137" cy="544667"/>
            <a:chOff x="2242809" y="2243857"/>
            <a:chExt cx="264137" cy="544667"/>
          </a:xfrm>
        </p:grpSpPr>
        <p:sp>
          <p:nvSpPr>
            <p:cNvPr id="95" name="文本框 94">
              <a:extLst>
                <a:ext uri="{FF2B5EF4-FFF2-40B4-BE49-F238E27FC236}">
                  <a16:creationId xmlns:a16="http://schemas.microsoft.com/office/drawing/2014/main" id="{3B198428-5A6F-8E25-6827-0B6EDD69A890}"/>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63</a:t>
              </a:r>
              <a:endParaRPr lang="zh-CN" altLang="en-US" sz="1600" b="1" dirty="0">
                <a:latin typeface="Times New Roman" panose="02020603050405020304" pitchFamily="18" charset="0"/>
                <a:cs typeface="Times New Roman" panose="02020603050405020304" pitchFamily="18" charset="0"/>
              </a:endParaRPr>
            </a:p>
          </p:txBody>
        </p:sp>
        <p:sp>
          <p:nvSpPr>
            <p:cNvPr id="96" name="矩形 95">
              <a:extLst>
                <a:ext uri="{FF2B5EF4-FFF2-40B4-BE49-F238E27FC236}">
                  <a16:creationId xmlns:a16="http://schemas.microsoft.com/office/drawing/2014/main" id="{3E4D4E1B-666D-B709-3678-A4E99F38D9D3}"/>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0" name="直接箭头连接符 19">
            <a:extLst>
              <a:ext uri="{FF2B5EF4-FFF2-40B4-BE49-F238E27FC236}">
                <a16:creationId xmlns:a16="http://schemas.microsoft.com/office/drawing/2014/main" id="{F316B12A-E087-FDAE-9403-E772AE67178D}"/>
              </a:ext>
            </a:extLst>
          </p:cNvPr>
          <p:cNvCxnSpPr>
            <a:cxnSpLocks/>
          </p:cNvCxnSpPr>
          <p:nvPr/>
        </p:nvCxnSpPr>
        <p:spPr>
          <a:xfrm>
            <a:off x="7257177" y="547084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6D7863F3-4D77-2319-0B86-ADC9D3D6E63F}"/>
              </a:ext>
            </a:extLst>
          </p:cNvPr>
          <p:cNvGrpSpPr/>
          <p:nvPr/>
        </p:nvGrpSpPr>
        <p:grpSpPr>
          <a:xfrm>
            <a:off x="8863521" y="5341696"/>
            <a:ext cx="264137" cy="544667"/>
            <a:chOff x="2242809" y="2243857"/>
            <a:chExt cx="264137" cy="544667"/>
          </a:xfrm>
        </p:grpSpPr>
        <p:sp>
          <p:nvSpPr>
            <p:cNvPr id="91" name="文本框 90">
              <a:extLst>
                <a:ext uri="{FF2B5EF4-FFF2-40B4-BE49-F238E27FC236}">
                  <a16:creationId xmlns:a16="http://schemas.microsoft.com/office/drawing/2014/main" id="{3994310D-E146-F31D-A59E-51EE684ABE12}"/>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91</a:t>
              </a:r>
              <a:endParaRPr lang="zh-CN" altLang="en-US" sz="1600" b="1" dirty="0">
                <a:latin typeface="Times New Roman" panose="02020603050405020304" pitchFamily="18" charset="0"/>
                <a:cs typeface="Times New Roman" panose="02020603050405020304" pitchFamily="18" charset="0"/>
              </a:endParaRPr>
            </a:p>
          </p:txBody>
        </p:sp>
        <p:sp>
          <p:nvSpPr>
            <p:cNvPr id="92" name="矩形 91">
              <a:extLst>
                <a:ext uri="{FF2B5EF4-FFF2-40B4-BE49-F238E27FC236}">
                  <a16:creationId xmlns:a16="http://schemas.microsoft.com/office/drawing/2014/main" id="{75B64F09-668E-5006-F346-0F3F2ADF7AF0}"/>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4" name="直接箭头连接符 23">
            <a:extLst>
              <a:ext uri="{FF2B5EF4-FFF2-40B4-BE49-F238E27FC236}">
                <a16:creationId xmlns:a16="http://schemas.microsoft.com/office/drawing/2014/main" id="{3D2D52B4-4315-2348-E5CD-E8E720CE154D}"/>
              </a:ext>
            </a:extLst>
          </p:cNvPr>
          <p:cNvCxnSpPr>
            <a:cxnSpLocks/>
          </p:cNvCxnSpPr>
          <p:nvPr/>
        </p:nvCxnSpPr>
        <p:spPr>
          <a:xfrm>
            <a:off x="9009553" y="5466720"/>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7B6162F9-208F-AAED-D528-E3E4ACBDE178}"/>
              </a:ext>
            </a:extLst>
          </p:cNvPr>
          <p:cNvGrpSpPr/>
          <p:nvPr/>
        </p:nvGrpSpPr>
        <p:grpSpPr>
          <a:xfrm>
            <a:off x="5354472" y="5119188"/>
            <a:ext cx="264137" cy="773166"/>
            <a:chOff x="3400883" y="2198954"/>
            <a:chExt cx="264137" cy="773166"/>
          </a:xfrm>
        </p:grpSpPr>
        <p:sp>
          <p:nvSpPr>
            <p:cNvPr id="88" name="文本框 87">
              <a:extLst>
                <a:ext uri="{FF2B5EF4-FFF2-40B4-BE49-F238E27FC236}">
                  <a16:creationId xmlns:a16="http://schemas.microsoft.com/office/drawing/2014/main" id="{9616EE6E-6AA4-3EB1-993E-B3CC09FC61FD}"/>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44</a:t>
              </a:r>
              <a:endParaRPr lang="zh-CN" altLang="en-US" sz="1600" b="1" dirty="0">
                <a:latin typeface="Times New Roman" panose="02020603050405020304" pitchFamily="18" charset="0"/>
                <a:cs typeface="Times New Roman" panose="02020603050405020304" pitchFamily="18" charset="0"/>
              </a:endParaRPr>
            </a:p>
          </p:txBody>
        </p:sp>
        <p:sp>
          <p:nvSpPr>
            <p:cNvPr id="89" name="矩形 88">
              <a:extLst>
                <a:ext uri="{FF2B5EF4-FFF2-40B4-BE49-F238E27FC236}">
                  <a16:creationId xmlns:a16="http://schemas.microsoft.com/office/drawing/2014/main" id="{3BEAE324-7A16-BC55-5172-2B65D097965A}"/>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a:extLst>
                <a:ext uri="{FF2B5EF4-FFF2-40B4-BE49-F238E27FC236}">
                  <a16:creationId xmlns:a16="http://schemas.microsoft.com/office/drawing/2014/main" id="{9530742A-BA70-C8D1-C418-BB1A5540378A}"/>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6" name="直接箭头连接符 25">
            <a:extLst>
              <a:ext uri="{FF2B5EF4-FFF2-40B4-BE49-F238E27FC236}">
                <a16:creationId xmlns:a16="http://schemas.microsoft.com/office/drawing/2014/main" id="{9A9DFD2B-0501-9C7D-9F7A-61CA2B80955A}"/>
              </a:ext>
            </a:extLst>
          </p:cNvPr>
          <p:cNvCxnSpPr>
            <a:cxnSpLocks/>
          </p:cNvCxnSpPr>
          <p:nvPr/>
        </p:nvCxnSpPr>
        <p:spPr>
          <a:xfrm>
            <a:off x="5497028" y="5468912"/>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9740702-ED86-B322-5C74-AE8449E9C1B0}"/>
              </a:ext>
            </a:extLst>
          </p:cNvPr>
          <p:cNvCxnSpPr>
            <a:cxnSpLocks/>
          </p:cNvCxnSpPr>
          <p:nvPr/>
        </p:nvCxnSpPr>
        <p:spPr>
          <a:xfrm>
            <a:off x="6671738" y="5468912"/>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7D0600A5-30A2-8BB8-6754-E68C9603389D}"/>
              </a:ext>
            </a:extLst>
          </p:cNvPr>
          <p:cNvGrpSpPr/>
          <p:nvPr/>
        </p:nvGrpSpPr>
        <p:grpSpPr>
          <a:xfrm>
            <a:off x="7695872" y="5109663"/>
            <a:ext cx="264137" cy="773166"/>
            <a:chOff x="3400883" y="2198954"/>
            <a:chExt cx="264137" cy="773166"/>
          </a:xfrm>
        </p:grpSpPr>
        <p:sp>
          <p:nvSpPr>
            <p:cNvPr id="85" name="文本框 84">
              <a:extLst>
                <a:ext uri="{FF2B5EF4-FFF2-40B4-BE49-F238E27FC236}">
                  <a16:creationId xmlns:a16="http://schemas.microsoft.com/office/drawing/2014/main" id="{F1545D9E-CAB8-0F8A-CD41-219B27ED4828}"/>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72</a:t>
              </a:r>
              <a:endParaRPr lang="zh-CN" altLang="en-US" sz="1600" b="1" dirty="0">
                <a:latin typeface="Times New Roman" panose="02020603050405020304" pitchFamily="18" charset="0"/>
                <a:cs typeface="Times New Roman" panose="02020603050405020304" pitchFamily="18" charset="0"/>
              </a:endParaRPr>
            </a:p>
          </p:txBody>
        </p:sp>
        <p:sp>
          <p:nvSpPr>
            <p:cNvPr id="86" name="矩形 85">
              <a:extLst>
                <a:ext uri="{FF2B5EF4-FFF2-40B4-BE49-F238E27FC236}">
                  <a16:creationId xmlns:a16="http://schemas.microsoft.com/office/drawing/2014/main" id="{F560AFF7-4411-B572-474F-F270FC236EAC}"/>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a:extLst>
                <a:ext uri="{FF2B5EF4-FFF2-40B4-BE49-F238E27FC236}">
                  <a16:creationId xmlns:a16="http://schemas.microsoft.com/office/drawing/2014/main" id="{0029A951-164E-9294-9A87-DB24F3E326FC}"/>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9" name="直接箭头连接符 28">
            <a:extLst>
              <a:ext uri="{FF2B5EF4-FFF2-40B4-BE49-F238E27FC236}">
                <a16:creationId xmlns:a16="http://schemas.microsoft.com/office/drawing/2014/main" id="{9FD4CA04-E927-6568-0511-E218577ACC52}"/>
              </a:ext>
            </a:extLst>
          </p:cNvPr>
          <p:cNvCxnSpPr>
            <a:cxnSpLocks/>
          </p:cNvCxnSpPr>
          <p:nvPr/>
        </p:nvCxnSpPr>
        <p:spPr>
          <a:xfrm>
            <a:off x="7838428" y="5459387"/>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D21BEC8D-6910-513A-11F9-AFD6880794FE}"/>
              </a:ext>
            </a:extLst>
          </p:cNvPr>
          <p:cNvGrpSpPr/>
          <p:nvPr/>
        </p:nvGrpSpPr>
        <p:grpSpPr>
          <a:xfrm>
            <a:off x="9437223" y="4890449"/>
            <a:ext cx="264138" cy="1003569"/>
            <a:chOff x="4075105" y="2295152"/>
            <a:chExt cx="264138" cy="1003569"/>
          </a:xfrm>
        </p:grpSpPr>
        <p:sp>
          <p:nvSpPr>
            <p:cNvPr id="81" name="矩形 80">
              <a:extLst>
                <a:ext uri="{FF2B5EF4-FFF2-40B4-BE49-F238E27FC236}">
                  <a16:creationId xmlns:a16="http://schemas.microsoft.com/office/drawing/2014/main" id="{A62AB6F7-D735-257D-DF38-A9D79DFB6BF4}"/>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82" name="文本框 81">
              <a:extLst>
                <a:ext uri="{FF2B5EF4-FFF2-40B4-BE49-F238E27FC236}">
                  <a16:creationId xmlns:a16="http://schemas.microsoft.com/office/drawing/2014/main" id="{CCA1E3DD-27B7-1838-CCCF-E20B67148B73}"/>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97</a:t>
              </a:r>
              <a:endParaRPr lang="zh-CN" altLang="en-US" sz="1600" b="1" dirty="0">
                <a:latin typeface="Times New Roman" panose="02020603050405020304" pitchFamily="18" charset="0"/>
                <a:cs typeface="Times New Roman" panose="02020603050405020304" pitchFamily="18" charset="0"/>
              </a:endParaRPr>
            </a:p>
          </p:txBody>
        </p:sp>
        <p:sp>
          <p:nvSpPr>
            <p:cNvPr id="83" name="矩形 82">
              <a:extLst>
                <a:ext uri="{FF2B5EF4-FFF2-40B4-BE49-F238E27FC236}">
                  <a16:creationId xmlns:a16="http://schemas.microsoft.com/office/drawing/2014/main" id="{F0BAF28D-BD31-E4CE-4A26-FAE9BF777BF3}"/>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84" name="矩形 83">
              <a:extLst>
                <a:ext uri="{FF2B5EF4-FFF2-40B4-BE49-F238E27FC236}">
                  <a16:creationId xmlns:a16="http://schemas.microsoft.com/office/drawing/2014/main" id="{D091D14B-EAF2-454C-59E1-3326095EA6C5}"/>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grpSp>
      <p:grpSp>
        <p:nvGrpSpPr>
          <p:cNvPr id="31" name="组合 30">
            <a:extLst>
              <a:ext uri="{FF2B5EF4-FFF2-40B4-BE49-F238E27FC236}">
                <a16:creationId xmlns:a16="http://schemas.microsoft.com/office/drawing/2014/main" id="{ED5B078D-EDA2-9790-0DF8-F3DDECC7F886}"/>
              </a:ext>
            </a:extLst>
          </p:cNvPr>
          <p:cNvGrpSpPr/>
          <p:nvPr/>
        </p:nvGrpSpPr>
        <p:grpSpPr>
          <a:xfrm>
            <a:off x="10010926" y="4670444"/>
            <a:ext cx="264139" cy="1227408"/>
            <a:chOff x="3969453" y="2195002"/>
            <a:chExt cx="264139" cy="1227408"/>
          </a:xfrm>
        </p:grpSpPr>
        <p:sp>
          <p:nvSpPr>
            <p:cNvPr id="76" name="矩形 75">
              <a:extLst>
                <a:ext uri="{FF2B5EF4-FFF2-40B4-BE49-F238E27FC236}">
                  <a16:creationId xmlns:a16="http://schemas.microsoft.com/office/drawing/2014/main" id="{81C07222-4A9A-5212-5074-88D70416ED16}"/>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77" name="文本框 76">
              <a:extLst>
                <a:ext uri="{FF2B5EF4-FFF2-40B4-BE49-F238E27FC236}">
                  <a16:creationId xmlns:a16="http://schemas.microsoft.com/office/drawing/2014/main" id="{FFE244FC-4EAB-75A3-A970-70C912B87A70}"/>
                </a:ext>
              </a:extLst>
            </p:cNvPr>
            <p:cNvSpPr txBox="1"/>
            <p:nvPr/>
          </p:nvSpPr>
          <p:spPr>
            <a:xfrm>
              <a:off x="3969455" y="310348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mj-ea"/>
                  <a:ea typeface="+mj-ea"/>
                  <a:cs typeface="Times New Roman" panose="02020603050405020304" pitchFamily="18" charset="0"/>
                </a:rPr>
                <a:t>∞</a:t>
              </a:r>
              <a:endParaRPr lang="zh-CN" altLang="en-US" sz="1600" b="1" dirty="0">
                <a:latin typeface="+mj-ea"/>
                <a:ea typeface="+mj-ea"/>
                <a:cs typeface="Times New Roman" panose="02020603050405020304" pitchFamily="18" charset="0"/>
              </a:endParaRPr>
            </a:p>
          </p:txBody>
        </p:sp>
        <p:sp>
          <p:nvSpPr>
            <p:cNvPr id="78" name="矩形 77">
              <a:extLst>
                <a:ext uri="{FF2B5EF4-FFF2-40B4-BE49-F238E27FC236}">
                  <a16:creationId xmlns:a16="http://schemas.microsoft.com/office/drawing/2014/main" id="{DC28145F-C7DB-12B0-6ABD-D413DE240765}"/>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79" name="矩形 78">
              <a:extLst>
                <a:ext uri="{FF2B5EF4-FFF2-40B4-BE49-F238E27FC236}">
                  <a16:creationId xmlns:a16="http://schemas.microsoft.com/office/drawing/2014/main" id="{80E4F75A-081A-FDA1-5328-1FC4706A3C14}"/>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80" name="矩形 79">
              <a:extLst>
                <a:ext uri="{FF2B5EF4-FFF2-40B4-BE49-F238E27FC236}">
                  <a16:creationId xmlns:a16="http://schemas.microsoft.com/office/drawing/2014/main" id="{BEF0612F-5DAB-B6F9-D60D-54D98E8D4F27}"/>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grpSp>
      <p:cxnSp>
        <p:nvCxnSpPr>
          <p:cNvPr id="32" name="直接箭头连接符 31">
            <a:extLst>
              <a:ext uri="{FF2B5EF4-FFF2-40B4-BE49-F238E27FC236}">
                <a16:creationId xmlns:a16="http://schemas.microsoft.com/office/drawing/2014/main" id="{464642AC-12C1-BC64-6049-EAEBCDBFB3DF}"/>
              </a:ext>
            </a:extLst>
          </p:cNvPr>
          <p:cNvCxnSpPr>
            <a:cxnSpLocks/>
          </p:cNvCxnSpPr>
          <p:nvPr/>
        </p:nvCxnSpPr>
        <p:spPr>
          <a:xfrm>
            <a:off x="9572297" y="5475684"/>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8983FD07-A212-A17E-1D19-3017281B6322}"/>
              </a:ext>
            </a:extLst>
          </p:cNvPr>
          <p:cNvSpPr txBox="1"/>
          <p:nvPr/>
        </p:nvSpPr>
        <p:spPr>
          <a:xfrm>
            <a:off x="9747805" y="6222198"/>
            <a:ext cx="965329"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nil</a:t>
            </a:r>
            <a:r>
              <a:rPr lang="zh-CN" altLang="en-US" sz="1600" b="1" dirty="0">
                <a:latin typeface="+mj-ea"/>
                <a:ea typeface="+mj-ea"/>
                <a:cs typeface="Courier New" panose="02070309020205020404" pitchFamily="49" charset="0"/>
              </a:rPr>
              <a:t>节</a:t>
            </a:r>
            <a:r>
              <a:rPr lang="zh-CN" altLang="en-US" sz="1600" b="1" dirty="0">
                <a:latin typeface="+mj-ea"/>
                <a:ea typeface="+mj-ea"/>
              </a:rPr>
              <a:t>点</a:t>
            </a:r>
          </a:p>
        </p:txBody>
      </p:sp>
      <p:sp>
        <p:nvSpPr>
          <p:cNvPr id="34" name="文本框 33">
            <a:extLst>
              <a:ext uri="{FF2B5EF4-FFF2-40B4-BE49-F238E27FC236}">
                <a16:creationId xmlns:a16="http://schemas.microsoft.com/office/drawing/2014/main" id="{4B5134C7-D099-D9DB-401D-5D2F78F5DD62}"/>
              </a:ext>
            </a:extLst>
          </p:cNvPr>
          <p:cNvSpPr txBox="1"/>
          <p:nvPr/>
        </p:nvSpPr>
        <p:spPr>
          <a:xfrm>
            <a:off x="10322426" y="5359127"/>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0</a:t>
            </a:r>
            <a:endParaRPr lang="zh-CN" altLang="en-US" sz="1400" b="1" dirty="0">
              <a:solidFill>
                <a:srgbClr val="7030A0"/>
              </a:solidFill>
            </a:endParaRPr>
          </a:p>
        </p:txBody>
      </p:sp>
      <p:sp>
        <p:nvSpPr>
          <p:cNvPr id="35" name="文本框 34">
            <a:extLst>
              <a:ext uri="{FF2B5EF4-FFF2-40B4-BE49-F238E27FC236}">
                <a16:creationId xmlns:a16="http://schemas.microsoft.com/office/drawing/2014/main" id="{E1374063-CEE9-7B4B-19B1-FF19900FFADB}"/>
              </a:ext>
            </a:extLst>
          </p:cNvPr>
          <p:cNvSpPr txBox="1"/>
          <p:nvPr/>
        </p:nvSpPr>
        <p:spPr>
          <a:xfrm>
            <a:off x="10322426" y="5139449"/>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1</a:t>
            </a:r>
            <a:endParaRPr lang="zh-CN" altLang="en-US" sz="1400" b="1" dirty="0">
              <a:solidFill>
                <a:srgbClr val="7030A0"/>
              </a:solidFill>
            </a:endParaRPr>
          </a:p>
        </p:txBody>
      </p:sp>
      <p:sp>
        <p:nvSpPr>
          <p:cNvPr id="36" name="文本框 35">
            <a:extLst>
              <a:ext uri="{FF2B5EF4-FFF2-40B4-BE49-F238E27FC236}">
                <a16:creationId xmlns:a16="http://schemas.microsoft.com/office/drawing/2014/main" id="{5F113E69-0E92-7BDD-7C4B-63F897E5700A}"/>
              </a:ext>
            </a:extLst>
          </p:cNvPr>
          <p:cNvSpPr txBox="1"/>
          <p:nvPr/>
        </p:nvSpPr>
        <p:spPr>
          <a:xfrm>
            <a:off x="10322426" y="4903948"/>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2</a:t>
            </a:r>
            <a:endParaRPr lang="zh-CN" altLang="en-US" sz="1400" b="1" dirty="0">
              <a:solidFill>
                <a:srgbClr val="7030A0"/>
              </a:solidFill>
            </a:endParaRPr>
          </a:p>
        </p:txBody>
      </p:sp>
      <p:sp>
        <p:nvSpPr>
          <p:cNvPr id="37" name="文本框 36">
            <a:extLst>
              <a:ext uri="{FF2B5EF4-FFF2-40B4-BE49-F238E27FC236}">
                <a16:creationId xmlns:a16="http://schemas.microsoft.com/office/drawing/2014/main" id="{DA2E499E-898B-063F-3DC7-48A3C6202316}"/>
              </a:ext>
            </a:extLst>
          </p:cNvPr>
          <p:cNvSpPr txBox="1"/>
          <p:nvPr/>
        </p:nvSpPr>
        <p:spPr>
          <a:xfrm>
            <a:off x="10322425" y="4670444"/>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3</a:t>
            </a:r>
            <a:endParaRPr lang="zh-CN" altLang="en-US" sz="1400" b="1" dirty="0">
              <a:solidFill>
                <a:srgbClr val="7030A0"/>
              </a:solidFill>
            </a:endParaRPr>
          </a:p>
        </p:txBody>
      </p:sp>
      <p:sp>
        <p:nvSpPr>
          <p:cNvPr id="38" name="文本框 37">
            <a:extLst>
              <a:ext uri="{FF2B5EF4-FFF2-40B4-BE49-F238E27FC236}">
                <a16:creationId xmlns:a16="http://schemas.microsoft.com/office/drawing/2014/main" id="{17A39D62-B088-41D4-7D9C-4FD5A1EF419D}"/>
              </a:ext>
            </a:extLst>
          </p:cNvPr>
          <p:cNvSpPr txBox="1"/>
          <p:nvPr/>
        </p:nvSpPr>
        <p:spPr>
          <a:xfrm>
            <a:off x="10458483" y="4960144"/>
            <a:ext cx="925253"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next[]</a:t>
            </a:r>
            <a:endParaRPr lang="zh-CN" altLang="en-US" sz="1600" b="1" dirty="0">
              <a:latin typeface="Courier New" panose="02070309020205020404" pitchFamily="49" charset="0"/>
              <a:cs typeface="Courier New" panose="02070309020205020404" pitchFamily="49" charset="0"/>
            </a:endParaRPr>
          </a:p>
        </p:txBody>
      </p:sp>
      <p:cxnSp>
        <p:nvCxnSpPr>
          <p:cNvPr id="39" name="直接箭头连接符 38">
            <a:extLst>
              <a:ext uri="{FF2B5EF4-FFF2-40B4-BE49-F238E27FC236}">
                <a16:creationId xmlns:a16="http://schemas.microsoft.com/office/drawing/2014/main" id="{4D7E917E-89FB-FACA-225B-4BC4099DB67F}"/>
              </a:ext>
            </a:extLst>
          </p:cNvPr>
          <p:cNvCxnSpPr>
            <a:cxnSpLocks/>
          </p:cNvCxnSpPr>
          <p:nvPr/>
        </p:nvCxnSpPr>
        <p:spPr>
          <a:xfrm>
            <a:off x="3766551" y="5244624"/>
            <a:ext cx="1598382" cy="667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B9785C19-987F-1E12-4A78-3C90A09A8707}"/>
              </a:ext>
            </a:extLst>
          </p:cNvPr>
          <p:cNvCxnSpPr>
            <a:cxnSpLocks/>
            <a:endCxn id="87" idx="1"/>
          </p:cNvCxnSpPr>
          <p:nvPr/>
        </p:nvCxnSpPr>
        <p:spPr>
          <a:xfrm flipV="1">
            <a:off x="6671738" y="5225291"/>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645EAE35-614E-9208-8B73-407177D672AD}"/>
              </a:ext>
            </a:extLst>
          </p:cNvPr>
          <p:cNvCxnSpPr>
            <a:cxnSpLocks/>
          </p:cNvCxnSpPr>
          <p:nvPr/>
        </p:nvCxnSpPr>
        <p:spPr>
          <a:xfrm flipV="1">
            <a:off x="5503587" y="5239573"/>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4A8538ED-96CD-CDE7-C776-F6A75513E14F}"/>
              </a:ext>
            </a:extLst>
          </p:cNvPr>
          <p:cNvCxnSpPr>
            <a:cxnSpLocks/>
          </p:cNvCxnSpPr>
          <p:nvPr/>
        </p:nvCxnSpPr>
        <p:spPr>
          <a:xfrm flipV="1">
            <a:off x="2599124" y="5243900"/>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D880F888-8549-1C27-E0EE-556ECAB75F8F}"/>
              </a:ext>
            </a:extLst>
          </p:cNvPr>
          <p:cNvCxnSpPr>
            <a:cxnSpLocks/>
          </p:cNvCxnSpPr>
          <p:nvPr/>
        </p:nvCxnSpPr>
        <p:spPr>
          <a:xfrm>
            <a:off x="9572297" y="5252374"/>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395FC81D-651C-9366-EF5B-F2106DDC0A08}"/>
              </a:ext>
            </a:extLst>
          </p:cNvPr>
          <p:cNvCxnSpPr>
            <a:cxnSpLocks/>
          </p:cNvCxnSpPr>
          <p:nvPr/>
        </p:nvCxnSpPr>
        <p:spPr>
          <a:xfrm>
            <a:off x="9575532" y="5014260"/>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01915797-2988-E7E4-C745-6EDC6C2D274C}"/>
              </a:ext>
            </a:extLst>
          </p:cNvPr>
          <p:cNvCxnSpPr>
            <a:cxnSpLocks/>
            <a:endCxn id="110" idx="1"/>
          </p:cNvCxnSpPr>
          <p:nvPr/>
        </p:nvCxnSpPr>
        <p:spPr>
          <a:xfrm>
            <a:off x="2592397" y="4992892"/>
            <a:ext cx="3931408" cy="965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37E77785-9457-0896-ED5A-15DC875CB092}"/>
              </a:ext>
            </a:extLst>
          </p:cNvPr>
          <p:cNvCxnSpPr>
            <a:cxnSpLocks/>
            <a:endCxn id="80" idx="1"/>
          </p:cNvCxnSpPr>
          <p:nvPr/>
        </p:nvCxnSpPr>
        <p:spPr>
          <a:xfrm>
            <a:off x="2612503" y="4784552"/>
            <a:ext cx="7398423" cy="1520"/>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7" name="组合 46">
            <a:extLst>
              <a:ext uri="{FF2B5EF4-FFF2-40B4-BE49-F238E27FC236}">
                <a16:creationId xmlns:a16="http://schemas.microsoft.com/office/drawing/2014/main" id="{1A859EF0-0C23-6C4E-F746-0EE75D4C1E9B}"/>
              </a:ext>
            </a:extLst>
          </p:cNvPr>
          <p:cNvGrpSpPr/>
          <p:nvPr/>
        </p:nvGrpSpPr>
        <p:grpSpPr>
          <a:xfrm>
            <a:off x="988121" y="4315845"/>
            <a:ext cx="1160785" cy="1296622"/>
            <a:chOff x="383796" y="2450910"/>
            <a:chExt cx="1160785" cy="1296622"/>
          </a:xfrm>
        </p:grpSpPr>
        <p:grpSp>
          <p:nvGrpSpPr>
            <p:cNvPr id="68" name="组合 67">
              <a:extLst>
                <a:ext uri="{FF2B5EF4-FFF2-40B4-BE49-F238E27FC236}">
                  <a16:creationId xmlns:a16="http://schemas.microsoft.com/office/drawing/2014/main" id="{1013E339-B88B-F1D7-C1B6-0CD5BA690946}"/>
                </a:ext>
              </a:extLst>
            </p:cNvPr>
            <p:cNvGrpSpPr/>
            <p:nvPr/>
          </p:nvGrpSpPr>
          <p:grpSpPr>
            <a:xfrm>
              <a:off x="1276697" y="2848124"/>
              <a:ext cx="267884" cy="859217"/>
              <a:chOff x="1353419" y="2247741"/>
              <a:chExt cx="267884" cy="859217"/>
            </a:xfrm>
          </p:grpSpPr>
          <p:sp>
            <p:nvSpPr>
              <p:cNvPr id="73" name="文本框 72">
                <a:extLst>
                  <a:ext uri="{FF2B5EF4-FFF2-40B4-BE49-F238E27FC236}">
                    <a16:creationId xmlns:a16="http://schemas.microsoft.com/office/drawing/2014/main" id="{DAD882F7-F327-D817-740F-CA63249D875A}"/>
                  </a:ext>
                </a:extLst>
              </p:cNvPr>
              <p:cNvSpPr txBox="1"/>
              <p:nvPr/>
            </p:nvSpPr>
            <p:spPr>
              <a:xfrm>
                <a:off x="1353419" y="2556779"/>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00B0F0"/>
                    </a:solidFill>
                    <a:latin typeface="Times New Roman" panose="02020603050405020304" pitchFamily="18" charset="0"/>
                    <a:cs typeface="Times New Roman" panose="02020603050405020304" pitchFamily="18" charset="0"/>
                  </a:rPr>
                  <a:t>3</a:t>
                </a:r>
                <a:endParaRPr lang="zh-CN" altLang="en-US" sz="1600" b="1" dirty="0">
                  <a:solidFill>
                    <a:srgbClr val="00B0F0"/>
                  </a:solidFill>
                  <a:latin typeface="Times New Roman" panose="02020603050405020304" pitchFamily="18" charset="0"/>
                  <a:cs typeface="Times New Roman" panose="02020603050405020304" pitchFamily="18" charset="0"/>
                </a:endParaRPr>
              </a:p>
            </p:txBody>
          </p:sp>
          <p:sp>
            <p:nvSpPr>
              <p:cNvPr id="74" name="矩形 73">
                <a:extLst>
                  <a:ext uri="{FF2B5EF4-FFF2-40B4-BE49-F238E27FC236}">
                    <a16:creationId xmlns:a16="http://schemas.microsoft.com/office/drawing/2014/main" id="{C9CECEFF-0598-ACEF-3CF9-928D3E788F65}"/>
                  </a:ext>
                </a:extLst>
              </p:cNvPr>
              <p:cNvSpPr/>
              <p:nvPr/>
            </p:nvSpPr>
            <p:spPr>
              <a:xfrm>
                <a:off x="1353732" y="2875703"/>
                <a:ext cx="267571"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006F7081-9100-3DF3-9829-B5CC5FAEA068}"/>
                  </a:ext>
                </a:extLst>
              </p:cNvPr>
              <p:cNvSpPr txBox="1"/>
              <p:nvPr/>
            </p:nvSpPr>
            <p:spPr>
              <a:xfrm>
                <a:off x="1353419" y="2247741"/>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12</a:t>
                </a:r>
                <a:endParaRPr lang="zh-CN" altLang="en-US" sz="1600" b="1" dirty="0">
                  <a:latin typeface="Times New Roman" panose="02020603050405020304" pitchFamily="18" charset="0"/>
                  <a:cs typeface="Times New Roman" panose="02020603050405020304" pitchFamily="18" charset="0"/>
                </a:endParaRPr>
              </a:p>
            </p:txBody>
          </p:sp>
        </p:grpSp>
        <p:grpSp>
          <p:nvGrpSpPr>
            <p:cNvPr id="69" name="组合 68">
              <a:extLst>
                <a:ext uri="{FF2B5EF4-FFF2-40B4-BE49-F238E27FC236}">
                  <a16:creationId xmlns:a16="http://schemas.microsoft.com/office/drawing/2014/main" id="{2DBEA499-593C-5945-BB70-31DCA3DAF8A3}"/>
                </a:ext>
              </a:extLst>
            </p:cNvPr>
            <p:cNvGrpSpPr/>
            <p:nvPr/>
          </p:nvGrpSpPr>
          <p:grpSpPr>
            <a:xfrm>
              <a:off x="648535" y="2450910"/>
              <a:ext cx="628162" cy="398916"/>
              <a:chOff x="648535" y="2450910"/>
              <a:chExt cx="628162" cy="398916"/>
            </a:xfrm>
          </p:grpSpPr>
          <p:cxnSp>
            <p:nvCxnSpPr>
              <p:cNvPr id="71" name="直接箭头连接符 70">
                <a:extLst>
                  <a:ext uri="{FF2B5EF4-FFF2-40B4-BE49-F238E27FC236}">
                    <a16:creationId xmlns:a16="http://schemas.microsoft.com/office/drawing/2014/main" id="{268163F3-E387-92DC-B9DB-316F24072761}"/>
                  </a:ext>
                </a:extLst>
              </p:cNvPr>
              <p:cNvCxnSpPr>
                <a:cxnSpLocks/>
              </p:cNvCxnSpPr>
              <p:nvPr/>
            </p:nvCxnSpPr>
            <p:spPr>
              <a:xfrm>
                <a:off x="1042988" y="2695098"/>
                <a:ext cx="233709" cy="154728"/>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19E67F23-C4D3-FE42-5A49-5ABE56A43FA7}"/>
                  </a:ext>
                </a:extLst>
              </p:cNvPr>
              <p:cNvSpPr txBox="1"/>
              <p:nvPr/>
            </p:nvSpPr>
            <p:spPr>
              <a:xfrm>
                <a:off x="648535" y="2450910"/>
                <a:ext cx="431528"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SL</a:t>
                </a:r>
                <a:endParaRPr lang="zh-CN" altLang="en-US" sz="1600" b="1" dirty="0">
                  <a:latin typeface="Courier New" panose="02070309020205020404" pitchFamily="49" charset="0"/>
                  <a:cs typeface="Courier New" panose="02070309020205020404" pitchFamily="49" charset="0"/>
                </a:endParaRPr>
              </a:p>
            </p:txBody>
          </p:sp>
        </p:grpSp>
        <p:sp>
          <p:nvSpPr>
            <p:cNvPr id="70" name="文本框 69">
              <a:extLst>
                <a:ext uri="{FF2B5EF4-FFF2-40B4-BE49-F238E27FC236}">
                  <a16:creationId xmlns:a16="http://schemas.microsoft.com/office/drawing/2014/main" id="{E446DC44-C06E-376F-B80D-EA64D02492BE}"/>
                </a:ext>
              </a:extLst>
            </p:cNvPr>
            <p:cNvSpPr txBox="1"/>
            <p:nvPr/>
          </p:nvSpPr>
          <p:spPr>
            <a:xfrm>
              <a:off x="383796" y="2848824"/>
              <a:ext cx="941283" cy="898708"/>
            </a:xfrm>
            <a:prstGeom prst="rect">
              <a:avLst/>
            </a:prstGeom>
            <a:noFill/>
          </p:spPr>
          <p:txBody>
            <a:bodyPr wrap="none" rtlCol="0">
              <a:spAutoFit/>
            </a:bodyPr>
            <a:lstStyle/>
            <a:p>
              <a:pPr>
                <a:lnSpc>
                  <a:spcPct val="110000"/>
                </a:lnSpc>
              </a:pPr>
              <a:r>
                <a:rPr lang="en-US" altLang="zh-CN" sz="1600" b="1" dirty="0">
                  <a:latin typeface="Courier New" panose="02070309020205020404" pitchFamily="49" charset="0"/>
                  <a:cs typeface="Courier New" panose="02070309020205020404" pitchFamily="49" charset="0"/>
                </a:rPr>
                <a:t>length</a:t>
              </a:r>
            </a:p>
            <a:p>
              <a:pPr algn="r">
                <a:lnSpc>
                  <a:spcPct val="110000"/>
                </a:lnSpc>
              </a:pPr>
              <a:r>
                <a:rPr lang="en-US" altLang="zh-CN" sz="1600" b="1" dirty="0" err="1">
                  <a:latin typeface="Courier New" panose="02070309020205020404" pitchFamily="49" charset="0"/>
                  <a:cs typeface="Courier New" panose="02070309020205020404" pitchFamily="49" charset="0"/>
                </a:rPr>
                <a:t>topLV</a:t>
              </a:r>
              <a:endParaRPr lang="en-US" altLang="zh-CN" sz="1600" b="1" dirty="0">
                <a:latin typeface="Courier New" panose="02070309020205020404" pitchFamily="49" charset="0"/>
                <a:cs typeface="Courier New" panose="02070309020205020404" pitchFamily="49" charset="0"/>
              </a:endParaRPr>
            </a:p>
            <a:p>
              <a:pPr algn="r">
                <a:lnSpc>
                  <a:spcPct val="110000"/>
                </a:lnSpc>
              </a:pPr>
              <a:r>
                <a:rPr lang="en-US" altLang="zh-CN" sz="1600" b="1" dirty="0">
                  <a:latin typeface="Courier New" panose="02070309020205020404" pitchFamily="49" charset="0"/>
                  <a:cs typeface="Courier New" panose="02070309020205020404" pitchFamily="49" charset="0"/>
                </a:rPr>
                <a:t>header</a:t>
              </a:r>
              <a:endParaRPr lang="zh-CN" altLang="en-US" sz="1600" b="1" dirty="0">
                <a:latin typeface="Courier New" panose="02070309020205020404" pitchFamily="49" charset="0"/>
                <a:cs typeface="Courier New" panose="02070309020205020404" pitchFamily="49" charset="0"/>
              </a:endParaRPr>
            </a:p>
          </p:txBody>
        </p:sp>
      </p:grpSp>
      <p:cxnSp>
        <p:nvCxnSpPr>
          <p:cNvPr id="48" name="直接箭头连接符 47">
            <a:extLst>
              <a:ext uri="{FF2B5EF4-FFF2-40B4-BE49-F238E27FC236}">
                <a16:creationId xmlns:a16="http://schemas.microsoft.com/office/drawing/2014/main" id="{C680BC14-D62A-EF5D-B83F-1B7635FD71C5}"/>
              </a:ext>
            </a:extLst>
          </p:cNvPr>
          <p:cNvCxnSpPr>
            <a:cxnSpLocks/>
          </p:cNvCxnSpPr>
          <p:nvPr/>
        </p:nvCxnSpPr>
        <p:spPr>
          <a:xfrm>
            <a:off x="2025655" y="545950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F887EBFE-E383-6A28-223F-7CDFD801973D}"/>
              </a:ext>
            </a:extLst>
          </p:cNvPr>
          <p:cNvCxnSpPr>
            <a:cxnSpLocks/>
          </p:cNvCxnSpPr>
          <p:nvPr/>
        </p:nvCxnSpPr>
        <p:spPr>
          <a:xfrm>
            <a:off x="2632814" y="4960144"/>
            <a:ext cx="3986665"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625B060-B0E4-3307-E7D2-5DE0A9B04A6E}"/>
              </a:ext>
            </a:extLst>
          </p:cNvPr>
          <p:cNvCxnSpPr>
            <a:cxnSpLocks/>
          </p:cNvCxnSpPr>
          <p:nvPr/>
        </p:nvCxnSpPr>
        <p:spPr>
          <a:xfrm>
            <a:off x="6643432" y="5180496"/>
            <a:ext cx="922122"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48FFCD1A-CF35-8BA7-0170-961D7EB513F6}"/>
              </a:ext>
            </a:extLst>
          </p:cNvPr>
          <p:cNvCxnSpPr>
            <a:cxnSpLocks/>
          </p:cNvCxnSpPr>
          <p:nvPr/>
        </p:nvCxnSpPr>
        <p:spPr>
          <a:xfrm>
            <a:off x="6583088" y="4979969"/>
            <a:ext cx="0" cy="185779"/>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916AEC16-98DD-6F96-4611-C286A3CF1B09}"/>
              </a:ext>
            </a:extLst>
          </p:cNvPr>
          <p:cNvCxnSpPr>
            <a:cxnSpLocks/>
          </p:cNvCxnSpPr>
          <p:nvPr/>
        </p:nvCxnSpPr>
        <p:spPr>
          <a:xfrm>
            <a:off x="7753127" y="5232945"/>
            <a:ext cx="0" cy="185779"/>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D1F02B2D-770E-441E-5DF8-B661C0B1A482}"/>
              </a:ext>
            </a:extLst>
          </p:cNvPr>
          <p:cNvSpPr txBox="1"/>
          <p:nvPr/>
        </p:nvSpPr>
        <p:spPr>
          <a:xfrm>
            <a:off x="5305392" y="4216724"/>
            <a:ext cx="2489076" cy="336914"/>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虚线：查找</a:t>
            </a:r>
            <a:r>
              <a:rPr lang="en-US" altLang="zh-CN" sz="1600" b="1" dirty="0">
                <a:latin typeface="宋体" panose="02010600030101010101" pitchFamily="2" charset="-122"/>
                <a:ea typeface="宋体" panose="02010600030101010101" pitchFamily="2" charset="-122"/>
              </a:rPr>
              <a:t>85</a:t>
            </a:r>
            <a:r>
              <a:rPr lang="zh-CN" altLang="en-US" sz="1600" b="1" dirty="0">
                <a:latin typeface="宋体" panose="02010600030101010101" pitchFamily="2" charset="-122"/>
                <a:ea typeface="宋体" panose="02010600030101010101" pitchFamily="2" charset="-122"/>
              </a:rPr>
              <a:t>的搜索路径</a:t>
            </a:r>
          </a:p>
        </p:txBody>
      </p:sp>
      <p:cxnSp>
        <p:nvCxnSpPr>
          <p:cNvPr id="54" name="直接连接符 53">
            <a:extLst>
              <a:ext uri="{FF2B5EF4-FFF2-40B4-BE49-F238E27FC236}">
                <a16:creationId xmlns:a16="http://schemas.microsoft.com/office/drawing/2014/main" id="{04AE90A7-54FE-27CF-B5BE-BD3F3CB166E0}"/>
              </a:ext>
            </a:extLst>
          </p:cNvPr>
          <p:cNvCxnSpPr>
            <a:cxnSpLocks/>
          </p:cNvCxnSpPr>
          <p:nvPr/>
        </p:nvCxnSpPr>
        <p:spPr>
          <a:xfrm flipH="1">
            <a:off x="4706382" y="4530626"/>
            <a:ext cx="922122" cy="389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8AAC6A8B-C628-4744-EF41-227D1CB27AC9}"/>
              </a:ext>
            </a:extLst>
          </p:cNvPr>
          <p:cNvCxnSpPr>
            <a:cxnSpLocks/>
          </p:cNvCxnSpPr>
          <p:nvPr/>
        </p:nvCxnSpPr>
        <p:spPr>
          <a:xfrm>
            <a:off x="8426006" y="545593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C0CF540A-6EDE-6291-661E-3274E6F16BDF}"/>
              </a:ext>
            </a:extLst>
          </p:cNvPr>
          <p:cNvCxnSpPr>
            <a:cxnSpLocks/>
            <a:endCxn id="84" idx="1"/>
          </p:cNvCxnSpPr>
          <p:nvPr/>
        </p:nvCxnSpPr>
        <p:spPr>
          <a:xfrm>
            <a:off x="7831929" y="5227097"/>
            <a:ext cx="1605295" cy="9383"/>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791E56E-850E-F22C-E074-85CF65D880C7}"/>
              </a:ext>
            </a:extLst>
          </p:cNvPr>
          <p:cNvCxnSpPr>
            <a:cxnSpLocks/>
            <a:endCxn id="81" idx="1"/>
          </p:cNvCxnSpPr>
          <p:nvPr/>
        </p:nvCxnSpPr>
        <p:spPr>
          <a:xfrm>
            <a:off x="6659862" y="5003285"/>
            <a:ext cx="2777361" cy="279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06D2CA61-C1A8-9E43-83FD-0E48BFC7B593}"/>
              </a:ext>
            </a:extLst>
          </p:cNvPr>
          <p:cNvCxnSpPr>
            <a:cxnSpLocks/>
          </p:cNvCxnSpPr>
          <p:nvPr/>
        </p:nvCxnSpPr>
        <p:spPr>
          <a:xfrm>
            <a:off x="2520840" y="4779404"/>
            <a:ext cx="0" cy="185779"/>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24215414-49A5-9AC8-C9A8-5CED10A1E4CB}"/>
              </a:ext>
            </a:extLst>
          </p:cNvPr>
          <p:cNvSpPr txBox="1"/>
          <p:nvPr/>
        </p:nvSpPr>
        <p:spPr>
          <a:xfrm>
            <a:off x="4462344" y="6302960"/>
            <a:ext cx="3395785" cy="338554"/>
          </a:xfrm>
          <a:prstGeom prst="rect">
            <a:avLst/>
          </a:prstGeom>
          <a:noFill/>
        </p:spPr>
        <p:txBody>
          <a:bodyPr wrap="square" rtlCol="0">
            <a:spAutoFit/>
          </a:bodyPr>
          <a:lstStyle/>
          <a:p>
            <a:pPr algn="ctr"/>
            <a:r>
              <a:rPr lang="zh-CN" altLang="en-US" sz="1600" b="1" dirty="0">
                <a:latin typeface="Times New Roman" panose="02020603050405020304" pitchFamily="18" charset="0"/>
                <a:cs typeface="Times New Roman" panose="02020603050405020304" pitchFamily="18" charset="0"/>
              </a:rPr>
              <a:t>图</a:t>
            </a:r>
            <a:r>
              <a:rPr lang="en-US" altLang="zh-CN" sz="1600" b="1" dirty="0">
                <a:latin typeface="Times New Roman" panose="02020603050405020304" pitchFamily="18" charset="0"/>
                <a:cs typeface="Times New Roman" panose="02020603050405020304" pitchFamily="18" charset="0"/>
              </a:rPr>
              <a:t>9.30  </a:t>
            </a:r>
            <a:r>
              <a:rPr lang="zh-CN" altLang="en-US" sz="1600" b="1" dirty="0">
                <a:latin typeface="Times New Roman" panose="02020603050405020304" pitchFamily="18" charset="0"/>
                <a:cs typeface="Times New Roman" panose="02020603050405020304" pitchFamily="18" charset="0"/>
              </a:rPr>
              <a:t>（</a:t>
            </a:r>
            <a:r>
              <a:rPr lang="en-US" altLang="zh-CN" sz="1600" b="1" dirty="0">
                <a:latin typeface="Times New Roman" panose="02020603050405020304" pitchFamily="18" charset="0"/>
                <a:cs typeface="Times New Roman" panose="02020603050405020304" pitchFamily="18" charset="0"/>
              </a:rPr>
              <a:t>a</a:t>
            </a:r>
            <a:r>
              <a:rPr lang="zh-CN" altLang="en-US" sz="1600" b="1" dirty="0">
                <a:latin typeface="Times New Roman" panose="02020603050405020304" pitchFamily="18" charset="0"/>
                <a:cs typeface="Times New Roman" panose="02020603050405020304" pitchFamily="18" charset="0"/>
              </a:rPr>
              <a:t>） 关键字</a:t>
            </a:r>
            <a:r>
              <a:rPr lang="en-US" altLang="zh-CN" sz="1600" b="1" dirty="0">
                <a:latin typeface="Times New Roman" panose="02020603050405020304" pitchFamily="18" charset="0"/>
                <a:cs typeface="Times New Roman" panose="02020603050405020304" pitchFamily="18" charset="0"/>
              </a:rPr>
              <a:t>85</a:t>
            </a:r>
            <a:r>
              <a:rPr lang="zh-CN" altLang="en-US" sz="1600" b="1" dirty="0">
                <a:latin typeface="Times New Roman" panose="02020603050405020304" pitchFamily="18" charset="0"/>
                <a:cs typeface="Times New Roman" panose="02020603050405020304" pitchFamily="18" charset="0"/>
              </a:rPr>
              <a:t>的搜索过程</a:t>
            </a:r>
          </a:p>
        </p:txBody>
      </p:sp>
      <p:sp>
        <p:nvSpPr>
          <p:cNvPr id="67" name="文本框 66">
            <a:extLst>
              <a:ext uri="{FF2B5EF4-FFF2-40B4-BE49-F238E27FC236}">
                <a16:creationId xmlns:a16="http://schemas.microsoft.com/office/drawing/2014/main" id="{E61F4B39-8BD3-481F-CADA-92B67C9AE068}"/>
              </a:ext>
            </a:extLst>
          </p:cNvPr>
          <p:cNvSpPr txBox="1"/>
          <p:nvPr/>
        </p:nvSpPr>
        <p:spPr>
          <a:xfrm>
            <a:off x="10286797" y="5586737"/>
            <a:ext cx="554960"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key</a:t>
            </a:r>
            <a:endParaRPr lang="zh-CN" altLang="en-US" sz="1600" b="1" dirty="0">
              <a:latin typeface="Courier New" panose="02070309020205020404" pitchFamily="49" charset="0"/>
              <a:cs typeface="Courier New" panose="02070309020205020404" pitchFamily="49" charset="0"/>
            </a:endParaRPr>
          </a:p>
        </p:txBody>
      </p:sp>
      <p:sp>
        <p:nvSpPr>
          <p:cNvPr id="125" name="文本框 124">
            <a:extLst>
              <a:ext uri="{FF2B5EF4-FFF2-40B4-BE49-F238E27FC236}">
                <a16:creationId xmlns:a16="http://schemas.microsoft.com/office/drawing/2014/main" id="{4F3DAE88-E54E-A8AE-5C0D-5FEF82DF7484}"/>
              </a:ext>
            </a:extLst>
          </p:cNvPr>
          <p:cNvSpPr txBox="1"/>
          <p:nvPr/>
        </p:nvSpPr>
        <p:spPr>
          <a:xfrm>
            <a:off x="679386" y="907773"/>
            <a:ext cx="10674412" cy="2862322"/>
          </a:xfrm>
          <a:prstGeom prst="rect">
            <a:avLst/>
          </a:prstGeom>
          <a:solidFill>
            <a:srgbClr val="FFFAEB"/>
          </a:solidFill>
        </p:spPr>
        <p:txBody>
          <a:bodyPr wrap="square">
            <a:spAutoFit/>
          </a:bodyPr>
          <a:lstStyle/>
          <a:p>
            <a:pPr marL="36000"/>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ValueType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SearchSL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SkipList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算法 </a:t>
            </a:r>
            <a:r>
              <a:rPr lang="en-US" altLang="zh-CN"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9.23</a:t>
            </a:r>
            <a:endParaRPr lang="zh-CN" altLang="zh-CN" sz="2800" kern="100" dirty="0">
              <a:solidFill>
                <a:srgbClr val="C00000"/>
              </a:solidFill>
              <a:effectLst/>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在跳跃表</a:t>
            </a:r>
            <a:r>
              <a:rPr lang="en-US" altLang="zh-CN" sz="1800"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sl</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查找关键字为</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key</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的元素，并返回其值</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*p, *q;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lv;</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(q=</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-&gt;header, lv=</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 lv&gt;=0; lv--)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自顶向下逐层查找</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p = q-&gt;next[lv];</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while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(key &gt; p-&gt;key)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latin typeface="Courier New" panose="02070309020205020404" pitchFamily="49" charset="0"/>
                <a:ea typeface="宋体" panose="02010600030101010101" pitchFamily="2" charset="-122"/>
                <a:cs typeface="Times New Roman" panose="02020603050405020304" pitchFamily="18" charset="0"/>
              </a:rPr>
              <a:t>q = p;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p = p-&gt;next[lv];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在</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lv</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层有序链表查找</a:t>
            </a:r>
          </a:p>
          <a:p>
            <a:pPr marL="36000"/>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if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(key == p-&gt;key)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p-&gt;value;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返回找到的元素值</a:t>
            </a:r>
          </a:p>
          <a:p>
            <a:pPr marL="36000">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nullValue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未找到，返回空值</a:t>
            </a:r>
          </a:p>
          <a:p>
            <a:pPr marL="36000">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34" name="直接连接符 133">
            <a:extLst>
              <a:ext uri="{FF2B5EF4-FFF2-40B4-BE49-F238E27FC236}">
                <a16:creationId xmlns:a16="http://schemas.microsoft.com/office/drawing/2014/main" id="{4406C894-C137-EE8B-6156-49624279B5BC}"/>
              </a:ext>
            </a:extLst>
          </p:cNvPr>
          <p:cNvCxnSpPr>
            <a:cxnSpLocks/>
          </p:cNvCxnSpPr>
          <p:nvPr/>
        </p:nvCxnSpPr>
        <p:spPr>
          <a:xfrm>
            <a:off x="1877088" y="2045881"/>
            <a:ext cx="3932041"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5" name="直接连接符 134">
            <a:extLst>
              <a:ext uri="{FF2B5EF4-FFF2-40B4-BE49-F238E27FC236}">
                <a16:creationId xmlns:a16="http://schemas.microsoft.com/office/drawing/2014/main" id="{AD70A1EF-789A-A9E5-13C5-8A1A79738298}"/>
              </a:ext>
            </a:extLst>
          </p:cNvPr>
          <p:cNvCxnSpPr>
            <a:cxnSpLocks/>
          </p:cNvCxnSpPr>
          <p:nvPr/>
        </p:nvCxnSpPr>
        <p:spPr>
          <a:xfrm>
            <a:off x="5986631" y="2046009"/>
            <a:ext cx="818662"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6" name="直接连接符 135">
            <a:extLst>
              <a:ext uri="{FF2B5EF4-FFF2-40B4-BE49-F238E27FC236}">
                <a16:creationId xmlns:a16="http://schemas.microsoft.com/office/drawing/2014/main" id="{83E2A21C-296E-A9DB-A553-F55DDEDD6C1A}"/>
              </a:ext>
            </a:extLst>
          </p:cNvPr>
          <p:cNvCxnSpPr>
            <a:cxnSpLocks/>
          </p:cNvCxnSpPr>
          <p:nvPr/>
        </p:nvCxnSpPr>
        <p:spPr>
          <a:xfrm>
            <a:off x="6982731" y="2045881"/>
            <a:ext cx="522514"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7" name="直接连接符 136">
            <a:extLst>
              <a:ext uri="{FF2B5EF4-FFF2-40B4-BE49-F238E27FC236}">
                <a16:creationId xmlns:a16="http://schemas.microsoft.com/office/drawing/2014/main" id="{02676F94-828E-44B3-9BE1-D285B3C65DB3}"/>
              </a:ext>
            </a:extLst>
          </p:cNvPr>
          <p:cNvCxnSpPr>
            <a:cxnSpLocks/>
          </p:cNvCxnSpPr>
          <p:nvPr/>
        </p:nvCxnSpPr>
        <p:spPr>
          <a:xfrm>
            <a:off x="1573771" y="2331122"/>
            <a:ext cx="222905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45" name="文本框 144">
            <a:extLst>
              <a:ext uri="{FF2B5EF4-FFF2-40B4-BE49-F238E27FC236}">
                <a16:creationId xmlns:a16="http://schemas.microsoft.com/office/drawing/2014/main" id="{FB17963C-DB1D-154C-F291-33C45DA41A59}"/>
              </a:ext>
            </a:extLst>
          </p:cNvPr>
          <p:cNvSpPr txBox="1"/>
          <p:nvPr/>
        </p:nvSpPr>
        <p:spPr>
          <a:xfrm>
            <a:off x="1068342" y="3883374"/>
            <a:ext cx="957313" cy="400110"/>
          </a:xfrm>
          <a:prstGeom prst="rect">
            <a:avLst/>
          </a:prstGeom>
          <a:solidFill>
            <a:schemeClr val="accent6">
              <a:lumMod val="20000"/>
              <a:lumOff val="80000"/>
            </a:schemeClr>
          </a:solidFill>
        </p:spPr>
        <p:txBody>
          <a:bodyPr wrap="none" rtlCol="0">
            <a:spAutoFit/>
          </a:bodyPr>
          <a:lstStyle/>
          <a:p>
            <a:r>
              <a:rPr lang="zh-CN" altLang="en-US" sz="2000" b="1" dirty="0">
                <a:solidFill>
                  <a:srgbClr val="C00000"/>
                </a:solidFill>
                <a:effectLst>
                  <a:outerShdw blurRad="38100" dist="38100" dir="2700000" algn="tl">
                    <a:srgbClr val="000000">
                      <a:alpha val="43137"/>
                    </a:srgbClr>
                  </a:outerShdw>
                </a:effectLst>
              </a:rPr>
              <a:t>查找</a:t>
            </a:r>
            <a:r>
              <a:rPr lang="en-US" altLang="zh-CN" sz="2000" b="1" dirty="0">
                <a:solidFill>
                  <a:srgbClr val="C00000"/>
                </a:solidFill>
                <a:effectLst>
                  <a:outerShdw blurRad="38100" dist="38100" dir="2700000" algn="tl">
                    <a:srgbClr val="000000">
                      <a:alpha val="43137"/>
                    </a:srgbClr>
                  </a:outerShdw>
                </a:effectLst>
              </a:rPr>
              <a:t>85</a:t>
            </a:r>
            <a:endParaRPr lang="zh-CN" altLang="en-US" sz="2000" b="1" dirty="0">
              <a:solidFill>
                <a:srgbClr val="C00000"/>
              </a:solidFill>
              <a:effectLst>
                <a:outerShdw blurRad="38100" dist="38100" dir="2700000" algn="tl">
                  <a:srgbClr val="000000">
                    <a:alpha val="43137"/>
                  </a:srgbClr>
                </a:outerShdw>
              </a:effectLst>
            </a:endParaRPr>
          </a:p>
        </p:txBody>
      </p:sp>
      <p:grpSp>
        <p:nvGrpSpPr>
          <p:cNvPr id="149" name="组合 148">
            <a:extLst>
              <a:ext uri="{FF2B5EF4-FFF2-40B4-BE49-F238E27FC236}">
                <a16:creationId xmlns:a16="http://schemas.microsoft.com/office/drawing/2014/main" id="{749C870D-8ED6-9F84-08DD-1193341300DD}"/>
              </a:ext>
            </a:extLst>
          </p:cNvPr>
          <p:cNvGrpSpPr/>
          <p:nvPr/>
        </p:nvGrpSpPr>
        <p:grpSpPr>
          <a:xfrm>
            <a:off x="2036336" y="4396763"/>
            <a:ext cx="441273" cy="369332"/>
            <a:chOff x="1864225" y="4120187"/>
            <a:chExt cx="441273" cy="369332"/>
          </a:xfrm>
        </p:grpSpPr>
        <p:cxnSp>
          <p:nvCxnSpPr>
            <p:cNvPr id="146" name="直接箭头连接符 145">
              <a:extLst>
                <a:ext uri="{FF2B5EF4-FFF2-40B4-BE49-F238E27FC236}">
                  <a16:creationId xmlns:a16="http://schemas.microsoft.com/office/drawing/2014/main" id="{943E0181-BCB0-3673-18A4-A9F4798E99AB}"/>
                </a:ext>
              </a:extLst>
            </p:cNvPr>
            <p:cNvCxnSpPr>
              <a:cxnSpLocks/>
            </p:cNvCxnSpPr>
            <p:nvPr/>
          </p:nvCxnSpPr>
          <p:spPr>
            <a:xfrm>
              <a:off x="2129582" y="4326722"/>
              <a:ext cx="175916" cy="87117"/>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7" name="文本框 146">
              <a:extLst>
                <a:ext uri="{FF2B5EF4-FFF2-40B4-BE49-F238E27FC236}">
                  <a16:creationId xmlns:a16="http://schemas.microsoft.com/office/drawing/2014/main" id="{3D0F98DA-F381-9606-036F-AD060DA2B04B}"/>
                </a:ext>
              </a:extLst>
            </p:cNvPr>
            <p:cNvSpPr txBox="1"/>
            <p:nvPr/>
          </p:nvSpPr>
          <p:spPr>
            <a:xfrm>
              <a:off x="1864225" y="4120187"/>
              <a:ext cx="322524" cy="369332"/>
            </a:xfrm>
            <a:prstGeom prst="rect">
              <a:avLst/>
            </a:prstGeom>
            <a:noFill/>
            <a:ln>
              <a:noFill/>
            </a:ln>
          </p:spPr>
          <p:txBody>
            <a:bodyPr wrap="none" rtlCol="0">
              <a:spAutoFit/>
            </a:bodyPr>
            <a:lstStyle/>
            <a:p>
              <a:r>
                <a:rPr lang="en-US" altLang="zh-CN" b="1" dirty="0">
                  <a:solidFill>
                    <a:srgbClr val="00B050"/>
                  </a:solidFill>
                  <a:latin typeface="Courier New" panose="02070309020205020404" pitchFamily="49" charset="0"/>
                  <a:cs typeface="Courier New" panose="02070309020205020404" pitchFamily="49" charset="0"/>
                </a:rPr>
                <a:t>q</a:t>
              </a:r>
              <a:endParaRPr lang="zh-CN" altLang="en-US" b="1" dirty="0">
                <a:solidFill>
                  <a:srgbClr val="00B050"/>
                </a:solidFill>
                <a:latin typeface="Courier New" panose="02070309020205020404" pitchFamily="49" charset="0"/>
                <a:cs typeface="Courier New" panose="02070309020205020404" pitchFamily="49" charset="0"/>
              </a:endParaRPr>
            </a:p>
          </p:txBody>
        </p:sp>
      </p:grpSp>
      <p:sp>
        <p:nvSpPr>
          <p:cNvPr id="150" name="文本框 149">
            <a:extLst>
              <a:ext uri="{FF2B5EF4-FFF2-40B4-BE49-F238E27FC236}">
                <a16:creationId xmlns:a16="http://schemas.microsoft.com/office/drawing/2014/main" id="{38473AC1-71C6-B68F-F9FE-2C635DDD08F7}"/>
              </a:ext>
            </a:extLst>
          </p:cNvPr>
          <p:cNvSpPr txBox="1"/>
          <p:nvPr/>
        </p:nvSpPr>
        <p:spPr>
          <a:xfrm>
            <a:off x="2844631" y="4267145"/>
            <a:ext cx="800219" cy="400110"/>
          </a:xfrm>
          <a:prstGeom prst="rect">
            <a:avLst/>
          </a:prstGeom>
          <a:noFill/>
        </p:spPr>
        <p:txBody>
          <a:bodyPr wrap="none" rtlCol="0">
            <a:spAutoFit/>
          </a:bodyPr>
          <a:lstStyle/>
          <a:p>
            <a:r>
              <a:rPr lang="en-US" altLang="zh-CN" sz="2000" b="1" dirty="0">
                <a:solidFill>
                  <a:srgbClr val="00B050"/>
                </a:solidFill>
                <a:latin typeface="Courier New" panose="02070309020205020404" pitchFamily="49" charset="0"/>
                <a:cs typeface="Courier New" panose="02070309020205020404" pitchFamily="49" charset="0"/>
              </a:rPr>
              <a:t>lv =</a:t>
            </a:r>
            <a:endParaRPr lang="zh-CN" altLang="en-US" sz="2000" b="1" dirty="0">
              <a:solidFill>
                <a:srgbClr val="00B050"/>
              </a:solidFill>
              <a:latin typeface="Courier New" panose="02070309020205020404" pitchFamily="49" charset="0"/>
              <a:cs typeface="Courier New" panose="02070309020205020404" pitchFamily="49" charset="0"/>
            </a:endParaRPr>
          </a:p>
        </p:txBody>
      </p:sp>
      <p:sp>
        <p:nvSpPr>
          <p:cNvPr id="152" name="文本框 151">
            <a:extLst>
              <a:ext uri="{FF2B5EF4-FFF2-40B4-BE49-F238E27FC236}">
                <a16:creationId xmlns:a16="http://schemas.microsoft.com/office/drawing/2014/main" id="{7A8C63CC-5C8F-38B3-72BD-0288C84B0E11}"/>
              </a:ext>
            </a:extLst>
          </p:cNvPr>
          <p:cNvSpPr txBox="1"/>
          <p:nvPr/>
        </p:nvSpPr>
        <p:spPr>
          <a:xfrm>
            <a:off x="3534996" y="4258079"/>
            <a:ext cx="273235" cy="380480"/>
          </a:xfrm>
          <a:prstGeom prst="rect">
            <a:avLst/>
          </a:prstGeom>
          <a:noFill/>
          <a:ln w="12700">
            <a:noFill/>
          </a:ln>
        </p:spPr>
        <p:txBody>
          <a:bodyPr wrap="square" lIns="0" tIns="36000" rIns="0" bIns="36000" rtlCol="0">
            <a:sp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2</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grpSp>
        <p:nvGrpSpPr>
          <p:cNvPr id="153" name="组合 152">
            <a:extLst>
              <a:ext uri="{FF2B5EF4-FFF2-40B4-BE49-F238E27FC236}">
                <a16:creationId xmlns:a16="http://schemas.microsoft.com/office/drawing/2014/main" id="{720A35F5-BE5A-DCA1-98FF-E76E95DDB870}"/>
              </a:ext>
            </a:extLst>
          </p:cNvPr>
          <p:cNvGrpSpPr/>
          <p:nvPr/>
        </p:nvGrpSpPr>
        <p:grpSpPr>
          <a:xfrm>
            <a:off x="6315760" y="4553163"/>
            <a:ext cx="395947" cy="329800"/>
            <a:chOff x="1909551" y="4084039"/>
            <a:chExt cx="395947" cy="329800"/>
          </a:xfrm>
        </p:grpSpPr>
        <p:cxnSp>
          <p:nvCxnSpPr>
            <p:cNvPr id="154" name="直接箭头连接符 153">
              <a:extLst>
                <a:ext uri="{FF2B5EF4-FFF2-40B4-BE49-F238E27FC236}">
                  <a16:creationId xmlns:a16="http://schemas.microsoft.com/office/drawing/2014/main" id="{32760193-1FA6-7B20-A32E-056814705ABD}"/>
                </a:ext>
              </a:extLst>
            </p:cNvPr>
            <p:cNvCxnSpPr>
              <a:cxnSpLocks/>
            </p:cNvCxnSpPr>
            <p:nvPr/>
          </p:nvCxnSpPr>
          <p:spPr>
            <a:xfrm>
              <a:off x="2129582" y="4326722"/>
              <a:ext cx="175916" cy="87117"/>
            </a:xfrm>
            <a:prstGeom prst="straightConnector1">
              <a:avLst/>
            </a:prstGeom>
            <a:ln w="19050">
              <a:solidFill>
                <a:srgbClr val="00B0F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55" name="文本框 154">
              <a:extLst>
                <a:ext uri="{FF2B5EF4-FFF2-40B4-BE49-F238E27FC236}">
                  <a16:creationId xmlns:a16="http://schemas.microsoft.com/office/drawing/2014/main" id="{09D02C28-7419-E22B-148B-6F935A29C4E9}"/>
                </a:ext>
              </a:extLst>
            </p:cNvPr>
            <p:cNvSpPr txBox="1"/>
            <p:nvPr/>
          </p:nvSpPr>
          <p:spPr>
            <a:xfrm>
              <a:off x="1909551" y="4084039"/>
              <a:ext cx="282017" cy="276999"/>
            </a:xfrm>
            <a:prstGeom prst="rect">
              <a:avLst/>
            </a:prstGeom>
            <a:noFill/>
            <a:ln>
              <a:noFill/>
            </a:ln>
          </p:spPr>
          <p:txBody>
            <a:bodyPr wrap="square" lIns="36000" tIns="0" rIns="36000" bIns="0" rtlCol="0">
              <a:spAutoFit/>
            </a:bodyPr>
            <a:lstStyle/>
            <a:p>
              <a:r>
                <a:rPr lang="en-US" altLang="zh-CN" b="1" dirty="0">
                  <a:solidFill>
                    <a:srgbClr val="00B0F0"/>
                  </a:solidFill>
                  <a:latin typeface="Courier New" panose="02070309020205020404" pitchFamily="49" charset="0"/>
                  <a:cs typeface="Courier New" panose="02070309020205020404" pitchFamily="49" charset="0"/>
                </a:rPr>
                <a:t>p</a:t>
              </a:r>
              <a:endParaRPr lang="zh-CN" altLang="en-US" b="1" dirty="0">
                <a:solidFill>
                  <a:srgbClr val="00B0F0"/>
                </a:solidFill>
                <a:latin typeface="Courier New" panose="02070309020205020404" pitchFamily="49" charset="0"/>
                <a:cs typeface="Courier New" panose="02070309020205020404" pitchFamily="49" charset="0"/>
              </a:endParaRPr>
            </a:p>
          </p:txBody>
        </p:sp>
      </p:grpSp>
      <p:cxnSp>
        <p:nvCxnSpPr>
          <p:cNvPr id="157" name="直接连接符 156">
            <a:extLst>
              <a:ext uri="{FF2B5EF4-FFF2-40B4-BE49-F238E27FC236}">
                <a16:creationId xmlns:a16="http://schemas.microsoft.com/office/drawing/2014/main" id="{CC04F31C-0139-4572-2FFB-F694A2B99AA8}"/>
              </a:ext>
            </a:extLst>
          </p:cNvPr>
          <p:cNvCxnSpPr>
            <a:cxnSpLocks/>
          </p:cNvCxnSpPr>
          <p:nvPr/>
        </p:nvCxnSpPr>
        <p:spPr>
          <a:xfrm>
            <a:off x="1614051" y="2599901"/>
            <a:ext cx="2636524"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59" name="文本框 158">
            <a:extLst>
              <a:ext uri="{FF2B5EF4-FFF2-40B4-BE49-F238E27FC236}">
                <a16:creationId xmlns:a16="http://schemas.microsoft.com/office/drawing/2014/main" id="{FA6E5893-7CEA-2444-C92C-0209A68870FF}"/>
              </a:ext>
            </a:extLst>
          </p:cNvPr>
          <p:cNvSpPr txBox="1"/>
          <p:nvPr/>
        </p:nvSpPr>
        <p:spPr>
          <a:xfrm>
            <a:off x="6891441" y="3881144"/>
            <a:ext cx="1287532"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key = 85</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161" name="直接连接符 160">
            <a:extLst>
              <a:ext uri="{FF2B5EF4-FFF2-40B4-BE49-F238E27FC236}">
                <a16:creationId xmlns:a16="http://schemas.microsoft.com/office/drawing/2014/main" id="{25718524-3DD4-7DE4-F40B-2345393BE444}"/>
              </a:ext>
            </a:extLst>
          </p:cNvPr>
          <p:cNvCxnSpPr>
            <a:cxnSpLocks/>
          </p:cNvCxnSpPr>
          <p:nvPr/>
        </p:nvCxnSpPr>
        <p:spPr>
          <a:xfrm flipV="1">
            <a:off x="4654645" y="2599901"/>
            <a:ext cx="3569574" cy="9101"/>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64" name="直接连接符 163">
            <a:extLst>
              <a:ext uri="{FF2B5EF4-FFF2-40B4-BE49-F238E27FC236}">
                <a16:creationId xmlns:a16="http://schemas.microsoft.com/office/drawing/2014/main" id="{51287088-E862-A128-5064-2EAB5003A24C}"/>
              </a:ext>
            </a:extLst>
          </p:cNvPr>
          <p:cNvCxnSpPr>
            <a:cxnSpLocks/>
          </p:cNvCxnSpPr>
          <p:nvPr/>
        </p:nvCxnSpPr>
        <p:spPr>
          <a:xfrm>
            <a:off x="1614051" y="2876014"/>
            <a:ext cx="251150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66" name="文本框 165">
            <a:extLst>
              <a:ext uri="{FF2B5EF4-FFF2-40B4-BE49-F238E27FC236}">
                <a16:creationId xmlns:a16="http://schemas.microsoft.com/office/drawing/2014/main" id="{E8FBA17B-B044-3F61-1ADF-10A322BB89E0}"/>
              </a:ext>
            </a:extLst>
          </p:cNvPr>
          <p:cNvSpPr txBox="1"/>
          <p:nvPr/>
        </p:nvSpPr>
        <p:spPr>
          <a:xfrm>
            <a:off x="3534996" y="4258954"/>
            <a:ext cx="273235" cy="380480"/>
          </a:xfrm>
          <a:prstGeom prst="rect">
            <a:avLst/>
          </a:prstGeom>
          <a:noFill/>
          <a:ln w="12700">
            <a:noFill/>
          </a:ln>
        </p:spPr>
        <p:txBody>
          <a:bodyPr wrap="square" lIns="0" tIns="36000" rIns="0" bIns="36000" rtlCol="0">
            <a:sp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1</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BB954F89-73B6-8CD8-6294-2E11281060FF}"/>
              </a:ext>
            </a:extLst>
          </p:cNvPr>
          <p:cNvSpPr txBox="1"/>
          <p:nvPr/>
        </p:nvSpPr>
        <p:spPr>
          <a:xfrm>
            <a:off x="3534996" y="4258505"/>
            <a:ext cx="273235" cy="380480"/>
          </a:xfrm>
          <a:prstGeom prst="rect">
            <a:avLst/>
          </a:prstGeom>
          <a:noFill/>
          <a:ln w="12700">
            <a:noFill/>
          </a:ln>
        </p:spPr>
        <p:txBody>
          <a:bodyPr wrap="square" lIns="0" tIns="36000" rIns="0" bIns="36000" rtlCol="0">
            <a:sp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0</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cxnSp>
        <p:nvCxnSpPr>
          <p:cNvPr id="56" name="直接连接符 55">
            <a:extLst>
              <a:ext uri="{FF2B5EF4-FFF2-40B4-BE49-F238E27FC236}">
                <a16:creationId xmlns:a16="http://schemas.microsoft.com/office/drawing/2014/main" id="{BF932CD0-9898-5B21-3836-438E7F4AD13C}"/>
              </a:ext>
            </a:extLst>
          </p:cNvPr>
          <p:cNvCxnSpPr>
            <a:cxnSpLocks/>
          </p:cNvCxnSpPr>
          <p:nvPr/>
        </p:nvCxnSpPr>
        <p:spPr>
          <a:xfrm>
            <a:off x="4211218" y="2880696"/>
            <a:ext cx="2189582"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59" name="文本框 58">
            <a:extLst>
              <a:ext uri="{FF2B5EF4-FFF2-40B4-BE49-F238E27FC236}">
                <a16:creationId xmlns:a16="http://schemas.microsoft.com/office/drawing/2014/main" id="{35541BE2-2742-10AB-8906-A3215DBE19EE}"/>
              </a:ext>
            </a:extLst>
          </p:cNvPr>
          <p:cNvSpPr txBox="1"/>
          <p:nvPr/>
        </p:nvSpPr>
        <p:spPr>
          <a:xfrm>
            <a:off x="8267138" y="589103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T</a:t>
            </a:r>
          </a:p>
        </p:txBody>
      </p:sp>
      <p:sp>
        <p:nvSpPr>
          <p:cNvPr id="62" name="文本框 61">
            <a:extLst>
              <a:ext uri="{FF2B5EF4-FFF2-40B4-BE49-F238E27FC236}">
                <a16:creationId xmlns:a16="http://schemas.microsoft.com/office/drawing/2014/main" id="{C2D3E289-6752-0A78-D6D4-272D08AE4027}"/>
              </a:ext>
            </a:extLst>
          </p:cNvPr>
          <p:cNvSpPr txBox="1"/>
          <p:nvPr/>
        </p:nvSpPr>
        <p:spPr>
          <a:xfrm>
            <a:off x="8863136" y="588535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X</a:t>
            </a:r>
          </a:p>
        </p:txBody>
      </p:sp>
      <p:sp>
        <p:nvSpPr>
          <p:cNvPr id="64" name="文本框 63">
            <a:extLst>
              <a:ext uri="{FF2B5EF4-FFF2-40B4-BE49-F238E27FC236}">
                <a16:creationId xmlns:a16="http://schemas.microsoft.com/office/drawing/2014/main" id="{943B1CBB-E599-7475-71E0-EC3AD7CB9961}"/>
              </a:ext>
            </a:extLst>
          </p:cNvPr>
          <p:cNvSpPr txBox="1"/>
          <p:nvPr/>
        </p:nvSpPr>
        <p:spPr>
          <a:xfrm>
            <a:off x="9433059" y="5895989"/>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Z</a:t>
            </a:r>
          </a:p>
        </p:txBody>
      </p:sp>
      <p:sp>
        <p:nvSpPr>
          <p:cNvPr id="124" name="文本框 123">
            <a:extLst>
              <a:ext uri="{FF2B5EF4-FFF2-40B4-BE49-F238E27FC236}">
                <a16:creationId xmlns:a16="http://schemas.microsoft.com/office/drawing/2014/main" id="{1887C9B9-12DF-D66B-3FE6-BC6B076C4145}"/>
              </a:ext>
            </a:extLst>
          </p:cNvPr>
          <p:cNvSpPr txBox="1"/>
          <p:nvPr/>
        </p:nvSpPr>
        <p:spPr>
          <a:xfrm>
            <a:off x="3038677" y="588535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B</a:t>
            </a:r>
          </a:p>
        </p:txBody>
      </p:sp>
      <p:sp>
        <p:nvSpPr>
          <p:cNvPr id="126" name="文本框 125">
            <a:extLst>
              <a:ext uri="{FF2B5EF4-FFF2-40B4-BE49-F238E27FC236}">
                <a16:creationId xmlns:a16="http://schemas.microsoft.com/office/drawing/2014/main" id="{CBE306C8-2BC0-0785-0954-9BA6A892F463}"/>
              </a:ext>
            </a:extLst>
          </p:cNvPr>
          <p:cNvSpPr txBox="1"/>
          <p:nvPr/>
        </p:nvSpPr>
        <p:spPr>
          <a:xfrm>
            <a:off x="3624043" y="587968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D</a:t>
            </a:r>
          </a:p>
        </p:txBody>
      </p:sp>
      <p:sp>
        <p:nvSpPr>
          <p:cNvPr id="127" name="文本框 126">
            <a:extLst>
              <a:ext uri="{FF2B5EF4-FFF2-40B4-BE49-F238E27FC236}">
                <a16:creationId xmlns:a16="http://schemas.microsoft.com/office/drawing/2014/main" id="{3CEB19C3-2095-35AF-4D94-168EB16C265E}"/>
              </a:ext>
            </a:extLst>
          </p:cNvPr>
          <p:cNvSpPr txBox="1"/>
          <p:nvPr/>
        </p:nvSpPr>
        <p:spPr>
          <a:xfrm>
            <a:off x="4193966" y="589031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F</a:t>
            </a:r>
          </a:p>
        </p:txBody>
      </p:sp>
      <p:sp>
        <p:nvSpPr>
          <p:cNvPr id="128" name="文本框 58">
            <a:extLst>
              <a:ext uri="{FF2B5EF4-FFF2-40B4-BE49-F238E27FC236}">
                <a16:creationId xmlns:a16="http://schemas.microsoft.com/office/drawing/2014/main" id="{35541BE2-2742-10AB-8906-A3215DBE19EE}"/>
              </a:ext>
            </a:extLst>
          </p:cNvPr>
          <p:cNvSpPr txBox="1"/>
          <p:nvPr/>
        </p:nvSpPr>
        <p:spPr>
          <a:xfrm>
            <a:off x="4770514" y="588571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H</a:t>
            </a:r>
          </a:p>
        </p:txBody>
      </p:sp>
      <p:sp>
        <p:nvSpPr>
          <p:cNvPr id="129" name="文本框 61">
            <a:extLst>
              <a:ext uri="{FF2B5EF4-FFF2-40B4-BE49-F238E27FC236}">
                <a16:creationId xmlns:a16="http://schemas.microsoft.com/office/drawing/2014/main" id="{C2D3E289-6752-0A78-D6D4-272D08AE4027}"/>
              </a:ext>
            </a:extLst>
          </p:cNvPr>
          <p:cNvSpPr txBox="1"/>
          <p:nvPr/>
        </p:nvSpPr>
        <p:spPr>
          <a:xfrm>
            <a:off x="5355880" y="588004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J</a:t>
            </a:r>
          </a:p>
        </p:txBody>
      </p:sp>
      <p:sp>
        <p:nvSpPr>
          <p:cNvPr id="130" name="文本框 63">
            <a:extLst>
              <a:ext uri="{FF2B5EF4-FFF2-40B4-BE49-F238E27FC236}">
                <a16:creationId xmlns:a16="http://schemas.microsoft.com/office/drawing/2014/main" id="{943B1CBB-E599-7475-71E0-EC3AD7CB9961}"/>
              </a:ext>
            </a:extLst>
          </p:cNvPr>
          <p:cNvSpPr txBox="1"/>
          <p:nvPr/>
        </p:nvSpPr>
        <p:spPr>
          <a:xfrm>
            <a:off x="5936435" y="588535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L</a:t>
            </a:r>
          </a:p>
        </p:txBody>
      </p:sp>
      <p:sp>
        <p:nvSpPr>
          <p:cNvPr id="131" name="文本框 58">
            <a:extLst>
              <a:ext uri="{FF2B5EF4-FFF2-40B4-BE49-F238E27FC236}">
                <a16:creationId xmlns:a16="http://schemas.microsoft.com/office/drawing/2014/main" id="{35541BE2-2742-10AB-8906-A3215DBE19EE}"/>
              </a:ext>
            </a:extLst>
          </p:cNvPr>
          <p:cNvSpPr txBox="1"/>
          <p:nvPr/>
        </p:nvSpPr>
        <p:spPr>
          <a:xfrm>
            <a:off x="6518826" y="588535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N</a:t>
            </a:r>
          </a:p>
        </p:txBody>
      </p:sp>
      <p:sp>
        <p:nvSpPr>
          <p:cNvPr id="132" name="文本框 61">
            <a:extLst>
              <a:ext uri="{FF2B5EF4-FFF2-40B4-BE49-F238E27FC236}">
                <a16:creationId xmlns:a16="http://schemas.microsoft.com/office/drawing/2014/main" id="{C2D3E289-6752-0A78-D6D4-272D08AE4027}"/>
              </a:ext>
            </a:extLst>
          </p:cNvPr>
          <p:cNvSpPr txBox="1"/>
          <p:nvPr/>
        </p:nvSpPr>
        <p:spPr>
          <a:xfrm>
            <a:off x="7114824" y="587968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P</a:t>
            </a:r>
          </a:p>
        </p:txBody>
      </p:sp>
      <p:sp>
        <p:nvSpPr>
          <p:cNvPr id="133" name="文本框 63">
            <a:extLst>
              <a:ext uri="{FF2B5EF4-FFF2-40B4-BE49-F238E27FC236}">
                <a16:creationId xmlns:a16="http://schemas.microsoft.com/office/drawing/2014/main" id="{943B1CBB-E599-7475-71E0-EC3AD7CB9961}"/>
              </a:ext>
            </a:extLst>
          </p:cNvPr>
          <p:cNvSpPr txBox="1"/>
          <p:nvPr/>
        </p:nvSpPr>
        <p:spPr>
          <a:xfrm>
            <a:off x="7695379" y="589031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R</a:t>
            </a:r>
          </a:p>
        </p:txBody>
      </p:sp>
      <p:sp>
        <p:nvSpPr>
          <p:cNvPr id="138" name="文本框 137">
            <a:extLst>
              <a:ext uri="{FF2B5EF4-FFF2-40B4-BE49-F238E27FC236}">
                <a16:creationId xmlns:a16="http://schemas.microsoft.com/office/drawing/2014/main" id="{C1891948-B15B-0052-4FD6-A4B87BD7F759}"/>
              </a:ext>
            </a:extLst>
          </p:cNvPr>
          <p:cNvSpPr txBox="1"/>
          <p:nvPr/>
        </p:nvSpPr>
        <p:spPr>
          <a:xfrm>
            <a:off x="2164496" y="3888637"/>
            <a:ext cx="4596130" cy="369332"/>
          </a:xfrm>
          <a:prstGeom prst="rect">
            <a:avLst/>
          </a:prstGeom>
          <a:noFill/>
        </p:spPr>
        <p:txBody>
          <a:bodyPr wrap="none" rtlCol="0">
            <a:spAutoFit/>
          </a:bodyPr>
          <a:lstStyle/>
          <a:p>
            <a:r>
              <a:rPr lang="en-US" altLang="zh-CN" kern="100" dirty="0" err="1">
                <a:latin typeface="Courier New" panose="02070309020205020404" pitchFamily="49" charset="0"/>
                <a:cs typeface="Times New Roman" panose="02020603050405020304" pitchFamily="18" charset="0"/>
              </a:rPr>
              <a:t>ValueType</a:t>
            </a:r>
            <a:r>
              <a:rPr lang="en-US" altLang="zh-CN" kern="100" dirty="0">
                <a:latin typeface="Courier New" panose="02070309020205020404" pitchFamily="49" charset="0"/>
                <a:cs typeface="Times New Roman" panose="02020603050405020304" pitchFamily="18" charset="0"/>
              </a:rPr>
              <a:t> v = </a:t>
            </a:r>
            <a:r>
              <a:rPr lang="en-US" altLang="zh-CN" kern="100" dirty="0" err="1">
                <a:latin typeface="Courier New" panose="02070309020205020404" pitchFamily="49" charset="0"/>
                <a:cs typeface="Times New Roman" panose="02020603050405020304" pitchFamily="18" charset="0"/>
              </a:rPr>
              <a:t>SearchSL</a:t>
            </a:r>
            <a:r>
              <a:rPr lang="en-US" altLang="zh-CN" kern="100" dirty="0">
                <a:latin typeface="Courier New" panose="02070309020205020404" pitchFamily="49" charset="0"/>
                <a:cs typeface="Times New Roman" panose="02020603050405020304" pitchFamily="18" charset="0"/>
              </a:rPr>
              <a:t>(SL, 85);</a:t>
            </a:r>
            <a:r>
              <a:rPr lang="en-US" altLang="zh-CN" b="1" dirty="0">
                <a:solidFill>
                  <a:srgbClr val="C00000"/>
                </a:solidFill>
                <a:latin typeface="Courier New" panose="02070309020205020404" pitchFamily="49" charset="0"/>
                <a:cs typeface="Courier New" panose="02070309020205020404" pitchFamily="49" charset="0"/>
              </a:rPr>
              <a:t> </a:t>
            </a:r>
            <a:endParaRPr lang="zh-CN" altLang="en-US" b="1" dirty="0">
              <a:solidFill>
                <a:srgbClr val="C00000"/>
              </a:solidFill>
              <a:latin typeface="Courier New" panose="02070309020205020404" pitchFamily="49" charset="0"/>
              <a:cs typeface="Courier New" panose="02070309020205020404" pitchFamily="49" charset="0"/>
            </a:endParaRPr>
          </a:p>
        </p:txBody>
      </p:sp>
      <p:sp>
        <p:nvSpPr>
          <p:cNvPr id="139" name="文本框 138">
            <a:extLst>
              <a:ext uri="{FF2B5EF4-FFF2-40B4-BE49-F238E27FC236}">
                <a16:creationId xmlns:a16="http://schemas.microsoft.com/office/drawing/2014/main" id="{3A8DED61-61DD-F828-F628-B1D28B742310}"/>
              </a:ext>
            </a:extLst>
          </p:cNvPr>
          <p:cNvSpPr txBox="1"/>
          <p:nvPr/>
        </p:nvSpPr>
        <p:spPr>
          <a:xfrm>
            <a:off x="8250064" y="5865109"/>
            <a:ext cx="32252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T</a:t>
            </a:r>
            <a:endParaRPr lang="zh-CN" altLang="en-US" b="1" dirty="0">
              <a:solidFill>
                <a:srgbClr val="C00000"/>
              </a:solidFill>
              <a:latin typeface="Courier New" panose="02070309020205020404" pitchFamily="49" charset="0"/>
              <a:cs typeface="Courier New" panose="02070309020205020404" pitchFamily="49" charset="0"/>
            </a:endParaRPr>
          </a:p>
        </p:txBody>
      </p:sp>
      <p:sp>
        <p:nvSpPr>
          <p:cNvPr id="140" name="文本框 139">
            <a:extLst>
              <a:ext uri="{FF2B5EF4-FFF2-40B4-BE49-F238E27FC236}">
                <a16:creationId xmlns:a16="http://schemas.microsoft.com/office/drawing/2014/main" id="{A1219BFD-0CEC-C9ED-6632-B95595EE9C26}"/>
              </a:ext>
            </a:extLst>
          </p:cNvPr>
          <p:cNvSpPr txBox="1"/>
          <p:nvPr/>
        </p:nvSpPr>
        <p:spPr>
          <a:xfrm>
            <a:off x="10009607" y="589384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endParaRPr lang="en-US" altLang="zh-CN" sz="1600" b="1" dirty="0">
              <a:solidFill>
                <a:srgbClr val="C00000"/>
              </a:solidFill>
              <a:latin typeface="Courier New" panose="02070309020205020404" pitchFamily="49" charset="0"/>
              <a:cs typeface="Courier New" panose="02070309020205020404" pitchFamily="49" charset="0"/>
            </a:endParaRPr>
          </a:p>
        </p:txBody>
      </p:sp>
      <p:sp>
        <p:nvSpPr>
          <p:cNvPr id="141" name="文本框 140">
            <a:extLst>
              <a:ext uri="{FF2B5EF4-FFF2-40B4-BE49-F238E27FC236}">
                <a16:creationId xmlns:a16="http://schemas.microsoft.com/office/drawing/2014/main" id="{97798853-33FB-302C-CBF6-B03F5EA09EBE}"/>
              </a:ext>
            </a:extLst>
          </p:cNvPr>
          <p:cNvSpPr txBox="1"/>
          <p:nvPr/>
        </p:nvSpPr>
        <p:spPr>
          <a:xfrm>
            <a:off x="10285765" y="5904468"/>
            <a:ext cx="801823"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value</a:t>
            </a:r>
            <a:endParaRPr lang="zh-CN" altLang="en-US" sz="1600" b="1" dirty="0">
              <a:latin typeface="Courier New" panose="02070309020205020404" pitchFamily="49" charset="0"/>
              <a:cs typeface="Courier New" panose="02070309020205020404" pitchFamily="49" charset="0"/>
            </a:endParaRPr>
          </a:p>
        </p:txBody>
      </p:sp>
      <p:sp>
        <p:nvSpPr>
          <p:cNvPr id="142" name="文本框 141">
            <a:extLst>
              <a:ext uri="{FF2B5EF4-FFF2-40B4-BE49-F238E27FC236}">
                <a16:creationId xmlns:a16="http://schemas.microsoft.com/office/drawing/2014/main" id="{48FC72E9-C945-43A6-D859-13CC2D01BA88}"/>
              </a:ext>
            </a:extLst>
          </p:cNvPr>
          <p:cNvSpPr txBox="1"/>
          <p:nvPr/>
        </p:nvSpPr>
        <p:spPr>
          <a:xfrm>
            <a:off x="2459203" y="587968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endParaRPr lang="en-US" altLang="zh-CN" sz="1600" b="1" dirty="0">
              <a:solidFill>
                <a:srgbClr val="C00000"/>
              </a:solidFill>
              <a:latin typeface="Courier New" panose="02070309020205020404" pitchFamily="49" charset="0"/>
              <a:cs typeface="Courier New" panose="02070309020205020404" pitchFamily="49" charset="0"/>
            </a:endParaRPr>
          </a:p>
        </p:txBody>
      </p:sp>
      <p:cxnSp>
        <p:nvCxnSpPr>
          <p:cNvPr id="143" name="直接连接符 142">
            <a:extLst>
              <a:ext uri="{FF2B5EF4-FFF2-40B4-BE49-F238E27FC236}">
                <a16:creationId xmlns:a16="http://schemas.microsoft.com/office/drawing/2014/main" id="{9F3F2A3E-97C5-CF00-2245-C4BC91E2DA61}"/>
              </a:ext>
            </a:extLst>
          </p:cNvPr>
          <p:cNvCxnSpPr>
            <a:cxnSpLocks/>
          </p:cNvCxnSpPr>
          <p:nvPr/>
        </p:nvCxnSpPr>
        <p:spPr>
          <a:xfrm>
            <a:off x="7794468" y="5395171"/>
            <a:ext cx="465255"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57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wipe(left)">
                                      <p:cBhvr>
                                        <p:cTn id="7" dur="1000"/>
                                        <p:tgtEl>
                                          <p:spTgt spid="145"/>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38"/>
                                        </p:tgtEl>
                                        <p:attrNameLst>
                                          <p:attrName>style.visibility</p:attrName>
                                        </p:attrNameLst>
                                      </p:cBhvr>
                                      <p:to>
                                        <p:strVal val="visible"/>
                                      </p:to>
                                    </p:set>
                                    <p:animEffect transition="in" filter="wipe(left)">
                                      <p:cBhvr>
                                        <p:cTn id="11" dur="1000"/>
                                        <p:tgtEl>
                                          <p:spTgt spid="138"/>
                                        </p:tgtEl>
                                      </p:cBhvr>
                                    </p:animEffect>
                                  </p:childTnLst>
                                </p:cTn>
                              </p:par>
                            </p:childTnLst>
                          </p:cTn>
                        </p:par>
                        <p:par>
                          <p:cTn id="12" fill="hold">
                            <p:stCondLst>
                              <p:cond delay="2000"/>
                            </p:stCondLst>
                            <p:childTnLst>
                              <p:par>
                                <p:cTn id="13" presetID="12" presetClass="entr" presetSubtype="8" fill="hold" grpId="0" nodeType="afterEffect">
                                  <p:stCondLst>
                                    <p:cond delay="0"/>
                                  </p:stCondLst>
                                  <p:childTnLst>
                                    <p:set>
                                      <p:cBhvr>
                                        <p:cTn id="14" dur="1" fill="hold">
                                          <p:stCondLst>
                                            <p:cond delay="0"/>
                                          </p:stCondLst>
                                        </p:cTn>
                                        <p:tgtEl>
                                          <p:spTgt spid="159"/>
                                        </p:tgtEl>
                                        <p:attrNameLst>
                                          <p:attrName>style.visibility</p:attrName>
                                        </p:attrNameLst>
                                      </p:cBhvr>
                                      <p:to>
                                        <p:strVal val="visible"/>
                                      </p:to>
                                    </p:set>
                                    <p:anim calcmode="lin" valueType="num">
                                      <p:cBhvr additive="base">
                                        <p:cTn id="15" dur="500"/>
                                        <p:tgtEl>
                                          <p:spTgt spid="159"/>
                                        </p:tgtEl>
                                        <p:attrNameLst>
                                          <p:attrName>ppt_x</p:attrName>
                                        </p:attrNameLst>
                                      </p:cBhvr>
                                      <p:tavLst>
                                        <p:tav tm="0">
                                          <p:val>
                                            <p:strVal val="#ppt_x-#ppt_w*1.125000"/>
                                          </p:val>
                                        </p:tav>
                                        <p:tav tm="100000">
                                          <p:val>
                                            <p:strVal val="#ppt_x"/>
                                          </p:val>
                                        </p:tav>
                                      </p:tavLst>
                                    </p:anim>
                                    <p:animEffect transition="in" filter="wipe(right)">
                                      <p:cBhvr>
                                        <p:cTn id="16" dur="500"/>
                                        <p:tgtEl>
                                          <p:spTgt spid="159"/>
                                        </p:tgtEl>
                                      </p:cBhvr>
                                    </p:animEffect>
                                  </p:childTnLst>
                                </p:cTn>
                              </p:par>
                            </p:childTnLst>
                          </p:cTn>
                        </p:par>
                        <p:par>
                          <p:cTn id="17" fill="hold">
                            <p:stCondLst>
                              <p:cond delay="2500"/>
                            </p:stCondLst>
                            <p:childTnLst>
                              <p:par>
                                <p:cTn id="18" presetID="22" presetClass="entr" presetSubtype="8" fill="hold" nodeType="afterEffect">
                                  <p:stCondLst>
                                    <p:cond delay="0"/>
                                  </p:stCondLst>
                                  <p:childTnLst>
                                    <p:set>
                                      <p:cBhvr>
                                        <p:cTn id="19" dur="1" fill="hold">
                                          <p:stCondLst>
                                            <p:cond delay="0"/>
                                          </p:stCondLst>
                                        </p:cTn>
                                        <p:tgtEl>
                                          <p:spTgt spid="134"/>
                                        </p:tgtEl>
                                        <p:attrNameLst>
                                          <p:attrName>style.visibility</p:attrName>
                                        </p:attrNameLst>
                                      </p:cBhvr>
                                      <p:to>
                                        <p:strVal val="visible"/>
                                      </p:to>
                                    </p:set>
                                    <p:animEffect transition="in" filter="wipe(left)">
                                      <p:cBhvr>
                                        <p:cTn id="20" dur="1000"/>
                                        <p:tgtEl>
                                          <p:spTgt spid="134"/>
                                        </p:tgtEl>
                                      </p:cBhvr>
                                    </p:animEffect>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149"/>
                                        </p:tgtEl>
                                        <p:attrNameLst>
                                          <p:attrName>style.visibility</p:attrName>
                                        </p:attrNameLst>
                                      </p:cBhvr>
                                      <p:to>
                                        <p:strVal val="visible"/>
                                      </p:to>
                                    </p:set>
                                    <p:animEffect transition="in" filter="fade">
                                      <p:cBhvr>
                                        <p:cTn id="25" dur="1000"/>
                                        <p:tgtEl>
                                          <p:spTgt spid="149"/>
                                        </p:tgtEl>
                                      </p:cBhvr>
                                    </p:animEffect>
                                    <p:anim calcmode="lin" valueType="num">
                                      <p:cBhvr>
                                        <p:cTn id="26" dur="1000" fill="hold"/>
                                        <p:tgtEl>
                                          <p:spTgt spid="149"/>
                                        </p:tgtEl>
                                        <p:attrNameLst>
                                          <p:attrName>ppt_x</p:attrName>
                                        </p:attrNameLst>
                                      </p:cBhvr>
                                      <p:tavLst>
                                        <p:tav tm="0">
                                          <p:val>
                                            <p:strVal val="#ppt_x"/>
                                          </p:val>
                                        </p:tav>
                                        <p:tav tm="100000">
                                          <p:val>
                                            <p:strVal val="#ppt_x"/>
                                          </p:val>
                                        </p:tav>
                                      </p:tavLst>
                                    </p:anim>
                                    <p:anim calcmode="lin" valueType="num">
                                      <p:cBhvr>
                                        <p:cTn id="27" dur="1000" fill="hold"/>
                                        <p:tgtEl>
                                          <p:spTgt spid="149"/>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12" presetClass="entr" presetSubtype="4" fill="hold" grpId="0" nodeType="afterEffect">
                                  <p:stCondLst>
                                    <p:cond delay="0"/>
                                  </p:stCondLst>
                                  <p:childTnLst>
                                    <p:set>
                                      <p:cBhvr>
                                        <p:cTn id="30" dur="1" fill="hold">
                                          <p:stCondLst>
                                            <p:cond delay="0"/>
                                          </p:stCondLst>
                                        </p:cTn>
                                        <p:tgtEl>
                                          <p:spTgt spid="152"/>
                                        </p:tgtEl>
                                        <p:attrNameLst>
                                          <p:attrName>style.visibility</p:attrName>
                                        </p:attrNameLst>
                                      </p:cBhvr>
                                      <p:to>
                                        <p:strVal val="visible"/>
                                      </p:to>
                                    </p:set>
                                    <p:anim calcmode="lin" valueType="num">
                                      <p:cBhvr additive="base">
                                        <p:cTn id="31" dur="1000"/>
                                        <p:tgtEl>
                                          <p:spTgt spid="152"/>
                                        </p:tgtEl>
                                        <p:attrNameLst>
                                          <p:attrName>ppt_y</p:attrName>
                                        </p:attrNameLst>
                                      </p:cBhvr>
                                      <p:tavLst>
                                        <p:tav tm="0">
                                          <p:val>
                                            <p:strVal val="#ppt_y+#ppt_h*1.125000"/>
                                          </p:val>
                                        </p:tav>
                                        <p:tav tm="100000">
                                          <p:val>
                                            <p:strVal val="#ppt_y"/>
                                          </p:val>
                                        </p:tav>
                                      </p:tavLst>
                                    </p:anim>
                                    <p:animEffect transition="in" filter="wipe(up)">
                                      <p:cBhvr>
                                        <p:cTn id="32" dur="1000"/>
                                        <p:tgtEl>
                                          <p:spTgt spid="15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50"/>
                                        </p:tgtEl>
                                        <p:attrNameLst>
                                          <p:attrName>style.visibility</p:attrName>
                                        </p:attrNameLst>
                                      </p:cBhvr>
                                      <p:to>
                                        <p:strVal val="visible"/>
                                      </p:to>
                                    </p:set>
                                    <p:animEffect transition="in" filter="wipe(left)">
                                      <p:cBhvr>
                                        <p:cTn id="35" dur="1000"/>
                                        <p:tgtEl>
                                          <p:spTgt spid="150"/>
                                        </p:tgtEl>
                                      </p:cBhvr>
                                    </p:animEffect>
                                  </p:childTnLst>
                                </p:cTn>
                              </p:par>
                            </p:childTnLst>
                          </p:cTn>
                        </p:par>
                        <p:par>
                          <p:cTn id="36" fill="hold">
                            <p:stCondLst>
                              <p:cond delay="2000"/>
                            </p:stCondLst>
                            <p:childTnLst>
                              <p:par>
                                <p:cTn id="37" presetID="22" presetClass="entr" presetSubtype="1" fill="hold" nodeType="afterEffect">
                                  <p:stCondLst>
                                    <p:cond delay="0"/>
                                  </p:stCondLst>
                                  <p:childTnLst>
                                    <p:set>
                                      <p:cBhvr>
                                        <p:cTn id="38" dur="1" fill="hold">
                                          <p:stCondLst>
                                            <p:cond delay="0"/>
                                          </p:stCondLst>
                                        </p:cTn>
                                        <p:tgtEl>
                                          <p:spTgt spid="65"/>
                                        </p:tgtEl>
                                        <p:attrNameLst>
                                          <p:attrName>style.visibility</p:attrName>
                                        </p:attrNameLst>
                                      </p:cBhvr>
                                      <p:to>
                                        <p:strVal val="visible"/>
                                      </p:to>
                                    </p:set>
                                    <p:animEffect transition="in" filter="wipe(up)">
                                      <p:cBhvr>
                                        <p:cTn id="39" dur="1000"/>
                                        <p:tgtEl>
                                          <p:spTgt spid="65"/>
                                        </p:tgtEl>
                                      </p:cBhvr>
                                    </p:animEffect>
                                  </p:childTnLst>
                                </p:cTn>
                              </p:par>
                            </p:childTnLst>
                          </p:cTn>
                        </p:par>
                        <p:par>
                          <p:cTn id="40" fill="hold">
                            <p:stCondLst>
                              <p:cond delay="3000"/>
                            </p:stCondLst>
                            <p:childTnLst>
                              <p:par>
                                <p:cTn id="41" presetID="22" presetClass="exit" presetSubtype="1" fill="hold" nodeType="afterEffect">
                                  <p:stCondLst>
                                    <p:cond delay="0"/>
                                  </p:stCondLst>
                                  <p:childTnLst>
                                    <p:animEffect transition="out" filter="wipe(up)">
                                      <p:cBhvr>
                                        <p:cTn id="42" dur="500"/>
                                        <p:tgtEl>
                                          <p:spTgt spid="134"/>
                                        </p:tgtEl>
                                      </p:cBhvr>
                                    </p:animEffect>
                                    <p:set>
                                      <p:cBhvr>
                                        <p:cTn id="43" dur="1" fill="hold">
                                          <p:stCondLst>
                                            <p:cond delay="499"/>
                                          </p:stCondLst>
                                        </p:cTn>
                                        <p:tgtEl>
                                          <p:spTgt spid="134"/>
                                        </p:tgtEl>
                                        <p:attrNameLst>
                                          <p:attrName>style.visibility</p:attrName>
                                        </p:attrNameLst>
                                      </p:cBhvr>
                                      <p:to>
                                        <p:strVal val="hidden"/>
                                      </p:to>
                                    </p:set>
                                  </p:childTnLst>
                                </p:cTn>
                              </p:par>
                            </p:childTnLst>
                          </p:cTn>
                        </p:par>
                        <p:par>
                          <p:cTn id="44" fill="hold">
                            <p:stCondLst>
                              <p:cond delay="3500"/>
                            </p:stCondLst>
                            <p:childTnLst>
                              <p:par>
                                <p:cTn id="45" presetID="22" presetClass="entr" presetSubtype="8" fill="hold" nodeType="afterEffect">
                                  <p:stCondLst>
                                    <p:cond delay="0"/>
                                  </p:stCondLst>
                                  <p:childTnLst>
                                    <p:set>
                                      <p:cBhvr>
                                        <p:cTn id="46" dur="1" fill="hold">
                                          <p:stCondLst>
                                            <p:cond delay="0"/>
                                          </p:stCondLst>
                                        </p:cTn>
                                        <p:tgtEl>
                                          <p:spTgt spid="135"/>
                                        </p:tgtEl>
                                        <p:attrNameLst>
                                          <p:attrName>style.visibility</p:attrName>
                                        </p:attrNameLst>
                                      </p:cBhvr>
                                      <p:to>
                                        <p:strVal val="visible"/>
                                      </p:to>
                                    </p:set>
                                    <p:animEffect transition="in" filter="wipe(left)">
                                      <p:cBhvr>
                                        <p:cTn id="47" dur="1000"/>
                                        <p:tgtEl>
                                          <p:spTgt spid="13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xit" presetSubtype="1" fill="hold" nodeType="clickEffect">
                                  <p:stCondLst>
                                    <p:cond delay="0"/>
                                  </p:stCondLst>
                                  <p:childTnLst>
                                    <p:animEffect transition="out" filter="wipe(up)">
                                      <p:cBhvr>
                                        <p:cTn id="51" dur="500"/>
                                        <p:tgtEl>
                                          <p:spTgt spid="135"/>
                                        </p:tgtEl>
                                      </p:cBhvr>
                                    </p:animEffect>
                                    <p:set>
                                      <p:cBhvr>
                                        <p:cTn id="52" dur="1" fill="hold">
                                          <p:stCondLst>
                                            <p:cond delay="499"/>
                                          </p:stCondLst>
                                        </p:cTn>
                                        <p:tgtEl>
                                          <p:spTgt spid="135"/>
                                        </p:tgtEl>
                                        <p:attrNameLst>
                                          <p:attrName>style.visibility</p:attrName>
                                        </p:attrNameLst>
                                      </p:cBhvr>
                                      <p:to>
                                        <p:strVal val="hidden"/>
                                      </p:to>
                                    </p:se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wipe(left)">
                                      <p:cBhvr>
                                        <p:cTn id="56" dur="1000"/>
                                        <p:tgtEl>
                                          <p:spTgt spid="137"/>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153"/>
                                        </p:tgtEl>
                                        <p:attrNameLst>
                                          <p:attrName>style.visibility</p:attrName>
                                        </p:attrNameLst>
                                      </p:cBhvr>
                                      <p:to>
                                        <p:strVal val="visible"/>
                                      </p:to>
                                    </p:set>
                                    <p:anim calcmode="lin" valueType="num">
                                      <p:cBhvr additive="base">
                                        <p:cTn id="61" dur="1000"/>
                                        <p:tgtEl>
                                          <p:spTgt spid="153"/>
                                        </p:tgtEl>
                                        <p:attrNameLst>
                                          <p:attrName>ppt_x</p:attrName>
                                        </p:attrNameLst>
                                      </p:cBhvr>
                                      <p:tavLst>
                                        <p:tav tm="0">
                                          <p:val>
                                            <p:strVal val="#ppt_x-#ppt_w*1.125000"/>
                                          </p:val>
                                        </p:tav>
                                        <p:tav tm="100000">
                                          <p:val>
                                            <p:strVal val="#ppt_x"/>
                                          </p:val>
                                        </p:tav>
                                      </p:tavLst>
                                    </p:anim>
                                    <p:animEffect transition="in" filter="wipe(right)">
                                      <p:cBhvr>
                                        <p:cTn id="62" dur="1000"/>
                                        <p:tgtEl>
                                          <p:spTgt spid="153"/>
                                        </p:tgtEl>
                                      </p:cBhvr>
                                    </p:animEffect>
                                  </p:childTnLst>
                                </p:cTn>
                              </p:par>
                            </p:childTnLst>
                          </p:cTn>
                        </p:par>
                        <p:par>
                          <p:cTn id="63" fill="hold">
                            <p:stCondLst>
                              <p:cond delay="2500"/>
                            </p:stCondLst>
                            <p:childTnLst>
                              <p:par>
                                <p:cTn id="64" presetID="22" presetClass="exit" presetSubtype="1" fill="hold" nodeType="afterEffect">
                                  <p:stCondLst>
                                    <p:cond delay="0"/>
                                  </p:stCondLst>
                                  <p:childTnLst>
                                    <p:animEffect transition="out" filter="wipe(up)">
                                      <p:cBhvr>
                                        <p:cTn id="65" dur="500"/>
                                        <p:tgtEl>
                                          <p:spTgt spid="137"/>
                                        </p:tgtEl>
                                      </p:cBhvr>
                                    </p:animEffect>
                                    <p:set>
                                      <p:cBhvr>
                                        <p:cTn id="66" dur="1" fill="hold">
                                          <p:stCondLst>
                                            <p:cond delay="499"/>
                                          </p:stCondLst>
                                        </p:cTn>
                                        <p:tgtEl>
                                          <p:spTgt spid="137"/>
                                        </p:tgtEl>
                                        <p:attrNameLst>
                                          <p:attrName>style.visibility</p:attrName>
                                        </p:attrNameLst>
                                      </p:cBhvr>
                                      <p:to>
                                        <p:strVal val="hidden"/>
                                      </p:to>
                                    </p:set>
                                  </p:childTnLst>
                                </p:cTn>
                              </p:par>
                            </p:childTnLst>
                          </p:cTn>
                        </p:par>
                        <p:par>
                          <p:cTn id="67" fill="hold">
                            <p:stCondLst>
                              <p:cond delay="3000"/>
                            </p:stCondLst>
                            <p:childTnLst>
                              <p:par>
                                <p:cTn id="68" presetID="22" presetClass="entr" presetSubtype="8" fill="hold" nodeType="afterEffect">
                                  <p:stCondLst>
                                    <p:cond delay="0"/>
                                  </p:stCondLst>
                                  <p:childTnLst>
                                    <p:set>
                                      <p:cBhvr>
                                        <p:cTn id="69" dur="1" fill="hold">
                                          <p:stCondLst>
                                            <p:cond delay="0"/>
                                          </p:stCondLst>
                                        </p:cTn>
                                        <p:tgtEl>
                                          <p:spTgt spid="157"/>
                                        </p:tgtEl>
                                        <p:attrNameLst>
                                          <p:attrName>style.visibility</p:attrName>
                                        </p:attrNameLst>
                                      </p:cBhvr>
                                      <p:to>
                                        <p:strVal val="visible"/>
                                      </p:to>
                                    </p:set>
                                    <p:animEffect transition="in" filter="wipe(left)">
                                      <p:cBhvr>
                                        <p:cTn id="70" dur="1000"/>
                                        <p:tgtEl>
                                          <p:spTgt spid="15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xit" presetSubtype="1" fill="hold" nodeType="clickEffect">
                                  <p:stCondLst>
                                    <p:cond delay="0"/>
                                  </p:stCondLst>
                                  <p:childTnLst>
                                    <p:animEffect transition="out" filter="wipe(up)">
                                      <p:cBhvr>
                                        <p:cTn id="74" dur="500"/>
                                        <p:tgtEl>
                                          <p:spTgt spid="157"/>
                                        </p:tgtEl>
                                      </p:cBhvr>
                                    </p:animEffect>
                                    <p:set>
                                      <p:cBhvr>
                                        <p:cTn id="75" dur="1" fill="hold">
                                          <p:stCondLst>
                                            <p:cond delay="499"/>
                                          </p:stCondLst>
                                        </p:cTn>
                                        <p:tgtEl>
                                          <p:spTgt spid="157"/>
                                        </p:tgtEl>
                                        <p:attrNameLst>
                                          <p:attrName>style.visibility</p:attrName>
                                        </p:attrNameLst>
                                      </p:cBhvr>
                                      <p:to>
                                        <p:strVal val="hidden"/>
                                      </p:to>
                                    </p:se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161"/>
                                        </p:tgtEl>
                                        <p:attrNameLst>
                                          <p:attrName>style.visibility</p:attrName>
                                        </p:attrNameLst>
                                      </p:cBhvr>
                                      <p:to>
                                        <p:strVal val="visible"/>
                                      </p:to>
                                    </p:set>
                                    <p:animEffect transition="in" filter="wipe(left)">
                                      <p:cBhvr>
                                        <p:cTn id="79" dur="1000"/>
                                        <p:tgtEl>
                                          <p:spTgt spid="161"/>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wipe(left)">
                                      <p:cBhvr>
                                        <p:cTn id="84" dur="2000"/>
                                        <p:tgtEl>
                                          <p:spTgt spid="49"/>
                                        </p:tgtEl>
                                      </p:cBhvr>
                                    </p:animEffect>
                                  </p:childTnLst>
                                </p:cTn>
                              </p:par>
                              <p:par>
                                <p:cTn id="85" presetID="63" presetClass="path" presetSubtype="0" accel="50000" decel="50000" fill="hold" nodeType="withEffect">
                                  <p:stCondLst>
                                    <p:cond delay="0"/>
                                  </p:stCondLst>
                                  <p:childTnLst>
                                    <p:animMotion origin="layout" path="M 3.75E-6 4.44444E-6 L 0.33151 0.0324 " pathEditMode="relative" rAng="0" ptsTypes="AA">
                                      <p:cBhvr>
                                        <p:cTn id="86" dur="2000" fill="hold"/>
                                        <p:tgtEl>
                                          <p:spTgt spid="149"/>
                                        </p:tgtEl>
                                        <p:attrNameLst>
                                          <p:attrName>ppt_x</p:attrName>
                                          <p:attrName>ppt_y</p:attrName>
                                        </p:attrNameLst>
                                      </p:cBhvr>
                                      <p:rCtr x="16576" y="1620"/>
                                    </p:animMotion>
                                  </p:childTnLst>
                                </p:cTn>
                              </p:par>
                            </p:childTnLst>
                          </p:cTn>
                        </p:par>
                        <p:par>
                          <p:cTn id="87" fill="hold">
                            <p:stCondLst>
                              <p:cond delay="2000"/>
                            </p:stCondLst>
                            <p:childTnLst>
                              <p:par>
                                <p:cTn id="88" presetID="63" presetClass="path" presetSubtype="0" accel="50000" decel="50000" fill="hold" nodeType="afterEffect">
                                  <p:stCondLst>
                                    <p:cond delay="0"/>
                                  </p:stCondLst>
                                  <p:childTnLst>
                                    <p:animMotion origin="layout" path="M -4.79167E-6 -2.96296E-6 L 0.228 0.00301 " pathEditMode="relative" rAng="0" ptsTypes="AA">
                                      <p:cBhvr>
                                        <p:cTn id="89" dur="2000" fill="hold"/>
                                        <p:tgtEl>
                                          <p:spTgt spid="153"/>
                                        </p:tgtEl>
                                        <p:attrNameLst>
                                          <p:attrName>ppt_x</p:attrName>
                                          <p:attrName>ppt_y</p:attrName>
                                        </p:attrNameLst>
                                      </p:cBhvr>
                                      <p:rCtr x="11393" y="139"/>
                                    </p:animMotion>
                                  </p:childTnLst>
                                </p:cTn>
                              </p:par>
                            </p:childTnLst>
                          </p:cTn>
                        </p:par>
                        <p:par>
                          <p:cTn id="90" fill="hold">
                            <p:stCondLst>
                              <p:cond delay="4000"/>
                            </p:stCondLst>
                            <p:childTnLst>
                              <p:par>
                                <p:cTn id="91" presetID="47" presetClass="entr" presetSubtype="0" fill="hold" grpId="0" nodeType="after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1000"/>
                                        <p:tgtEl>
                                          <p:spTgt spid="53"/>
                                        </p:tgtEl>
                                      </p:cBhvr>
                                    </p:animEffect>
                                    <p:anim calcmode="lin" valueType="num">
                                      <p:cBhvr>
                                        <p:cTn id="94" dur="1000" fill="hold"/>
                                        <p:tgtEl>
                                          <p:spTgt spid="53"/>
                                        </p:tgtEl>
                                        <p:attrNameLst>
                                          <p:attrName>ppt_x</p:attrName>
                                        </p:attrNameLst>
                                      </p:cBhvr>
                                      <p:tavLst>
                                        <p:tav tm="0">
                                          <p:val>
                                            <p:strVal val="#ppt_x"/>
                                          </p:val>
                                        </p:tav>
                                        <p:tav tm="100000">
                                          <p:val>
                                            <p:strVal val="#ppt_x"/>
                                          </p:val>
                                        </p:tav>
                                      </p:tavLst>
                                    </p:anim>
                                    <p:anim calcmode="lin" valueType="num">
                                      <p:cBhvr>
                                        <p:cTn id="95" dur="1000" fill="hold"/>
                                        <p:tgtEl>
                                          <p:spTgt spid="53"/>
                                        </p:tgtEl>
                                        <p:attrNameLst>
                                          <p:attrName>ppt_y</p:attrName>
                                        </p:attrNameLst>
                                      </p:cBhvr>
                                      <p:tavLst>
                                        <p:tav tm="0">
                                          <p:val>
                                            <p:strVal val="#ppt_y-.1"/>
                                          </p:val>
                                        </p:tav>
                                        <p:tav tm="100000">
                                          <p:val>
                                            <p:strVal val="#ppt_y"/>
                                          </p:val>
                                        </p:tav>
                                      </p:tavLst>
                                    </p:anim>
                                  </p:childTnLst>
                                </p:cTn>
                              </p:par>
                            </p:childTnLst>
                          </p:cTn>
                        </p:par>
                        <p:par>
                          <p:cTn id="96" fill="hold">
                            <p:stCondLst>
                              <p:cond delay="5000"/>
                            </p:stCondLst>
                            <p:childTnLst>
                              <p:par>
                                <p:cTn id="97" presetID="22" presetClass="entr" presetSubtype="2" fill="hold" nodeType="after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wipe(right)">
                                      <p:cBhvr>
                                        <p:cTn id="99" dur="500"/>
                                        <p:tgtEl>
                                          <p:spTgt spid="54"/>
                                        </p:tgtEl>
                                      </p:cBhvr>
                                    </p:animEffect>
                                  </p:childTnLst>
                                </p:cTn>
                              </p:par>
                            </p:childTnLst>
                          </p:cTn>
                        </p:par>
                        <p:par>
                          <p:cTn id="100" fill="hold">
                            <p:stCondLst>
                              <p:cond delay="5500"/>
                            </p:stCondLst>
                            <p:childTnLst>
                              <p:par>
                                <p:cTn id="101" presetID="22" presetClass="exit" presetSubtype="1" fill="hold" nodeType="afterEffect">
                                  <p:stCondLst>
                                    <p:cond delay="0"/>
                                  </p:stCondLst>
                                  <p:childTnLst>
                                    <p:animEffect transition="out" filter="wipe(up)">
                                      <p:cBhvr>
                                        <p:cTn id="102" dur="500"/>
                                        <p:tgtEl>
                                          <p:spTgt spid="161"/>
                                        </p:tgtEl>
                                      </p:cBhvr>
                                    </p:animEffect>
                                    <p:set>
                                      <p:cBhvr>
                                        <p:cTn id="103" dur="1" fill="hold">
                                          <p:stCondLst>
                                            <p:cond delay="499"/>
                                          </p:stCondLst>
                                        </p:cTn>
                                        <p:tgtEl>
                                          <p:spTgt spid="161"/>
                                        </p:tgtEl>
                                        <p:attrNameLst>
                                          <p:attrName>style.visibility</p:attrName>
                                        </p:attrNameLst>
                                      </p:cBhvr>
                                      <p:to>
                                        <p:strVal val="hidden"/>
                                      </p:to>
                                    </p:set>
                                  </p:childTnLst>
                                </p:cTn>
                              </p:par>
                            </p:childTnLst>
                          </p:cTn>
                        </p:par>
                        <p:par>
                          <p:cTn id="104" fill="hold">
                            <p:stCondLst>
                              <p:cond delay="6000"/>
                            </p:stCondLst>
                            <p:childTnLst>
                              <p:par>
                                <p:cTn id="105" presetID="22" presetClass="entr" presetSubtype="8" fill="hold" nodeType="afterEffect">
                                  <p:stCondLst>
                                    <p:cond delay="0"/>
                                  </p:stCondLst>
                                  <p:childTnLst>
                                    <p:set>
                                      <p:cBhvr>
                                        <p:cTn id="106" dur="1" fill="hold">
                                          <p:stCondLst>
                                            <p:cond delay="0"/>
                                          </p:stCondLst>
                                        </p:cTn>
                                        <p:tgtEl>
                                          <p:spTgt spid="157"/>
                                        </p:tgtEl>
                                        <p:attrNameLst>
                                          <p:attrName>style.visibility</p:attrName>
                                        </p:attrNameLst>
                                      </p:cBhvr>
                                      <p:to>
                                        <p:strVal val="visible"/>
                                      </p:to>
                                    </p:set>
                                    <p:animEffect transition="in" filter="wipe(left)">
                                      <p:cBhvr>
                                        <p:cTn id="107" dur="1000"/>
                                        <p:tgtEl>
                                          <p:spTgt spid="157"/>
                                        </p:tgtEl>
                                      </p:cBhvr>
                                    </p:animEffect>
                                  </p:childTnLst>
                                </p:cTn>
                              </p:par>
                            </p:childTnLst>
                          </p:cTn>
                        </p:par>
                      </p:childTnLst>
                    </p:cTn>
                  </p:par>
                  <p:par>
                    <p:cTn id="108" fill="hold">
                      <p:stCondLst>
                        <p:cond delay="indefinite"/>
                      </p:stCondLst>
                      <p:childTnLst>
                        <p:par>
                          <p:cTn id="109" fill="hold">
                            <p:stCondLst>
                              <p:cond delay="0"/>
                            </p:stCondLst>
                            <p:childTnLst>
                              <p:par>
                                <p:cTn id="110" presetID="32" presetClass="emph" presetSubtype="0" fill="hold" nodeType="clickEffect">
                                  <p:stCondLst>
                                    <p:cond delay="0"/>
                                  </p:stCondLst>
                                  <p:childTnLst>
                                    <p:animRot by="120000">
                                      <p:cBhvr>
                                        <p:cTn id="111" dur="100" fill="hold">
                                          <p:stCondLst>
                                            <p:cond delay="0"/>
                                          </p:stCondLst>
                                        </p:cTn>
                                        <p:tgtEl>
                                          <p:spTgt spid="157"/>
                                        </p:tgtEl>
                                        <p:attrNameLst>
                                          <p:attrName>r</p:attrName>
                                        </p:attrNameLst>
                                      </p:cBhvr>
                                    </p:animRot>
                                    <p:animRot by="-240000">
                                      <p:cBhvr>
                                        <p:cTn id="112" dur="200" fill="hold">
                                          <p:stCondLst>
                                            <p:cond delay="200"/>
                                          </p:stCondLst>
                                        </p:cTn>
                                        <p:tgtEl>
                                          <p:spTgt spid="157"/>
                                        </p:tgtEl>
                                        <p:attrNameLst>
                                          <p:attrName>r</p:attrName>
                                        </p:attrNameLst>
                                      </p:cBhvr>
                                    </p:animRot>
                                    <p:animRot by="240000">
                                      <p:cBhvr>
                                        <p:cTn id="113" dur="200" fill="hold">
                                          <p:stCondLst>
                                            <p:cond delay="400"/>
                                          </p:stCondLst>
                                        </p:cTn>
                                        <p:tgtEl>
                                          <p:spTgt spid="157"/>
                                        </p:tgtEl>
                                        <p:attrNameLst>
                                          <p:attrName>r</p:attrName>
                                        </p:attrNameLst>
                                      </p:cBhvr>
                                    </p:animRot>
                                    <p:animRot by="-240000">
                                      <p:cBhvr>
                                        <p:cTn id="114" dur="200" fill="hold">
                                          <p:stCondLst>
                                            <p:cond delay="600"/>
                                          </p:stCondLst>
                                        </p:cTn>
                                        <p:tgtEl>
                                          <p:spTgt spid="157"/>
                                        </p:tgtEl>
                                        <p:attrNameLst>
                                          <p:attrName>r</p:attrName>
                                        </p:attrNameLst>
                                      </p:cBhvr>
                                    </p:animRot>
                                    <p:animRot by="120000">
                                      <p:cBhvr>
                                        <p:cTn id="115" dur="200" fill="hold">
                                          <p:stCondLst>
                                            <p:cond delay="800"/>
                                          </p:stCondLst>
                                        </p:cTn>
                                        <p:tgtEl>
                                          <p:spTgt spid="157"/>
                                        </p:tgtEl>
                                        <p:attrNameLst>
                                          <p:attrName>r</p:attrName>
                                        </p:attrNameLst>
                                      </p:cBhvr>
                                    </p:animRot>
                                  </p:childTnLst>
                                </p:cTn>
                              </p:par>
                            </p:childTnLst>
                          </p:cTn>
                        </p:par>
                        <p:par>
                          <p:cTn id="116" fill="hold">
                            <p:stCondLst>
                              <p:cond delay="1000"/>
                            </p:stCondLst>
                            <p:childTnLst>
                              <p:par>
                                <p:cTn id="117" presetID="22" presetClass="exit" presetSubtype="1" fill="hold" nodeType="afterEffect">
                                  <p:stCondLst>
                                    <p:cond delay="0"/>
                                  </p:stCondLst>
                                  <p:childTnLst>
                                    <p:animEffect transition="out" filter="wipe(up)">
                                      <p:cBhvr>
                                        <p:cTn id="118" dur="500"/>
                                        <p:tgtEl>
                                          <p:spTgt spid="157"/>
                                        </p:tgtEl>
                                      </p:cBhvr>
                                    </p:animEffect>
                                    <p:set>
                                      <p:cBhvr>
                                        <p:cTn id="119" dur="1" fill="hold">
                                          <p:stCondLst>
                                            <p:cond delay="499"/>
                                          </p:stCondLst>
                                        </p:cTn>
                                        <p:tgtEl>
                                          <p:spTgt spid="157"/>
                                        </p:tgtEl>
                                        <p:attrNameLst>
                                          <p:attrName>style.visibility</p:attrName>
                                        </p:attrNameLst>
                                      </p:cBhvr>
                                      <p:to>
                                        <p:strVal val="hidden"/>
                                      </p:to>
                                    </p:set>
                                  </p:childTnLst>
                                </p:cTn>
                              </p:par>
                            </p:childTnLst>
                          </p:cTn>
                        </p:par>
                        <p:par>
                          <p:cTn id="120" fill="hold">
                            <p:stCondLst>
                              <p:cond delay="1500"/>
                            </p:stCondLst>
                            <p:childTnLst>
                              <p:par>
                                <p:cTn id="121" presetID="22" presetClass="entr" presetSubtype="8" fill="hold" nodeType="afterEffect">
                                  <p:stCondLst>
                                    <p:cond delay="0"/>
                                  </p:stCondLst>
                                  <p:childTnLst>
                                    <p:set>
                                      <p:cBhvr>
                                        <p:cTn id="122" dur="1" fill="hold">
                                          <p:stCondLst>
                                            <p:cond delay="0"/>
                                          </p:stCondLst>
                                        </p:cTn>
                                        <p:tgtEl>
                                          <p:spTgt spid="164"/>
                                        </p:tgtEl>
                                        <p:attrNameLst>
                                          <p:attrName>style.visibility</p:attrName>
                                        </p:attrNameLst>
                                      </p:cBhvr>
                                      <p:to>
                                        <p:strVal val="visible"/>
                                      </p:to>
                                    </p:set>
                                    <p:animEffect transition="in" filter="wipe(left)">
                                      <p:cBhvr>
                                        <p:cTn id="123" dur="1000"/>
                                        <p:tgtEl>
                                          <p:spTgt spid="164"/>
                                        </p:tgtEl>
                                      </p:cBhvr>
                                    </p:animEffect>
                                  </p:childTnLst>
                                </p:cTn>
                              </p:par>
                            </p:childTnLst>
                          </p:cTn>
                        </p:par>
                      </p:childTnLst>
                    </p:cTn>
                  </p:par>
                  <p:par>
                    <p:cTn id="124" fill="hold">
                      <p:stCondLst>
                        <p:cond delay="indefinite"/>
                      </p:stCondLst>
                      <p:childTnLst>
                        <p:par>
                          <p:cTn id="125" fill="hold">
                            <p:stCondLst>
                              <p:cond delay="0"/>
                            </p:stCondLst>
                            <p:childTnLst>
                              <p:par>
                                <p:cTn id="126" presetID="32" presetClass="emph" presetSubtype="0" fill="hold" nodeType="clickEffect">
                                  <p:stCondLst>
                                    <p:cond delay="0"/>
                                  </p:stCondLst>
                                  <p:childTnLst>
                                    <p:animRot by="120000">
                                      <p:cBhvr>
                                        <p:cTn id="127" dur="100" fill="hold">
                                          <p:stCondLst>
                                            <p:cond delay="0"/>
                                          </p:stCondLst>
                                        </p:cTn>
                                        <p:tgtEl>
                                          <p:spTgt spid="164"/>
                                        </p:tgtEl>
                                        <p:attrNameLst>
                                          <p:attrName>r</p:attrName>
                                        </p:attrNameLst>
                                      </p:cBhvr>
                                    </p:animRot>
                                    <p:animRot by="-240000">
                                      <p:cBhvr>
                                        <p:cTn id="128" dur="200" fill="hold">
                                          <p:stCondLst>
                                            <p:cond delay="200"/>
                                          </p:stCondLst>
                                        </p:cTn>
                                        <p:tgtEl>
                                          <p:spTgt spid="164"/>
                                        </p:tgtEl>
                                        <p:attrNameLst>
                                          <p:attrName>r</p:attrName>
                                        </p:attrNameLst>
                                      </p:cBhvr>
                                    </p:animRot>
                                    <p:animRot by="240000">
                                      <p:cBhvr>
                                        <p:cTn id="129" dur="200" fill="hold">
                                          <p:stCondLst>
                                            <p:cond delay="400"/>
                                          </p:stCondLst>
                                        </p:cTn>
                                        <p:tgtEl>
                                          <p:spTgt spid="164"/>
                                        </p:tgtEl>
                                        <p:attrNameLst>
                                          <p:attrName>r</p:attrName>
                                        </p:attrNameLst>
                                      </p:cBhvr>
                                    </p:animRot>
                                    <p:animRot by="-240000">
                                      <p:cBhvr>
                                        <p:cTn id="130" dur="200" fill="hold">
                                          <p:stCondLst>
                                            <p:cond delay="600"/>
                                          </p:stCondLst>
                                        </p:cTn>
                                        <p:tgtEl>
                                          <p:spTgt spid="164"/>
                                        </p:tgtEl>
                                        <p:attrNameLst>
                                          <p:attrName>r</p:attrName>
                                        </p:attrNameLst>
                                      </p:cBhvr>
                                    </p:animRot>
                                    <p:animRot by="120000">
                                      <p:cBhvr>
                                        <p:cTn id="131" dur="200" fill="hold">
                                          <p:stCondLst>
                                            <p:cond delay="800"/>
                                          </p:stCondLst>
                                        </p:cTn>
                                        <p:tgtEl>
                                          <p:spTgt spid="164"/>
                                        </p:tgtEl>
                                        <p:attrNameLst>
                                          <p:attrName>r</p:attrName>
                                        </p:attrNameLst>
                                      </p:cBhvr>
                                    </p:animRot>
                                  </p:childTnLst>
                                </p:cTn>
                              </p:par>
                            </p:childTnLst>
                          </p:cTn>
                        </p:par>
                        <p:par>
                          <p:cTn id="132" fill="hold">
                            <p:stCondLst>
                              <p:cond delay="1000"/>
                            </p:stCondLst>
                            <p:childTnLst>
                              <p:par>
                                <p:cTn id="133" presetID="22" presetClass="exit" presetSubtype="1" fill="hold" nodeType="afterEffect">
                                  <p:stCondLst>
                                    <p:cond delay="0"/>
                                  </p:stCondLst>
                                  <p:childTnLst>
                                    <p:animEffect transition="out" filter="wipe(up)">
                                      <p:cBhvr>
                                        <p:cTn id="134" dur="500"/>
                                        <p:tgtEl>
                                          <p:spTgt spid="164"/>
                                        </p:tgtEl>
                                      </p:cBhvr>
                                    </p:animEffect>
                                    <p:set>
                                      <p:cBhvr>
                                        <p:cTn id="135" dur="1" fill="hold">
                                          <p:stCondLst>
                                            <p:cond delay="499"/>
                                          </p:stCondLst>
                                        </p:cTn>
                                        <p:tgtEl>
                                          <p:spTgt spid="164"/>
                                        </p:tgtEl>
                                        <p:attrNameLst>
                                          <p:attrName>style.visibility</p:attrName>
                                        </p:attrNameLst>
                                      </p:cBhvr>
                                      <p:to>
                                        <p:strVal val="hidden"/>
                                      </p:to>
                                    </p:set>
                                  </p:childTnLst>
                                </p:cTn>
                              </p:par>
                            </p:childTnLst>
                          </p:cTn>
                        </p:par>
                        <p:par>
                          <p:cTn id="136" fill="hold">
                            <p:stCondLst>
                              <p:cond delay="1500"/>
                            </p:stCondLst>
                            <p:childTnLst>
                              <p:par>
                                <p:cTn id="137" presetID="22" presetClass="entr" presetSubtype="8" fill="hold" nodeType="afterEffect">
                                  <p:stCondLst>
                                    <p:cond delay="0"/>
                                  </p:stCondLst>
                                  <p:childTnLst>
                                    <p:set>
                                      <p:cBhvr>
                                        <p:cTn id="138" dur="1" fill="hold">
                                          <p:stCondLst>
                                            <p:cond delay="0"/>
                                          </p:stCondLst>
                                        </p:cTn>
                                        <p:tgtEl>
                                          <p:spTgt spid="136"/>
                                        </p:tgtEl>
                                        <p:attrNameLst>
                                          <p:attrName>style.visibility</p:attrName>
                                        </p:attrNameLst>
                                      </p:cBhvr>
                                      <p:to>
                                        <p:strVal val="visible"/>
                                      </p:to>
                                    </p:set>
                                    <p:animEffect transition="in" filter="wipe(left)">
                                      <p:cBhvr>
                                        <p:cTn id="139" dur="1000"/>
                                        <p:tgtEl>
                                          <p:spTgt spid="136"/>
                                        </p:tgtEl>
                                      </p:cBhvr>
                                    </p:animEffect>
                                  </p:childTnLst>
                                </p:cTn>
                              </p:par>
                            </p:childTnLst>
                          </p:cTn>
                        </p:par>
                      </p:childTnLst>
                    </p:cTn>
                  </p:par>
                  <p:par>
                    <p:cTn id="140" fill="hold">
                      <p:stCondLst>
                        <p:cond delay="indefinite"/>
                      </p:stCondLst>
                      <p:childTnLst>
                        <p:par>
                          <p:cTn id="141" fill="hold">
                            <p:stCondLst>
                              <p:cond delay="0"/>
                            </p:stCondLst>
                            <p:childTnLst>
                              <p:par>
                                <p:cTn id="142" presetID="31" presetClass="exit" presetSubtype="0" fill="hold" grpId="1" nodeType="clickEffect">
                                  <p:stCondLst>
                                    <p:cond delay="0"/>
                                  </p:stCondLst>
                                  <p:childTnLst>
                                    <p:anim calcmode="lin" valueType="num">
                                      <p:cBhvr>
                                        <p:cTn id="143" dur="1000"/>
                                        <p:tgtEl>
                                          <p:spTgt spid="152"/>
                                        </p:tgtEl>
                                        <p:attrNameLst>
                                          <p:attrName>ppt_w</p:attrName>
                                        </p:attrNameLst>
                                      </p:cBhvr>
                                      <p:tavLst>
                                        <p:tav tm="0">
                                          <p:val>
                                            <p:strVal val="ppt_w"/>
                                          </p:val>
                                        </p:tav>
                                        <p:tav tm="100000">
                                          <p:val>
                                            <p:fltVal val="0"/>
                                          </p:val>
                                        </p:tav>
                                      </p:tavLst>
                                    </p:anim>
                                    <p:anim calcmode="lin" valueType="num">
                                      <p:cBhvr>
                                        <p:cTn id="144" dur="1000"/>
                                        <p:tgtEl>
                                          <p:spTgt spid="152"/>
                                        </p:tgtEl>
                                        <p:attrNameLst>
                                          <p:attrName>ppt_h</p:attrName>
                                        </p:attrNameLst>
                                      </p:cBhvr>
                                      <p:tavLst>
                                        <p:tav tm="0">
                                          <p:val>
                                            <p:strVal val="ppt_h"/>
                                          </p:val>
                                        </p:tav>
                                        <p:tav tm="100000">
                                          <p:val>
                                            <p:fltVal val="0"/>
                                          </p:val>
                                        </p:tav>
                                      </p:tavLst>
                                    </p:anim>
                                    <p:anim calcmode="lin" valueType="num">
                                      <p:cBhvr>
                                        <p:cTn id="145" dur="1000"/>
                                        <p:tgtEl>
                                          <p:spTgt spid="152"/>
                                        </p:tgtEl>
                                        <p:attrNameLst>
                                          <p:attrName>style.rotation</p:attrName>
                                        </p:attrNameLst>
                                      </p:cBhvr>
                                      <p:tavLst>
                                        <p:tav tm="0">
                                          <p:val>
                                            <p:fltVal val="0"/>
                                          </p:val>
                                        </p:tav>
                                        <p:tav tm="100000">
                                          <p:val>
                                            <p:fltVal val="90"/>
                                          </p:val>
                                        </p:tav>
                                      </p:tavLst>
                                    </p:anim>
                                    <p:animEffect transition="out" filter="fade">
                                      <p:cBhvr>
                                        <p:cTn id="146" dur="1000"/>
                                        <p:tgtEl>
                                          <p:spTgt spid="152"/>
                                        </p:tgtEl>
                                      </p:cBhvr>
                                    </p:animEffect>
                                    <p:set>
                                      <p:cBhvr>
                                        <p:cTn id="147" dur="1" fill="hold">
                                          <p:stCondLst>
                                            <p:cond delay="999"/>
                                          </p:stCondLst>
                                        </p:cTn>
                                        <p:tgtEl>
                                          <p:spTgt spid="152"/>
                                        </p:tgtEl>
                                        <p:attrNameLst>
                                          <p:attrName>style.visibility</p:attrName>
                                        </p:attrNameLst>
                                      </p:cBhvr>
                                      <p:to>
                                        <p:strVal val="hidden"/>
                                      </p:to>
                                    </p:set>
                                  </p:childTnLst>
                                </p:cTn>
                              </p:par>
                            </p:childTnLst>
                          </p:cTn>
                        </p:par>
                        <p:par>
                          <p:cTn id="148" fill="hold">
                            <p:stCondLst>
                              <p:cond delay="1000"/>
                            </p:stCondLst>
                            <p:childTnLst>
                              <p:par>
                                <p:cTn id="149" presetID="31" presetClass="entr" presetSubtype="0" fill="hold" grpId="0" nodeType="afterEffect">
                                  <p:stCondLst>
                                    <p:cond delay="0"/>
                                  </p:stCondLst>
                                  <p:childTnLst>
                                    <p:set>
                                      <p:cBhvr>
                                        <p:cTn id="150" dur="1" fill="hold">
                                          <p:stCondLst>
                                            <p:cond delay="0"/>
                                          </p:stCondLst>
                                        </p:cTn>
                                        <p:tgtEl>
                                          <p:spTgt spid="166"/>
                                        </p:tgtEl>
                                        <p:attrNameLst>
                                          <p:attrName>style.visibility</p:attrName>
                                        </p:attrNameLst>
                                      </p:cBhvr>
                                      <p:to>
                                        <p:strVal val="visible"/>
                                      </p:to>
                                    </p:set>
                                    <p:anim calcmode="lin" valueType="num">
                                      <p:cBhvr>
                                        <p:cTn id="151" dur="1000" fill="hold"/>
                                        <p:tgtEl>
                                          <p:spTgt spid="166"/>
                                        </p:tgtEl>
                                        <p:attrNameLst>
                                          <p:attrName>ppt_w</p:attrName>
                                        </p:attrNameLst>
                                      </p:cBhvr>
                                      <p:tavLst>
                                        <p:tav tm="0">
                                          <p:val>
                                            <p:fltVal val="0"/>
                                          </p:val>
                                        </p:tav>
                                        <p:tav tm="100000">
                                          <p:val>
                                            <p:strVal val="#ppt_w"/>
                                          </p:val>
                                        </p:tav>
                                      </p:tavLst>
                                    </p:anim>
                                    <p:anim calcmode="lin" valueType="num">
                                      <p:cBhvr>
                                        <p:cTn id="152" dur="1000" fill="hold"/>
                                        <p:tgtEl>
                                          <p:spTgt spid="166"/>
                                        </p:tgtEl>
                                        <p:attrNameLst>
                                          <p:attrName>ppt_h</p:attrName>
                                        </p:attrNameLst>
                                      </p:cBhvr>
                                      <p:tavLst>
                                        <p:tav tm="0">
                                          <p:val>
                                            <p:fltVal val="0"/>
                                          </p:val>
                                        </p:tav>
                                        <p:tav tm="100000">
                                          <p:val>
                                            <p:strVal val="#ppt_h"/>
                                          </p:val>
                                        </p:tav>
                                      </p:tavLst>
                                    </p:anim>
                                    <p:anim calcmode="lin" valueType="num">
                                      <p:cBhvr>
                                        <p:cTn id="153" dur="1000" fill="hold"/>
                                        <p:tgtEl>
                                          <p:spTgt spid="166"/>
                                        </p:tgtEl>
                                        <p:attrNameLst>
                                          <p:attrName>style.rotation</p:attrName>
                                        </p:attrNameLst>
                                      </p:cBhvr>
                                      <p:tavLst>
                                        <p:tav tm="0">
                                          <p:val>
                                            <p:fltVal val="90"/>
                                          </p:val>
                                        </p:tav>
                                        <p:tav tm="100000">
                                          <p:val>
                                            <p:fltVal val="0"/>
                                          </p:val>
                                        </p:tav>
                                      </p:tavLst>
                                    </p:anim>
                                    <p:animEffect transition="in" filter="fade">
                                      <p:cBhvr>
                                        <p:cTn id="154" dur="1000"/>
                                        <p:tgtEl>
                                          <p:spTgt spid="166"/>
                                        </p:tgtEl>
                                      </p:cBhvr>
                                    </p:animEffect>
                                  </p:childTnLst>
                                </p:cTn>
                              </p:par>
                            </p:childTnLst>
                          </p:cTn>
                        </p:par>
                        <p:par>
                          <p:cTn id="155" fill="hold">
                            <p:stCondLst>
                              <p:cond delay="2000"/>
                            </p:stCondLst>
                            <p:childTnLst>
                              <p:par>
                                <p:cTn id="156" presetID="22" presetClass="entr" presetSubtype="1" fill="hold" nodeType="afterEffect">
                                  <p:stCondLst>
                                    <p:cond delay="0"/>
                                  </p:stCondLst>
                                  <p:childTnLst>
                                    <p:set>
                                      <p:cBhvr>
                                        <p:cTn id="157" dur="1" fill="hold">
                                          <p:stCondLst>
                                            <p:cond delay="0"/>
                                          </p:stCondLst>
                                        </p:cTn>
                                        <p:tgtEl>
                                          <p:spTgt spid="51"/>
                                        </p:tgtEl>
                                        <p:attrNameLst>
                                          <p:attrName>style.visibility</p:attrName>
                                        </p:attrNameLst>
                                      </p:cBhvr>
                                      <p:to>
                                        <p:strVal val="visible"/>
                                      </p:to>
                                    </p:set>
                                    <p:animEffect transition="in" filter="wipe(up)">
                                      <p:cBhvr>
                                        <p:cTn id="158" dur="1000"/>
                                        <p:tgtEl>
                                          <p:spTgt spid="51"/>
                                        </p:tgtEl>
                                      </p:cBhvr>
                                    </p:animEffect>
                                  </p:childTnLst>
                                </p:cTn>
                              </p:par>
                            </p:childTnLst>
                          </p:cTn>
                        </p:par>
                        <p:par>
                          <p:cTn id="159" fill="hold">
                            <p:stCondLst>
                              <p:cond delay="3000"/>
                            </p:stCondLst>
                            <p:childTnLst>
                              <p:par>
                                <p:cTn id="160" presetID="22" presetClass="exit" presetSubtype="1" fill="hold" nodeType="afterEffect">
                                  <p:stCondLst>
                                    <p:cond delay="0"/>
                                  </p:stCondLst>
                                  <p:childTnLst>
                                    <p:animEffect transition="out" filter="wipe(up)">
                                      <p:cBhvr>
                                        <p:cTn id="161" dur="500"/>
                                        <p:tgtEl>
                                          <p:spTgt spid="136"/>
                                        </p:tgtEl>
                                      </p:cBhvr>
                                    </p:animEffect>
                                    <p:set>
                                      <p:cBhvr>
                                        <p:cTn id="162" dur="1" fill="hold">
                                          <p:stCondLst>
                                            <p:cond delay="499"/>
                                          </p:stCondLst>
                                        </p:cTn>
                                        <p:tgtEl>
                                          <p:spTgt spid="136"/>
                                        </p:tgtEl>
                                        <p:attrNameLst>
                                          <p:attrName>style.visibility</p:attrName>
                                        </p:attrNameLst>
                                      </p:cBhvr>
                                      <p:to>
                                        <p:strVal val="hidden"/>
                                      </p:to>
                                    </p:set>
                                  </p:childTnLst>
                                </p:cTn>
                              </p:par>
                            </p:childTnLst>
                          </p:cTn>
                        </p:par>
                        <p:par>
                          <p:cTn id="163" fill="hold">
                            <p:stCondLst>
                              <p:cond delay="3500"/>
                            </p:stCondLst>
                            <p:childTnLst>
                              <p:par>
                                <p:cTn id="164" presetID="22" presetClass="entr" presetSubtype="8" fill="hold" nodeType="afterEffect">
                                  <p:stCondLst>
                                    <p:cond delay="0"/>
                                  </p:stCondLst>
                                  <p:childTnLst>
                                    <p:set>
                                      <p:cBhvr>
                                        <p:cTn id="165" dur="1" fill="hold">
                                          <p:stCondLst>
                                            <p:cond delay="0"/>
                                          </p:stCondLst>
                                        </p:cTn>
                                        <p:tgtEl>
                                          <p:spTgt spid="135"/>
                                        </p:tgtEl>
                                        <p:attrNameLst>
                                          <p:attrName>style.visibility</p:attrName>
                                        </p:attrNameLst>
                                      </p:cBhvr>
                                      <p:to>
                                        <p:strVal val="visible"/>
                                      </p:to>
                                    </p:set>
                                    <p:animEffect transition="in" filter="wipe(left)">
                                      <p:cBhvr>
                                        <p:cTn id="166" dur="1000"/>
                                        <p:tgtEl>
                                          <p:spTgt spid="135"/>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xit" presetSubtype="1" fill="hold" nodeType="clickEffect">
                                  <p:stCondLst>
                                    <p:cond delay="0"/>
                                  </p:stCondLst>
                                  <p:childTnLst>
                                    <p:animEffect transition="out" filter="wipe(up)">
                                      <p:cBhvr>
                                        <p:cTn id="170" dur="500"/>
                                        <p:tgtEl>
                                          <p:spTgt spid="135"/>
                                        </p:tgtEl>
                                      </p:cBhvr>
                                    </p:animEffect>
                                    <p:set>
                                      <p:cBhvr>
                                        <p:cTn id="171" dur="1" fill="hold">
                                          <p:stCondLst>
                                            <p:cond delay="499"/>
                                          </p:stCondLst>
                                        </p:cTn>
                                        <p:tgtEl>
                                          <p:spTgt spid="135"/>
                                        </p:tgtEl>
                                        <p:attrNameLst>
                                          <p:attrName>style.visibility</p:attrName>
                                        </p:attrNameLst>
                                      </p:cBhvr>
                                      <p:to>
                                        <p:strVal val="hidden"/>
                                      </p:to>
                                    </p:set>
                                  </p:childTnLst>
                                </p:cTn>
                              </p:par>
                            </p:childTnLst>
                          </p:cTn>
                        </p:par>
                        <p:par>
                          <p:cTn id="172" fill="hold">
                            <p:stCondLst>
                              <p:cond delay="500"/>
                            </p:stCondLst>
                            <p:childTnLst>
                              <p:par>
                                <p:cTn id="173" presetID="22" presetClass="entr" presetSubtype="8" fill="hold" nodeType="afterEffect">
                                  <p:stCondLst>
                                    <p:cond delay="0"/>
                                  </p:stCondLst>
                                  <p:childTnLst>
                                    <p:set>
                                      <p:cBhvr>
                                        <p:cTn id="174" dur="1" fill="hold">
                                          <p:stCondLst>
                                            <p:cond delay="0"/>
                                          </p:stCondLst>
                                        </p:cTn>
                                        <p:tgtEl>
                                          <p:spTgt spid="137"/>
                                        </p:tgtEl>
                                        <p:attrNameLst>
                                          <p:attrName>style.visibility</p:attrName>
                                        </p:attrNameLst>
                                      </p:cBhvr>
                                      <p:to>
                                        <p:strVal val="visible"/>
                                      </p:to>
                                    </p:set>
                                    <p:animEffect transition="in" filter="wipe(left)">
                                      <p:cBhvr>
                                        <p:cTn id="175" dur="1000"/>
                                        <p:tgtEl>
                                          <p:spTgt spid="137"/>
                                        </p:tgtEl>
                                      </p:cBhvr>
                                    </p:animEffect>
                                  </p:childTnLst>
                                </p:cTn>
                              </p:par>
                            </p:childTnLst>
                          </p:cTn>
                        </p:par>
                      </p:childTnLst>
                    </p:cTn>
                  </p:par>
                  <p:par>
                    <p:cTn id="176" fill="hold">
                      <p:stCondLst>
                        <p:cond delay="indefinite"/>
                      </p:stCondLst>
                      <p:childTnLst>
                        <p:par>
                          <p:cTn id="177" fill="hold">
                            <p:stCondLst>
                              <p:cond delay="0"/>
                            </p:stCondLst>
                            <p:childTnLst>
                              <p:par>
                                <p:cTn id="178" presetID="35" presetClass="path" presetSubtype="0" accel="50000" decel="50000" fill="hold" nodeType="clickEffect">
                                  <p:stCondLst>
                                    <p:cond delay="0"/>
                                  </p:stCondLst>
                                  <p:childTnLst>
                                    <p:animMotion origin="layout" path="M 0.228 0.00301 L 0.09701 0.03241 " pathEditMode="relative" rAng="0" ptsTypes="AA">
                                      <p:cBhvr>
                                        <p:cTn id="179" dur="2000" fill="hold"/>
                                        <p:tgtEl>
                                          <p:spTgt spid="153"/>
                                        </p:tgtEl>
                                        <p:attrNameLst>
                                          <p:attrName>ppt_x</p:attrName>
                                          <p:attrName>ppt_y</p:attrName>
                                        </p:attrNameLst>
                                      </p:cBhvr>
                                      <p:rCtr x="-6549" y="1458"/>
                                    </p:animMotion>
                                  </p:childTnLst>
                                </p:cTn>
                              </p:par>
                            </p:childTnLst>
                          </p:cTn>
                        </p:par>
                        <p:par>
                          <p:cTn id="180" fill="hold">
                            <p:stCondLst>
                              <p:cond delay="2000"/>
                            </p:stCondLst>
                            <p:childTnLst>
                              <p:par>
                                <p:cTn id="181" presetID="22" presetClass="exit" presetSubtype="1" fill="hold" nodeType="afterEffect">
                                  <p:stCondLst>
                                    <p:cond delay="0"/>
                                  </p:stCondLst>
                                  <p:childTnLst>
                                    <p:animEffect transition="out" filter="wipe(up)">
                                      <p:cBhvr>
                                        <p:cTn id="182" dur="500"/>
                                        <p:tgtEl>
                                          <p:spTgt spid="137"/>
                                        </p:tgtEl>
                                      </p:cBhvr>
                                    </p:animEffect>
                                    <p:set>
                                      <p:cBhvr>
                                        <p:cTn id="183" dur="1" fill="hold">
                                          <p:stCondLst>
                                            <p:cond delay="499"/>
                                          </p:stCondLst>
                                        </p:cTn>
                                        <p:tgtEl>
                                          <p:spTgt spid="137"/>
                                        </p:tgtEl>
                                        <p:attrNameLst>
                                          <p:attrName>style.visibility</p:attrName>
                                        </p:attrNameLst>
                                      </p:cBhvr>
                                      <p:to>
                                        <p:strVal val="hidden"/>
                                      </p:to>
                                    </p:set>
                                  </p:childTnLst>
                                </p:cTn>
                              </p:par>
                            </p:childTnLst>
                          </p:cTn>
                        </p:par>
                        <p:par>
                          <p:cTn id="184" fill="hold">
                            <p:stCondLst>
                              <p:cond delay="2500"/>
                            </p:stCondLst>
                            <p:childTnLst>
                              <p:par>
                                <p:cTn id="185" presetID="22" presetClass="entr" presetSubtype="8" fill="hold" nodeType="afterEffect">
                                  <p:stCondLst>
                                    <p:cond delay="0"/>
                                  </p:stCondLst>
                                  <p:childTnLst>
                                    <p:set>
                                      <p:cBhvr>
                                        <p:cTn id="186" dur="1" fill="hold">
                                          <p:stCondLst>
                                            <p:cond delay="0"/>
                                          </p:stCondLst>
                                        </p:cTn>
                                        <p:tgtEl>
                                          <p:spTgt spid="157"/>
                                        </p:tgtEl>
                                        <p:attrNameLst>
                                          <p:attrName>style.visibility</p:attrName>
                                        </p:attrNameLst>
                                      </p:cBhvr>
                                      <p:to>
                                        <p:strVal val="visible"/>
                                      </p:to>
                                    </p:set>
                                    <p:animEffect transition="in" filter="wipe(left)">
                                      <p:cBhvr>
                                        <p:cTn id="187" dur="1000"/>
                                        <p:tgtEl>
                                          <p:spTgt spid="157"/>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xit" presetSubtype="1" fill="hold" nodeType="clickEffect">
                                  <p:stCondLst>
                                    <p:cond delay="0"/>
                                  </p:stCondLst>
                                  <p:childTnLst>
                                    <p:animEffect transition="out" filter="wipe(up)">
                                      <p:cBhvr>
                                        <p:cTn id="191" dur="500"/>
                                        <p:tgtEl>
                                          <p:spTgt spid="157"/>
                                        </p:tgtEl>
                                      </p:cBhvr>
                                    </p:animEffect>
                                    <p:set>
                                      <p:cBhvr>
                                        <p:cTn id="192" dur="1" fill="hold">
                                          <p:stCondLst>
                                            <p:cond delay="499"/>
                                          </p:stCondLst>
                                        </p:cTn>
                                        <p:tgtEl>
                                          <p:spTgt spid="157"/>
                                        </p:tgtEl>
                                        <p:attrNameLst>
                                          <p:attrName>style.visibility</p:attrName>
                                        </p:attrNameLst>
                                      </p:cBhvr>
                                      <p:to>
                                        <p:strVal val="hidden"/>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161"/>
                                        </p:tgtEl>
                                        <p:attrNameLst>
                                          <p:attrName>style.visibility</p:attrName>
                                        </p:attrNameLst>
                                      </p:cBhvr>
                                      <p:to>
                                        <p:strVal val="visible"/>
                                      </p:to>
                                    </p:set>
                                    <p:animEffect transition="in" filter="wipe(left)">
                                      <p:cBhvr>
                                        <p:cTn id="196" dur="1000"/>
                                        <p:tgtEl>
                                          <p:spTgt spid="161"/>
                                        </p:tgtEl>
                                      </p:cBhvr>
                                    </p:animEffect>
                                  </p:childTnLst>
                                </p:cTn>
                              </p:par>
                            </p:childTnLst>
                          </p:cTn>
                        </p:par>
                      </p:childTnLst>
                    </p:cTn>
                  </p:par>
                  <p:par>
                    <p:cTn id="197" fill="hold">
                      <p:stCondLst>
                        <p:cond delay="indefinite"/>
                      </p:stCondLst>
                      <p:childTnLst>
                        <p:par>
                          <p:cTn id="198" fill="hold">
                            <p:stCondLst>
                              <p:cond delay="0"/>
                            </p:stCondLst>
                            <p:childTnLst>
                              <p:par>
                                <p:cTn id="199" presetID="63" presetClass="path" presetSubtype="0" accel="50000" decel="50000" fill="hold" nodeType="clickEffect">
                                  <p:stCondLst>
                                    <p:cond delay="0"/>
                                  </p:stCondLst>
                                  <p:childTnLst>
                                    <p:animMotion origin="layout" path="M 0.33151 0.0324 L 0.43047 0.06388 " pathEditMode="relative" rAng="0" ptsTypes="AA">
                                      <p:cBhvr>
                                        <p:cTn id="200" dur="2000" fill="hold"/>
                                        <p:tgtEl>
                                          <p:spTgt spid="149"/>
                                        </p:tgtEl>
                                        <p:attrNameLst>
                                          <p:attrName>ppt_x</p:attrName>
                                          <p:attrName>ppt_y</p:attrName>
                                        </p:attrNameLst>
                                      </p:cBhvr>
                                      <p:rCtr x="4948" y="1574"/>
                                    </p:animMotion>
                                  </p:childTnLst>
                                </p:cTn>
                              </p:par>
                              <p:par>
                                <p:cTn id="201" presetID="22" presetClass="entr" presetSubtype="8" fill="hold" nodeType="withEffect">
                                  <p:stCondLst>
                                    <p:cond delay="0"/>
                                  </p:stCondLst>
                                  <p:childTnLst>
                                    <p:set>
                                      <p:cBhvr>
                                        <p:cTn id="202" dur="1" fill="hold">
                                          <p:stCondLst>
                                            <p:cond delay="0"/>
                                          </p:stCondLst>
                                        </p:cTn>
                                        <p:tgtEl>
                                          <p:spTgt spid="50"/>
                                        </p:tgtEl>
                                        <p:attrNameLst>
                                          <p:attrName>style.visibility</p:attrName>
                                        </p:attrNameLst>
                                      </p:cBhvr>
                                      <p:to>
                                        <p:strVal val="visible"/>
                                      </p:to>
                                    </p:set>
                                    <p:animEffect transition="in" filter="wipe(left)">
                                      <p:cBhvr>
                                        <p:cTn id="203" dur="2000"/>
                                        <p:tgtEl>
                                          <p:spTgt spid="50"/>
                                        </p:tgtEl>
                                      </p:cBhvr>
                                    </p:animEffect>
                                  </p:childTnLst>
                                </p:cTn>
                              </p:par>
                            </p:childTnLst>
                          </p:cTn>
                        </p:par>
                        <p:par>
                          <p:cTn id="204" fill="hold">
                            <p:stCondLst>
                              <p:cond delay="2000"/>
                            </p:stCondLst>
                            <p:childTnLst>
                              <p:par>
                                <p:cTn id="205" presetID="63" presetClass="path" presetSubtype="0" accel="50000" decel="50000" fill="hold" nodeType="afterEffect">
                                  <p:stCondLst>
                                    <p:cond delay="0"/>
                                  </p:stCondLst>
                                  <p:childTnLst>
                                    <p:animMotion origin="layout" path="M 0.09701 0.03241 L 0.22318 0.04144 " pathEditMode="relative" rAng="0" ptsTypes="AA">
                                      <p:cBhvr>
                                        <p:cTn id="206" dur="2000" fill="hold"/>
                                        <p:tgtEl>
                                          <p:spTgt spid="153"/>
                                        </p:tgtEl>
                                        <p:attrNameLst>
                                          <p:attrName>ppt_x</p:attrName>
                                          <p:attrName>ppt_y</p:attrName>
                                        </p:attrNameLst>
                                      </p:cBhvr>
                                      <p:rCtr x="6302" y="440"/>
                                    </p:animMotion>
                                  </p:childTnLst>
                                </p:cTn>
                              </p:par>
                            </p:childTnLst>
                          </p:cTn>
                        </p:par>
                        <p:par>
                          <p:cTn id="207" fill="hold">
                            <p:stCondLst>
                              <p:cond delay="4000"/>
                            </p:stCondLst>
                            <p:childTnLst>
                              <p:par>
                                <p:cTn id="208" presetID="22" presetClass="exit" presetSubtype="1" fill="hold" nodeType="afterEffect">
                                  <p:stCondLst>
                                    <p:cond delay="0"/>
                                  </p:stCondLst>
                                  <p:childTnLst>
                                    <p:animEffect transition="out" filter="wipe(up)">
                                      <p:cBhvr>
                                        <p:cTn id="209" dur="500"/>
                                        <p:tgtEl>
                                          <p:spTgt spid="161"/>
                                        </p:tgtEl>
                                      </p:cBhvr>
                                    </p:animEffect>
                                    <p:set>
                                      <p:cBhvr>
                                        <p:cTn id="210" dur="1" fill="hold">
                                          <p:stCondLst>
                                            <p:cond delay="499"/>
                                          </p:stCondLst>
                                        </p:cTn>
                                        <p:tgtEl>
                                          <p:spTgt spid="161"/>
                                        </p:tgtEl>
                                        <p:attrNameLst>
                                          <p:attrName>style.visibility</p:attrName>
                                        </p:attrNameLst>
                                      </p:cBhvr>
                                      <p:to>
                                        <p:strVal val="hidden"/>
                                      </p:to>
                                    </p:set>
                                  </p:childTnLst>
                                </p:cTn>
                              </p:par>
                            </p:childTnLst>
                          </p:cTn>
                        </p:par>
                        <p:par>
                          <p:cTn id="211" fill="hold">
                            <p:stCondLst>
                              <p:cond delay="4500"/>
                            </p:stCondLst>
                            <p:childTnLst>
                              <p:par>
                                <p:cTn id="212" presetID="22" presetClass="entr" presetSubtype="8" fill="hold" nodeType="afterEffect">
                                  <p:stCondLst>
                                    <p:cond delay="0"/>
                                  </p:stCondLst>
                                  <p:childTnLst>
                                    <p:set>
                                      <p:cBhvr>
                                        <p:cTn id="213" dur="1" fill="hold">
                                          <p:stCondLst>
                                            <p:cond delay="0"/>
                                          </p:stCondLst>
                                        </p:cTn>
                                        <p:tgtEl>
                                          <p:spTgt spid="157"/>
                                        </p:tgtEl>
                                        <p:attrNameLst>
                                          <p:attrName>style.visibility</p:attrName>
                                        </p:attrNameLst>
                                      </p:cBhvr>
                                      <p:to>
                                        <p:strVal val="visible"/>
                                      </p:to>
                                    </p:set>
                                    <p:animEffect transition="in" filter="wipe(left)">
                                      <p:cBhvr>
                                        <p:cTn id="214" dur="1000"/>
                                        <p:tgtEl>
                                          <p:spTgt spid="157"/>
                                        </p:tgtEl>
                                      </p:cBhvr>
                                    </p:animEffect>
                                  </p:childTnLst>
                                </p:cTn>
                              </p:par>
                            </p:childTnLst>
                          </p:cTn>
                        </p:par>
                      </p:childTnLst>
                    </p:cTn>
                  </p:par>
                  <p:par>
                    <p:cTn id="215" fill="hold">
                      <p:stCondLst>
                        <p:cond delay="indefinite"/>
                      </p:stCondLst>
                      <p:childTnLst>
                        <p:par>
                          <p:cTn id="216" fill="hold">
                            <p:stCondLst>
                              <p:cond delay="0"/>
                            </p:stCondLst>
                            <p:childTnLst>
                              <p:par>
                                <p:cTn id="217" presetID="32" presetClass="emph" presetSubtype="0" fill="hold" nodeType="clickEffect">
                                  <p:stCondLst>
                                    <p:cond delay="0"/>
                                  </p:stCondLst>
                                  <p:childTnLst>
                                    <p:animRot by="120000">
                                      <p:cBhvr>
                                        <p:cTn id="218" dur="100" fill="hold">
                                          <p:stCondLst>
                                            <p:cond delay="0"/>
                                          </p:stCondLst>
                                        </p:cTn>
                                        <p:tgtEl>
                                          <p:spTgt spid="157"/>
                                        </p:tgtEl>
                                        <p:attrNameLst>
                                          <p:attrName>r</p:attrName>
                                        </p:attrNameLst>
                                      </p:cBhvr>
                                    </p:animRot>
                                    <p:animRot by="-240000">
                                      <p:cBhvr>
                                        <p:cTn id="219" dur="200" fill="hold">
                                          <p:stCondLst>
                                            <p:cond delay="200"/>
                                          </p:stCondLst>
                                        </p:cTn>
                                        <p:tgtEl>
                                          <p:spTgt spid="157"/>
                                        </p:tgtEl>
                                        <p:attrNameLst>
                                          <p:attrName>r</p:attrName>
                                        </p:attrNameLst>
                                      </p:cBhvr>
                                    </p:animRot>
                                    <p:animRot by="240000">
                                      <p:cBhvr>
                                        <p:cTn id="220" dur="200" fill="hold">
                                          <p:stCondLst>
                                            <p:cond delay="400"/>
                                          </p:stCondLst>
                                        </p:cTn>
                                        <p:tgtEl>
                                          <p:spTgt spid="157"/>
                                        </p:tgtEl>
                                        <p:attrNameLst>
                                          <p:attrName>r</p:attrName>
                                        </p:attrNameLst>
                                      </p:cBhvr>
                                    </p:animRot>
                                    <p:animRot by="-240000">
                                      <p:cBhvr>
                                        <p:cTn id="221" dur="200" fill="hold">
                                          <p:stCondLst>
                                            <p:cond delay="600"/>
                                          </p:stCondLst>
                                        </p:cTn>
                                        <p:tgtEl>
                                          <p:spTgt spid="157"/>
                                        </p:tgtEl>
                                        <p:attrNameLst>
                                          <p:attrName>r</p:attrName>
                                        </p:attrNameLst>
                                      </p:cBhvr>
                                    </p:animRot>
                                    <p:animRot by="120000">
                                      <p:cBhvr>
                                        <p:cTn id="222" dur="200" fill="hold">
                                          <p:stCondLst>
                                            <p:cond delay="800"/>
                                          </p:stCondLst>
                                        </p:cTn>
                                        <p:tgtEl>
                                          <p:spTgt spid="157"/>
                                        </p:tgtEl>
                                        <p:attrNameLst>
                                          <p:attrName>r</p:attrName>
                                        </p:attrNameLst>
                                      </p:cBhvr>
                                    </p:animRot>
                                  </p:childTnLst>
                                </p:cTn>
                              </p:par>
                            </p:childTnLst>
                          </p:cTn>
                        </p:par>
                        <p:par>
                          <p:cTn id="223" fill="hold">
                            <p:stCondLst>
                              <p:cond delay="1000"/>
                            </p:stCondLst>
                            <p:childTnLst>
                              <p:par>
                                <p:cTn id="224" presetID="22" presetClass="exit" presetSubtype="1" fill="hold" nodeType="afterEffect">
                                  <p:stCondLst>
                                    <p:cond delay="0"/>
                                  </p:stCondLst>
                                  <p:childTnLst>
                                    <p:animEffect transition="out" filter="wipe(up)">
                                      <p:cBhvr>
                                        <p:cTn id="225" dur="500"/>
                                        <p:tgtEl>
                                          <p:spTgt spid="157"/>
                                        </p:tgtEl>
                                      </p:cBhvr>
                                    </p:animEffect>
                                    <p:set>
                                      <p:cBhvr>
                                        <p:cTn id="226" dur="1" fill="hold">
                                          <p:stCondLst>
                                            <p:cond delay="499"/>
                                          </p:stCondLst>
                                        </p:cTn>
                                        <p:tgtEl>
                                          <p:spTgt spid="157"/>
                                        </p:tgtEl>
                                        <p:attrNameLst>
                                          <p:attrName>style.visibility</p:attrName>
                                        </p:attrNameLst>
                                      </p:cBhvr>
                                      <p:to>
                                        <p:strVal val="hidden"/>
                                      </p:to>
                                    </p:set>
                                  </p:childTnLst>
                                </p:cTn>
                              </p:par>
                            </p:childTnLst>
                          </p:cTn>
                        </p:par>
                        <p:par>
                          <p:cTn id="227" fill="hold">
                            <p:stCondLst>
                              <p:cond delay="1500"/>
                            </p:stCondLst>
                            <p:childTnLst>
                              <p:par>
                                <p:cTn id="228" presetID="22" presetClass="entr" presetSubtype="8" fill="hold" nodeType="afterEffect">
                                  <p:stCondLst>
                                    <p:cond delay="0"/>
                                  </p:stCondLst>
                                  <p:childTnLst>
                                    <p:set>
                                      <p:cBhvr>
                                        <p:cTn id="229" dur="1" fill="hold">
                                          <p:stCondLst>
                                            <p:cond delay="0"/>
                                          </p:stCondLst>
                                        </p:cTn>
                                        <p:tgtEl>
                                          <p:spTgt spid="164"/>
                                        </p:tgtEl>
                                        <p:attrNameLst>
                                          <p:attrName>style.visibility</p:attrName>
                                        </p:attrNameLst>
                                      </p:cBhvr>
                                      <p:to>
                                        <p:strVal val="visible"/>
                                      </p:to>
                                    </p:set>
                                    <p:animEffect transition="in" filter="wipe(left)">
                                      <p:cBhvr>
                                        <p:cTn id="230" dur="1000"/>
                                        <p:tgtEl>
                                          <p:spTgt spid="164"/>
                                        </p:tgtEl>
                                      </p:cBhvr>
                                    </p:animEffect>
                                  </p:childTnLst>
                                </p:cTn>
                              </p:par>
                            </p:childTnLst>
                          </p:cTn>
                        </p:par>
                      </p:childTnLst>
                    </p:cTn>
                  </p:par>
                  <p:par>
                    <p:cTn id="231" fill="hold">
                      <p:stCondLst>
                        <p:cond delay="indefinite"/>
                      </p:stCondLst>
                      <p:childTnLst>
                        <p:par>
                          <p:cTn id="232" fill="hold">
                            <p:stCondLst>
                              <p:cond delay="0"/>
                            </p:stCondLst>
                            <p:childTnLst>
                              <p:par>
                                <p:cTn id="233" presetID="22" presetClass="exit" presetSubtype="1" fill="hold" nodeType="clickEffect">
                                  <p:stCondLst>
                                    <p:cond delay="0"/>
                                  </p:stCondLst>
                                  <p:childTnLst>
                                    <p:animEffect transition="out" filter="wipe(up)">
                                      <p:cBhvr>
                                        <p:cTn id="234" dur="500"/>
                                        <p:tgtEl>
                                          <p:spTgt spid="164"/>
                                        </p:tgtEl>
                                      </p:cBhvr>
                                    </p:animEffect>
                                    <p:set>
                                      <p:cBhvr>
                                        <p:cTn id="235" dur="1" fill="hold">
                                          <p:stCondLst>
                                            <p:cond delay="499"/>
                                          </p:stCondLst>
                                        </p:cTn>
                                        <p:tgtEl>
                                          <p:spTgt spid="164"/>
                                        </p:tgtEl>
                                        <p:attrNameLst>
                                          <p:attrName>style.visibility</p:attrName>
                                        </p:attrNameLst>
                                      </p:cBhvr>
                                      <p:to>
                                        <p:strVal val="hidden"/>
                                      </p:to>
                                    </p:set>
                                  </p:childTnLst>
                                </p:cTn>
                              </p:par>
                            </p:childTnLst>
                          </p:cTn>
                        </p:par>
                        <p:par>
                          <p:cTn id="236" fill="hold">
                            <p:stCondLst>
                              <p:cond delay="500"/>
                            </p:stCondLst>
                            <p:childTnLst>
                              <p:par>
                                <p:cTn id="237" presetID="22" presetClass="entr" presetSubtype="8" fill="hold" nodeType="afterEffect">
                                  <p:stCondLst>
                                    <p:cond delay="0"/>
                                  </p:stCondLst>
                                  <p:childTnLst>
                                    <p:set>
                                      <p:cBhvr>
                                        <p:cTn id="238" dur="1" fill="hold">
                                          <p:stCondLst>
                                            <p:cond delay="0"/>
                                          </p:stCondLst>
                                        </p:cTn>
                                        <p:tgtEl>
                                          <p:spTgt spid="136"/>
                                        </p:tgtEl>
                                        <p:attrNameLst>
                                          <p:attrName>style.visibility</p:attrName>
                                        </p:attrNameLst>
                                      </p:cBhvr>
                                      <p:to>
                                        <p:strVal val="visible"/>
                                      </p:to>
                                    </p:set>
                                    <p:animEffect transition="in" filter="wipe(left)">
                                      <p:cBhvr>
                                        <p:cTn id="239" dur="1000"/>
                                        <p:tgtEl>
                                          <p:spTgt spid="136"/>
                                        </p:tgtEl>
                                      </p:cBhvr>
                                    </p:animEffect>
                                  </p:childTnLst>
                                </p:cTn>
                              </p:par>
                            </p:childTnLst>
                          </p:cTn>
                        </p:par>
                      </p:childTnLst>
                    </p:cTn>
                  </p:par>
                  <p:par>
                    <p:cTn id="240" fill="hold">
                      <p:stCondLst>
                        <p:cond delay="indefinite"/>
                      </p:stCondLst>
                      <p:childTnLst>
                        <p:par>
                          <p:cTn id="241" fill="hold">
                            <p:stCondLst>
                              <p:cond delay="0"/>
                            </p:stCondLst>
                            <p:childTnLst>
                              <p:par>
                                <p:cTn id="242" presetID="31" presetClass="exit" presetSubtype="0" fill="hold" grpId="1" nodeType="clickEffect">
                                  <p:stCondLst>
                                    <p:cond delay="0"/>
                                  </p:stCondLst>
                                  <p:childTnLst>
                                    <p:anim calcmode="lin" valueType="num">
                                      <p:cBhvr>
                                        <p:cTn id="243" dur="1000"/>
                                        <p:tgtEl>
                                          <p:spTgt spid="166"/>
                                        </p:tgtEl>
                                        <p:attrNameLst>
                                          <p:attrName>ppt_w</p:attrName>
                                        </p:attrNameLst>
                                      </p:cBhvr>
                                      <p:tavLst>
                                        <p:tav tm="0">
                                          <p:val>
                                            <p:strVal val="ppt_w"/>
                                          </p:val>
                                        </p:tav>
                                        <p:tav tm="100000">
                                          <p:val>
                                            <p:fltVal val="0"/>
                                          </p:val>
                                        </p:tav>
                                      </p:tavLst>
                                    </p:anim>
                                    <p:anim calcmode="lin" valueType="num">
                                      <p:cBhvr>
                                        <p:cTn id="244" dur="1000"/>
                                        <p:tgtEl>
                                          <p:spTgt spid="166"/>
                                        </p:tgtEl>
                                        <p:attrNameLst>
                                          <p:attrName>ppt_h</p:attrName>
                                        </p:attrNameLst>
                                      </p:cBhvr>
                                      <p:tavLst>
                                        <p:tav tm="0">
                                          <p:val>
                                            <p:strVal val="ppt_h"/>
                                          </p:val>
                                        </p:tav>
                                        <p:tav tm="100000">
                                          <p:val>
                                            <p:fltVal val="0"/>
                                          </p:val>
                                        </p:tav>
                                      </p:tavLst>
                                    </p:anim>
                                    <p:anim calcmode="lin" valueType="num">
                                      <p:cBhvr>
                                        <p:cTn id="245" dur="1000"/>
                                        <p:tgtEl>
                                          <p:spTgt spid="166"/>
                                        </p:tgtEl>
                                        <p:attrNameLst>
                                          <p:attrName>style.rotation</p:attrName>
                                        </p:attrNameLst>
                                      </p:cBhvr>
                                      <p:tavLst>
                                        <p:tav tm="0">
                                          <p:val>
                                            <p:fltVal val="0"/>
                                          </p:val>
                                        </p:tav>
                                        <p:tav tm="100000">
                                          <p:val>
                                            <p:fltVal val="90"/>
                                          </p:val>
                                        </p:tav>
                                      </p:tavLst>
                                    </p:anim>
                                    <p:animEffect transition="out" filter="fade">
                                      <p:cBhvr>
                                        <p:cTn id="246" dur="1000"/>
                                        <p:tgtEl>
                                          <p:spTgt spid="166"/>
                                        </p:tgtEl>
                                      </p:cBhvr>
                                    </p:animEffect>
                                    <p:set>
                                      <p:cBhvr>
                                        <p:cTn id="247" dur="1" fill="hold">
                                          <p:stCondLst>
                                            <p:cond delay="999"/>
                                          </p:stCondLst>
                                        </p:cTn>
                                        <p:tgtEl>
                                          <p:spTgt spid="166"/>
                                        </p:tgtEl>
                                        <p:attrNameLst>
                                          <p:attrName>style.visibility</p:attrName>
                                        </p:attrNameLst>
                                      </p:cBhvr>
                                      <p:to>
                                        <p:strVal val="hidden"/>
                                      </p:to>
                                    </p:set>
                                  </p:childTnLst>
                                </p:cTn>
                              </p:par>
                            </p:childTnLst>
                          </p:cTn>
                        </p:par>
                        <p:par>
                          <p:cTn id="248" fill="hold">
                            <p:stCondLst>
                              <p:cond delay="1000"/>
                            </p:stCondLst>
                            <p:childTnLst>
                              <p:par>
                                <p:cTn id="249" presetID="31" presetClass="entr" presetSubtype="0" fill="hold" grpId="0" nodeType="afterEffect">
                                  <p:stCondLst>
                                    <p:cond delay="0"/>
                                  </p:stCondLst>
                                  <p:childTnLst>
                                    <p:set>
                                      <p:cBhvr>
                                        <p:cTn id="250" dur="1" fill="hold">
                                          <p:stCondLst>
                                            <p:cond delay="0"/>
                                          </p:stCondLst>
                                        </p:cTn>
                                        <p:tgtEl>
                                          <p:spTgt spid="4"/>
                                        </p:tgtEl>
                                        <p:attrNameLst>
                                          <p:attrName>style.visibility</p:attrName>
                                        </p:attrNameLst>
                                      </p:cBhvr>
                                      <p:to>
                                        <p:strVal val="visible"/>
                                      </p:to>
                                    </p:set>
                                    <p:anim calcmode="lin" valueType="num">
                                      <p:cBhvr>
                                        <p:cTn id="251" dur="1000" fill="hold"/>
                                        <p:tgtEl>
                                          <p:spTgt spid="4"/>
                                        </p:tgtEl>
                                        <p:attrNameLst>
                                          <p:attrName>ppt_w</p:attrName>
                                        </p:attrNameLst>
                                      </p:cBhvr>
                                      <p:tavLst>
                                        <p:tav tm="0">
                                          <p:val>
                                            <p:fltVal val="0"/>
                                          </p:val>
                                        </p:tav>
                                        <p:tav tm="100000">
                                          <p:val>
                                            <p:strVal val="#ppt_w"/>
                                          </p:val>
                                        </p:tav>
                                      </p:tavLst>
                                    </p:anim>
                                    <p:anim calcmode="lin" valueType="num">
                                      <p:cBhvr>
                                        <p:cTn id="252" dur="1000" fill="hold"/>
                                        <p:tgtEl>
                                          <p:spTgt spid="4"/>
                                        </p:tgtEl>
                                        <p:attrNameLst>
                                          <p:attrName>ppt_h</p:attrName>
                                        </p:attrNameLst>
                                      </p:cBhvr>
                                      <p:tavLst>
                                        <p:tav tm="0">
                                          <p:val>
                                            <p:fltVal val="0"/>
                                          </p:val>
                                        </p:tav>
                                        <p:tav tm="100000">
                                          <p:val>
                                            <p:strVal val="#ppt_h"/>
                                          </p:val>
                                        </p:tav>
                                      </p:tavLst>
                                    </p:anim>
                                    <p:anim calcmode="lin" valueType="num">
                                      <p:cBhvr>
                                        <p:cTn id="253" dur="1000" fill="hold"/>
                                        <p:tgtEl>
                                          <p:spTgt spid="4"/>
                                        </p:tgtEl>
                                        <p:attrNameLst>
                                          <p:attrName>style.rotation</p:attrName>
                                        </p:attrNameLst>
                                      </p:cBhvr>
                                      <p:tavLst>
                                        <p:tav tm="0">
                                          <p:val>
                                            <p:fltVal val="90"/>
                                          </p:val>
                                        </p:tav>
                                        <p:tav tm="100000">
                                          <p:val>
                                            <p:fltVal val="0"/>
                                          </p:val>
                                        </p:tav>
                                      </p:tavLst>
                                    </p:anim>
                                    <p:animEffect transition="in" filter="fade">
                                      <p:cBhvr>
                                        <p:cTn id="254" dur="1000"/>
                                        <p:tgtEl>
                                          <p:spTgt spid="4"/>
                                        </p:tgtEl>
                                      </p:cBhvr>
                                    </p:animEffect>
                                  </p:childTnLst>
                                </p:cTn>
                              </p:par>
                            </p:childTnLst>
                          </p:cTn>
                        </p:par>
                        <p:par>
                          <p:cTn id="255" fill="hold">
                            <p:stCondLst>
                              <p:cond delay="2000"/>
                            </p:stCondLst>
                            <p:childTnLst>
                              <p:par>
                                <p:cTn id="256" presetID="22" presetClass="entr" presetSubtype="1" fill="hold" nodeType="afterEffect">
                                  <p:stCondLst>
                                    <p:cond delay="0"/>
                                  </p:stCondLst>
                                  <p:childTnLst>
                                    <p:set>
                                      <p:cBhvr>
                                        <p:cTn id="257" dur="1" fill="hold">
                                          <p:stCondLst>
                                            <p:cond delay="0"/>
                                          </p:stCondLst>
                                        </p:cTn>
                                        <p:tgtEl>
                                          <p:spTgt spid="52"/>
                                        </p:tgtEl>
                                        <p:attrNameLst>
                                          <p:attrName>style.visibility</p:attrName>
                                        </p:attrNameLst>
                                      </p:cBhvr>
                                      <p:to>
                                        <p:strVal val="visible"/>
                                      </p:to>
                                    </p:set>
                                    <p:animEffect transition="in" filter="wipe(up)">
                                      <p:cBhvr>
                                        <p:cTn id="258" dur="1000"/>
                                        <p:tgtEl>
                                          <p:spTgt spid="52"/>
                                        </p:tgtEl>
                                      </p:cBhvr>
                                    </p:animEffect>
                                  </p:childTnLst>
                                </p:cTn>
                              </p:par>
                            </p:childTnLst>
                          </p:cTn>
                        </p:par>
                        <p:par>
                          <p:cTn id="259" fill="hold">
                            <p:stCondLst>
                              <p:cond delay="3000"/>
                            </p:stCondLst>
                            <p:childTnLst>
                              <p:par>
                                <p:cTn id="260" presetID="22" presetClass="exit" presetSubtype="1" fill="hold" nodeType="afterEffect">
                                  <p:stCondLst>
                                    <p:cond delay="0"/>
                                  </p:stCondLst>
                                  <p:childTnLst>
                                    <p:animEffect transition="out" filter="wipe(up)">
                                      <p:cBhvr>
                                        <p:cTn id="261" dur="500"/>
                                        <p:tgtEl>
                                          <p:spTgt spid="136"/>
                                        </p:tgtEl>
                                      </p:cBhvr>
                                    </p:animEffect>
                                    <p:set>
                                      <p:cBhvr>
                                        <p:cTn id="262" dur="1" fill="hold">
                                          <p:stCondLst>
                                            <p:cond delay="499"/>
                                          </p:stCondLst>
                                        </p:cTn>
                                        <p:tgtEl>
                                          <p:spTgt spid="136"/>
                                        </p:tgtEl>
                                        <p:attrNameLst>
                                          <p:attrName>style.visibility</p:attrName>
                                        </p:attrNameLst>
                                      </p:cBhvr>
                                      <p:to>
                                        <p:strVal val="hidden"/>
                                      </p:to>
                                    </p:set>
                                  </p:childTnLst>
                                </p:cTn>
                              </p:par>
                            </p:childTnLst>
                          </p:cTn>
                        </p:par>
                        <p:par>
                          <p:cTn id="263" fill="hold">
                            <p:stCondLst>
                              <p:cond delay="3500"/>
                            </p:stCondLst>
                            <p:childTnLst>
                              <p:par>
                                <p:cTn id="264" presetID="22" presetClass="entr" presetSubtype="8" fill="hold" nodeType="afterEffect">
                                  <p:stCondLst>
                                    <p:cond delay="0"/>
                                  </p:stCondLst>
                                  <p:childTnLst>
                                    <p:set>
                                      <p:cBhvr>
                                        <p:cTn id="265" dur="1" fill="hold">
                                          <p:stCondLst>
                                            <p:cond delay="0"/>
                                          </p:stCondLst>
                                        </p:cTn>
                                        <p:tgtEl>
                                          <p:spTgt spid="135"/>
                                        </p:tgtEl>
                                        <p:attrNameLst>
                                          <p:attrName>style.visibility</p:attrName>
                                        </p:attrNameLst>
                                      </p:cBhvr>
                                      <p:to>
                                        <p:strVal val="visible"/>
                                      </p:to>
                                    </p:set>
                                    <p:animEffect transition="in" filter="wipe(left)">
                                      <p:cBhvr>
                                        <p:cTn id="266" dur="1000"/>
                                        <p:tgtEl>
                                          <p:spTgt spid="135"/>
                                        </p:tgtEl>
                                      </p:cBhvr>
                                    </p:animEffect>
                                  </p:childTnLst>
                                </p:cTn>
                              </p:par>
                            </p:childTnLst>
                          </p:cTn>
                        </p:par>
                      </p:childTnLst>
                    </p:cTn>
                  </p:par>
                  <p:par>
                    <p:cTn id="267" fill="hold">
                      <p:stCondLst>
                        <p:cond delay="indefinite"/>
                      </p:stCondLst>
                      <p:childTnLst>
                        <p:par>
                          <p:cTn id="268" fill="hold">
                            <p:stCondLst>
                              <p:cond delay="0"/>
                            </p:stCondLst>
                            <p:childTnLst>
                              <p:par>
                                <p:cTn id="269" presetID="22" presetClass="exit" presetSubtype="1" fill="hold" nodeType="clickEffect">
                                  <p:stCondLst>
                                    <p:cond delay="0"/>
                                  </p:stCondLst>
                                  <p:childTnLst>
                                    <p:animEffect transition="out" filter="wipe(up)">
                                      <p:cBhvr>
                                        <p:cTn id="270" dur="500"/>
                                        <p:tgtEl>
                                          <p:spTgt spid="135"/>
                                        </p:tgtEl>
                                      </p:cBhvr>
                                    </p:animEffect>
                                    <p:set>
                                      <p:cBhvr>
                                        <p:cTn id="271" dur="1" fill="hold">
                                          <p:stCondLst>
                                            <p:cond delay="499"/>
                                          </p:stCondLst>
                                        </p:cTn>
                                        <p:tgtEl>
                                          <p:spTgt spid="135"/>
                                        </p:tgtEl>
                                        <p:attrNameLst>
                                          <p:attrName>style.visibility</p:attrName>
                                        </p:attrNameLst>
                                      </p:cBhvr>
                                      <p:to>
                                        <p:strVal val="hidden"/>
                                      </p:to>
                                    </p:set>
                                  </p:childTnLst>
                                </p:cTn>
                              </p:par>
                            </p:childTnLst>
                          </p:cTn>
                        </p:par>
                        <p:par>
                          <p:cTn id="272" fill="hold">
                            <p:stCondLst>
                              <p:cond delay="500"/>
                            </p:stCondLst>
                            <p:childTnLst>
                              <p:par>
                                <p:cTn id="273" presetID="22" presetClass="entr" presetSubtype="8" fill="hold" nodeType="afterEffect">
                                  <p:stCondLst>
                                    <p:cond delay="0"/>
                                  </p:stCondLst>
                                  <p:childTnLst>
                                    <p:set>
                                      <p:cBhvr>
                                        <p:cTn id="274" dur="1" fill="hold">
                                          <p:stCondLst>
                                            <p:cond delay="0"/>
                                          </p:stCondLst>
                                        </p:cTn>
                                        <p:tgtEl>
                                          <p:spTgt spid="137"/>
                                        </p:tgtEl>
                                        <p:attrNameLst>
                                          <p:attrName>style.visibility</p:attrName>
                                        </p:attrNameLst>
                                      </p:cBhvr>
                                      <p:to>
                                        <p:strVal val="visible"/>
                                      </p:to>
                                    </p:set>
                                    <p:animEffect transition="in" filter="wipe(left)">
                                      <p:cBhvr>
                                        <p:cTn id="275" dur="1000"/>
                                        <p:tgtEl>
                                          <p:spTgt spid="137"/>
                                        </p:tgtEl>
                                      </p:cBhvr>
                                    </p:animEffect>
                                  </p:childTnLst>
                                </p:cTn>
                              </p:par>
                            </p:childTnLst>
                          </p:cTn>
                        </p:par>
                      </p:childTnLst>
                    </p:cTn>
                  </p:par>
                  <p:par>
                    <p:cTn id="276" fill="hold">
                      <p:stCondLst>
                        <p:cond delay="indefinite"/>
                      </p:stCondLst>
                      <p:childTnLst>
                        <p:par>
                          <p:cTn id="277" fill="hold">
                            <p:stCondLst>
                              <p:cond delay="0"/>
                            </p:stCondLst>
                            <p:childTnLst>
                              <p:par>
                                <p:cTn id="278" presetID="35" presetClass="path" presetSubtype="0" accel="50000" decel="50000" fill="hold" nodeType="clickEffect">
                                  <p:stCondLst>
                                    <p:cond delay="0"/>
                                  </p:stCondLst>
                                  <p:childTnLst>
                                    <p:animMotion origin="layout" path="M 0.22318 0.04144 L 0.13594 0.06806 " pathEditMode="relative" rAng="0" ptsTypes="AA">
                                      <p:cBhvr>
                                        <p:cTn id="279" dur="2000" fill="hold"/>
                                        <p:tgtEl>
                                          <p:spTgt spid="153"/>
                                        </p:tgtEl>
                                        <p:attrNameLst>
                                          <p:attrName>ppt_x</p:attrName>
                                          <p:attrName>ppt_y</p:attrName>
                                        </p:attrNameLst>
                                      </p:cBhvr>
                                      <p:rCtr x="-4362" y="1319"/>
                                    </p:animMotion>
                                  </p:childTnLst>
                                </p:cTn>
                              </p:par>
                            </p:childTnLst>
                          </p:cTn>
                        </p:par>
                        <p:par>
                          <p:cTn id="280" fill="hold">
                            <p:stCondLst>
                              <p:cond delay="2000"/>
                            </p:stCondLst>
                            <p:childTnLst>
                              <p:par>
                                <p:cTn id="281" presetID="22" presetClass="exit" presetSubtype="1" fill="hold" nodeType="afterEffect">
                                  <p:stCondLst>
                                    <p:cond delay="0"/>
                                  </p:stCondLst>
                                  <p:childTnLst>
                                    <p:animEffect transition="out" filter="wipe(up)">
                                      <p:cBhvr>
                                        <p:cTn id="282" dur="500"/>
                                        <p:tgtEl>
                                          <p:spTgt spid="137"/>
                                        </p:tgtEl>
                                      </p:cBhvr>
                                    </p:animEffect>
                                    <p:set>
                                      <p:cBhvr>
                                        <p:cTn id="283" dur="1" fill="hold">
                                          <p:stCondLst>
                                            <p:cond delay="499"/>
                                          </p:stCondLst>
                                        </p:cTn>
                                        <p:tgtEl>
                                          <p:spTgt spid="137"/>
                                        </p:tgtEl>
                                        <p:attrNameLst>
                                          <p:attrName>style.visibility</p:attrName>
                                        </p:attrNameLst>
                                      </p:cBhvr>
                                      <p:to>
                                        <p:strVal val="hidden"/>
                                      </p:to>
                                    </p:set>
                                  </p:childTnLst>
                                </p:cTn>
                              </p:par>
                            </p:childTnLst>
                          </p:cTn>
                        </p:par>
                        <p:par>
                          <p:cTn id="284" fill="hold">
                            <p:stCondLst>
                              <p:cond delay="2500"/>
                            </p:stCondLst>
                            <p:childTnLst>
                              <p:par>
                                <p:cTn id="285" presetID="22" presetClass="entr" presetSubtype="8" fill="hold" nodeType="afterEffect">
                                  <p:stCondLst>
                                    <p:cond delay="0"/>
                                  </p:stCondLst>
                                  <p:childTnLst>
                                    <p:set>
                                      <p:cBhvr>
                                        <p:cTn id="286" dur="1" fill="hold">
                                          <p:stCondLst>
                                            <p:cond delay="0"/>
                                          </p:stCondLst>
                                        </p:cTn>
                                        <p:tgtEl>
                                          <p:spTgt spid="157"/>
                                        </p:tgtEl>
                                        <p:attrNameLst>
                                          <p:attrName>style.visibility</p:attrName>
                                        </p:attrNameLst>
                                      </p:cBhvr>
                                      <p:to>
                                        <p:strVal val="visible"/>
                                      </p:to>
                                    </p:set>
                                    <p:animEffect transition="in" filter="wipe(left)">
                                      <p:cBhvr>
                                        <p:cTn id="287" dur="1000"/>
                                        <p:tgtEl>
                                          <p:spTgt spid="157"/>
                                        </p:tgtEl>
                                      </p:cBhvr>
                                    </p:animEffect>
                                  </p:childTnLst>
                                </p:cTn>
                              </p:par>
                            </p:childTnLst>
                          </p:cTn>
                        </p:par>
                      </p:childTnLst>
                    </p:cTn>
                  </p:par>
                  <p:par>
                    <p:cTn id="288" fill="hold">
                      <p:stCondLst>
                        <p:cond delay="indefinite"/>
                      </p:stCondLst>
                      <p:childTnLst>
                        <p:par>
                          <p:cTn id="289" fill="hold">
                            <p:stCondLst>
                              <p:cond delay="0"/>
                            </p:stCondLst>
                            <p:childTnLst>
                              <p:par>
                                <p:cTn id="290" presetID="32" presetClass="emph" presetSubtype="0" fill="hold" nodeType="clickEffect">
                                  <p:stCondLst>
                                    <p:cond delay="0"/>
                                  </p:stCondLst>
                                  <p:childTnLst>
                                    <p:animRot by="120000">
                                      <p:cBhvr>
                                        <p:cTn id="291" dur="100" fill="hold">
                                          <p:stCondLst>
                                            <p:cond delay="0"/>
                                          </p:stCondLst>
                                        </p:cTn>
                                        <p:tgtEl>
                                          <p:spTgt spid="157"/>
                                        </p:tgtEl>
                                        <p:attrNameLst>
                                          <p:attrName>r</p:attrName>
                                        </p:attrNameLst>
                                      </p:cBhvr>
                                    </p:animRot>
                                    <p:animRot by="-240000">
                                      <p:cBhvr>
                                        <p:cTn id="292" dur="200" fill="hold">
                                          <p:stCondLst>
                                            <p:cond delay="200"/>
                                          </p:stCondLst>
                                        </p:cTn>
                                        <p:tgtEl>
                                          <p:spTgt spid="157"/>
                                        </p:tgtEl>
                                        <p:attrNameLst>
                                          <p:attrName>r</p:attrName>
                                        </p:attrNameLst>
                                      </p:cBhvr>
                                    </p:animRot>
                                    <p:animRot by="240000">
                                      <p:cBhvr>
                                        <p:cTn id="293" dur="200" fill="hold">
                                          <p:stCondLst>
                                            <p:cond delay="400"/>
                                          </p:stCondLst>
                                        </p:cTn>
                                        <p:tgtEl>
                                          <p:spTgt spid="157"/>
                                        </p:tgtEl>
                                        <p:attrNameLst>
                                          <p:attrName>r</p:attrName>
                                        </p:attrNameLst>
                                      </p:cBhvr>
                                    </p:animRot>
                                    <p:animRot by="-240000">
                                      <p:cBhvr>
                                        <p:cTn id="294" dur="200" fill="hold">
                                          <p:stCondLst>
                                            <p:cond delay="600"/>
                                          </p:stCondLst>
                                        </p:cTn>
                                        <p:tgtEl>
                                          <p:spTgt spid="157"/>
                                        </p:tgtEl>
                                        <p:attrNameLst>
                                          <p:attrName>r</p:attrName>
                                        </p:attrNameLst>
                                      </p:cBhvr>
                                    </p:animRot>
                                    <p:animRot by="120000">
                                      <p:cBhvr>
                                        <p:cTn id="295" dur="200" fill="hold">
                                          <p:stCondLst>
                                            <p:cond delay="800"/>
                                          </p:stCondLst>
                                        </p:cTn>
                                        <p:tgtEl>
                                          <p:spTgt spid="157"/>
                                        </p:tgtEl>
                                        <p:attrNameLst>
                                          <p:attrName>r</p:attrName>
                                        </p:attrNameLst>
                                      </p:cBhvr>
                                    </p:animRot>
                                  </p:childTnLst>
                                </p:cTn>
                              </p:par>
                            </p:childTnLst>
                          </p:cTn>
                        </p:par>
                        <p:par>
                          <p:cTn id="296" fill="hold">
                            <p:stCondLst>
                              <p:cond delay="1000"/>
                            </p:stCondLst>
                            <p:childTnLst>
                              <p:par>
                                <p:cTn id="297" presetID="22" presetClass="exit" presetSubtype="1" fill="hold" nodeType="afterEffect">
                                  <p:stCondLst>
                                    <p:cond delay="0"/>
                                  </p:stCondLst>
                                  <p:childTnLst>
                                    <p:animEffect transition="out" filter="wipe(up)">
                                      <p:cBhvr>
                                        <p:cTn id="298" dur="500"/>
                                        <p:tgtEl>
                                          <p:spTgt spid="157"/>
                                        </p:tgtEl>
                                      </p:cBhvr>
                                    </p:animEffect>
                                    <p:set>
                                      <p:cBhvr>
                                        <p:cTn id="299" dur="1" fill="hold">
                                          <p:stCondLst>
                                            <p:cond delay="499"/>
                                          </p:stCondLst>
                                        </p:cTn>
                                        <p:tgtEl>
                                          <p:spTgt spid="157"/>
                                        </p:tgtEl>
                                        <p:attrNameLst>
                                          <p:attrName>style.visibility</p:attrName>
                                        </p:attrNameLst>
                                      </p:cBhvr>
                                      <p:to>
                                        <p:strVal val="hidden"/>
                                      </p:to>
                                    </p:set>
                                  </p:childTnLst>
                                </p:cTn>
                              </p:par>
                            </p:childTnLst>
                          </p:cTn>
                        </p:par>
                        <p:par>
                          <p:cTn id="300" fill="hold">
                            <p:stCondLst>
                              <p:cond delay="1500"/>
                            </p:stCondLst>
                            <p:childTnLst>
                              <p:par>
                                <p:cTn id="301" presetID="22" presetClass="entr" presetSubtype="8" fill="hold" nodeType="afterEffect">
                                  <p:stCondLst>
                                    <p:cond delay="0"/>
                                  </p:stCondLst>
                                  <p:childTnLst>
                                    <p:set>
                                      <p:cBhvr>
                                        <p:cTn id="302" dur="1" fill="hold">
                                          <p:stCondLst>
                                            <p:cond delay="0"/>
                                          </p:stCondLst>
                                        </p:cTn>
                                        <p:tgtEl>
                                          <p:spTgt spid="164"/>
                                        </p:tgtEl>
                                        <p:attrNameLst>
                                          <p:attrName>style.visibility</p:attrName>
                                        </p:attrNameLst>
                                      </p:cBhvr>
                                      <p:to>
                                        <p:strVal val="visible"/>
                                      </p:to>
                                    </p:set>
                                    <p:animEffect transition="in" filter="wipe(left)">
                                      <p:cBhvr>
                                        <p:cTn id="303" dur="1000"/>
                                        <p:tgtEl>
                                          <p:spTgt spid="164"/>
                                        </p:tgtEl>
                                      </p:cBhvr>
                                    </p:animEffect>
                                  </p:childTnLst>
                                </p:cTn>
                              </p:par>
                            </p:childTnLst>
                          </p:cTn>
                        </p:par>
                      </p:childTnLst>
                    </p:cTn>
                  </p:par>
                  <p:par>
                    <p:cTn id="304" fill="hold">
                      <p:stCondLst>
                        <p:cond delay="indefinite"/>
                      </p:stCondLst>
                      <p:childTnLst>
                        <p:par>
                          <p:cTn id="305" fill="hold">
                            <p:stCondLst>
                              <p:cond delay="0"/>
                            </p:stCondLst>
                            <p:childTnLst>
                              <p:par>
                                <p:cTn id="306" presetID="22" presetClass="entr" presetSubtype="8" fill="hold" nodeType="clickEffect">
                                  <p:stCondLst>
                                    <p:cond delay="0"/>
                                  </p:stCondLst>
                                  <p:childTnLst>
                                    <p:set>
                                      <p:cBhvr>
                                        <p:cTn id="307" dur="1" fill="hold">
                                          <p:stCondLst>
                                            <p:cond delay="0"/>
                                          </p:stCondLst>
                                        </p:cTn>
                                        <p:tgtEl>
                                          <p:spTgt spid="143"/>
                                        </p:tgtEl>
                                        <p:attrNameLst>
                                          <p:attrName>style.visibility</p:attrName>
                                        </p:attrNameLst>
                                      </p:cBhvr>
                                      <p:to>
                                        <p:strVal val="visible"/>
                                      </p:to>
                                    </p:set>
                                    <p:animEffect transition="in" filter="wipe(left)">
                                      <p:cBhvr>
                                        <p:cTn id="308" dur="2000"/>
                                        <p:tgtEl>
                                          <p:spTgt spid="143"/>
                                        </p:tgtEl>
                                      </p:cBhvr>
                                    </p:animEffect>
                                  </p:childTnLst>
                                </p:cTn>
                              </p:par>
                            </p:childTnLst>
                          </p:cTn>
                        </p:par>
                        <p:par>
                          <p:cTn id="309" fill="hold">
                            <p:stCondLst>
                              <p:cond delay="2000"/>
                            </p:stCondLst>
                            <p:childTnLst>
                              <p:par>
                                <p:cTn id="310" presetID="26" presetClass="emph" presetSubtype="0" fill="hold" nodeType="afterEffect">
                                  <p:stCondLst>
                                    <p:cond delay="0"/>
                                  </p:stCondLst>
                                  <p:childTnLst>
                                    <p:animEffect transition="out" filter="fade">
                                      <p:cBhvr>
                                        <p:cTn id="311" dur="1000" tmFilter="0, 0; .2, .5; .8, .5; 1, 0"/>
                                        <p:tgtEl>
                                          <p:spTgt spid="5"/>
                                        </p:tgtEl>
                                      </p:cBhvr>
                                    </p:animEffect>
                                    <p:animScale>
                                      <p:cBhvr>
                                        <p:cTn id="312" dur="500" autoRev="1" fill="hold"/>
                                        <p:tgtEl>
                                          <p:spTgt spid="5"/>
                                        </p:tgtEl>
                                      </p:cBhvr>
                                      <p:by x="105000" y="105000"/>
                                    </p:animScale>
                                  </p:childTnLst>
                                </p:cTn>
                              </p:par>
                            </p:childTnLst>
                          </p:cTn>
                        </p:par>
                        <p:par>
                          <p:cTn id="313" fill="hold">
                            <p:stCondLst>
                              <p:cond delay="3000"/>
                            </p:stCondLst>
                            <p:childTnLst>
                              <p:par>
                                <p:cTn id="314" presetID="22" presetClass="exit" presetSubtype="1" fill="hold" nodeType="afterEffect">
                                  <p:stCondLst>
                                    <p:cond delay="0"/>
                                  </p:stCondLst>
                                  <p:childTnLst>
                                    <p:animEffect transition="out" filter="wipe(up)">
                                      <p:cBhvr>
                                        <p:cTn id="315" dur="500"/>
                                        <p:tgtEl>
                                          <p:spTgt spid="164"/>
                                        </p:tgtEl>
                                      </p:cBhvr>
                                    </p:animEffect>
                                    <p:set>
                                      <p:cBhvr>
                                        <p:cTn id="316" dur="1" fill="hold">
                                          <p:stCondLst>
                                            <p:cond delay="499"/>
                                          </p:stCondLst>
                                        </p:cTn>
                                        <p:tgtEl>
                                          <p:spTgt spid="164"/>
                                        </p:tgtEl>
                                        <p:attrNameLst>
                                          <p:attrName>style.visibility</p:attrName>
                                        </p:attrNameLst>
                                      </p:cBhvr>
                                      <p:to>
                                        <p:strVal val="hidden"/>
                                      </p:to>
                                    </p:set>
                                  </p:childTnLst>
                                </p:cTn>
                              </p:par>
                            </p:childTnLst>
                          </p:cTn>
                        </p:par>
                        <p:par>
                          <p:cTn id="317" fill="hold">
                            <p:stCondLst>
                              <p:cond delay="3500"/>
                            </p:stCondLst>
                            <p:childTnLst>
                              <p:par>
                                <p:cTn id="318" presetID="22" presetClass="entr" presetSubtype="8" fill="hold" nodeType="afterEffect">
                                  <p:stCondLst>
                                    <p:cond delay="0"/>
                                  </p:stCondLst>
                                  <p:childTnLst>
                                    <p:set>
                                      <p:cBhvr>
                                        <p:cTn id="319" dur="1" fill="hold">
                                          <p:stCondLst>
                                            <p:cond delay="0"/>
                                          </p:stCondLst>
                                        </p:cTn>
                                        <p:tgtEl>
                                          <p:spTgt spid="56"/>
                                        </p:tgtEl>
                                        <p:attrNameLst>
                                          <p:attrName>style.visibility</p:attrName>
                                        </p:attrNameLst>
                                      </p:cBhvr>
                                      <p:to>
                                        <p:strVal val="visible"/>
                                      </p:to>
                                    </p:set>
                                    <p:animEffect transition="in" filter="wipe(left)">
                                      <p:cBhvr>
                                        <p:cTn id="320" dur="1000"/>
                                        <p:tgtEl>
                                          <p:spTgt spid="56"/>
                                        </p:tgtEl>
                                      </p:cBhvr>
                                    </p:animEffect>
                                  </p:childTnLst>
                                </p:cTn>
                              </p:par>
                            </p:childTnLst>
                          </p:cTn>
                        </p:par>
                      </p:childTnLst>
                    </p:cTn>
                  </p:par>
                  <p:par>
                    <p:cTn id="321" fill="hold">
                      <p:stCondLst>
                        <p:cond delay="indefinite"/>
                      </p:stCondLst>
                      <p:childTnLst>
                        <p:par>
                          <p:cTn id="322" fill="hold">
                            <p:stCondLst>
                              <p:cond delay="0"/>
                            </p:stCondLst>
                            <p:childTnLst>
                              <p:par>
                                <p:cTn id="323" presetID="22" presetClass="exit" presetSubtype="1" fill="hold" nodeType="clickEffect">
                                  <p:stCondLst>
                                    <p:cond delay="0"/>
                                  </p:stCondLst>
                                  <p:childTnLst>
                                    <p:animEffect transition="out" filter="wipe(up)">
                                      <p:cBhvr>
                                        <p:cTn id="324" dur="500"/>
                                        <p:tgtEl>
                                          <p:spTgt spid="56"/>
                                        </p:tgtEl>
                                      </p:cBhvr>
                                    </p:animEffect>
                                    <p:set>
                                      <p:cBhvr>
                                        <p:cTn id="325" dur="1" fill="hold">
                                          <p:stCondLst>
                                            <p:cond delay="499"/>
                                          </p:stCondLst>
                                        </p:cTn>
                                        <p:tgtEl>
                                          <p:spTgt spid="56"/>
                                        </p:tgtEl>
                                        <p:attrNameLst>
                                          <p:attrName>style.visibility</p:attrName>
                                        </p:attrNameLst>
                                      </p:cBhvr>
                                      <p:to>
                                        <p:strVal val="hidden"/>
                                      </p:to>
                                    </p:set>
                                  </p:childTnLst>
                                </p:cTn>
                              </p:par>
                            </p:childTnLst>
                          </p:cTn>
                        </p:par>
                        <p:par>
                          <p:cTn id="326" fill="hold">
                            <p:stCondLst>
                              <p:cond delay="500"/>
                            </p:stCondLst>
                            <p:childTnLst>
                              <p:par>
                                <p:cTn id="327" presetID="1" presetClass="entr" presetSubtype="0" fill="hold" grpId="0" nodeType="afterEffect">
                                  <p:stCondLst>
                                    <p:cond delay="0"/>
                                  </p:stCondLst>
                                  <p:childTnLst>
                                    <p:set>
                                      <p:cBhvr>
                                        <p:cTn id="328" dur="1" fill="hold">
                                          <p:stCondLst>
                                            <p:cond delay="0"/>
                                          </p:stCondLst>
                                        </p:cTn>
                                        <p:tgtEl>
                                          <p:spTgt spid="139"/>
                                        </p:tgtEl>
                                        <p:attrNameLst>
                                          <p:attrName>style.visibility</p:attrName>
                                        </p:attrNameLst>
                                      </p:cBhvr>
                                      <p:to>
                                        <p:strVal val="visible"/>
                                      </p:to>
                                    </p:set>
                                  </p:childTnLst>
                                </p:cTn>
                              </p:par>
                            </p:childTnLst>
                          </p:cTn>
                        </p:par>
                        <p:par>
                          <p:cTn id="329" fill="hold">
                            <p:stCondLst>
                              <p:cond delay="500"/>
                            </p:stCondLst>
                            <p:childTnLst>
                              <p:par>
                                <p:cTn id="330" presetID="35" presetClass="path" presetSubtype="0" accel="50000" decel="50000" fill="hold" grpId="1" nodeType="afterEffect">
                                  <p:stCondLst>
                                    <p:cond delay="0"/>
                                  </p:stCondLst>
                                  <p:childTnLst>
                                    <p:animMotion origin="layout" path="M -3.75E-6 4.07407E-6 L -0.37786 -0.26204 " pathEditMode="relative" rAng="0" ptsTypes="AA">
                                      <p:cBhvr>
                                        <p:cTn id="331" dur="2000" fill="hold"/>
                                        <p:tgtEl>
                                          <p:spTgt spid="139"/>
                                        </p:tgtEl>
                                        <p:attrNameLst>
                                          <p:attrName>ppt_x</p:attrName>
                                          <p:attrName>ppt_y</p:attrName>
                                        </p:attrNameLst>
                                      </p:cBhvr>
                                      <p:rCtr x="-18893" y="-1310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145" grpId="0" animBg="1"/>
      <p:bldP spid="150" grpId="0"/>
      <p:bldP spid="152" grpId="0"/>
      <p:bldP spid="152" grpId="1"/>
      <p:bldP spid="159" grpId="0"/>
      <p:bldP spid="166" grpId="0"/>
      <p:bldP spid="166" grpId="1"/>
      <p:bldP spid="4" grpId="0"/>
      <p:bldP spid="138" grpId="0"/>
      <p:bldP spid="139" grpId="0"/>
      <p:bldP spid="139"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43C5669-18E7-9E39-A80C-65FB808B7585}"/>
              </a:ext>
            </a:extLst>
          </p:cNvPr>
          <p:cNvSpPr>
            <a:spLocks noGrp="1"/>
          </p:cNvSpPr>
          <p:nvPr>
            <p:ph type="sldNum" sz="quarter" idx="12"/>
          </p:nvPr>
        </p:nvSpPr>
        <p:spPr/>
        <p:txBody>
          <a:bodyPr/>
          <a:lstStyle/>
          <a:p>
            <a:fld id="{D7C0FE0B-717B-41AE-9FA2-CA4BF851D1C3}" type="slidenum">
              <a:rPr lang="zh-CN" altLang="en-US" smtClean="0"/>
              <a:t>47</a:t>
            </a:fld>
            <a:endParaRPr lang="zh-CN" altLang="en-US"/>
          </a:p>
        </p:txBody>
      </p:sp>
      <p:sp>
        <p:nvSpPr>
          <p:cNvPr id="4" name="文本框 3">
            <a:extLst>
              <a:ext uri="{FF2B5EF4-FFF2-40B4-BE49-F238E27FC236}">
                <a16:creationId xmlns:a16="http://schemas.microsoft.com/office/drawing/2014/main" id="{D1C966C6-89A3-5012-5DB3-9CB3BB955AD7}"/>
              </a:ext>
            </a:extLst>
          </p:cNvPr>
          <p:cNvSpPr txBox="1"/>
          <p:nvPr/>
        </p:nvSpPr>
        <p:spPr>
          <a:xfrm>
            <a:off x="1208124" y="242669"/>
            <a:ext cx="3565894" cy="461665"/>
          </a:xfrm>
          <a:prstGeom prst="rect">
            <a:avLst/>
          </a:prstGeom>
          <a:noFill/>
        </p:spPr>
        <p:txBody>
          <a:bodyPr wrap="square">
            <a:spAutoFit/>
          </a:bodyPr>
          <a:lstStyle/>
          <a:p>
            <a:pPr marL="108000">
              <a:spcBef>
                <a:spcPts val="1400"/>
              </a:spcBef>
              <a:spcAft>
                <a:spcPts val="1450"/>
              </a:spcAft>
              <a:buNone/>
            </a:pPr>
            <a:r>
              <a:rPr lang="en-US" altLang="zh-CN" sz="2400" b="0"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rPr>
              <a:t>2. </a:t>
            </a:r>
            <a:r>
              <a:rPr lang="zh-CN" altLang="zh-CN" sz="2400" b="0"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rPr>
              <a:t>跳跃表的插入和删除</a:t>
            </a:r>
            <a:endParaRPr lang="zh-CN" altLang="zh-CN" sz="2400" b="1"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49C21311-C577-9A4C-B6B4-FCA7532CB11F}"/>
              </a:ext>
            </a:extLst>
          </p:cNvPr>
          <p:cNvSpPr txBox="1"/>
          <p:nvPr/>
        </p:nvSpPr>
        <p:spPr>
          <a:xfrm>
            <a:off x="409354" y="883403"/>
            <a:ext cx="5284381" cy="3255186"/>
          </a:xfrm>
          <a:prstGeom prst="rect">
            <a:avLst/>
          </a:prstGeom>
          <a:noFill/>
        </p:spPr>
        <p:txBody>
          <a:bodyPr wrap="square">
            <a:spAutoFit/>
          </a:bodyPr>
          <a:lstStyle/>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在跳跃表中插入一个新结点时，首要任务是确定该结点的指针层数。所有结点至少有一个指针。按照图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9.29(b)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所示，如果每</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个结点中就有一个结点的指针至少是两个，则我们可以在第</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层上每次跳过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个结点，不断地迭代，直到每</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i="1" kern="100" baseline="30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个结点中，就有一个结点至少有</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个指针。</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为使结点具有这种性质，可使用一个以概率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1800" i="1" kern="100" baseline="30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返回</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的值的函数</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randTopLV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进行新结点的层数随机化。用返回的随机层数</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，创建一个具有</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指针的新结点。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9FC73700-6083-6812-EAD5-D39E432002D1}"/>
              </a:ext>
            </a:extLst>
          </p:cNvPr>
          <p:cNvSpPr txBox="1"/>
          <p:nvPr/>
        </p:nvSpPr>
        <p:spPr>
          <a:xfrm>
            <a:off x="5960877" y="883403"/>
            <a:ext cx="5821769" cy="3255186"/>
          </a:xfrm>
          <a:prstGeom prst="rect">
            <a:avLst/>
          </a:prstGeom>
          <a:noFill/>
        </p:spPr>
        <p:txBody>
          <a:bodyPr wrap="square">
            <a:spAutoFit/>
          </a:bodyPr>
          <a:lstStyle/>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9.30(a)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所示的跳跃表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插入</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88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，结果如图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9.30(b)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如何实现在跳跃表的插入具体操作呢？和二叉排序树类似，要先进行查找，确定表中不存在要插入的关键字，才能实施插入。但是，二叉排序树只有一个插入点，而跳跃表要在多层链表插入同一个结点，而且查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层链表才能确认该关键字不存在，此时才能新建结点并逐层插入。算法</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9.24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采用指针数组</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r[0..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maxLVnum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，在各层有序链表的查找中保存了插入位置的前驱指针。在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层链表确认关键字不存在后，新建具有随机层数的结点，并按其层数，用数组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辅助实现相应各层的插入。</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4843B651-607E-001C-5148-C9D93DC4B3B2}"/>
              </a:ext>
            </a:extLst>
          </p:cNvPr>
          <p:cNvSpPr txBox="1"/>
          <p:nvPr/>
        </p:nvSpPr>
        <p:spPr>
          <a:xfrm>
            <a:off x="520994" y="4317658"/>
            <a:ext cx="10997611" cy="2072875"/>
          </a:xfrm>
          <a:prstGeom prst="rect">
            <a:avLst/>
          </a:prstGeom>
          <a:solidFill>
            <a:schemeClr val="tx2">
              <a:lumMod val="10000"/>
              <a:lumOff val="90000"/>
            </a:schemeClr>
          </a:solidFill>
        </p:spPr>
        <p:txBody>
          <a:bodyPr wrap="square">
            <a:spAutoFit/>
          </a:bodyPr>
          <a:lstStyle/>
          <a:p>
            <a:pPr marL="72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randTopLV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按既定概率获取新结点的层数</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72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r = rand();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产生随机数</a:t>
            </a:r>
          </a:p>
          <a:p>
            <a:pPr marL="72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 j=2;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maxLVnum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j+=j)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j=2,4,8,16,...</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(r &gt;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RAND_MAX</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/j)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break</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按</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1/2, 1/4, 1/8, 1/16...</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概率定</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1,2,3,4...</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层数</a:t>
            </a:r>
          </a:p>
          <a:p>
            <a:pPr marL="72000" algn="just">
              <a:lnSpc>
                <a:spcPct val="120000"/>
              </a:lnSpc>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返回新结点的层数</a:t>
            </a:r>
          </a:p>
          <a:p>
            <a:pPr marL="72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61811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7FA7E44C-BA6D-F924-AF47-7790412E00F3}"/>
              </a:ext>
            </a:extLst>
          </p:cNvPr>
          <p:cNvSpPr/>
          <p:nvPr/>
        </p:nvSpPr>
        <p:spPr>
          <a:xfrm>
            <a:off x="708387" y="1296419"/>
            <a:ext cx="10333523" cy="2243470"/>
          </a:xfrm>
          <a:prstGeom prst="roundRect">
            <a:avLst/>
          </a:prstGeom>
          <a:solidFill>
            <a:srgbClr val="FFFAEB"/>
          </a:solid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3E8B6DBA-83A4-33B0-14E8-26DE4580E9E7}"/>
              </a:ext>
            </a:extLst>
          </p:cNvPr>
          <p:cNvSpPr>
            <a:spLocks noGrp="1"/>
          </p:cNvSpPr>
          <p:nvPr>
            <p:ph type="sldNum" sz="quarter" idx="12"/>
          </p:nvPr>
        </p:nvSpPr>
        <p:spPr>
          <a:xfrm>
            <a:off x="9205676" y="6474676"/>
            <a:ext cx="2743200" cy="365125"/>
          </a:xfrm>
        </p:spPr>
        <p:txBody>
          <a:bodyPr/>
          <a:lstStyle/>
          <a:p>
            <a:fld id="{D7C0FE0B-717B-41AE-9FA2-CA4BF851D1C3}" type="slidenum">
              <a:rPr lang="zh-CN" altLang="en-US" smtClean="0"/>
              <a:t>48</a:t>
            </a:fld>
            <a:endParaRPr lang="zh-CN" altLang="en-US"/>
          </a:p>
        </p:txBody>
      </p:sp>
      <p:sp>
        <p:nvSpPr>
          <p:cNvPr id="4" name="文本框 3">
            <a:extLst>
              <a:ext uri="{FF2B5EF4-FFF2-40B4-BE49-F238E27FC236}">
                <a16:creationId xmlns:a16="http://schemas.microsoft.com/office/drawing/2014/main" id="{9D187548-7F62-5C62-ACBE-9EE49079F6A0}"/>
              </a:ext>
            </a:extLst>
          </p:cNvPr>
          <p:cNvSpPr txBox="1"/>
          <p:nvPr/>
        </p:nvSpPr>
        <p:spPr>
          <a:xfrm>
            <a:off x="495741" y="699729"/>
            <a:ext cx="11391900" cy="2862322"/>
          </a:xfrm>
          <a:prstGeom prst="rect">
            <a:avLst/>
          </a:prstGeom>
          <a:noFill/>
        </p:spPr>
        <p:txBody>
          <a:bodyPr wrap="square">
            <a:spAutoFit/>
          </a:bodyPr>
          <a:lstStyle/>
          <a:p>
            <a:pPr marL="36000" algn="just"/>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Status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InsertSL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SkipList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ValueType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value)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算法 </a:t>
            </a:r>
            <a:r>
              <a:rPr lang="en-US" altLang="zh-CN"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9.24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非递归插入</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*p, *q, *x;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lv;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*r[</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maxLVnum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q =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-&gt;header;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q</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指向头结点，用指针数组</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r[0..</a:t>
            </a:r>
            <a:r>
              <a:rPr lang="en-US" altLang="zh-CN" sz="1800"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maxLVnum</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辅助插入</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 (lv = </a:t>
            </a:r>
            <a:r>
              <a:rPr lang="en-US" altLang="zh-CN" sz="1800" kern="10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maxLVnum</a:t>
            </a:r>
            <a:r>
              <a:rPr lang="en-US" altLang="zh-CN" sz="1800"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-1; lv&gt;=0; lv--) r[lv] = q;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r</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的各层指针均指向头结点</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(lv =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 lv &gt;= 0; lv--)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自上而下逐层保序插入</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p = q-&gt;next[lv];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p</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q</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结点在</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lv</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层的后继结点</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&gt; p-&gt;key)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latin typeface="Courier New" panose="02070309020205020404" pitchFamily="49" charset="0"/>
                <a:cs typeface="Times New Roman" panose="02020603050405020304" pitchFamily="18" charset="0"/>
              </a:rPr>
              <a:t>q = p;   p = p-&gt;next[lv];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latin typeface="Courier New" panose="02070309020205020404" pitchFamily="49" charset="0"/>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查找插入位置</a:t>
            </a:r>
          </a:p>
          <a:p>
            <a:pPr marL="36000"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 p-&gt;key)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FALSE;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若已存在，则不重复插入</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r[lv] = q;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r[lv]</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保存指向</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lv</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层插入位置前驱结点的指针</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for</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循环结束时，</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r</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各指针分别指向各层链表插入位置的前驱结点</a:t>
            </a:r>
          </a:p>
        </p:txBody>
      </p:sp>
      <p:sp>
        <p:nvSpPr>
          <p:cNvPr id="5" name="文本框 4">
            <a:extLst>
              <a:ext uri="{FF2B5EF4-FFF2-40B4-BE49-F238E27FC236}">
                <a16:creationId xmlns:a16="http://schemas.microsoft.com/office/drawing/2014/main" id="{270C263E-5FBC-F042-B570-59A92F7E94F8}"/>
              </a:ext>
            </a:extLst>
          </p:cNvPr>
          <p:cNvSpPr txBox="1"/>
          <p:nvPr/>
        </p:nvSpPr>
        <p:spPr>
          <a:xfrm>
            <a:off x="1208124" y="242669"/>
            <a:ext cx="2167713" cy="461665"/>
          </a:xfrm>
          <a:prstGeom prst="rect">
            <a:avLst/>
          </a:prstGeom>
          <a:noFill/>
        </p:spPr>
        <p:txBody>
          <a:bodyPr wrap="square">
            <a:spAutoFit/>
          </a:bodyPr>
          <a:lstStyle/>
          <a:p>
            <a:pPr marL="108000">
              <a:spcBef>
                <a:spcPts val="1400"/>
              </a:spcBef>
              <a:spcAft>
                <a:spcPts val="1450"/>
              </a:spcAft>
              <a:buNone/>
            </a:pPr>
            <a:r>
              <a:rPr lang="zh-CN" altLang="zh-CN" sz="2400" b="0"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rPr>
              <a:t>跳跃表的插入</a:t>
            </a:r>
            <a:endParaRPr lang="zh-CN" altLang="zh-CN" sz="2400" b="1"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7" name="文本框 6">
            <a:extLst>
              <a:ext uri="{FF2B5EF4-FFF2-40B4-BE49-F238E27FC236}">
                <a16:creationId xmlns:a16="http://schemas.microsoft.com/office/drawing/2014/main" id="{90ED98A7-0D78-082D-DE01-61DD26E4252D}"/>
              </a:ext>
            </a:extLst>
          </p:cNvPr>
          <p:cNvSpPr txBox="1"/>
          <p:nvPr/>
        </p:nvSpPr>
        <p:spPr>
          <a:xfrm>
            <a:off x="314987" y="1439959"/>
            <a:ext cx="361507" cy="1818168"/>
          </a:xfrm>
          <a:prstGeom prst="rect">
            <a:avLst/>
          </a:prstGeom>
          <a:noFill/>
        </p:spPr>
        <p:txBody>
          <a:bodyPr wrap="square" rtlCol="0">
            <a:spAutoFit/>
          </a:bodyPr>
          <a:lstStyle/>
          <a:p>
            <a:r>
              <a:rPr lang="zh-CN" altLang="en-US" b="1" dirty="0">
                <a:solidFill>
                  <a:srgbClr val="FF0000"/>
                </a:solidFill>
                <a:latin typeface="+mj-ea"/>
                <a:ea typeface="+mj-ea"/>
              </a:rPr>
              <a:t>查找插入位置</a:t>
            </a:r>
          </a:p>
        </p:txBody>
      </p:sp>
      <p:sp>
        <p:nvSpPr>
          <p:cNvPr id="10" name="文本框 9">
            <a:extLst>
              <a:ext uri="{FF2B5EF4-FFF2-40B4-BE49-F238E27FC236}">
                <a16:creationId xmlns:a16="http://schemas.microsoft.com/office/drawing/2014/main" id="{EB3C7871-D88F-520D-32ED-A0303CC18AFB}"/>
              </a:ext>
            </a:extLst>
          </p:cNvPr>
          <p:cNvSpPr txBox="1"/>
          <p:nvPr/>
        </p:nvSpPr>
        <p:spPr>
          <a:xfrm>
            <a:off x="11127186" y="1434689"/>
            <a:ext cx="927241" cy="1754326"/>
          </a:xfrm>
          <a:prstGeom prst="rect">
            <a:avLst/>
          </a:prstGeom>
          <a:noFill/>
        </p:spPr>
        <p:txBody>
          <a:bodyPr wrap="square" rtlCol="0">
            <a:spAutoFit/>
          </a:bodyPr>
          <a:lstStyle/>
          <a:p>
            <a:r>
              <a:rPr lang="zh-CN" altLang="en-US" b="1" dirty="0">
                <a:solidFill>
                  <a:srgbClr val="00B0F0"/>
                </a:solidFill>
                <a:latin typeface="+mj-ea"/>
                <a:ea typeface="+mj-ea"/>
              </a:rPr>
              <a:t>比</a:t>
            </a:r>
            <a:r>
              <a:rPr lang="zh-CN" altLang="en-US" b="1" dirty="0">
                <a:solidFill>
                  <a:srgbClr val="C00000"/>
                </a:solidFill>
                <a:latin typeface="+mj-ea"/>
                <a:ea typeface="+mj-ea"/>
              </a:rPr>
              <a:t>算法</a:t>
            </a:r>
            <a:r>
              <a:rPr lang="en-US" altLang="zh-CN" b="1" dirty="0">
                <a:solidFill>
                  <a:srgbClr val="C00000"/>
                </a:solidFill>
                <a:latin typeface="+mj-ea"/>
                <a:ea typeface="+mj-ea"/>
              </a:rPr>
              <a:t>9.23</a:t>
            </a:r>
            <a:r>
              <a:rPr lang="zh-CN" altLang="en-US" b="1" dirty="0">
                <a:solidFill>
                  <a:srgbClr val="00B0F0"/>
                </a:solidFill>
                <a:latin typeface="+mj-ea"/>
                <a:ea typeface="+mj-ea"/>
              </a:rPr>
              <a:t>增加了红色两行</a:t>
            </a:r>
            <a:r>
              <a:rPr lang="en-US" altLang="zh-CN" b="1" dirty="0">
                <a:solidFill>
                  <a:srgbClr val="00B0F0"/>
                </a:solidFill>
                <a:latin typeface="+mj-ea"/>
                <a:ea typeface="+mj-ea"/>
              </a:rPr>
              <a:t>,</a:t>
            </a:r>
            <a:r>
              <a:rPr lang="zh-CN" altLang="en-US" b="1" dirty="0">
                <a:solidFill>
                  <a:srgbClr val="00B0F0"/>
                </a:solidFill>
                <a:latin typeface="+mj-ea"/>
                <a:ea typeface="+mj-ea"/>
              </a:rPr>
              <a:t>辅助插入定位</a:t>
            </a:r>
          </a:p>
        </p:txBody>
      </p:sp>
      <p:cxnSp>
        <p:nvCxnSpPr>
          <p:cNvPr id="12" name="直接连接符 11">
            <a:extLst>
              <a:ext uri="{FF2B5EF4-FFF2-40B4-BE49-F238E27FC236}">
                <a16:creationId xmlns:a16="http://schemas.microsoft.com/office/drawing/2014/main" id="{2EE3D454-BA74-C694-83E0-4378993B12B5}"/>
              </a:ext>
            </a:extLst>
          </p:cNvPr>
          <p:cNvCxnSpPr/>
          <p:nvPr/>
        </p:nvCxnSpPr>
        <p:spPr>
          <a:xfrm>
            <a:off x="893135" y="1838679"/>
            <a:ext cx="6140303"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3" name="直接连接符 12">
            <a:extLst>
              <a:ext uri="{FF2B5EF4-FFF2-40B4-BE49-F238E27FC236}">
                <a16:creationId xmlns:a16="http://schemas.microsoft.com/office/drawing/2014/main" id="{445878A2-9B05-A2BF-8824-907D3CE933A4}"/>
              </a:ext>
            </a:extLst>
          </p:cNvPr>
          <p:cNvCxnSpPr>
            <a:cxnSpLocks/>
          </p:cNvCxnSpPr>
          <p:nvPr/>
        </p:nvCxnSpPr>
        <p:spPr>
          <a:xfrm>
            <a:off x="1146544" y="3224456"/>
            <a:ext cx="1378689"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5CCD410E-EFFF-127D-C12E-645448E55505}"/>
              </a:ext>
            </a:extLst>
          </p:cNvPr>
          <p:cNvSpPr txBox="1"/>
          <p:nvPr/>
        </p:nvSpPr>
        <p:spPr>
          <a:xfrm>
            <a:off x="629319" y="3539889"/>
            <a:ext cx="10865377" cy="2308324"/>
          </a:xfrm>
          <a:prstGeom prst="rect">
            <a:avLst/>
          </a:prstGeom>
          <a:noFill/>
        </p:spPr>
        <p:txBody>
          <a:bodyPr wrap="square">
            <a:spAutoFit/>
          </a:bodyPr>
          <a:lstStyle/>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x =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newNode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(key, value,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rand</a:t>
            </a:r>
            <a:r>
              <a:rPr lang="en-US" altLang="zh-CN" sz="1800" kern="100" dirty="0" err="1">
                <a:solidFill>
                  <a:srgbClr val="EE0000"/>
                </a:solidFill>
                <a:effectLst/>
                <a:latin typeface="Courier New" panose="02070309020205020404" pitchFamily="49" charset="0"/>
                <a:ea typeface="宋体" panose="02010600030101010101" pitchFamily="2" charset="-122"/>
                <a:cs typeface="Times New Roman" panose="02020603050405020304" pitchFamily="18" charset="0"/>
              </a:rPr>
              <a:t>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按预设概率获取层数新建结点</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(lv = 0; lv &lt;= x-&gt;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 lv++)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把新结点插入在相应各层链表</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x-&gt;next[lv] = r[lv]-&gt;next[lv];</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r[lv]-&gt;next[lv] = x;</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(x-&gt;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&gt;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x-&gt;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lvNum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检查是否更新表的结点最大层数</a:t>
            </a:r>
          </a:p>
          <a:p>
            <a:pPr marL="360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-&gt;length++;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TRUE;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表长度加</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，完成插入</a:t>
            </a:r>
          </a:p>
          <a:p>
            <a:pPr marL="36000"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en-US" dirty="0"/>
          </a:p>
        </p:txBody>
      </p:sp>
      <p:sp>
        <p:nvSpPr>
          <p:cNvPr id="15" name="矩形 14">
            <a:extLst>
              <a:ext uri="{FF2B5EF4-FFF2-40B4-BE49-F238E27FC236}">
                <a16:creationId xmlns:a16="http://schemas.microsoft.com/office/drawing/2014/main" id="{5F222342-F448-222F-95C0-BB57574A77CA}"/>
              </a:ext>
            </a:extLst>
          </p:cNvPr>
          <p:cNvSpPr/>
          <p:nvPr/>
        </p:nvSpPr>
        <p:spPr>
          <a:xfrm>
            <a:off x="-1394" y="3705715"/>
            <a:ext cx="12192000" cy="3136605"/>
          </a:xfrm>
          <a:prstGeom prst="rect">
            <a:avLst/>
          </a:prstGeom>
          <a:solidFill>
            <a:srgbClr val="FFFF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a:extLst>
              <a:ext uri="{FF2B5EF4-FFF2-40B4-BE49-F238E27FC236}">
                <a16:creationId xmlns:a16="http://schemas.microsoft.com/office/drawing/2014/main" id="{CA8ED6A3-E099-5120-0F9A-A34523481680}"/>
              </a:ext>
            </a:extLst>
          </p:cNvPr>
          <p:cNvGrpSpPr/>
          <p:nvPr/>
        </p:nvGrpSpPr>
        <p:grpSpPr>
          <a:xfrm>
            <a:off x="7775335" y="5548071"/>
            <a:ext cx="264137" cy="544667"/>
            <a:chOff x="8200328" y="4253482"/>
            <a:chExt cx="264137" cy="544667"/>
          </a:xfrm>
        </p:grpSpPr>
        <p:sp>
          <p:nvSpPr>
            <p:cNvPr id="17" name="文本框 16">
              <a:extLst>
                <a:ext uri="{FF2B5EF4-FFF2-40B4-BE49-F238E27FC236}">
                  <a16:creationId xmlns:a16="http://schemas.microsoft.com/office/drawing/2014/main" id="{594E978D-901F-5129-95E6-E8A71BEAE318}"/>
                </a:ext>
              </a:extLst>
            </p:cNvPr>
            <p:cNvSpPr txBox="1"/>
            <p:nvPr/>
          </p:nvSpPr>
          <p:spPr>
            <a:xfrm>
              <a:off x="8200328" y="4479225"/>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85</a:t>
              </a:r>
              <a:endParaRPr lang="zh-CN" altLang="en-US" sz="1600" b="1"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F93F401-9290-C177-957C-27D050998143}"/>
                </a:ext>
              </a:extLst>
            </p:cNvPr>
            <p:cNvSpPr/>
            <p:nvPr/>
          </p:nvSpPr>
          <p:spPr>
            <a:xfrm>
              <a:off x="8200328" y="425348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grpSp>
      <p:sp>
        <p:nvSpPr>
          <p:cNvPr id="19" name="文本框 18">
            <a:extLst>
              <a:ext uri="{FF2B5EF4-FFF2-40B4-BE49-F238E27FC236}">
                <a16:creationId xmlns:a16="http://schemas.microsoft.com/office/drawing/2014/main" id="{165CE847-CD15-AA44-22B6-68D59BAAB22C}"/>
              </a:ext>
            </a:extLst>
          </p:cNvPr>
          <p:cNvSpPr txBox="1"/>
          <p:nvPr/>
        </p:nvSpPr>
        <p:spPr>
          <a:xfrm>
            <a:off x="1680178" y="6411114"/>
            <a:ext cx="800219" cy="338554"/>
          </a:xfrm>
          <a:prstGeom prst="rect">
            <a:avLst/>
          </a:prstGeom>
          <a:noFill/>
        </p:spPr>
        <p:txBody>
          <a:bodyPr wrap="none" rtlCol="0">
            <a:spAutoFit/>
          </a:bodyPr>
          <a:lstStyle/>
          <a:p>
            <a:r>
              <a:rPr lang="zh-CN" altLang="en-US" sz="1600" b="1" dirty="0">
                <a:latin typeface="+mj-ea"/>
                <a:ea typeface="+mj-ea"/>
              </a:rPr>
              <a:t>头节点</a:t>
            </a:r>
          </a:p>
        </p:txBody>
      </p:sp>
      <p:grpSp>
        <p:nvGrpSpPr>
          <p:cNvPr id="20" name="组合 19">
            <a:extLst>
              <a:ext uri="{FF2B5EF4-FFF2-40B4-BE49-F238E27FC236}">
                <a16:creationId xmlns:a16="http://schemas.microsoft.com/office/drawing/2014/main" id="{0AF8C380-0CBA-4D32-C555-8C9DF6132DE8}"/>
              </a:ext>
            </a:extLst>
          </p:cNvPr>
          <p:cNvGrpSpPr/>
          <p:nvPr/>
        </p:nvGrpSpPr>
        <p:grpSpPr>
          <a:xfrm>
            <a:off x="2549652" y="5539924"/>
            <a:ext cx="264137" cy="544667"/>
            <a:chOff x="2242809" y="2243857"/>
            <a:chExt cx="264137" cy="544667"/>
          </a:xfrm>
        </p:grpSpPr>
        <p:sp>
          <p:nvSpPr>
            <p:cNvPr id="21" name="文本框 20">
              <a:extLst>
                <a:ext uri="{FF2B5EF4-FFF2-40B4-BE49-F238E27FC236}">
                  <a16:creationId xmlns:a16="http://schemas.microsoft.com/office/drawing/2014/main" id="{37634E7B-348C-D60B-25E8-C6E9870D763F}"/>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10</a:t>
              </a:r>
              <a:endParaRPr lang="zh-CN" altLang="en-US" sz="1600" b="1" dirty="0">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5168FE35-BA60-8362-29BE-DB7FC7EE9E06}"/>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7CE9B7BB-C5FC-3099-8A1E-F96B1D80061F}"/>
              </a:ext>
            </a:extLst>
          </p:cNvPr>
          <p:cNvGrpSpPr/>
          <p:nvPr/>
        </p:nvGrpSpPr>
        <p:grpSpPr>
          <a:xfrm>
            <a:off x="3131615" y="5315342"/>
            <a:ext cx="264137" cy="773166"/>
            <a:chOff x="3400883" y="2198954"/>
            <a:chExt cx="264137" cy="773166"/>
          </a:xfrm>
        </p:grpSpPr>
        <p:sp>
          <p:nvSpPr>
            <p:cNvPr id="24" name="文本框 23">
              <a:extLst>
                <a:ext uri="{FF2B5EF4-FFF2-40B4-BE49-F238E27FC236}">
                  <a16:creationId xmlns:a16="http://schemas.microsoft.com/office/drawing/2014/main" id="{3EB59071-074A-CAA2-BF64-EA1084101E57}"/>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15</a:t>
              </a:r>
              <a:endParaRPr lang="zh-CN" altLang="en-US" sz="1600" b="1" dirty="0">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DB440CE0-7D66-16D9-9AEC-BB347266A58C}"/>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ADE59A1B-818C-0A34-2471-C654CB088B61}"/>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a:extLst>
              <a:ext uri="{FF2B5EF4-FFF2-40B4-BE49-F238E27FC236}">
                <a16:creationId xmlns:a16="http://schemas.microsoft.com/office/drawing/2014/main" id="{CAF3BBBB-4E58-2EF1-F5D0-4A575A6F598F}"/>
              </a:ext>
            </a:extLst>
          </p:cNvPr>
          <p:cNvGrpSpPr/>
          <p:nvPr/>
        </p:nvGrpSpPr>
        <p:grpSpPr>
          <a:xfrm>
            <a:off x="6031425" y="5087695"/>
            <a:ext cx="264138" cy="1003569"/>
            <a:chOff x="4075105" y="2295152"/>
            <a:chExt cx="264138" cy="1003569"/>
          </a:xfrm>
        </p:grpSpPr>
        <p:sp>
          <p:nvSpPr>
            <p:cNvPr id="28" name="矩形 27">
              <a:extLst>
                <a:ext uri="{FF2B5EF4-FFF2-40B4-BE49-F238E27FC236}">
                  <a16:creationId xmlns:a16="http://schemas.microsoft.com/office/drawing/2014/main" id="{C2BBC7B7-3DE6-C0E7-F2F0-21211192BB6A}"/>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4A0B3414-C181-26EC-EDED-4DC409974FFB}"/>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59</a:t>
              </a:r>
              <a:endParaRPr lang="zh-CN" altLang="en-US" sz="1600" b="1" dirty="0">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56ECAEEA-568E-EB3D-E2F6-0495335E9421}"/>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B117F6F7-70DC-1271-1F47-D41E9A887ECD}"/>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a:extLst>
              <a:ext uri="{FF2B5EF4-FFF2-40B4-BE49-F238E27FC236}">
                <a16:creationId xmlns:a16="http://schemas.microsoft.com/office/drawing/2014/main" id="{57A484D6-24DF-059C-5EDA-8E4107AA0BFC}"/>
              </a:ext>
            </a:extLst>
          </p:cNvPr>
          <p:cNvGrpSpPr/>
          <p:nvPr/>
        </p:nvGrpSpPr>
        <p:grpSpPr>
          <a:xfrm>
            <a:off x="1969468" y="4857183"/>
            <a:ext cx="264139" cy="1227408"/>
            <a:chOff x="3969453" y="2195002"/>
            <a:chExt cx="264139" cy="1227408"/>
          </a:xfrm>
        </p:grpSpPr>
        <p:sp>
          <p:nvSpPr>
            <p:cNvPr id="33" name="矩形 32">
              <a:extLst>
                <a:ext uri="{FF2B5EF4-FFF2-40B4-BE49-F238E27FC236}">
                  <a16:creationId xmlns:a16="http://schemas.microsoft.com/office/drawing/2014/main" id="{85F54D94-3E0D-E2D4-9D98-A755C07A801F}"/>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138824EA-2D3F-0F67-1C74-FB421CE91A11}"/>
                </a:ext>
              </a:extLst>
            </p:cNvPr>
            <p:cNvSpPr txBox="1"/>
            <p:nvPr/>
          </p:nvSpPr>
          <p:spPr>
            <a:xfrm>
              <a:off x="3969455" y="310348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B9D7477A-200C-45A9-DA95-7E49FC4336D2}"/>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F4E8EF65-CF67-37AE-60E6-75F12F78BD75}"/>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846A3718-1F5B-35DF-FFFE-49B37CD8C7E4}"/>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8" name="直接箭头连接符 37">
            <a:extLst>
              <a:ext uri="{FF2B5EF4-FFF2-40B4-BE49-F238E27FC236}">
                <a16:creationId xmlns:a16="http://schemas.microsoft.com/office/drawing/2014/main" id="{14283272-3624-1E10-D9C4-35083535A462}"/>
              </a:ext>
            </a:extLst>
          </p:cNvPr>
          <p:cNvCxnSpPr>
            <a:cxnSpLocks/>
          </p:cNvCxnSpPr>
          <p:nvPr/>
        </p:nvCxnSpPr>
        <p:spPr>
          <a:xfrm>
            <a:off x="2695684" y="566494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B99BFB1-7357-F923-3EE2-2638E39BD21E}"/>
              </a:ext>
            </a:extLst>
          </p:cNvPr>
          <p:cNvCxnSpPr>
            <a:cxnSpLocks/>
          </p:cNvCxnSpPr>
          <p:nvPr/>
        </p:nvCxnSpPr>
        <p:spPr>
          <a:xfrm>
            <a:off x="2106890" y="5666650"/>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0217A193-E11D-3FD5-9083-4DE0A8F1CB1B}"/>
              </a:ext>
            </a:extLst>
          </p:cNvPr>
          <p:cNvCxnSpPr>
            <a:cxnSpLocks/>
          </p:cNvCxnSpPr>
          <p:nvPr/>
        </p:nvCxnSpPr>
        <p:spPr>
          <a:xfrm>
            <a:off x="3274171" y="5665066"/>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B3F0D91F-B7C3-5C5A-4008-FE5BA43F1626}"/>
              </a:ext>
            </a:extLst>
          </p:cNvPr>
          <p:cNvGrpSpPr/>
          <p:nvPr/>
        </p:nvGrpSpPr>
        <p:grpSpPr>
          <a:xfrm>
            <a:off x="3705872" y="5546597"/>
            <a:ext cx="264137" cy="544667"/>
            <a:chOff x="2242809" y="2243857"/>
            <a:chExt cx="264137" cy="544667"/>
          </a:xfrm>
        </p:grpSpPr>
        <p:sp>
          <p:nvSpPr>
            <p:cNvPr id="42" name="文本框 41">
              <a:extLst>
                <a:ext uri="{FF2B5EF4-FFF2-40B4-BE49-F238E27FC236}">
                  <a16:creationId xmlns:a16="http://schemas.microsoft.com/office/drawing/2014/main" id="{E2B4EA19-F38F-1BA9-C150-BCBE4E56F16B}"/>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21</a:t>
              </a:r>
              <a:endParaRPr lang="zh-CN" altLang="en-US" sz="1600" b="1" dirty="0">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5739ADFA-2B73-E94C-18A5-655A485395B8}"/>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4" name="直接箭头连接符 43">
            <a:extLst>
              <a:ext uri="{FF2B5EF4-FFF2-40B4-BE49-F238E27FC236}">
                <a16:creationId xmlns:a16="http://schemas.microsoft.com/office/drawing/2014/main" id="{A9D175B3-57F0-17B4-D39E-857BF1DC5769}"/>
              </a:ext>
            </a:extLst>
          </p:cNvPr>
          <p:cNvCxnSpPr>
            <a:cxnSpLocks/>
          </p:cNvCxnSpPr>
          <p:nvPr/>
        </p:nvCxnSpPr>
        <p:spPr>
          <a:xfrm>
            <a:off x="3851904" y="567162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7D19F1E3-B2D4-EC81-5E65-341C22AF5F69}"/>
              </a:ext>
            </a:extLst>
          </p:cNvPr>
          <p:cNvGrpSpPr/>
          <p:nvPr/>
        </p:nvGrpSpPr>
        <p:grpSpPr>
          <a:xfrm>
            <a:off x="4280129" y="5539924"/>
            <a:ext cx="264137" cy="544667"/>
            <a:chOff x="2242809" y="2243857"/>
            <a:chExt cx="264137" cy="544667"/>
          </a:xfrm>
        </p:grpSpPr>
        <p:sp>
          <p:nvSpPr>
            <p:cNvPr id="46" name="文本框 45">
              <a:extLst>
                <a:ext uri="{FF2B5EF4-FFF2-40B4-BE49-F238E27FC236}">
                  <a16:creationId xmlns:a16="http://schemas.microsoft.com/office/drawing/2014/main" id="{28CA6BA5-2716-F813-666C-54547D0E44E9}"/>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37</a:t>
              </a:r>
              <a:endParaRPr lang="zh-CN" altLang="en-US" sz="1600" b="1" dirty="0">
                <a:latin typeface="Times New Roman" panose="02020603050405020304" pitchFamily="18" charset="0"/>
                <a:cs typeface="Times New Roman" panose="02020603050405020304" pitchFamily="18" charset="0"/>
              </a:endParaRPr>
            </a:p>
          </p:txBody>
        </p:sp>
        <p:sp>
          <p:nvSpPr>
            <p:cNvPr id="47" name="矩形 46">
              <a:extLst>
                <a:ext uri="{FF2B5EF4-FFF2-40B4-BE49-F238E27FC236}">
                  <a16:creationId xmlns:a16="http://schemas.microsoft.com/office/drawing/2014/main" id="{B3213CC1-6A3F-53DB-5A71-05C57FC5360D}"/>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8" name="直接箭头连接符 47">
            <a:extLst>
              <a:ext uri="{FF2B5EF4-FFF2-40B4-BE49-F238E27FC236}">
                <a16:creationId xmlns:a16="http://schemas.microsoft.com/office/drawing/2014/main" id="{28160904-C460-1BCE-1760-05CE92AC84D3}"/>
              </a:ext>
            </a:extLst>
          </p:cNvPr>
          <p:cNvCxnSpPr>
            <a:cxnSpLocks/>
          </p:cNvCxnSpPr>
          <p:nvPr/>
        </p:nvCxnSpPr>
        <p:spPr>
          <a:xfrm>
            <a:off x="4426161" y="566494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BF7C968C-456E-203A-B05A-A97BD062574E}"/>
              </a:ext>
            </a:extLst>
          </p:cNvPr>
          <p:cNvGrpSpPr/>
          <p:nvPr/>
        </p:nvGrpSpPr>
        <p:grpSpPr>
          <a:xfrm>
            <a:off x="5444055" y="5539924"/>
            <a:ext cx="585439" cy="544667"/>
            <a:chOff x="5457923" y="3429000"/>
            <a:chExt cx="585439" cy="544667"/>
          </a:xfrm>
        </p:grpSpPr>
        <p:grpSp>
          <p:nvGrpSpPr>
            <p:cNvPr id="50" name="组合 49">
              <a:extLst>
                <a:ext uri="{FF2B5EF4-FFF2-40B4-BE49-F238E27FC236}">
                  <a16:creationId xmlns:a16="http://schemas.microsoft.com/office/drawing/2014/main" id="{862A670F-60DF-4B44-0BFB-1EA5758A78A8}"/>
                </a:ext>
              </a:extLst>
            </p:cNvPr>
            <p:cNvGrpSpPr/>
            <p:nvPr/>
          </p:nvGrpSpPr>
          <p:grpSpPr>
            <a:xfrm>
              <a:off x="5457923" y="3429000"/>
              <a:ext cx="264137" cy="544667"/>
              <a:chOff x="2242809" y="2243857"/>
              <a:chExt cx="264137" cy="544667"/>
            </a:xfrm>
          </p:grpSpPr>
          <p:sp>
            <p:nvSpPr>
              <p:cNvPr id="52" name="文本框 51">
                <a:extLst>
                  <a:ext uri="{FF2B5EF4-FFF2-40B4-BE49-F238E27FC236}">
                    <a16:creationId xmlns:a16="http://schemas.microsoft.com/office/drawing/2014/main" id="{099D7588-DC01-4D54-7A8F-E23E2276C378}"/>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51</a:t>
                </a:r>
                <a:endParaRPr lang="zh-CN" altLang="en-US" sz="1600" b="1" dirty="0">
                  <a:latin typeface="Times New Roman" panose="02020603050405020304" pitchFamily="18" charset="0"/>
                  <a:cs typeface="Times New Roman" panose="02020603050405020304" pitchFamily="18" charset="0"/>
                </a:endParaRPr>
              </a:p>
            </p:txBody>
          </p:sp>
          <p:sp>
            <p:nvSpPr>
              <p:cNvPr id="53" name="矩形 52">
                <a:extLst>
                  <a:ext uri="{FF2B5EF4-FFF2-40B4-BE49-F238E27FC236}">
                    <a16:creationId xmlns:a16="http://schemas.microsoft.com/office/drawing/2014/main" id="{064441D7-0D92-FCCA-6DEE-FE816504C4BD}"/>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1" name="直接箭头连接符 50">
              <a:extLst>
                <a:ext uri="{FF2B5EF4-FFF2-40B4-BE49-F238E27FC236}">
                  <a16:creationId xmlns:a16="http://schemas.microsoft.com/office/drawing/2014/main" id="{8CFF7B6E-BD84-6626-12F4-553FFDF27171}"/>
                </a:ext>
              </a:extLst>
            </p:cNvPr>
            <p:cNvCxnSpPr>
              <a:cxnSpLocks/>
            </p:cNvCxnSpPr>
            <p:nvPr/>
          </p:nvCxnSpPr>
          <p:spPr>
            <a:xfrm>
              <a:off x="5603955" y="3554024"/>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C458539F-70C6-BC52-EFD3-86FFC2402932}"/>
              </a:ext>
            </a:extLst>
          </p:cNvPr>
          <p:cNvGrpSpPr/>
          <p:nvPr/>
        </p:nvGrpSpPr>
        <p:grpSpPr>
          <a:xfrm>
            <a:off x="6618765" y="5546597"/>
            <a:ext cx="264137" cy="544667"/>
            <a:chOff x="2242809" y="2243857"/>
            <a:chExt cx="264137" cy="544667"/>
          </a:xfrm>
        </p:grpSpPr>
        <p:sp>
          <p:nvSpPr>
            <p:cNvPr id="55" name="文本框 54">
              <a:extLst>
                <a:ext uri="{FF2B5EF4-FFF2-40B4-BE49-F238E27FC236}">
                  <a16:creationId xmlns:a16="http://schemas.microsoft.com/office/drawing/2014/main" id="{099F539A-878E-396D-EE52-819D8743951E}"/>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63</a:t>
              </a:r>
              <a:endParaRPr lang="zh-CN" altLang="en-US" sz="1600" b="1" dirty="0">
                <a:latin typeface="Times New Roman" panose="02020603050405020304" pitchFamily="18" charset="0"/>
                <a:cs typeface="Times New Roman" panose="02020603050405020304" pitchFamily="18" charset="0"/>
              </a:endParaRPr>
            </a:p>
          </p:txBody>
        </p:sp>
        <p:sp>
          <p:nvSpPr>
            <p:cNvPr id="56" name="矩形 55">
              <a:extLst>
                <a:ext uri="{FF2B5EF4-FFF2-40B4-BE49-F238E27FC236}">
                  <a16:creationId xmlns:a16="http://schemas.microsoft.com/office/drawing/2014/main" id="{52ACAAA4-1F81-29C5-0AAE-286B96B3AEC3}"/>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7" name="直接箭头连接符 56">
            <a:extLst>
              <a:ext uri="{FF2B5EF4-FFF2-40B4-BE49-F238E27FC236}">
                <a16:creationId xmlns:a16="http://schemas.microsoft.com/office/drawing/2014/main" id="{4B6D23EB-8DCC-B4A3-1C24-F537D8430B57}"/>
              </a:ext>
            </a:extLst>
          </p:cNvPr>
          <p:cNvCxnSpPr>
            <a:cxnSpLocks/>
          </p:cNvCxnSpPr>
          <p:nvPr/>
        </p:nvCxnSpPr>
        <p:spPr>
          <a:xfrm>
            <a:off x="6764797" y="567162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695F4DA6-3878-39A5-D618-44C75F9320EF}"/>
              </a:ext>
            </a:extLst>
          </p:cNvPr>
          <p:cNvGrpSpPr/>
          <p:nvPr/>
        </p:nvGrpSpPr>
        <p:grpSpPr>
          <a:xfrm>
            <a:off x="8966217" y="5544597"/>
            <a:ext cx="264137" cy="544667"/>
            <a:chOff x="2242809" y="2243857"/>
            <a:chExt cx="264137" cy="544667"/>
          </a:xfrm>
        </p:grpSpPr>
        <p:sp>
          <p:nvSpPr>
            <p:cNvPr id="59" name="文本框 58">
              <a:extLst>
                <a:ext uri="{FF2B5EF4-FFF2-40B4-BE49-F238E27FC236}">
                  <a16:creationId xmlns:a16="http://schemas.microsoft.com/office/drawing/2014/main" id="{6743DD57-AD3C-4445-B0A2-18BB5C81CA51}"/>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91</a:t>
              </a:r>
              <a:endParaRPr lang="zh-CN" altLang="en-US" sz="1600" b="1" dirty="0">
                <a:latin typeface="Times New Roman" panose="02020603050405020304" pitchFamily="18" charset="0"/>
                <a:cs typeface="Times New Roman" panose="02020603050405020304" pitchFamily="18" charset="0"/>
              </a:endParaRPr>
            </a:p>
          </p:txBody>
        </p:sp>
        <p:sp>
          <p:nvSpPr>
            <p:cNvPr id="60" name="矩形 59">
              <a:extLst>
                <a:ext uri="{FF2B5EF4-FFF2-40B4-BE49-F238E27FC236}">
                  <a16:creationId xmlns:a16="http://schemas.microsoft.com/office/drawing/2014/main" id="{68A2AC90-9584-61CB-2D71-AA599F2A76FE}"/>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1" name="直接箭头连接符 60">
            <a:extLst>
              <a:ext uri="{FF2B5EF4-FFF2-40B4-BE49-F238E27FC236}">
                <a16:creationId xmlns:a16="http://schemas.microsoft.com/office/drawing/2014/main" id="{EFAC9A4C-1648-05FE-9A58-DA2F5AF99CDB}"/>
              </a:ext>
            </a:extLst>
          </p:cNvPr>
          <p:cNvCxnSpPr>
            <a:cxnSpLocks/>
          </p:cNvCxnSpPr>
          <p:nvPr/>
        </p:nvCxnSpPr>
        <p:spPr>
          <a:xfrm>
            <a:off x="9112249" y="566962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62" name="组合 61">
            <a:extLst>
              <a:ext uri="{FF2B5EF4-FFF2-40B4-BE49-F238E27FC236}">
                <a16:creationId xmlns:a16="http://schemas.microsoft.com/office/drawing/2014/main" id="{2C904424-BD58-96BE-9629-81236F8CD153}"/>
              </a:ext>
            </a:extLst>
          </p:cNvPr>
          <p:cNvGrpSpPr/>
          <p:nvPr/>
        </p:nvGrpSpPr>
        <p:grpSpPr>
          <a:xfrm>
            <a:off x="4862092" y="5319968"/>
            <a:ext cx="264137" cy="773166"/>
            <a:chOff x="3400883" y="2198954"/>
            <a:chExt cx="264137" cy="773166"/>
          </a:xfrm>
        </p:grpSpPr>
        <p:sp>
          <p:nvSpPr>
            <p:cNvPr id="63" name="文本框 62">
              <a:extLst>
                <a:ext uri="{FF2B5EF4-FFF2-40B4-BE49-F238E27FC236}">
                  <a16:creationId xmlns:a16="http://schemas.microsoft.com/office/drawing/2014/main" id="{4A3D7A43-0276-78DA-8496-E1E00FF0C601}"/>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44</a:t>
              </a:r>
              <a:endParaRPr lang="zh-CN" altLang="en-US" sz="1600" b="1" dirty="0">
                <a:latin typeface="Times New Roman" panose="02020603050405020304" pitchFamily="18" charset="0"/>
                <a:cs typeface="Times New Roman" panose="02020603050405020304" pitchFamily="18" charset="0"/>
              </a:endParaRPr>
            </a:p>
          </p:txBody>
        </p:sp>
        <p:sp>
          <p:nvSpPr>
            <p:cNvPr id="64" name="矩形 63">
              <a:extLst>
                <a:ext uri="{FF2B5EF4-FFF2-40B4-BE49-F238E27FC236}">
                  <a16:creationId xmlns:a16="http://schemas.microsoft.com/office/drawing/2014/main" id="{6B819B1A-80CA-EBC4-2C5B-04B592EB4969}"/>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42C081E1-5526-C6EF-1BB7-E349E59CA3A6}"/>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6" name="直接箭头连接符 65">
            <a:extLst>
              <a:ext uri="{FF2B5EF4-FFF2-40B4-BE49-F238E27FC236}">
                <a16:creationId xmlns:a16="http://schemas.microsoft.com/office/drawing/2014/main" id="{FA2F9988-A2AD-2D3A-FD2D-20BE3D8EB07B}"/>
              </a:ext>
            </a:extLst>
          </p:cNvPr>
          <p:cNvCxnSpPr>
            <a:cxnSpLocks/>
          </p:cNvCxnSpPr>
          <p:nvPr/>
        </p:nvCxnSpPr>
        <p:spPr>
          <a:xfrm>
            <a:off x="5004648" y="5669692"/>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AB6FB1D2-D371-DD4F-0048-E5256E2BB6E8}"/>
              </a:ext>
            </a:extLst>
          </p:cNvPr>
          <p:cNvCxnSpPr>
            <a:cxnSpLocks/>
          </p:cNvCxnSpPr>
          <p:nvPr/>
        </p:nvCxnSpPr>
        <p:spPr>
          <a:xfrm>
            <a:off x="6179358" y="5669692"/>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68" name="组合 67">
            <a:extLst>
              <a:ext uri="{FF2B5EF4-FFF2-40B4-BE49-F238E27FC236}">
                <a16:creationId xmlns:a16="http://schemas.microsoft.com/office/drawing/2014/main" id="{D9C80D7B-31F5-5E56-78C4-154F64819CF9}"/>
              </a:ext>
            </a:extLst>
          </p:cNvPr>
          <p:cNvGrpSpPr/>
          <p:nvPr/>
        </p:nvGrpSpPr>
        <p:grpSpPr>
          <a:xfrm>
            <a:off x="7203492" y="5310443"/>
            <a:ext cx="264137" cy="773166"/>
            <a:chOff x="3400883" y="2198954"/>
            <a:chExt cx="264137" cy="773166"/>
          </a:xfrm>
        </p:grpSpPr>
        <p:sp>
          <p:nvSpPr>
            <p:cNvPr id="69" name="文本框 68">
              <a:extLst>
                <a:ext uri="{FF2B5EF4-FFF2-40B4-BE49-F238E27FC236}">
                  <a16:creationId xmlns:a16="http://schemas.microsoft.com/office/drawing/2014/main" id="{B5371052-44FA-B5D7-46EE-5BCEB67D2FA4}"/>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72</a:t>
              </a:r>
              <a:endParaRPr lang="zh-CN" altLang="en-US" sz="1600" b="1" dirty="0">
                <a:latin typeface="Times New Roman" panose="02020603050405020304" pitchFamily="18" charset="0"/>
                <a:cs typeface="Times New Roman" panose="02020603050405020304" pitchFamily="18" charset="0"/>
              </a:endParaRPr>
            </a:p>
          </p:txBody>
        </p:sp>
        <p:sp>
          <p:nvSpPr>
            <p:cNvPr id="70" name="矩形 69">
              <a:extLst>
                <a:ext uri="{FF2B5EF4-FFF2-40B4-BE49-F238E27FC236}">
                  <a16:creationId xmlns:a16="http://schemas.microsoft.com/office/drawing/2014/main" id="{E2F284F7-565B-7595-B836-2AD7246648E0}"/>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D8766202-6E8E-1B1A-4983-2ACC09CB6DC9}"/>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2" name="直接箭头连接符 71">
            <a:extLst>
              <a:ext uri="{FF2B5EF4-FFF2-40B4-BE49-F238E27FC236}">
                <a16:creationId xmlns:a16="http://schemas.microsoft.com/office/drawing/2014/main" id="{A44B973C-E230-34B2-7664-A2829143B7AD}"/>
              </a:ext>
            </a:extLst>
          </p:cNvPr>
          <p:cNvCxnSpPr>
            <a:cxnSpLocks/>
          </p:cNvCxnSpPr>
          <p:nvPr/>
        </p:nvCxnSpPr>
        <p:spPr>
          <a:xfrm>
            <a:off x="7346048" y="5660167"/>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73" name="组合 72">
            <a:extLst>
              <a:ext uri="{FF2B5EF4-FFF2-40B4-BE49-F238E27FC236}">
                <a16:creationId xmlns:a16="http://schemas.microsoft.com/office/drawing/2014/main" id="{CA3AE394-985D-A7C3-8183-4D2A13AB6ABD}"/>
              </a:ext>
            </a:extLst>
          </p:cNvPr>
          <p:cNvGrpSpPr/>
          <p:nvPr/>
        </p:nvGrpSpPr>
        <p:grpSpPr>
          <a:xfrm>
            <a:off x="9539919" y="5093350"/>
            <a:ext cx="264138" cy="1003569"/>
            <a:chOff x="4075105" y="2295152"/>
            <a:chExt cx="264138" cy="1003569"/>
          </a:xfrm>
        </p:grpSpPr>
        <p:sp>
          <p:nvSpPr>
            <p:cNvPr id="74" name="矩形 73">
              <a:extLst>
                <a:ext uri="{FF2B5EF4-FFF2-40B4-BE49-F238E27FC236}">
                  <a16:creationId xmlns:a16="http://schemas.microsoft.com/office/drawing/2014/main" id="{6F0DD464-3113-BD16-9DC1-C924CF7BD3E4}"/>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75" name="文本框 74">
              <a:extLst>
                <a:ext uri="{FF2B5EF4-FFF2-40B4-BE49-F238E27FC236}">
                  <a16:creationId xmlns:a16="http://schemas.microsoft.com/office/drawing/2014/main" id="{379FFB5B-2186-5D70-9C96-1BCD6538C195}"/>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97</a:t>
              </a:r>
              <a:endParaRPr lang="zh-CN" altLang="en-US" sz="1600" b="1" dirty="0">
                <a:latin typeface="Times New Roman" panose="02020603050405020304" pitchFamily="18" charset="0"/>
                <a:cs typeface="Times New Roman" panose="02020603050405020304" pitchFamily="18" charset="0"/>
              </a:endParaRPr>
            </a:p>
          </p:txBody>
        </p:sp>
        <p:sp>
          <p:nvSpPr>
            <p:cNvPr id="76" name="矩形 75">
              <a:extLst>
                <a:ext uri="{FF2B5EF4-FFF2-40B4-BE49-F238E27FC236}">
                  <a16:creationId xmlns:a16="http://schemas.microsoft.com/office/drawing/2014/main" id="{AA6C7881-312E-EC14-E1EE-A544CB1F6093}"/>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77" name="矩形 76">
              <a:extLst>
                <a:ext uri="{FF2B5EF4-FFF2-40B4-BE49-F238E27FC236}">
                  <a16:creationId xmlns:a16="http://schemas.microsoft.com/office/drawing/2014/main" id="{3EF99DB5-8C61-B775-E982-576D8EEC761B}"/>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grpSp>
      <p:grpSp>
        <p:nvGrpSpPr>
          <p:cNvPr id="78" name="组合 77">
            <a:extLst>
              <a:ext uri="{FF2B5EF4-FFF2-40B4-BE49-F238E27FC236}">
                <a16:creationId xmlns:a16="http://schemas.microsoft.com/office/drawing/2014/main" id="{84A75668-AC95-53A1-2179-956639C489FA}"/>
              </a:ext>
            </a:extLst>
          </p:cNvPr>
          <p:cNvGrpSpPr/>
          <p:nvPr/>
        </p:nvGrpSpPr>
        <p:grpSpPr>
          <a:xfrm>
            <a:off x="10113622" y="4873345"/>
            <a:ext cx="264139" cy="1227408"/>
            <a:chOff x="3969453" y="2195002"/>
            <a:chExt cx="264139" cy="1227408"/>
          </a:xfrm>
        </p:grpSpPr>
        <p:sp>
          <p:nvSpPr>
            <p:cNvPr id="79" name="矩形 78">
              <a:extLst>
                <a:ext uri="{FF2B5EF4-FFF2-40B4-BE49-F238E27FC236}">
                  <a16:creationId xmlns:a16="http://schemas.microsoft.com/office/drawing/2014/main" id="{7AC2EFB4-04FA-B0EC-B62A-8D6FAEA2010E}"/>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80" name="文本框 79">
              <a:extLst>
                <a:ext uri="{FF2B5EF4-FFF2-40B4-BE49-F238E27FC236}">
                  <a16:creationId xmlns:a16="http://schemas.microsoft.com/office/drawing/2014/main" id="{A59EE594-2ED4-8143-68EA-3F3709D293A2}"/>
                </a:ext>
              </a:extLst>
            </p:cNvPr>
            <p:cNvSpPr txBox="1"/>
            <p:nvPr/>
          </p:nvSpPr>
          <p:spPr>
            <a:xfrm>
              <a:off x="3969455" y="310348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mj-ea"/>
                  <a:ea typeface="+mj-ea"/>
                  <a:cs typeface="Times New Roman" panose="02020603050405020304" pitchFamily="18" charset="0"/>
                </a:rPr>
                <a:t>∞</a:t>
              </a:r>
              <a:endParaRPr lang="zh-CN" altLang="en-US" sz="1600" b="1" dirty="0">
                <a:latin typeface="+mj-ea"/>
                <a:ea typeface="+mj-ea"/>
                <a:cs typeface="Times New Roman" panose="02020603050405020304" pitchFamily="18" charset="0"/>
              </a:endParaRPr>
            </a:p>
          </p:txBody>
        </p:sp>
        <p:sp>
          <p:nvSpPr>
            <p:cNvPr id="81" name="矩形 80">
              <a:extLst>
                <a:ext uri="{FF2B5EF4-FFF2-40B4-BE49-F238E27FC236}">
                  <a16:creationId xmlns:a16="http://schemas.microsoft.com/office/drawing/2014/main" id="{06523D19-BB3B-1BFD-3535-59F8F6F8BC11}"/>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82" name="矩形 81">
              <a:extLst>
                <a:ext uri="{FF2B5EF4-FFF2-40B4-BE49-F238E27FC236}">
                  <a16:creationId xmlns:a16="http://schemas.microsoft.com/office/drawing/2014/main" id="{37A7D543-98EF-5C68-A0E0-F76457EFF0E3}"/>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83" name="矩形 82">
              <a:extLst>
                <a:ext uri="{FF2B5EF4-FFF2-40B4-BE49-F238E27FC236}">
                  <a16:creationId xmlns:a16="http://schemas.microsoft.com/office/drawing/2014/main" id="{E768930D-B957-CF8C-5D65-B24E4F0D5D83}"/>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grpSp>
      <p:cxnSp>
        <p:nvCxnSpPr>
          <p:cNvPr id="84" name="直接箭头连接符 83">
            <a:extLst>
              <a:ext uri="{FF2B5EF4-FFF2-40B4-BE49-F238E27FC236}">
                <a16:creationId xmlns:a16="http://schemas.microsoft.com/office/drawing/2014/main" id="{3E41BDAB-336E-B0AC-833E-930E5CC922F7}"/>
              </a:ext>
            </a:extLst>
          </p:cNvPr>
          <p:cNvCxnSpPr>
            <a:cxnSpLocks/>
          </p:cNvCxnSpPr>
          <p:nvPr/>
        </p:nvCxnSpPr>
        <p:spPr>
          <a:xfrm>
            <a:off x="9674993" y="5678585"/>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8B7EE6C3-2214-3DDF-28FE-3358AC0BA47B}"/>
              </a:ext>
            </a:extLst>
          </p:cNvPr>
          <p:cNvSpPr txBox="1"/>
          <p:nvPr/>
        </p:nvSpPr>
        <p:spPr>
          <a:xfrm>
            <a:off x="9850501" y="6425099"/>
            <a:ext cx="965329"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nil</a:t>
            </a:r>
            <a:r>
              <a:rPr lang="zh-CN" altLang="en-US" sz="1600" b="1" dirty="0">
                <a:latin typeface="+mj-ea"/>
                <a:ea typeface="+mj-ea"/>
                <a:cs typeface="Courier New" panose="02070309020205020404" pitchFamily="49" charset="0"/>
              </a:rPr>
              <a:t>节</a:t>
            </a:r>
            <a:r>
              <a:rPr lang="zh-CN" altLang="en-US" sz="1600" b="1" dirty="0">
                <a:latin typeface="+mj-ea"/>
                <a:ea typeface="+mj-ea"/>
              </a:rPr>
              <a:t>点</a:t>
            </a:r>
          </a:p>
        </p:txBody>
      </p:sp>
      <p:sp>
        <p:nvSpPr>
          <p:cNvPr id="86" name="文本框 85">
            <a:extLst>
              <a:ext uri="{FF2B5EF4-FFF2-40B4-BE49-F238E27FC236}">
                <a16:creationId xmlns:a16="http://schemas.microsoft.com/office/drawing/2014/main" id="{4048FD22-88EF-BD52-533D-554900E654A6}"/>
              </a:ext>
            </a:extLst>
          </p:cNvPr>
          <p:cNvSpPr txBox="1"/>
          <p:nvPr/>
        </p:nvSpPr>
        <p:spPr>
          <a:xfrm>
            <a:off x="10425122" y="5562028"/>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0</a:t>
            </a:r>
            <a:endParaRPr lang="zh-CN" altLang="en-US" sz="1400" b="1" dirty="0">
              <a:solidFill>
                <a:srgbClr val="7030A0"/>
              </a:solidFill>
            </a:endParaRPr>
          </a:p>
        </p:txBody>
      </p:sp>
      <p:sp>
        <p:nvSpPr>
          <p:cNvPr id="87" name="文本框 86">
            <a:extLst>
              <a:ext uri="{FF2B5EF4-FFF2-40B4-BE49-F238E27FC236}">
                <a16:creationId xmlns:a16="http://schemas.microsoft.com/office/drawing/2014/main" id="{36E17D3E-17E5-BF24-6886-562AE37D29D3}"/>
              </a:ext>
            </a:extLst>
          </p:cNvPr>
          <p:cNvSpPr txBox="1"/>
          <p:nvPr/>
        </p:nvSpPr>
        <p:spPr>
          <a:xfrm>
            <a:off x="10425122" y="5342350"/>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1</a:t>
            </a:r>
            <a:endParaRPr lang="zh-CN" altLang="en-US" sz="1400" b="1" dirty="0">
              <a:solidFill>
                <a:srgbClr val="7030A0"/>
              </a:solidFill>
            </a:endParaRPr>
          </a:p>
        </p:txBody>
      </p:sp>
      <p:sp>
        <p:nvSpPr>
          <p:cNvPr id="88" name="文本框 87">
            <a:extLst>
              <a:ext uri="{FF2B5EF4-FFF2-40B4-BE49-F238E27FC236}">
                <a16:creationId xmlns:a16="http://schemas.microsoft.com/office/drawing/2014/main" id="{3F17B938-BC09-CE28-BF53-91A78628CD66}"/>
              </a:ext>
            </a:extLst>
          </p:cNvPr>
          <p:cNvSpPr txBox="1"/>
          <p:nvPr/>
        </p:nvSpPr>
        <p:spPr>
          <a:xfrm>
            <a:off x="10425122" y="5106849"/>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2</a:t>
            </a:r>
            <a:endParaRPr lang="zh-CN" altLang="en-US" sz="1400" b="1" dirty="0">
              <a:solidFill>
                <a:srgbClr val="7030A0"/>
              </a:solidFill>
            </a:endParaRPr>
          </a:p>
        </p:txBody>
      </p:sp>
      <p:sp>
        <p:nvSpPr>
          <p:cNvPr id="89" name="文本框 88">
            <a:extLst>
              <a:ext uri="{FF2B5EF4-FFF2-40B4-BE49-F238E27FC236}">
                <a16:creationId xmlns:a16="http://schemas.microsoft.com/office/drawing/2014/main" id="{320E21EE-C921-C7D0-3E45-DBC42F11BD7F}"/>
              </a:ext>
            </a:extLst>
          </p:cNvPr>
          <p:cNvSpPr txBox="1"/>
          <p:nvPr/>
        </p:nvSpPr>
        <p:spPr>
          <a:xfrm>
            <a:off x="10425121" y="4873345"/>
            <a:ext cx="172089" cy="215444"/>
          </a:xfrm>
          <a:prstGeom prst="rect">
            <a:avLst/>
          </a:prstGeom>
          <a:noFill/>
        </p:spPr>
        <p:txBody>
          <a:bodyPr wrap="none" lIns="36000" tIns="0" rIns="36000" bIns="0" rtlCol="0">
            <a:spAutoFit/>
          </a:bodyPr>
          <a:lstStyle/>
          <a:p>
            <a:pPr algn="dist"/>
            <a:r>
              <a:rPr lang="en-US" altLang="zh-CN" sz="1400" b="1" dirty="0">
                <a:solidFill>
                  <a:srgbClr val="7030A0"/>
                </a:solidFill>
              </a:rPr>
              <a:t>3</a:t>
            </a:r>
            <a:endParaRPr lang="zh-CN" altLang="en-US" sz="1400" b="1" dirty="0">
              <a:solidFill>
                <a:srgbClr val="7030A0"/>
              </a:solidFill>
            </a:endParaRPr>
          </a:p>
        </p:txBody>
      </p:sp>
      <p:sp>
        <p:nvSpPr>
          <p:cNvPr id="90" name="文本框 89">
            <a:extLst>
              <a:ext uri="{FF2B5EF4-FFF2-40B4-BE49-F238E27FC236}">
                <a16:creationId xmlns:a16="http://schemas.microsoft.com/office/drawing/2014/main" id="{260B995A-0332-5B83-8E44-39A16766DB34}"/>
              </a:ext>
            </a:extLst>
          </p:cNvPr>
          <p:cNvSpPr txBox="1"/>
          <p:nvPr/>
        </p:nvSpPr>
        <p:spPr>
          <a:xfrm>
            <a:off x="10561179" y="5163045"/>
            <a:ext cx="925253"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next[]</a:t>
            </a:r>
            <a:endParaRPr lang="zh-CN" altLang="en-US" sz="1600" b="1" dirty="0">
              <a:latin typeface="Courier New" panose="02070309020205020404" pitchFamily="49" charset="0"/>
              <a:cs typeface="Courier New" panose="02070309020205020404" pitchFamily="49" charset="0"/>
            </a:endParaRPr>
          </a:p>
        </p:txBody>
      </p:sp>
      <p:cxnSp>
        <p:nvCxnSpPr>
          <p:cNvPr id="91" name="直接箭头连接符 90">
            <a:extLst>
              <a:ext uri="{FF2B5EF4-FFF2-40B4-BE49-F238E27FC236}">
                <a16:creationId xmlns:a16="http://schemas.microsoft.com/office/drawing/2014/main" id="{012834FC-4027-DD4E-704D-FADBFD330E24}"/>
              </a:ext>
            </a:extLst>
          </p:cNvPr>
          <p:cNvCxnSpPr>
            <a:cxnSpLocks/>
          </p:cNvCxnSpPr>
          <p:nvPr/>
        </p:nvCxnSpPr>
        <p:spPr>
          <a:xfrm>
            <a:off x="3274171" y="5445404"/>
            <a:ext cx="1598382" cy="667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1C7554DA-3D5E-638D-E881-9C249EE75653}"/>
              </a:ext>
            </a:extLst>
          </p:cNvPr>
          <p:cNvCxnSpPr>
            <a:cxnSpLocks/>
            <a:endCxn id="71" idx="1"/>
          </p:cNvCxnSpPr>
          <p:nvPr/>
        </p:nvCxnSpPr>
        <p:spPr>
          <a:xfrm flipV="1">
            <a:off x="6179358" y="5426071"/>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A02149D9-CD62-190D-3E6D-581FB9496CFB}"/>
              </a:ext>
            </a:extLst>
          </p:cNvPr>
          <p:cNvCxnSpPr>
            <a:cxnSpLocks/>
          </p:cNvCxnSpPr>
          <p:nvPr/>
        </p:nvCxnSpPr>
        <p:spPr>
          <a:xfrm flipV="1">
            <a:off x="5011207" y="5440353"/>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DEA89F0B-2296-3B4E-30DC-A377279D1B2F}"/>
              </a:ext>
            </a:extLst>
          </p:cNvPr>
          <p:cNvCxnSpPr>
            <a:cxnSpLocks/>
          </p:cNvCxnSpPr>
          <p:nvPr/>
        </p:nvCxnSpPr>
        <p:spPr>
          <a:xfrm flipV="1">
            <a:off x="2106744" y="5444680"/>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B963BE46-51D2-18AE-F17B-B471F95E19D2}"/>
              </a:ext>
            </a:extLst>
          </p:cNvPr>
          <p:cNvCxnSpPr>
            <a:cxnSpLocks/>
          </p:cNvCxnSpPr>
          <p:nvPr/>
        </p:nvCxnSpPr>
        <p:spPr>
          <a:xfrm>
            <a:off x="9674993" y="5455275"/>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8F04EC57-23B9-AF93-BEDB-578F9D5CE032}"/>
              </a:ext>
            </a:extLst>
          </p:cNvPr>
          <p:cNvCxnSpPr>
            <a:cxnSpLocks/>
          </p:cNvCxnSpPr>
          <p:nvPr/>
        </p:nvCxnSpPr>
        <p:spPr>
          <a:xfrm>
            <a:off x="9678228" y="521716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91343544-7072-D42D-DFBA-8CCF77E65FAC}"/>
              </a:ext>
            </a:extLst>
          </p:cNvPr>
          <p:cNvCxnSpPr>
            <a:cxnSpLocks/>
            <a:endCxn id="28" idx="1"/>
          </p:cNvCxnSpPr>
          <p:nvPr/>
        </p:nvCxnSpPr>
        <p:spPr>
          <a:xfrm>
            <a:off x="2100017" y="5193672"/>
            <a:ext cx="3931408" cy="965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3739E515-D297-26C0-F687-DFD7E79E4441}"/>
              </a:ext>
            </a:extLst>
          </p:cNvPr>
          <p:cNvCxnSpPr>
            <a:cxnSpLocks/>
            <a:endCxn id="83" idx="1"/>
          </p:cNvCxnSpPr>
          <p:nvPr/>
        </p:nvCxnSpPr>
        <p:spPr>
          <a:xfrm>
            <a:off x="2106744" y="4977498"/>
            <a:ext cx="8006878" cy="11475"/>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99" name="组合 98">
            <a:extLst>
              <a:ext uri="{FF2B5EF4-FFF2-40B4-BE49-F238E27FC236}">
                <a16:creationId xmlns:a16="http://schemas.microsoft.com/office/drawing/2014/main" id="{70BA547B-0EAF-1FCF-D790-6937DCBCEC4D}"/>
              </a:ext>
            </a:extLst>
          </p:cNvPr>
          <p:cNvGrpSpPr/>
          <p:nvPr/>
        </p:nvGrpSpPr>
        <p:grpSpPr>
          <a:xfrm>
            <a:off x="495741" y="4516625"/>
            <a:ext cx="1160785" cy="1296622"/>
            <a:chOff x="383796" y="2450910"/>
            <a:chExt cx="1160785" cy="1296622"/>
          </a:xfrm>
        </p:grpSpPr>
        <p:grpSp>
          <p:nvGrpSpPr>
            <p:cNvPr id="100" name="组合 99">
              <a:extLst>
                <a:ext uri="{FF2B5EF4-FFF2-40B4-BE49-F238E27FC236}">
                  <a16:creationId xmlns:a16="http://schemas.microsoft.com/office/drawing/2014/main" id="{29BCD460-67B4-CA9C-0082-A0A2D1E1C162}"/>
                </a:ext>
              </a:extLst>
            </p:cNvPr>
            <p:cNvGrpSpPr/>
            <p:nvPr/>
          </p:nvGrpSpPr>
          <p:grpSpPr>
            <a:xfrm>
              <a:off x="1276697" y="2848124"/>
              <a:ext cx="267884" cy="859217"/>
              <a:chOff x="1353419" y="2247741"/>
              <a:chExt cx="267884" cy="859217"/>
            </a:xfrm>
          </p:grpSpPr>
          <p:sp>
            <p:nvSpPr>
              <p:cNvPr id="105" name="文本框 104">
                <a:extLst>
                  <a:ext uri="{FF2B5EF4-FFF2-40B4-BE49-F238E27FC236}">
                    <a16:creationId xmlns:a16="http://schemas.microsoft.com/office/drawing/2014/main" id="{F8BEBDF5-5DA2-46B2-E018-D97FFFE5976D}"/>
                  </a:ext>
                </a:extLst>
              </p:cNvPr>
              <p:cNvSpPr txBox="1"/>
              <p:nvPr/>
            </p:nvSpPr>
            <p:spPr>
              <a:xfrm>
                <a:off x="1353419" y="2556779"/>
                <a:ext cx="264137" cy="318924"/>
              </a:xfrm>
              <a:prstGeom prst="rect">
                <a:avLst/>
              </a:prstGeom>
              <a:solidFill>
                <a:srgbClr val="FFFAEB"/>
              </a:solidFill>
              <a:ln w="12700">
                <a:solidFill>
                  <a:schemeClr val="tx1"/>
                </a:solidFill>
              </a:ln>
            </p:spPr>
            <p:txBody>
              <a:bodyPr wrap="square" lIns="0" tIns="36000" rIns="0" bIns="36000" rtlCol="0">
                <a:spAutoFit/>
              </a:bodyPr>
              <a:lstStyle/>
              <a:p>
                <a:pPr algn="ctr"/>
                <a:r>
                  <a:rPr lang="en-US" altLang="zh-CN" sz="1600" b="1" dirty="0">
                    <a:solidFill>
                      <a:srgbClr val="00B0F0"/>
                    </a:solidFill>
                    <a:latin typeface="Times New Roman" panose="02020603050405020304" pitchFamily="18" charset="0"/>
                    <a:cs typeface="Times New Roman" panose="02020603050405020304" pitchFamily="18" charset="0"/>
                  </a:rPr>
                  <a:t>3</a:t>
                </a:r>
                <a:endParaRPr lang="zh-CN" altLang="en-US" sz="1600" b="1" dirty="0">
                  <a:solidFill>
                    <a:srgbClr val="00B0F0"/>
                  </a:solidFill>
                  <a:latin typeface="Times New Roman" panose="02020603050405020304" pitchFamily="18" charset="0"/>
                  <a:cs typeface="Times New Roman" panose="02020603050405020304" pitchFamily="18" charset="0"/>
                </a:endParaRPr>
              </a:p>
            </p:txBody>
          </p:sp>
          <p:sp>
            <p:nvSpPr>
              <p:cNvPr id="106" name="矩形 105">
                <a:extLst>
                  <a:ext uri="{FF2B5EF4-FFF2-40B4-BE49-F238E27FC236}">
                    <a16:creationId xmlns:a16="http://schemas.microsoft.com/office/drawing/2014/main" id="{50DECF73-035C-D02F-4A07-C832B6387335}"/>
                  </a:ext>
                </a:extLst>
              </p:cNvPr>
              <p:cNvSpPr/>
              <p:nvPr/>
            </p:nvSpPr>
            <p:spPr>
              <a:xfrm>
                <a:off x="1353732" y="2875703"/>
                <a:ext cx="267571"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7E6142A7-C046-029D-8936-636C7F7E8001}"/>
                  </a:ext>
                </a:extLst>
              </p:cNvPr>
              <p:cNvSpPr txBox="1"/>
              <p:nvPr/>
            </p:nvSpPr>
            <p:spPr>
              <a:xfrm>
                <a:off x="1353419" y="2247741"/>
                <a:ext cx="264137" cy="318924"/>
              </a:xfrm>
              <a:prstGeom prst="rect">
                <a:avLst/>
              </a:prstGeom>
              <a:solidFill>
                <a:schemeClr val="accent2">
                  <a:lumMod val="20000"/>
                  <a:lumOff val="80000"/>
                </a:schemeClr>
              </a:solidFill>
              <a:ln w="12700">
                <a:solidFill>
                  <a:schemeClr val="tx1"/>
                </a:solidFill>
              </a:ln>
            </p:spPr>
            <p:txBody>
              <a:bodyPr wrap="square" lIns="0" tIns="36000" rIns="0" bIns="36000" rtlCol="0">
                <a:spAutoFit/>
              </a:bodyPr>
              <a:lstStyle/>
              <a:p>
                <a:pPr algn="ctr"/>
                <a:r>
                  <a:rPr lang="en-US" altLang="zh-CN" sz="1600" b="1" dirty="0">
                    <a:latin typeface="Times New Roman" panose="02020603050405020304" pitchFamily="18" charset="0"/>
                    <a:cs typeface="Times New Roman" panose="02020603050405020304" pitchFamily="18" charset="0"/>
                  </a:rPr>
                  <a:t>12</a:t>
                </a:r>
                <a:endParaRPr lang="zh-CN" altLang="en-US" sz="1600" b="1" dirty="0">
                  <a:latin typeface="Times New Roman" panose="02020603050405020304" pitchFamily="18" charset="0"/>
                  <a:cs typeface="Times New Roman" panose="02020603050405020304" pitchFamily="18" charset="0"/>
                </a:endParaRPr>
              </a:p>
            </p:txBody>
          </p:sp>
        </p:grpSp>
        <p:grpSp>
          <p:nvGrpSpPr>
            <p:cNvPr id="101" name="组合 100">
              <a:extLst>
                <a:ext uri="{FF2B5EF4-FFF2-40B4-BE49-F238E27FC236}">
                  <a16:creationId xmlns:a16="http://schemas.microsoft.com/office/drawing/2014/main" id="{39F88241-8A0C-7749-196E-81CADA7B779A}"/>
                </a:ext>
              </a:extLst>
            </p:cNvPr>
            <p:cNvGrpSpPr/>
            <p:nvPr/>
          </p:nvGrpSpPr>
          <p:grpSpPr>
            <a:xfrm>
              <a:off x="648535" y="2450910"/>
              <a:ext cx="628162" cy="398916"/>
              <a:chOff x="648535" y="2450910"/>
              <a:chExt cx="628162" cy="398916"/>
            </a:xfrm>
          </p:grpSpPr>
          <p:cxnSp>
            <p:nvCxnSpPr>
              <p:cNvPr id="103" name="直接箭头连接符 102">
                <a:extLst>
                  <a:ext uri="{FF2B5EF4-FFF2-40B4-BE49-F238E27FC236}">
                    <a16:creationId xmlns:a16="http://schemas.microsoft.com/office/drawing/2014/main" id="{EE7C385E-4D25-977A-B032-F6212D819025}"/>
                  </a:ext>
                </a:extLst>
              </p:cNvPr>
              <p:cNvCxnSpPr>
                <a:cxnSpLocks/>
              </p:cNvCxnSpPr>
              <p:nvPr/>
            </p:nvCxnSpPr>
            <p:spPr>
              <a:xfrm>
                <a:off x="1042988" y="2695098"/>
                <a:ext cx="233709" cy="154728"/>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E952008A-5D4B-B501-B5AE-DF071B4F4C75}"/>
                  </a:ext>
                </a:extLst>
              </p:cNvPr>
              <p:cNvSpPr txBox="1"/>
              <p:nvPr/>
            </p:nvSpPr>
            <p:spPr>
              <a:xfrm>
                <a:off x="648535" y="2450910"/>
                <a:ext cx="431528"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SL</a:t>
                </a:r>
                <a:endParaRPr lang="zh-CN" altLang="en-US" sz="1600" b="1" dirty="0">
                  <a:latin typeface="Courier New" panose="02070309020205020404" pitchFamily="49" charset="0"/>
                  <a:cs typeface="Courier New" panose="02070309020205020404" pitchFamily="49" charset="0"/>
                </a:endParaRPr>
              </a:p>
            </p:txBody>
          </p:sp>
        </p:grpSp>
        <p:sp>
          <p:nvSpPr>
            <p:cNvPr id="102" name="文本框 101">
              <a:extLst>
                <a:ext uri="{FF2B5EF4-FFF2-40B4-BE49-F238E27FC236}">
                  <a16:creationId xmlns:a16="http://schemas.microsoft.com/office/drawing/2014/main" id="{743A1B1B-4585-9E66-DF08-971B38514154}"/>
                </a:ext>
              </a:extLst>
            </p:cNvPr>
            <p:cNvSpPr txBox="1"/>
            <p:nvPr/>
          </p:nvSpPr>
          <p:spPr>
            <a:xfrm>
              <a:off x="383796" y="2848824"/>
              <a:ext cx="941283" cy="898708"/>
            </a:xfrm>
            <a:prstGeom prst="rect">
              <a:avLst/>
            </a:prstGeom>
            <a:noFill/>
          </p:spPr>
          <p:txBody>
            <a:bodyPr wrap="none" rtlCol="0">
              <a:spAutoFit/>
            </a:bodyPr>
            <a:lstStyle/>
            <a:p>
              <a:pPr>
                <a:lnSpc>
                  <a:spcPct val="110000"/>
                </a:lnSpc>
              </a:pPr>
              <a:r>
                <a:rPr lang="en-US" altLang="zh-CN" sz="1600" b="1" dirty="0">
                  <a:latin typeface="Courier New" panose="02070309020205020404" pitchFamily="49" charset="0"/>
                  <a:cs typeface="Courier New" panose="02070309020205020404" pitchFamily="49" charset="0"/>
                </a:rPr>
                <a:t>length</a:t>
              </a:r>
            </a:p>
            <a:p>
              <a:pPr algn="r">
                <a:lnSpc>
                  <a:spcPct val="110000"/>
                </a:lnSpc>
              </a:pPr>
              <a:r>
                <a:rPr lang="en-US" altLang="zh-CN" sz="1600" b="1" dirty="0" err="1">
                  <a:latin typeface="Courier New" panose="02070309020205020404" pitchFamily="49" charset="0"/>
                  <a:cs typeface="Courier New" panose="02070309020205020404" pitchFamily="49" charset="0"/>
                </a:rPr>
                <a:t>topLV</a:t>
              </a:r>
              <a:endParaRPr lang="en-US" altLang="zh-CN" sz="1600" b="1" dirty="0">
                <a:latin typeface="Courier New" panose="02070309020205020404" pitchFamily="49" charset="0"/>
                <a:cs typeface="Courier New" panose="02070309020205020404" pitchFamily="49" charset="0"/>
              </a:endParaRPr>
            </a:p>
            <a:p>
              <a:pPr algn="r">
                <a:lnSpc>
                  <a:spcPct val="110000"/>
                </a:lnSpc>
              </a:pPr>
              <a:r>
                <a:rPr lang="en-US" altLang="zh-CN" sz="1600" b="1" dirty="0">
                  <a:latin typeface="Courier New" panose="02070309020205020404" pitchFamily="49" charset="0"/>
                  <a:cs typeface="Courier New" panose="02070309020205020404" pitchFamily="49" charset="0"/>
                </a:rPr>
                <a:t>header</a:t>
              </a:r>
              <a:endParaRPr lang="zh-CN" altLang="en-US" sz="1600" b="1" dirty="0">
                <a:latin typeface="Courier New" panose="02070309020205020404" pitchFamily="49" charset="0"/>
                <a:cs typeface="Courier New" panose="02070309020205020404" pitchFamily="49" charset="0"/>
              </a:endParaRPr>
            </a:p>
          </p:txBody>
        </p:sp>
      </p:grpSp>
      <p:cxnSp>
        <p:nvCxnSpPr>
          <p:cNvPr id="108" name="直接箭头连接符 107">
            <a:extLst>
              <a:ext uri="{FF2B5EF4-FFF2-40B4-BE49-F238E27FC236}">
                <a16:creationId xmlns:a16="http://schemas.microsoft.com/office/drawing/2014/main" id="{19888635-8C9F-F257-2EAE-C3B8E3D0FF36}"/>
              </a:ext>
            </a:extLst>
          </p:cNvPr>
          <p:cNvCxnSpPr>
            <a:cxnSpLocks/>
          </p:cNvCxnSpPr>
          <p:nvPr/>
        </p:nvCxnSpPr>
        <p:spPr>
          <a:xfrm>
            <a:off x="1533275" y="566028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0AA1755E-DBA3-23F3-8B16-1B18783B9D50}"/>
              </a:ext>
            </a:extLst>
          </p:cNvPr>
          <p:cNvCxnSpPr>
            <a:cxnSpLocks/>
          </p:cNvCxnSpPr>
          <p:nvPr/>
        </p:nvCxnSpPr>
        <p:spPr>
          <a:xfrm>
            <a:off x="2140434" y="5160924"/>
            <a:ext cx="3986665"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1B635078-921A-C701-954B-123A961EDBED}"/>
              </a:ext>
            </a:extLst>
          </p:cNvPr>
          <p:cNvCxnSpPr>
            <a:cxnSpLocks/>
          </p:cNvCxnSpPr>
          <p:nvPr/>
        </p:nvCxnSpPr>
        <p:spPr>
          <a:xfrm>
            <a:off x="6151052" y="5381276"/>
            <a:ext cx="922122"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E434C3B3-2DF8-400E-2ADA-C622492A5C57}"/>
              </a:ext>
            </a:extLst>
          </p:cNvPr>
          <p:cNvCxnSpPr>
            <a:cxnSpLocks/>
          </p:cNvCxnSpPr>
          <p:nvPr/>
        </p:nvCxnSpPr>
        <p:spPr>
          <a:xfrm>
            <a:off x="6090708" y="5180749"/>
            <a:ext cx="0" cy="185779"/>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6CFC962-931E-558B-CE53-205B5CEF5242}"/>
              </a:ext>
            </a:extLst>
          </p:cNvPr>
          <p:cNvCxnSpPr>
            <a:cxnSpLocks/>
          </p:cNvCxnSpPr>
          <p:nvPr/>
        </p:nvCxnSpPr>
        <p:spPr>
          <a:xfrm>
            <a:off x="7260747" y="5433725"/>
            <a:ext cx="0" cy="185779"/>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D6149E47-E13C-5470-3572-304A8512B492}"/>
              </a:ext>
            </a:extLst>
          </p:cNvPr>
          <p:cNvCxnSpPr>
            <a:cxnSpLocks/>
            <a:endCxn id="60" idx="1"/>
          </p:cNvCxnSpPr>
          <p:nvPr/>
        </p:nvCxnSpPr>
        <p:spPr>
          <a:xfrm>
            <a:off x="7933626" y="5656718"/>
            <a:ext cx="1032591" cy="3507"/>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B0541AF0-F290-970C-2E42-FF1CD5735A32}"/>
              </a:ext>
            </a:extLst>
          </p:cNvPr>
          <p:cNvCxnSpPr>
            <a:cxnSpLocks/>
            <a:endCxn id="77" idx="1"/>
          </p:cNvCxnSpPr>
          <p:nvPr/>
        </p:nvCxnSpPr>
        <p:spPr>
          <a:xfrm>
            <a:off x="7346048" y="5424110"/>
            <a:ext cx="2193872" cy="1527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7183BF12-A661-6373-0F0E-12A2D90FAC7E}"/>
              </a:ext>
            </a:extLst>
          </p:cNvPr>
          <p:cNvCxnSpPr>
            <a:cxnSpLocks/>
            <a:endCxn id="74" idx="1"/>
          </p:cNvCxnSpPr>
          <p:nvPr/>
        </p:nvCxnSpPr>
        <p:spPr>
          <a:xfrm>
            <a:off x="6176913" y="5203557"/>
            <a:ext cx="3363006" cy="542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48D2A2A0-C964-6A49-4FDC-2B9DEE29107B}"/>
              </a:ext>
            </a:extLst>
          </p:cNvPr>
          <p:cNvCxnSpPr>
            <a:cxnSpLocks/>
          </p:cNvCxnSpPr>
          <p:nvPr/>
        </p:nvCxnSpPr>
        <p:spPr>
          <a:xfrm>
            <a:off x="2028460" y="4980184"/>
            <a:ext cx="0" cy="185779"/>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sp>
        <p:nvSpPr>
          <p:cNvPr id="119" name="文本框 118">
            <a:extLst>
              <a:ext uri="{FF2B5EF4-FFF2-40B4-BE49-F238E27FC236}">
                <a16:creationId xmlns:a16="http://schemas.microsoft.com/office/drawing/2014/main" id="{298E18FE-D421-5957-DCCC-4B29EE5FB918}"/>
              </a:ext>
            </a:extLst>
          </p:cNvPr>
          <p:cNvSpPr txBox="1"/>
          <p:nvPr/>
        </p:nvSpPr>
        <p:spPr>
          <a:xfrm>
            <a:off x="10389493" y="5789638"/>
            <a:ext cx="554960"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key</a:t>
            </a:r>
            <a:endParaRPr lang="zh-CN" altLang="en-US" sz="1600" b="1" dirty="0">
              <a:latin typeface="Courier New" panose="02070309020205020404" pitchFamily="49" charset="0"/>
              <a:cs typeface="Courier New" panose="02070309020205020404" pitchFamily="49" charset="0"/>
            </a:endParaRPr>
          </a:p>
        </p:txBody>
      </p:sp>
      <p:sp>
        <p:nvSpPr>
          <p:cNvPr id="120" name="文本框 119">
            <a:extLst>
              <a:ext uri="{FF2B5EF4-FFF2-40B4-BE49-F238E27FC236}">
                <a16:creationId xmlns:a16="http://schemas.microsoft.com/office/drawing/2014/main" id="{3EFEE557-CBA6-1417-6A37-E16005000589}"/>
              </a:ext>
            </a:extLst>
          </p:cNvPr>
          <p:cNvSpPr txBox="1"/>
          <p:nvPr/>
        </p:nvSpPr>
        <p:spPr>
          <a:xfrm>
            <a:off x="570282" y="3767081"/>
            <a:ext cx="957313" cy="400110"/>
          </a:xfrm>
          <a:prstGeom prst="rect">
            <a:avLst/>
          </a:prstGeom>
          <a:solidFill>
            <a:schemeClr val="accent6">
              <a:lumMod val="20000"/>
              <a:lumOff val="80000"/>
            </a:schemeClr>
          </a:solidFill>
        </p:spPr>
        <p:txBody>
          <a:bodyPr wrap="none" rtlCol="0">
            <a:spAutoFit/>
          </a:bodyPr>
          <a:lstStyle/>
          <a:p>
            <a:r>
              <a:rPr lang="zh-CN" altLang="en-US" sz="2000" b="1" dirty="0">
                <a:solidFill>
                  <a:srgbClr val="C00000"/>
                </a:solidFill>
                <a:effectLst>
                  <a:outerShdw blurRad="38100" dist="38100" dir="2700000" algn="tl">
                    <a:srgbClr val="000000">
                      <a:alpha val="43137"/>
                    </a:srgbClr>
                  </a:outerShdw>
                </a:effectLst>
              </a:rPr>
              <a:t>插入</a:t>
            </a:r>
            <a:r>
              <a:rPr lang="en-US" altLang="zh-CN" sz="2000" b="1" dirty="0">
                <a:solidFill>
                  <a:srgbClr val="C00000"/>
                </a:solidFill>
                <a:effectLst>
                  <a:outerShdw blurRad="38100" dist="38100" dir="2700000" algn="tl">
                    <a:srgbClr val="000000">
                      <a:alpha val="43137"/>
                    </a:srgbClr>
                  </a:outerShdw>
                </a:effectLst>
              </a:rPr>
              <a:t>88</a:t>
            </a:r>
            <a:endParaRPr lang="zh-CN" altLang="en-US" sz="2000" b="1" dirty="0">
              <a:solidFill>
                <a:srgbClr val="C00000"/>
              </a:solidFill>
              <a:effectLst>
                <a:outerShdw blurRad="38100" dist="38100" dir="2700000" algn="tl">
                  <a:srgbClr val="000000">
                    <a:alpha val="43137"/>
                  </a:srgbClr>
                </a:outerShdw>
              </a:effectLst>
            </a:endParaRPr>
          </a:p>
        </p:txBody>
      </p:sp>
      <p:grpSp>
        <p:nvGrpSpPr>
          <p:cNvPr id="121" name="组合 120">
            <a:extLst>
              <a:ext uri="{FF2B5EF4-FFF2-40B4-BE49-F238E27FC236}">
                <a16:creationId xmlns:a16="http://schemas.microsoft.com/office/drawing/2014/main" id="{12F3915F-39CB-E187-7D7E-E1138959D5B2}"/>
              </a:ext>
            </a:extLst>
          </p:cNvPr>
          <p:cNvGrpSpPr/>
          <p:nvPr/>
        </p:nvGrpSpPr>
        <p:grpSpPr>
          <a:xfrm>
            <a:off x="1543956" y="4597543"/>
            <a:ext cx="441273" cy="369332"/>
            <a:chOff x="1864225" y="4120187"/>
            <a:chExt cx="441273" cy="369332"/>
          </a:xfrm>
        </p:grpSpPr>
        <p:cxnSp>
          <p:nvCxnSpPr>
            <p:cNvPr id="122" name="直接箭头连接符 121">
              <a:extLst>
                <a:ext uri="{FF2B5EF4-FFF2-40B4-BE49-F238E27FC236}">
                  <a16:creationId xmlns:a16="http://schemas.microsoft.com/office/drawing/2014/main" id="{B944052A-8EED-B4D8-83BA-0422C16BE059}"/>
                </a:ext>
              </a:extLst>
            </p:cNvPr>
            <p:cNvCxnSpPr>
              <a:cxnSpLocks/>
            </p:cNvCxnSpPr>
            <p:nvPr/>
          </p:nvCxnSpPr>
          <p:spPr>
            <a:xfrm>
              <a:off x="2129582" y="4326722"/>
              <a:ext cx="175916" cy="87117"/>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0FC2289B-AE16-BD99-5B7D-F9D367812E8F}"/>
                </a:ext>
              </a:extLst>
            </p:cNvPr>
            <p:cNvSpPr txBox="1"/>
            <p:nvPr/>
          </p:nvSpPr>
          <p:spPr>
            <a:xfrm>
              <a:off x="1864225" y="4120187"/>
              <a:ext cx="322524" cy="369332"/>
            </a:xfrm>
            <a:prstGeom prst="rect">
              <a:avLst/>
            </a:prstGeom>
            <a:noFill/>
            <a:ln>
              <a:noFill/>
            </a:ln>
          </p:spPr>
          <p:txBody>
            <a:bodyPr wrap="none" rtlCol="0">
              <a:spAutoFit/>
            </a:bodyPr>
            <a:lstStyle/>
            <a:p>
              <a:r>
                <a:rPr lang="en-US" altLang="zh-CN" b="1" dirty="0">
                  <a:solidFill>
                    <a:srgbClr val="00B050"/>
                  </a:solidFill>
                  <a:latin typeface="Courier New" panose="02070309020205020404" pitchFamily="49" charset="0"/>
                  <a:cs typeface="Courier New" panose="02070309020205020404" pitchFamily="49" charset="0"/>
                </a:rPr>
                <a:t>q</a:t>
              </a:r>
              <a:endParaRPr lang="zh-CN" altLang="en-US" b="1" dirty="0">
                <a:solidFill>
                  <a:srgbClr val="00B050"/>
                </a:solidFill>
                <a:latin typeface="Courier New" panose="02070309020205020404" pitchFamily="49" charset="0"/>
                <a:cs typeface="Courier New" panose="02070309020205020404" pitchFamily="49" charset="0"/>
              </a:endParaRPr>
            </a:p>
          </p:txBody>
        </p:sp>
      </p:grpSp>
      <p:sp>
        <p:nvSpPr>
          <p:cNvPr id="124" name="文本框 123">
            <a:extLst>
              <a:ext uri="{FF2B5EF4-FFF2-40B4-BE49-F238E27FC236}">
                <a16:creationId xmlns:a16="http://schemas.microsoft.com/office/drawing/2014/main" id="{38F43A6F-7D34-E479-66BC-98B353562429}"/>
              </a:ext>
            </a:extLst>
          </p:cNvPr>
          <p:cNvSpPr txBox="1"/>
          <p:nvPr/>
        </p:nvSpPr>
        <p:spPr>
          <a:xfrm>
            <a:off x="2295574" y="4190983"/>
            <a:ext cx="800219" cy="400110"/>
          </a:xfrm>
          <a:prstGeom prst="rect">
            <a:avLst/>
          </a:prstGeom>
          <a:noFill/>
        </p:spPr>
        <p:txBody>
          <a:bodyPr wrap="none" rtlCol="0">
            <a:spAutoFit/>
          </a:bodyPr>
          <a:lstStyle/>
          <a:p>
            <a:r>
              <a:rPr lang="en-US" altLang="zh-CN" sz="2000" b="1" dirty="0">
                <a:solidFill>
                  <a:srgbClr val="00B050"/>
                </a:solidFill>
                <a:latin typeface="Courier New" panose="02070309020205020404" pitchFamily="49" charset="0"/>
                <a:cs typeface="Courier New" panose="02070309020205020404" pitchFamily="49" charset="0"/>
              </a:rPr>
              <a:t>lv =</a:t>
            </a:r>
            <a:endParaRPr lang="zh-CN" altLang="en-US" sz="2000" b="1" dirty="0">
              <a:solidFill>
                <a:srgbClr val="00B050"/>
              </a:solidFill>
              <a:latin typeface="Courier New" panose="02070309020205020404" pitchFamily="49" charset="0"/>
              <a:cs typeface="Courier New" panose="02070309020205020404" pitchFamily="49" charset="0"/>
            </a:endParaRPr>
          </a:p>
        </p:txBody>
      </p:sp>
      <p:sp>
        <p:nvSpPr>
          <p:cNvPr id="125" name="文本框 124">
            <a:extLst>
              <a:ext uri="{FF2B5EF4-FFF2-40B4-BE49-F238E27FC236}">
                <a16:creationId xmlns:a16="http://schemas.microsoft.com/office/drawing/2014/main" id="{6B13F3E6-56B5-8A37-8938-9300F01F43BA}"/>
              </a:ext>
            </a:extLst>
          </p:cNvPr>
          <p:cNvSpPr txBox="1"/>
          <p:nvPr/>
        </p:nvSpPr>
        <p:spPr>
          <a:xfrm>
            <a:off x="2985939" y="4181917"/>
            <a:ext cx="273235" cy="380480"/>
          </a:xfrm>
          <a:prstGeom prst="rect">
            <a:avLst/>
          </a:prstGeom>
          <a:noFill/>
          <a:ln w="12700">
            <a:noFill/>
          </a:ln>
        </p:spPr>
        <p:txBody>
          <a:bodyPr wrap="square" lIns="0" tIns="36000" rIns="0" bIns="36000" rtlCol="0">
            <a:sp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2</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grpSp>
        <p:nvGrpSpPr>
          <p:cNvPr id="126" name="组合 125">
            <a:extLst>
              <a:ext uri="{FF2B5EF4-FFF2-40B4-BE49-F238E27FC236}">
                <a16:creationId xmlns:a16="http://schemas.microsoft.com/office/drawing/2014/main" id="{E13C5FAD-A5A1-ED82-7265-6B2FF5EF62FD}"/>
              </a:ext>
            </a:extLst>
          </p:cNvPr>
          <p:cNvGrpSpPr/>
          <p:nvPr/>
        </p:nvGrpSpPr>
        <p:grpSpPr>
          <a:xfrm>
            <a:off x="5823380" y="4753943"/>
            <a:ext cx="395947" cy="329800"/>
            <a:chOff x="1909551" y="4084039"/>
            <a:chExt cx="395947" cy="329800"/>
          </a:xfrm>
        </p:grpSpPr>
        <p:cxnSp>
          <p:nvCxnSpPr>
            <p:cNvPr id="127" name="直接箭头连接符 126">
              <a:extLst>
                <a:ext uri="{FF2B5EF4-FFF2-40B4-BE49-F238E27FC236}">
                  <a16:creationId xmlns:a16="http://schemas.microsoft.com/office/drawing/2014/main" id="{CC8169D5-D3CC-6CDA-872F-CDD88988183B}"/>
                </a:ext>
              </a:extLst>
            </p:cNvPr>
            <p:cNvCxnSpPr>
              <a:cxnSpLocks/>
            </p:cNvCxnSpPr>
            <p:nvPr/>
          </p:nvCxnSpPr>
          <p:spPr>
            <a:xfrm>
              <a:off x="2129582" y="4326722"/>
              <a:ext cx="175916" cy="87117"/>
            </a:xfrm>
            <a:prstGeom prst="straightConnector1">
              <a:avLst/>
            </a:prstGeom>
            <a:ln w="19050">
              <a:solidFill>
                <a:srgbClr val="00B0F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8" name="文本框 127">
              <a:extLst>
                <a:ext uri="{FF2B5EF4-FFF2-40B4-BE49-F238E27FC236}">
                  <a16:creationId xmlns:a16="http://schemas.microsoft.com/office/drawing/2014/main" id="{9BD9100E-D7F1-3916-E7BE-7A32B84713DA}"/>
                </a:ext>
              </a:extLst>
            </p:cNvPr>
            <p:cNvSpPr txBox="1"/>
            <p:nvPr/>
          </p:nvSpPr>
          <p:spPr>
            <a:xfrm>
              <a:off x="1909551" y="4084039"/>
              <a:ext cx="282017" cy="276999"/>
            </a:xfrm>
            <a:prstGeom prst="rect">
              <a:avLst/>
            </a:prstGeom>
            <a:noFill/>
            <a:ln>
              <a:noFill/>
            </a:ln>
          </p:spPr>
          <p:txBody>
            <a:bodyPr wrap="square" lIns="36000" tIns="0" rIns="36000" bIns="0" rtlCol="0">
              <a:spAutoFit/>
            </a:bodyPr>
            <a:lstStyle/>
            <a:p>
              <a:r>
                <a:rPr lang="en-US" altLang="zh-CN" b="1" dirty="0">
                  <a:solidFill>
                    <a:srgbClr val="00B0F0"/>
                  </a:solidFill>
                  <a:latin typeface="Courier New" panose="02070309020205020404" pitchFamily="49" charset="0"/>
                  <a:cs typeface="Courier New" panose="02070309020205020404" pitchFamily="49" charset="0"/>
                </a:rPr>
                <a:t>p</a:t>
              </a:r>
              <a:endParaRPr lang="zh-CN" altLang="en-US" b="1" dirty="0">
                <a:solidFill>
                  <a:srgbClr val="00B0F0"/>
                </a:solidFill>
                <a:latin typeface="Courier New" panose="02070309020205020404" pitchFamily="49" charset="0"/>
                <a:cs typeface="Courier New" panose="02070309020205020404" pitchFamily="49" charset="0"/>
              </a:endParaRPr>
            </a:p>
          </p:txBody>
        </p:sp>
      </p:grpSp>
      <p:sp>
        <p:nvSpPr>
          <p:cNvPr id="129" name="文本框 128">
            <a:extLst>
              <a:ext uri="{FF2B5EF4-FFF2-40B4-BE49-F238E27FC236}">
                <a16:creationId xmlns:a16="http://schemas.microsoft.com/office/drawing/2014/main" id="{235F1565-F61B-6EA4-9A8D-361FFCD51A67}"/>
              </a:ext>
            </a:extLst>
          </p:cNvPr>
          <p:cNvSpPr txBox="1"/>
          <p:nvPr/>
        </p:nvSpPr>
        <p:spPr>
          <a:xfrm>
            <a:off x="7078122" y="3765396"/>
            <a:ext cx="3213781" cy="369332"/>
          </a:xfrm>
          <a:prstGeom prst="rect">
            <a:avLst/>
          </a:prstGeom>
          <a:noFill/>
        </p:spPr>
        <p:txBody>
          <a:bodyPr wrap="squar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key = 85   value = ‘V’</a:t>
            </a:r>
            <a:endParaRPr lang="zh-CN" altLang="en-US" b="1" dirty="0">
              <a:solidFill>
                <a:srgbClr val="C00000"/>
              </a:solidFill>
              <a:latin typeface="Courier New" panose="02070309020205020404" pitchFamily="49" charset="0"/>
              <a:cs typeface="Courier New" panose="02070309020205020404" pitchFamily="49" charset="0"/>
            </a:endParaRPr>
          </a:p>
        </p:txBody>
      </p:sp>
      <p:sp>
        <p:nvSpPr>
          <p:cNvPr id="130" name="文本框 129">
            <a:extLst>
              <a:ext uri="{FF2B5EF4-FFF2-40B4-BE49-F238E27FC236}">
                <a16:creationId xmlns:a16="http://schemas.microsoft.com/office/drawing/2014/main" id="{0A56DB22-35BB-D1F4-4AD5-D22767C46EEC}"/>
              </a:ext>
            </a:extLst>
          </p:cNvPr>
          <p:cNvSpPr txBox="1"/>
          <p:nvPr/>
        </p:nvSpPr>
        <p:spPr>
          <a:xfrm>
            <a:off x="2985939" y="4182792"/>
            <a:ext cx="273235" cy="380480"/>
          </a:xfrm>
          <a:prstGeom prst="rect">
            <a:avLst/>
          </a:prstGeom>
          <a:noFill/>
          <a:ln w="12700">
            <a:noFill/>
          </a:ln>
        </p:spPr>
        <p:txBody>
          <a:bodyPr wrap="square" lIns="0" tIns="36000" rIns="0" bIns="36000" rtlCol="0">
            <a:sp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1</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sp>
        <p:nvSpPr>
          <p:cNvPr id="131" name="文本框 130">
            <a:extLst>
              <a:ext uri="{FF2B5EF4-FFF2-40B4-BE49-F238E27FC236}">
                <a16:creationId xmlns:a16="http://schemas.microsoft.com/office/drawing/2014/main" id="{EE9107DE-BE1E-76B2-9ABA-79660C913BD4}"/>
              </a:ext>
            </a:extLst>
          </p:cNvPr>
          <p:cNvSpPr txBox="1"/>
          <p:nvPr/>
        </p:nvSpPr>
        <p:spPr>
          <a:xfrm>
            <a:off x="2985939" y="4182343"/>
            <a:ext cx="273235" cy="380480"/>
          </a:xfrm>
          <a:prstGeom prst="rect">
            <a:avLst/>
          </a:prstGeom>
          <a:noFill/>
          <a:ln w="12700">
            <a:noFill/>
          </a:ln>
        </p:spPr>
        <p:txBody>
          <a:bodyPr wrap="square" lIns="0" tIns="36000" rIns="0" bIns="36000" rtlCol="0">
            <a:sp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0</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sp>
        <p:nvSpPr>
          <p:cNvPr id="132" name="文本框 131">
            <a:extLst>
              <a:ext uri="{FF2B5EF4-FFF2-40B4-BE49-F238E27FC236}">
                <a16:creationId xmlns:a16="http://schemas.microsoft.com/office/drawing/2014/main" id="{231F8A92-980E-83FA-BA16-447D29F8C335}"/>
              </a:ext>
            </a:extLst>
          </p:cNvPr>
          <p:cNvSpPr txBox="1"/>
          <p:nvPr/>
        </p:nvSpPr>
        <p:spPr>
          <a:xfrm>
            <a:off x="7774758" y="609181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T</a:t>
            </a:r>
          </a:p>
        </p:txBody>
      </p:sp>
      <p:sp>
        <p:nvSpPr>
          <p:cNvPr id="133" name="文本框 132">
            <a:extLst>
              <a:ext uri="{FF2B5EF4-FFF2-40B4-BE49-F238E27FC236}">
                <a16:creationId xmlns:a16="http://schemas.microsoft.com/office/drawing/2014/main" id="{A076FC40-E008-D0D6-7E62-44AA3916A4F2}"/>
              </a:ext>
            </a:extLst>
          </p:cNvPr>
          <p:cNvSpPr txBox="1"/>
          <p:nvPr/>
        </p:nvSpPr>
        <p:spPr>
          <a:xfrm>
            <a:off x="8965832" y="6088258"/>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X</a:t>
            </a:r>
          </a:p>
        </p:txBody>
      </p:sp>
      <p:sp>
        <p:nvSpPr>
          <p:cNvPr id="134" name="文本框 133">
            <a:extLst>
              <a:ext uri="{FF2B5EF4-FFF2-40B4-BE49-F238E27FC236}">
                <a16:creationId xmlns:a16="http://schemas.microsoft.com/office/drawing/2014/main" id="{11F3E179-DA68-508C-9062-9CD2E7DCA9B9}"/>
              </a:ext>
            </a:extLst>
          </p:cNvPr>
          <p:cNvSpPr txBox="1"/>
          <p:nvPr/>
        </p:nvSpPr>
        <p:spPr>
          <a:xfrm>
            <a:off x="9535755" y="6098890"/>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Z</a:t>
            </a:r>
          </a:p>
        </p:txBody>
      </p:sp>
      <p:sp>
        <p:nvSpPr>
          <p:cNvPr id="135" name="文本框 134">
            <a:extLst>
              <a:ext uri="{FF2B5EF4-FFF2-40B4-BE49-F238E27FC236}">
                <a16:creationId xmlns:a16="http://schemas.microsoft.com/office/drawing/2014/main" id="{49F5B774-7E9C-2F40-68E7-ABF4196A9FB8}"/>
              </a:ext>
            </a:extLst>
          </p:cNvPr>
          <p:cNvSpPr txBox="1"/>
          <p:nvPr/>
        </p:nvSpPr>
        <p:spPr>
          <a:xfrm>
            <a:off x="2546297" y="608613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B</a:t>
            </a:r>
          </a:p>
        </p:txBody>
      </p:sp>
      <p:sp>
        <p:nvSpPr>
          <p:cNvPr id="136" name="文本框 135">
            <a:extLst>
              <a:ext uri="{FF2B5EF4-FFF2-40B4-BE49-F238E27FC236}">
                <a16:creationId xmlns:a16="http://schemas.microsoft.com/office/drawing/2014/main" id="{780C1393-C552-1E2B-43FD-853DB2E11878}"/>
              </a:ext>
            </a:extLst>
          </p:cNvPr>
          <p:cNvSpPr txBox="1"/>
          <p:nvPr/>
        </p:nvSpPr>
        <p:spPr>
          <a:xfrm>
            <a:off x="3131663" y="608046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D</a:t>
            </a:r>
          </a:p>
        </p:txBody>
      </p:sp>
      <p:sp>
        <p:nvSpPr>
          <p:cNvPr id="137" name="文本框 136">
            <a:extLst>
              <a:ext uri="{FF2B5EF4-FFF2-40B4-BE49-F238E27FC236}">
                <a16:creationId xmlns:a16="http://schemas.microsoft.com/office/drawing/2014/main" id="{436AFDE7-1D6C-2C3E-1FEC-15631D7BB289}"/>
              </a:ext>
            </a:extLst>
          </p:cNvPr>
          <p:cNvSpPr txBox="1"/>
          <p:nvPr/>
        </p:nvSpPr>
        <p:spPr>
          <a:xfrm>
            <a:off x="3701586" y="609109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F</a:t>
            </a:r>
          </a:p>
        </p:txBody>
      </p:sp>
      <p:sp>
        <p:nvSpPr>
          <p:cNvPr id="138" name="文本框 58">
            <a:extLst>
              <a:ext uri="{FF2B5EF4-FFF2-40B4-BE49-F238E27FC236}">
                <a16:creationId xmlns:a16="http://schemas.microsoft.com/office/drawing/2014/main" id="{A9E58C4A-AD59-C343-C023-00FFB5B1C3D2}"/>
              </a:ext>
            </a:extLst>
          </p:cNvPr>
          <p:cNvSpPr txBox="1"/>
          <p:nvPr/>
        </p:nvSpPr>
        <p:spPr>
          <a:xfrm>
            <a:off x="4278134" y="608649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H</a:t>
            </a:r>
          </a:p>
        </p:txBody>
      </p:sp>
      <p:sp>
        <p:nvSpPr>
          <p:cNvPr id="139" name="文本框 61">
            <a:extLst>
              <a:ext uri="{FF2B5EF4-FFF2-40B4-BE49-F238E27FC236}">
                <a16:creationId xmlns:a16="http://schemas.microsoft.com/office/drawing/2014/main" id="{FCD1EF60-6104-45FC-51C2-F43D148C4A65}"/>
              </a:ext>
            </a:extLst>
          </p:cNvPr>
          <p:cNvSpPr txBox="1"/>
          <p:nvPr/>
        </p:nvSpPr>
        <p:spPr>
          <a:xfrm>
            <a:off x="4863500" y="608082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J</a:t>
            </a:r>
          </a:p>
        </p:txBody>
      </p:sp>
      <p:sp>
        <p:nvSpPr>
          <p:cNvPr id="140" name="文本框 63">
            <a:extLst>
              <a:ext uri="{FF2B5EF4-FFF2-40B4-BE49-F238E27FC236}">
                <a16:creationId xmlns:a16="http://schemas.microsoft.com/office/drawing/2014/main" id="{13A7B436-A205-557F-F597-4A1A92B6B28D}"/>
              </a:ext>
            </a:extLst>
          </p:cNvPr>
          <p:cNvSpPr txBox="1"/>
          <p:nvPr/>
        </p:nvSpPr>
        <p:spPr>
          <a:xfrm>
            <a:off x="5444055" y="608613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L</a:t>
            </a:r>
          </a:p>
        </p:txBody>
      </p:sp>
      <p:sp>
        <p:nvSpPr>
          <p:cNvPr id="141" name="文本框 58">
            <a:extLst>
              <a:ext uri="{FF2B5EF4-FFF2-40B4-BE49-F238E27FC236}">
                <a16:creationId xmlns:a16="http://schemas.microsoft.com/office/drawing/2014/main" id="{98F5D1BB-610F-0938-CBC0-F77B2C2FBF80}"/>
              </a:ext>
            </a:extLst>
          </p:cNvPr>
          <p:cNvSpPr txBox="1"/>
          <p:nvPr/>
        </p:nvSpPr>
        <p:spPr>
          <a:xfrm>
            <a:off x="6026446" y="608613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N</a:t>
            </a:r>
          </a:p>
        </p:txBody>
      </p:sp>
      <p:sp>
        <p:nvSpPr>
          <p:cNvPr id="142" name="文本框 61">
            <a:extLst>
              <a:ext uri="{FF2B5EF4-FFF2-40B4-BE49-F238E27FC236}">
                <a16:creationId xmlns:a16="http://schemas.microsoft.com/office/drawing/2014/main" id="{7A48E487-C9AF-45D0-A674-7C94C7F9C1D5}"/>
              </a:ext>
            </a:extLst>
          </p:cNvPr>
          <p:cNvSpPr txBox="1"/>
          <p:nvPr/>
        </p:nvSpPr>
        <p:spPr>
          <a:xfrm>
            <a:off x="6622444" y="608046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P</a:t>
            </a:r>
          </a:p>
        </p:txBody>
      </p:sp>
      <p:sp>
        <p:nvSpPr>
          <p:cNvPr id="143" name="文本框 63">
            <a:extLst>
              <a:ext uri="{FF2B5EF4-FFF2-40B4-BE49-F238E27FC236}">
                <a16:creationId xmlns:a16="http://schemas.microsoft.com/office/drawing/2014/main" id="{D20D1314-44D6-9752-E2AA-05D15C1441C2}"/>
              </a:ext>
            </a:extLst>
          </p:cNvPr>
          <p:cNvSpPr txBox="1"/>
          <p:nvPr/>
        </p:nvSpPr>
        <p:spPr>
          <a:xfrm>
            <a:off x="7202999" y="609109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R</a:t>
            </a:r>
          </a:p>
        </p:txBody>
      </p:sp>
      <p:sp>
        <p:nvSpPr>
          <p:cNvPr id="144" name="文本框 143">
            <a:extLst>
              <a:ext uri="{FF2B5EF4-FFF2-40B4-BE49-F238E27FC236}">
                <a16:creationId xmlns:a16="http://schemas.microsoft.com/office/drawing/2014/main" id="{40F7AEEC-2E4B-CC1C-4453-97117BFFB91C}"/>
              </a:ext>
            </a:extLst>
          </p:cNvPr>
          <p:cNvSpPr txBox="1"/>
          <p:nvPr/>
        </p:nvSpPr>
        <p:spPr>
          <a:xfrm>
            <a:off x="1666436" y="3772344"/>
            <a:ext cx="5009705" cy="369332"/>
          </a:xfrm>
          <a:prstGeom prst="rect">
            <a:avLst/>
          </a:prstGeom>
          <a:noFill/>
        </p:spPr>
        <p:txBody>
          <a:bodyPr wrap="none" rtlCol="0">
            <a:spAutoFit/>
          </a:bodyPr>
          <a:lstStyle/>
          <a:p>
            <a:r>
              <a:rPr lang="en-US" altLang="zh-CN" kern="100" dirty="0">
                <a:latin typeface="Courier New" panose="02070309020205020404" pitchFamily="49" charset="0"/>
                <a:cs typeface="Times New Roman" panose="02020603050405020304" pitchFamily="18" charset="0"/>
              </a:rPr>
              <a:t>Status </a:t>
            </a:r>
            <a:r>
              <a:rPr lang="en-US" altLang="zh-CN" kern="100" dirty="0" err="1">
                <a:latin typeface="Courier New" panose="02070309020205020404" pitchFamily="49" charset="0"/>
                <a:cs typeface="Times New Roman" panose="02020603050405020304" pitchFamily="18" charset="0"/>
              </a:rPr>
              <a:t>tf</a:t>
            </a:r>
            <a:r>
              <a:rPr lang="en-US" altLang="zh-CN" kern="100" dirty="0">
                <a:latin typeface="Courier New" panose="02070309020205020404" pitchFamily="49" charset="0"/>
                <a:cs typeface="Times New Roman" panose="02020603050405020304" pitchFamily="18" charset="0"/>
              </a:rPr>
              <a:t> = </a:t>
            </a:r>
            <a:r>
              <a:rPr lang="en-US" altLang="zh-CN" kern="100" dirty="0" err="1">
                <a:latin typeface="Courier New" panose="02070309020205020404" pitchFamily="49" charset="0"/>
                <a:cs typeface="Times New Roman" panose="02020603050405020304" pitchFamily="18" charset="0"/>
              </a:rPr>
              <a:t>InsertSL</a:t>
            </a:r>
            <a:r>
              <a:rPr lang="en-US" altLang="zh-CN" kern="100" dirty="0">
                <a:latin typeface="Courier New" panose="02070309020205020404" pitchFamily="49" charset="0"/>
                <a:cs typeface="Times New Roman" panose="02020603050405020304" pitchFamily="18" charset="0"/>
              </a:rPr>
              <a:t>(SL, 88, ‘V’);</a:t>
            </a:r>
            <a:r>
              <a:rPr lang="en-US" altLang="zh-CN" b="1" dirty="0">
                <a:solidFill>
                  <a:srgbClr val="C00000"/>
                </a:solidFill>
                <a:latin typeface="Courier New" panose="02070309020205020404" pitchFamily="49" charset="0"/>
                <a:cs typeface="Courier New" panose="02070309020205020404" pitchFamily="49" charset="0"/>
              </a:rPr>
              <a:t> </a:t>
            </a:r>
            <a:endParaRPr lang="zh-CN" altLang="en-US" b="1" dirty="0">
              <a:solidFill>
                <a:srgbClr val="C00000"/>
              </a:solidFill>
              <a:latin typeface="Courier New" panose="02070309020205020404" pitchFamily="49" charset="0"/>
              <a:cs typeface="Courier New" panose="02070309020205020404" pitchFamily="49" charset="0"/>
            </a:endParaRPr>
          </a:p>
        </p:txBody>
      </p:sp>
      <p:sp>
        <p:nvSpPr>
          <p:cNvPr id="146" name="文本框 145">
            <a:extLst>
              <a:ext uri="{FF2B5EF4-FFF2-40B4-BE49-F238E27FC236}">
                <a16:creationId xmlns:a16="http://schemas.microsoft.com/office/drawing/2014/main" id="{0B60ED19-8931-4BC3-267A-D4DD50801A48}"/>
              </a:ext>
            </a:extLst>
          </p:cNvPr>
          <p:cNvSpPr txBox="1"/>
          <p:nvPr/>
        </p:nvSpPr>
        <p:spPr>
          <a:xfrm>
            <a:off x="10112303" y="6096744"/>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endParaRPr lang="en-US" altLang="zh-CN" sz="1600" b="1" dirty="0">
              <a:solidFill>
                <a:srgbClr val="C00000"/>
              </a:solidFill>
              <a:latin typeface="Courier New" panose="02070309020205020404" pitchFamily="49" charset="0"/>
              <a:cs typeface="Courier New" panose="02070309020205020404" pitchFamily="49" charset="0"/>
            </a:endParaRPr>
          </a:p>
        </p:txBody>
      </p:sp>
      <p:sp>
        <p:nvSpPr>
          <p:cNvPr id="147" name="文本框 146">
            <a:extLst>
              <a:ext uri="{FF2B5EF4-FFF2-40B4-BE49-F238E27FC236}">
                <a16:creationId xmlns:a16="http://schemas.microsoft.com/office/drawing/2014/main" id="{C3EE877A-235D-D3D3-A8F4-2DAFA69CFDA7}"/>
              </a:ext>
            </a:extLst>
          </p:cNvPr>
          <p:cNvSpPr txBox="1"/>
          <p:nvPr/>
        </p:nvSpPr>
        <p:spPr>
          <a:xfrm>
            <a:off x="10388461" y="6107369"/>
            <a:ext cx="801823"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value</a:t>
            </a:r>
            <a:endParaRPr lang="zh-CN" altLang="en-US" sz="1600" b="1" dirty="0">
              <a:latin typeface="Courier New" panose="02070309020205020404" pitchFamily="49" charset="0"/>
              <a:cs typeface="Courier New" panose="02070309020205020404" pitchFamily="49" charset="0"/>
            </a:endParaRPr>
          </a:p>
        </p:txBody>
      </p:sp>
      <p:sp>
        <p:nvSpPr>
          <p:cNvPr id="148" name="文本框 147">
            <a:extLst>
              <a:ext uri="{FF2B5EF4-FFF2-40B4-BE49-F238E27FC236}">
                <a16:creationId xmlns:a16="http://schemas.microsoft.com/office/drawing/2014/main" id="{1CEDABE6-B2A4-B2B5-7628-0738FFEDB611}"/>
              </a:ext>
            </a:extLst>
          </p:cNvPr>
          <p:cNvSpPr txBox="1"/>
          <p:nvPr/>
        </p:nvSpPr>
        <p:spPr>
          <a:xfrm>
            <a:off x="1966823" y="608046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endParaRPr lang="en-US" altLang="zh-CN" sz="1600" b="1" dirty="0">
              <a:solidFill>
                <a:srgbClr val="C00000"/>
              </a:solidFill>
              <a:latin typeface="Courier New" panose="02070309020205020404" pitchFamily="49" charset="0"/>
              <a:cs typeface="Courier New" panose="02070309020205020404" pitchFamily="49" charset="0"/>
            </a:endParaRPr>
          </a:p>
        </p:txBody>
      </p:sp>
      <p:cxnSp>
        <p:nvCxnSpPr>
          <p:cNvPr id="149" name="直接连接符 148">
            <a:extLst>
              <a:ext uri="{FF2B5EF4-FFF2-40B4-BE49-F238E27FC236}">
                <a16:creationId xmlns:a16="http://schemas.microsoft.com/office/drawing/2014/main" id="{678B59F8-A0B4-4C57-CE51-96AF49B3BE46}"/>
              </a:ext>
            </a:extLst>
          </p:cNvPr>
          <p:cNvCxnSpPr>
            <a:cxnSpLocks/>
          </p:cNvCxnSpPr>
          <p:nvPr/>
        </p:nvCxnSpPr>
        <p:spPr>
          <a:xfrm>
            <a:off x="7302088" y="5595951"/>
            <a:ext cx="465255"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graphicFrame>
        <p:nvGraphicFramePr>
          <p:cNvPr id="150" name="表格 149">
            <a:extLst>
              <a:ext uri="{FF2B5EF4-FFF2-40B4-BE49-F238E27FC236}">
                <a16:creationId xmlns:a16="http://schemas.microsoft.com/office/drawing/2014/main" id="{A80C2959-A756-E764-E89C-BF8C0AF7C9A6}"/>
              </a:ext>
            </a:extLst>
          </p:cNvPr>
          <p:cNvGraphicFramePr>
            <a:graphicFrameLocks noGrp="1"/>
          </p:cNvGraphicFramePr>
          <p:nvPr>
            <p:extLst>
              <p:ext uri="{D42A27DB-BD31-4B8C-83A1-F6EECF244321}">
                <p14:modId xmlns:p14="http://schemas.microsoft.com/office/powerpoint/2010/main" val="1052786868"/>
              </p:ext>
            </p:extLst>
          </p:nvPr>
        </p:nvGraphicFramePr>
        <p:xfrm>
          <a:off x="7851776" y="4141676"/>
          <a:ext cx="759222" cy="671576"/>
        </p:xfrm>
        <a:graphic>
          <a:graphicData uri="http://schemas.openxmlformats.org/drawingml/2006/table">
            <a:tbl>
              <a:tblPr firstRow="1" bandRow="1">
                <a:tableStyleId>{5940675A-B579-460E-94D1-54222C63F5DA}</a:tableStyleId>
              </a:tblPr>
              <a:tblGrid>
                <a:gridCol w="253074">
                  <a:extLst>
                    <a:ext uri="{9D8B030D-6E8A-4147-A177-3AD203B41FA5}">
                      <a16:colId xmlns:a16="http://schemas.microsoft.com/office/drawing/2014/main" val="733947543"/>
                    </a:ext>
                  </a:extLst>
                </a:gridCol>
                <a:gridCol w="253074">
                  <a:extLst>
                    <a:ext uri="{9D8B030D-6E8A-4147-A177-3AD203B41FA5}">
                      <a16:colId xmlns:a16="http://schemas.microsoft.com/office/drawing/2014/main" val="188868128"/>
                    </a:ext>
                  </a:extLst>
                </a:gridCol>
                <a:gridCol w="253074">
                  <a:extLst>
                    <a:ext uri="{9D8B030D-6E8A-4147-A177-3AD203B41FA5}">
                      <a16:colId xmlns:a16="http://schemas.microsoft.com/office/drawing/2014/main" val="462029911"/>
                    </a:ext>
                  </a:extLst>
                </a:gridCol>
              </a:tblGrid>
              <a:tr h="164699">
                <a:tc rowSpan="4">
                  <a:txBody>
                    <a:bodyPr/>
                    <a:lstStyle/>
                    <a:p>
                      <a:pPr algn="ctr">
                        <a:lnSpc>
                          <a:spcPts val="1200"/>
                        </a:lnSpc>
                      </a:pPr>
                      <a:r>
                        <a:rPr lang="en-US" altLang="zh-CN" sz="2000" b="1" dirty="0">
                          <a:latin typeface="Courier New" panose="02070309020205020404" pitchFamily="49" charset="0"/>
                          <a:cs typeface="Courier New" panose="02070309020205020404" pitchFamily="49" charset="0"/>
                        </a:rPr>
                        <a:t>r</a:t>
                      </a:r>
                      <a:endParaRPr lang="zh-CN" altLang="en-US" sz="2000" b="1" dirty="0">
                        <a:latin typeface="Courier New" panose="02070309020205020404" pitchFamily="49" charset="0"/>
                        <a:cs typeface="Courier New" panose="02070309020205020404" pitchFamily="49"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r>
                        <a:rPr lang="en-US" altLang="zh-CN" dirty="0"/>
                        <a:t>3</a:t>
                      </a:r>
                      <a:endParaRPr lang="zh-CN" altLang="en-US" dirty="0"/>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endParaRPr lang="zh-CN" altLang="en-US" dirty="0"/>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01855687"/>
                  </a:ext>
                </a:extLst>
              </a:tr>
              <a:tr h="164699">
                <a:tc vMerge="1">
                  <a:txBody>
                    <a:bodyPr/>
                    <a:lstStyle/>
                    <a:p>
                      <a:pPr algn="ctr">
                        <a:lnSpc>
                          <a:spcPts val="1200"/>
                        </a:lnSpc>
                      </a:pPr>
                      <a:endParaRPr lang="zh-CN" altLang="en-US" sz="2000" b="1" dirty="0">
                        <a:latin typeface="Courier New" panose="02070309020205020404" pitchFamily="49" charset="0"/>
                        <a:cs typeface="Courier New" panose="02070309020205020404" pitchFamily="49"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r>
                        <a:rPr lang="en-US" altLang="zh-CN" dirty="0"/>
                        <a:t>2</a:t>
                      </a:r>
                      <a:endParaRPr lang="zh-CN" altLang="en-US" dirty="0"/>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endParaRPr lang="zh-CN" altLang="en-US" dirty="0"/>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35145105"/>
                  </a:ext>
                </a:extLst>
              </a:tr>
              <a:tr h="164699">
                <a:tc vMerge="1">
                  <a:txBody>
                    <a:bodyPr/>
                    <a:lstStyle/>
                    <a:p>
                      <a:pPr algn="ctr">
                        <a:lnSpc>
                          <a:spcPts val="1200"/>
                        </a:lnSpc>
                      </a:pPr>
                      <a:endParaRPr lang="zh-CN" altLang="en-US" sz="2000" b="1" dirty="0">
                        <a:latin typeface="Courier New" panose="02070309020205020404" pitchFamily="49" charset="0"/>
                        <a:cs typeface="Courier New" panose="02070309020205020404" pitchFamily="49"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r>
                        <a:rPr lang="en-US" altLang="zh-CN" dirty="0"/>
                        <a:t>1</a:t>
                      </a:r>
                      <a:endParaRPr lang="zh-CN" altLang="en-US" dirty="0"/>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endParaRPr lang="zh-CN" altLang="en-US" dirty="0"/>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47565483"/>
                  </a:ext>
                </a:extLst>
              </a:tr>
              <a:tr h="164699">
                <a:tc vMerge="1">
                  <a:txBody>
                    <a:bodyPr/>
                    <a:lstStyle/>
                    <a:p>
                      <a:pPr algn="ctr">
                        <a:lnSpc>
                          <a:spcPts val="1200"/>
                        </a:lnSpc>
                      </a:pPr>
                      <a:endParaRPr lang="zh-CN" altLang="en-US" sz="2000" b="1" dirty="0">
                        <a:latin typeface="Courier New" panose="02070309020205020404" pitchFamily="49" charset="0"/>
                        <a:cs typeface="Courier New" panose="02070309020205020404" pitchFamily="49"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r>
                        <a:rPr lang="en-US" altLang="zh-CN" dirty="0"/>
                        <a:t>0</a:t>
                      </a:r>
                      <a:endParaRPr lang="zh-CN" altLang="en-US" dirty="0"/>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endParaRPr lang="zh-CN" altLang="en-US" dirty="0"/>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1147890"/>
                  </a:ext>
                </a:extLst>
              </a:tr>
            </a:tbl>
          </a:graphicData>
        </a:graphic>
      </p:graphicFrame>
      <p:cxnSp>
        <p:nvCxnSpPr>
          <p:cNvPr id="152" name="直接箭头连接符 151">
            <a:extLst>
              <a:ext uri="{FF2B5EF4-FFF2-40B4-BE49-F238E27FC236}">
                <a16:creationId xmlns:a16="http://schemas.microsoft.com/office/drawing/2014/main" id="{3CBC2881-CFCC-92B6-78B0-5E7D9DEAC877}"/>
              </a:ext>
            </a:extLst>
          </p:cNvPr>
          <p:cNvCxnSpPr>
            <a:cxnSpLocks/>
          </p:cNvCxnSpPr>
          <p:nvPr/>
        </p:nvCxnSpPr>
        <p:spPr>
          <a:xfrm flipH="1">
            <a:off x="2230960" y="4223037"/>
            <a:ext cx="6248173" cy="648187"/>
          </a:xfrm>
          <a:prstGeom prst="straightConnector1">
            <a:avLst/>
          </a:prstGeom>
          <a:ln w="22225">
            <a:solidFill>
              <a:schemeClr val="accent5">
                <a:lumMod val="75000"/>
              </a:schemeClr>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53" name="直接箭头连接符 152">
            <a:extLst>
              <a:ext uri="{FF2B5EF4-FFF2-40B4-BE49-F238E27FC236}">
                <a16:creationId xmlns:a16="http://schemas.microsoft.com/office/drawing/2014/main" id="{E6C77424-6FCE-781C-F67B-1D64F3F953F7}"/>
              </a:ext>
            </a:extLst>
          </p:cNvPr>
          <p:cNvCxnSpPr>
            <a:cxnSpLocks/>
          </p:cNvCxnSpPr>
          <p:nvPr/>
        </p:nvCxnSpPr>
        <p:spPr>
          <a:xfrm flipH="1">
            <a:off x="2230960" y="4397927"/>
            <a:ext cx="6248173" cy="493508"/>
          </a:xfrm>
          <a:prstGeom prst="straightConnector1">
            <a:avLst/>
          </a:prstGeom>
          <a:ln w="22225">
            <a:solidFill>
              <a:schemeClr val="accent5">
                <a:lumMod val="75000"/>
              </a:schemeClr>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55" name="直接箭头连接符 154">
            <a:extLst>
              <a:ext uri="{FF2B5EF4-FFF2-40B4-BE49-F238E27FC236}">
                <a16:creationId xmlns:a16="http://schemas.microsoft.com/office/drawing/2014/main" id="{EEA1D9B9-B757-D654-CB89-BEED1AF94C98}"/>
              </a:ext>
            </a:extLst>
          </p:cNvPr>
          <p:cNvCxnSpPr>
            <a:cxnSpLocks/>
          </p:cNvCxnSpPr>
          <p:nvPr/>
        </p:nvCxnSpPr>
        <p:spPr>
          <a:xfrm flipH="1">
            <a:off x="2233605" y="4563721"/>
            <a:ext cx="6245528" cy="357111"/>
          </a:xfrm>
          <a:prstGeom prst="straightConnector1">
            <a:avLst/>
          </a:prstGeom>
          <a:ln w="22225">
            <a:solidFill>
              <a:schemeClr val="accent5">
                <a:lumMod val="75000"/>
              </a:schemeClr>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61" name="直接箭头连接符 160">
            <a:extLst>
              <a:ext uri="{FF2B5EF4-FFF2-40B4-BE49-F238E27FC236}">
                <a16:creationId xmlns:a16="http://schemas.microsoft.com/office/drawing/2014/main" id="{6774DEFC-FD81-03DD-9EA2-7C342F83A153}"/>
              </a:ext>
            </a:extLst>
          </p:cNvPr>
          <p:cNvCxnSpPr>
            <a:cxnSpLocks/>
          </p:cNvCxnSpPr>
          <p:nvPr/>
        </p:nvCxnSpPr>
        <p:spPr>
          <a:xfrm flipH="1">
            <a:off x="2236439" y="4728747"/>
            <a:ext cx="6242694" cy="223141"/>
          </a:xfrm>
          <a:prstGeom prst="straightConnector1">
            <a:avLst/>
          </a:prstGeom>
          <a:ln w="22225">
            <a:solidFill>
              <a:schemeClr val="accent5">
                <a:lumMod val="75000"/>
              </a:schemeClr>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67" name="直接箭头连接符 166">
            <a:extLst>
              <a:ext uri="{FF2B5EF4-FFF2-40B4-BE49-F238E27FC236}">
                <a16:creationId xmlns:a16="http://schemas.microsoft.com/office/drawing/2014/main" id="{A776BB0F-BC89-39ED-F86F-72865C03ED60}"/>
              </a:ext>
            </a:extLst>
          </p:cNvPr>
          <p:cNvCxnSpPr>
            <a:cxnSpLocks/>
          </p:cNvCxnSpPr>
          <p:nvPr/>
        </p:nvCxnSpPr>
        <p:spPr>
          <a:xfrm flipH="1">
            <a:off x="6290583" y="4397927"/>
            <a:ext cx="2188550" cy="684026"/>
          </a:xfrm>
          <a:prstGeom prst="straightConnector1">
            <a:avLst/>
          </a:prstGeom>
          <a:ln w="22225">
            <a:solidFill>
              <a:schemeClr val="accent5">
                <a:lumMod val="75000"/>
              </a:schemeClr>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77" name="直接箭头连接符 176">
            <a:extLst>
              <a:ext uri="{FF2B5EF4-FFF2-40B4-BE49-F238E27FC236}">
                <a16:creationId xmlns:a16="http://schemas.microsoft.com/office/drawing/2014/main" id="{90152B01-3ADA-2DCD-647D-97B515E87477}"/>
              </a:ext>
            </a:extLst>
          </p:cNvPr>
          <p:cNvCxnSpPr>
            <a:cxnSpLocks/>
          </p:cNvCxnSpPr>
          <p:nvPr/>
        </p:nvCxnSpPr>
        <p:spPr>
          <a:xfrm flipH="1">
            <a:off x="7466549" y="4564501"/>
            <a:ext cx="1012584" cy="743553"/>
          </a:xfrm>
          <a:prstGeom prst="straightConnector1">
            <a:avLst/>
          </a:prstGeom>
          <a:ln w="22225">
            <a:solidFill>
              <a:schemeClr val="accent5">
                <a:lumMod val="75000"/>
              </a:schemeClr>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81" name="直接箭头连接符 180">
            <a:extLst>
              <a:ext uri="{FF2B5EF4-FFF2-40B4-BE49-F238E27FC236}">
                <a16:creationId xmlns:a16="http://schemas.microsoft.com/office/drawing/2014/main" id="{FCBC1224-43AA-0B44-3610-ECE5AD52CF7B}"/>
              </a:ext>
            </a:extLst>
          </p:cNvPr>
          <p:cNvCxnSpPr>
            <a:cxnSpLocks/>
            <a:endCxn id="18" idx="0"/>
          </p:cNvCxnSpPr>
          <p:nvPr/>
        </p:nvCxnSpPr>
        <p:spPr>
          <a:xfrm flipH="1">
            <a:off x="7907404" y="4726284"/>
            <a:ext cx="569173" cy="821787"/>
          </a:xfrm>
          <a:prstGeom prst="straightConnector1">
            <a:avLst/>
          </a:prstGeom>
          <a:ln w="22225">
            <a:solidFill>
              <a:schemeClr val="accent5">
                <a:lumMod val="75000"/>
              </a:schemeClr>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195" name="文本框 194">
            <a:extLst>
              <a:ext uri="{FF2B5EF4-FFF2-40B4-BE49-F238E27FC236}">
                <a16:creationId xmlns:a16="http://schemas.microsoft.com/office/drawing/2014/main" id="{48C0CD85-14C4-A3FD-DD9B-5518AF938EB4}"/>
              </a:ext>
            </a:extLst>
          </p:cNvPr>
          <p:cNvSpPr txBox="1"/>
          <p:nvPr/>
        </p:nvSpPr>
        <p:spPr>
          <a:xfrm>
            <a:off x="8372426" y="608613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Courier New" panose="02070309020205020404" pitchFamily="49" charset="0"/>
                <a:cs typeface="Courier New" panose="02070309020205020404" pitchFamily="49" charset="0"/>
              </a:rPr>
              <a:t>V</a:t>
            </a:r>
          </a:p>
        </p:txBody>
      </p:sp>
      <p:grpSp>
        <p:nvGrpSpPr>
          <p:cNvPr id="198" name="组合 197">
            <a:extLst>
              <a:ext uri="{FF2B5EF4-FFF2-40B4-BE49-F238E27FC236}">
                <a16:creationId xmlns:a16="http://schemas.microsoft.com/office/drawing/2014/main" id="{2B8ED10C-B3FB-0305-352C-82DBEC2C8B5E}"/>
              </a:ext>
            </a:extLst>
          </p:cNvPr>
          <p:cNvGrpSpPr/>
          <p:nvPr/>
        </p:nvGrpSpPr>
        <p:grpSpPr>
          <a:xfrm>
            <a:off x="8372841" y="4860811"/>
            <a:ext cx="264139" cy="1227408"/>
            <a:chOff x="3969453" y="2195002"/>
            <a:chExt cx="264139" cy="1227408"/>
          </a:xfrm>
        </p:grpSpPr>
        <p:sp>
          <p:nvSpPr>
            <p:cNvPr id="199" name="矩形 198">
              <a:extLst>
                <a:ext uri="{FF2B5EF4-FFF2-40B4-BE49-F238E27FC236}">
                  <a16:creationId xmlns:a16="http://schemas.microsoft.com/office/drawing/2014/main" id="{7C7495FF-129A-0915-241D-74C1BF8EFE3F}"/>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200" name="文本框 199">
              <a:extLst>
                <a:ext uri="{FF2B5EF4-FFF2-40B4-BE49-F238E27FC236}">
                  <a16:creationId xmlns:a16="http://schemas.microsoft.com/office/drawing/2014/main" id="{B49833BF-2AC8-8776-E5D9-47CC09D0A377}"/>
                </a:ext>
              </a:extLst>
            </p:cNvPr>
            <p:cNvSpPr txBox="1"/>
            <p:nvPr/>
          </p:nvSpPr>
          <p:spPr>
            <a:xfrm>
              <a:off x="3969455" y="310348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p>
              <a:pPr algn="ctr"/>
              <a:r>
                <a:rPr lang="en-US" altLang="zh-CN" sz="1600" b="1" dirty="0">
                  <a:solidFill>
                    <a:srgbClr val="C00000"/>
                  </a:solidFill>
                  <a:latin typeface="+mj-ea"/>
                  <a:ea typeface="+mj-ea"/>
                  <a:cs typeface="Times New Roman" panose="02020603050405020304" pitchFamily="18" charset="0"/>
                </a:rPr>
                <a:t>88</a:t>
              </a:r>
              <a:endParaRPr lang="zh-CN" altLang="en-US" sz="1600" b="1" dirty="0">
                <a:solidFill>
                  <a:srgbClr val="C00000"/>
                </a:solidFill>
                <a:latin typeface="+mj-ea"/>
                <a:ea typeface="+mj-ea"/>
                <a:cs typeface="Times New Roman" panose="02020603050405020304" pitchFamily="18" charset="0"/>
              </a:endParaRPr>
            </a:p>
          </p:txBody>
        </p:sp>
        <p:sp>
          <p:nvSpPr>
            <p:cNvPr id="201" name="矩形 200">
              <a:extLst>
                <a:ext uri="{FF2B5EF4-FFF2-40B4-BE49-F238E27FC236}">
                  <a16:creationId xmlns:a16="http://schemas.microsoft.com/office/drawing/2014/main" id="{D9400160-CDBA-C57E-C96B-18CF4FA061EE}"/>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202" name="矩形 201">
              <a:extLst>
                <a:ext uri="{FF2B5EF4-FFF2-40B4-BE49-F238E27FC236}">
                  <a16:creationId xmlns:a16="http://schemas.microsoft.com/office/drawing/2014/main" id="{68B740F6-1014-DC54-5D43-E54E62609C02}"/>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sp>
          <p:nvSpPr>
            <p:cNvPr id="203" name="矩形 202">
              <a:extLst>
                <a:ext uri="{FF2B5EF4-FFF2-40B4-BE49-F238E27FC236}">
                  <a16:creationId xmlns:a16="http://schemas.microsoft.com/office/drawing/2014/main" id="{80254F18-DB8F-7540-5216-F85355CDD907}"/>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00000"/>
                </a:solidFill>
              </a:endParaRPr>
            </a:p>
          </p:txBody>
        </p:sp>
      </p:grpSp>
      <p:cxnSp>
        <p:nvCxnSpPr>
          <p:cNvPr id="196" name="直接箭头连接符 195">
            <a:extLst>
              <a:ext uri="{FF2B5EF4-FFF2-40B4-BE49-F238E27FC236}">
                <a16:creationId xmlns:a16="http://schemas.microsoft.com/office/drawing/2014/main" id="{5D6EE8F4-8DE5-719D-EFF8-63ADEC4F12D9}"/>
              </a:ext>
            </a:extLst>
          </p:cNvPr>
          <p:cNvCxnSpPr>
            <a:cxnSpLocks/>
          </p:cNvCxnSpPr>
          <p:nvPr/>
        </p:nvCxnSpPr>
        <p:spPr>
          <a:xfrm>
            <a:off x="8526425" y="5659713"/>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97" name="直接箭头连接符 196">
            <a:extLst>
              <a:ext uri="{FF2B5EF4-FFF2-40B4-BE49-F238E27FC236}">
                <a16:creationId xmlns:a16="http://schemas.microsoft.com/office/drawing/2014/main" id="{2FF5936F-ACC7-7C31-2AEE-DDA44F6E6819}"/>
              </a:ext>
            </a:extLst>
          </p:cNvPr>
          <p:cNvCxnSpPr>
            <a:cxnSpLocks/>
          </p:cNvCxnSpPr>
          <p:nvPr/>
        </p:nvCxnSpPr>
        <p:spPr>
          <a:xfrm>
            <a:off x="7933626" y="5657024"/>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30C480B1-1CAF-19E7-B26B-35B8C3746A67}"/>
              </a:ext>
            </a:extLst>
          </p:cNvPr>
          <p:cNvCxnSpPr>
            <a:cxnSpLocks/>
          </p:cNvCxnSpPr>
          <p:nvPr/>
        </p:nvCxnSpPr>
        <p:spPr>
          <a:xfrm flipV="1">
            <a:off x="8525866" y="5434912"/>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5" name="直接箭头连接符 204">
            <a:extLst>
              <a:ext uri="{FF2B5EF4-FFF2-40B4-BE49-F238E27FC236}">
                <a16:creationId xmlns:a16="http://schemas.microsoft.com/office/drawing/2014/main" id="{A287B072-2817-24BD-CE75-ABE5AF2BDAA6}"/>
              </a:ext>
            </a:extLst>
          </p:cNvPr>
          <p:cNvCxnSpPr>
            <a:cxnSpLocks/>
          </p:cNvCxnSpPr>
          <p:nvPr/>
        </p:nvCxnSpPr>
        <p:spPr>
          <a:xfrm flipV="1">
            <a:off x="7340446" y="5429154"/>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F9B67A0F-D76D-65F6-74BD-B4F0BDF0F62E}"/>
              </a:ext>
            </a:extLst>
          </p:cNvPr>
          <p:cNvCxnSpPr>
            <a:cxnSpLocks/>
          </p:cNvCxnSpPr>
          <p:nvPr/>
        </p:nvCxnSpPr>
        <p:spPr>
          <a:xfrm flipV="1">
            <a:off x="8522277" y="5205416"/>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7" name="直接箭头连接符 206">
            <a:extLst>
              <a:ext uri="{FF2B5EF4-FFF2-40B4-BE49-F238E27FC236}">
                <a16:creationId xmlns:a16="http://schemas.microsoft.com/office/drawing/2014/main" id="{EB86B428-10BE-9B01-DDE3-646FDF046362}"/>
              </a:ext>
            </a:extLst>
          </p:cNvPr>
          <p:cNvCxnSpPr>
            <a:cxnSpLocks/>
            <a:endCxn id="199" idx="1"/>
          </p:cNvCxnSpPr>
          <p:nvPr/>
        </p:nvCxnSpPr>
        <p:spPr>
          <a:xfrm>
            <a:off x="6182292" y="5199525"/>
            <a:ext cx="2190550" cy="753"/>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10" name="直接箭头连接符 209">
            <a:extLst>
              <a:ext uri="{FF2B5EF4-FFF2-40B4-BE49-F238E27FC236}">
                <a16:creationId xmlns:a16="http://schemas.microsoft.com/office/drawing/2014/main" id="{7DFC7B49-7EAF-B0F4-2BAB-6ABEBB328028}"/>
              </a:ext>
            </a:extLst>
          </p:cNvPr>
          <p:cNvCxnSpPr>
            <a:cxnSpLocks/>
          </p:cNvCxnSpPr>
          <p:nvPr/>
        </p:nvCxnSpPr>
        <p:spPr>
          <a:xfrm>
            <a:off x="8514172" y="4983584"/>
            <a:ext cx="1598382" cy="667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12" name="直接箭头连接符 211">
            <a:extLst>
              <a:ext uri="{FF2B5EF4-FFF2-40B4-BE49-F238E27FC236}">
                <a16:creationId xmlns:a16="http://schemas.microsoft.com/office/drawing/2014/main" id="{B33E92D9-6E9B-B906-707C-1AAE01000CCF}"/>
              </a:ext>
            </a:extLst>
          </p:cNvPr>
          <p:cNvCxnSpPr>
            <a:cxnSpLocks/>
          </p:cNvCxnSpPr>
          <p:nvPr/>
        </p:nvCxnSpPr>
        <p:spPr>
          <a:xfrm>
            <a:off x="2108533" y="4973909"/>
            <a:ext cx="6272198" cy="886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15" name="组合 214">
            <a:extLst>
              <a:ext uri="{FF2B5EF4-FFF2-40B4-BE49-F238E27FC236}">
                <a16:creationId xmlns:a16="http://schemas.microsoft.com/office/drawing/2014/main" id="{D683304C-3D2A-3CEE-A3AB-2D15A06EC1CB}"/>
              </a:ext>
            </a:extLst>
          </p:cNvPr>
          <p:cNvGrpSpPr/>
          <p:nvPr/>
        </p:nvGrpSpPr>
        <p:grpSpPr>
          <a:xfrm>
            <a:off x="7981595" y="6319908"/>
            <a:ext cx="427011" cy="369332"/>
            <a:chOff x="1864225" y="4120187"/>
            <a:chExt cx="427011" cy="369332"/>
          </a:xfrm>
        </p:grpSpPr>
        <p:cxnSp>
          <p:nvCxnSpPr>
            <p:cNvPr id="216" name="直接箭头连接符 215">
              <a:extLst>
                <a:ext uri="{FF2B5EF4-FFF2-40B4-BE49-F238E27FC236}">
                  <a16:creationId xmlns:a16="http://schemas.microsoft.com/office/drawing/2014/main" id="{3A759D05-D850-6B98-1B14-BA6B537E2F28}"/>
                </a:ext>
              </a:extLst>
            </p:cNvPr>
            <p:cNvCxnSpPr>
              <a:cxnSpLocks/>
            </p:cNvCxnSpPr>
            <p:nvPr/>
          </p:nvCxnSpPr>
          <p:spPr>
            <a:xfrm flipV="1">
              <a:off x="2129582" y="4194552"/>
              <a:ext cx="161654" cy="132170"/>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17" name="文本框 216">
              <a:extLst>
                <a:ext uri="{FF2B5EF4-FFF2-40B4-BE49-F238E27FC236}">
                  <a16:creationId xmlns:a16="http://schemas.microsoft.com/office/drawing/2014/main" id="{83ECB2B3-E8CB-3610-C8B4-512956B177AB}"/>
                </a:ext>
              </a:extLst>
            </p:cNvPr>
            <p:cNvSpPr txBox="1"/>
            <p:nvPr/>
          </p:nvSpPr>
          <p:spPr>
            <a:xfrm>
              <a:off x="1864225" y="4120187"/>
              <a:ext cx="322524" cy="369332"/>
            </a:xfrm>
            <a:prstGeom prst="rect">
              <a:avLst/>
            </a:prstGeom>
            <a:noFill/>
            <a:ln>
              <a:noFill/>
            </a:ln>
          </p:spPr>
          <p:txBody>
            <a:bodyPr wrap="none" rtlCol="0">
              <a:spAutoFit/>
            </a:bodyPr>
            <a:lstStyle/>
            <a:p>
              <a:r>
                <a:rPr lang="en-US" altLang="zh-CN" b="1" dirty="0">
                  <a:solidFill>
                    <a:srgbClr val="00B050"/>
                  </a:solidFill>
                  <a:latin typeface="Courier New" panose="02070309020205020404" pitchFamily="49" charset="0"/>
                  <a:cs typeface="Courier New" panose="02070309020205020404" pitchFamily="49" charset="0"/>
                </a:rPr>
                <a:t>x</a:t>
              </a:r>
              <a:endParaRPr lang="zh-CN" altLang="en-US" b="1" dirty="0">
                <a:solidFill>
                  <a:srgbClr val="00B050"/>
                </a:solidFill>
                <a:latin typeface="Courier New" panose="02070309020205020404" pitchFamily="49" charset="0"/>
                <a:cs typeface="Courier New" panose="02070309020205020404" pitchFamily="49" charset="0"/>
              </a:endParaRPr>
            </a:p>
          </p:txBody>
        </p:sp>
      </p:grpSp>
      <p:sp>
        <p:nvSpPr>
          <p:cNvPr id="219" name="文本框 218">
            <a:extLst>
              <a:ext uri="{FF2B5EF4-FFF2-40B4-BE49-F238E27FC236}">
                <a16:creationId xmlns:a16="http://schemas.microsoft.com/office/drawing/2014/main" id="{F2E8AFD3-23FE-1236-00F5-36F77EEFAFA0}"/>
              </a:ext>
            </a:extLst>
          </p:cNvPr>
          <p:cNvSpPr txBox="1"/>
          <p:nvPr/>
        </p:nvSpPr>
        <p:spPr>
          <a:xfrm>
            <a:off x="1450304" y="5291864"/>
            <a:ext cx="144485" cy="232756"/>
          </a:xfrm>
          <a:prstGeom prst="rect">
            <a:avLst/>
          </a:prstGeom>
          <a:solidFill>
            <a:srgbClr val="FFFAEB"/>
          </a:solidFill>
          <a:ln w="12700">
            <a:noFill/>
          </a:ln>
        </p:spPr>
        <p:txBody>
          <a:bodyPr wrap="square" lIns="0" tIns="0" rIns="0" bIns="0" rtlCol="0" anchor="b" anchorCtr="1">
            <a:spAutoFit/>
          </a:bodyPr>
          <a:lstStyle/>
          <a:p>
            <a:pPr algn="ctr">
              <a:lnSpc>
                <a:spcPts val="1700"/>
              </a:lnSpc>
            </a:pPr>
            <a:r>
              <a:rPr lang="en-US" altLang="zh-CN" b="1" dirty="0">
                <a:solidFill>
                  <a:srgbClr val="00B0F0"/>
                </a:solidFill>
                <a:latin typeface="Courier New" panose="02070309020205020404" pitchFamily="49" charset="0"/>
                <a:cs typeface="Courier New" panose="02070309020205020404" pitchFamily="49" charset="0"/>
              </a:rPr>
              <a:t>4</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220" name="文本框 219">
            <a:extLst>
              <a:ext uri="{FF2B5EF4-FFF2-40B4-BE49-F238E27FC236}">
                <a16:creationId xmlns:a16="http://schemas.microsoft.com/office/drawing/2014/main" id="{5DE43291-6C1D-BD0C-7EBF-618E6D723A5E}"/>
              </a:ext>
            </a:extLst>
          </p:cNvPr>
          <p:cNvSpPr txBox="1"/>
          <p:nvPr/>
        </p:nvSpPr>
        <p:spPr>
          <a:xfrm>
            <a:off x="1404476" y="4970078"/>
            <a:ext cx="231039" cy="218008"/>
          </a:xfrm>
          <a:prstGeom prst="rect">
            <a:avLst/>
          </a:prstGeom>
          <a:solidFill>
            <a:schemeClr val="accent2">
              <a:lumMod val="20000"/>
              <a:lumOff val="80000"/>
            </a:schemeClr>
          </a:solidFill>
          <a:ln w="12700">
            <a:noFill/>
          </a:ln>
        </p:spPr>
        <p:txBody>
          <a:bodyPr wrap="square" lIns="0" tIns="0" rIns="0" bIns="0" rtlCol="0" anchor="b" anchorCtr="1">
            <a:spAutoFit/>
          </a:bodyPr>
          <a:lstStyle/>
          <a:p>
            <a:pPr algn="ctr">
              <a:lnSpc>
                <a:spcPts val="1700"/>
              </a:lnSpc>
            </a:pPr>
            <a:r>
              <a:rPr lang="en-US" altLang="zh-CN" sz="1600" b="1" dirty="0">
                <a:cs typeface="Courier New" panose="02070309020205020404" pitchFamily="49" charset="0"/>
              </a:rPr>
              <a:t>13</a:t>
            </a:r>
            <a:endParaRPr lang="zh-CN" altLang="en-US" sz="1600" b="1" dirty="0">
              <a:cs typeface="Courier New" panose="02070309020205020404" pitchFamily="49" charset="0"/>
            </a:endParaRPr>
          </a:p>
        </p:txBody>
      </p:sp>
      <p:sp>
        <p:nvSpPr>
          <p:cNvPr id="221" name="文本框 220">
            <a:extLst>
              <a:ext uri="{FF2B5EF4-FFF2-40B4-BE49-F238E27FC236}">
                <a16:creationId xmlns:a16="http://schemas.microsoft.com/office/drawing/2014/main" id="{AA131EAB-778A-E2A9-E6C8-B8F1E3A4E6CB}"/>
              </a:ext>
            </a:extLst>
          </p:cNvPr>
          <p:cNvSpPr txBox="1"/>
          <p:nvPr/>
        </p:nvSpPr>
        <p:spPr>
          <a:xfrm>
            <a:off x="4291311" y="6445923"/>
            <a:ext cx="3010777" cy="338554"/>
          </a:xfrm>
          <a:prstGeom prst="rect">
            <a:avLst/>
          </a:prstGeom>
          <a:noFill/>
        </p:spPr>
        <p:txBody>
          <a:bodyPr wrap="square" rtlCol="0">
            <a:spAutoFit/>
          </a:bodyPr>
          <a:lstStyle/>
          <a:p>
            <a:pPr algn="ctr"/>
            <a:r>
              <a:rPr lang="zh-CN" altLang="en-US" sz="1600" b="1" dirty="0">
                <a:latin typeface="Times New Roman" panose="02020603050405020304" pitchFamily="18" charset="0"/>
                <a:cs typeface="Times New Roman" panose="02020603050405020304" pitchFamily="18" charset="0"/>
              </a:rPr>
              <a:t>图</a:t>
            </a:r>
            <a:r>
              <a:rPr lang="en-US" altLang="zh-CN" sz="1600" b="1" dirty="0">
                <a:latin typeface="Times New Roman" panose="02020603050405020304" pitchFamily="18" charset="0"/>
                <a:cs typeface="Times New Roman" panose="02020603050405020304" pitchFamily="18" charset="0"/>
              </a:rPr>
              <a:t>9.30  </a:t>
            </a:r>
            <a:r>
              <a:rPr lang="zh-CN" altLang="en-US" sz="1600" b="1" dirty="0">
                <a:latin typeface="Times New Roman" panose="02020603050405020304" pitchFamily="18" charset="0"/>
                <a:cs typeface="Times New Roman" panose="02020603050405020304" pitchFamily="18" charset="0"/>
              </a:rPr>
              <a:t>（</a:t>
            </a:r>
            <a:r>
              <a:rPr lang="en-US" altLang="zh-CN" sz="1600" b="1" dirty="0">
                <a:latin typeface="Times New Roman" panose="02020603050405020304" pitchFamily="18" charset="0"/>
                <a:cs typeface="Times New Roman" panose="02020603050405020304" pitchFamily="18" charset="0"/>
              </a:rPr>
              <a:t>b</a:t>
            </a:r>
            <a:r>
              <a:rPr lang="zh-CN" altLang="en-US" sz="1600" b="1" dirty="0">
                <a:latin typeface="Times New Roman" panose="02020603050405020304" pitchFamily="18" charset="0"/>
                <a:cs typeface="Times New Roman" panose="02020603050405020304" pitchFamily="18" charset="0"/>
              </a:rPr>
              <a:t>） 插入</a:t>
            </a:r>
            <a:r>
              <a:rPr lang="en-US" altLang="zh-CN" sz="1600" b="1" dirty="0">
                <a:latin typeface="Times New Roman" panose="02020603050405020304" pitchFamily="18" charset="0"/>
                <a:cs typeface="Times New Roman" panose="02020603050405020304" pitchFamily="18" charset="0"/>
              </a:rPr>
              <a:t>88</a:t>
            </a:r>
            <a:r>
              <a:rPr lang="zh-CN" altLang="en-US" sz="1600" b="1" dirty="0">
                <a:latin typeface="Times New Roman" panose="02020603050405020304" pitchFamily="18" charset="0"/>
                <a:cs typeface="Times New Roman" panose="02020603050405020304" pitchFamily="18" charset="0"/>
              </a:rPr>
              <a:t>的过程</a:t>
            </a:r>
          </a:p>
        </p:txBody>
      </p:sp>
    </p:spTree>
    <p:extLst>
      <p:ext uri="{BB962C8B-B14F-4D97-AF65-F5344CB8AC3E}">
        <p14:creationId xmlns:p14="http://schemas.microsoft.com/office/powerpoint/2010/main" val="255552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ircle(in)">
                                      <p:cBhvr>
                                        <p:cTn id="14" dur="2000"/>
                                        <p:tgtEl>
                                          <p:spTgt spid="6"/>
                                        </p:tgtEl>
                                      </p:cBhvr>
                                    </p:animEffect>
                                  </p:childTnLst>
                                </p:cTn>
                              </p:par>
                            </p:childTnLst>
                          </p:cTn>
                        </p:par>
                        <p:par>
                          <p:cTn id="15" fill="hold">
                            <p:stCondLst>
                              <p:cond delay="2000"/>
                            </p:stCondLst>
                            <p:childTnLst>
                              <p:par>
                                <p:cTn id="16" presetID="12" presetClass="entr" presetSubtype="2"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1000"/>
                                        <p:tgtEl>
                                          <p:spTgt spid="7"/>
                                        </p:tgtEl>
                                        <p:attrNameLst>
                                          <p:attrName>ppt_x</p:attrName>
                                        </p:attrNameLst>
                                      </p:cBhvr>
                                      <p:tavLst>
                                        <p:tav tm="0">
                                          <p:val>
                                            <p:strVal val="#ppt_x+#ppt_w*1.125000"/>
                                          </p:val>
                                        </p:tav>
                                        <p:tav tm="100000">
                                          <p:val>
                                            <p:strVal val="#ppt_x"/>
                                          </p:val>
                                        </p:tav>
                                      </p:tavLst>
                                    </p:anim>
                                    <p:animEffect transition="in" filter="wipe(left)">
                                      <p:cBhvr>
                                        <p:cTn id="19" dur="10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1000"/>
                                        <p:tgtEl>
                                          <p:spTgt spid="10"/>
                                        </p:tgtEl>
                                        <p:attrNameLst>
                                          <p:attrName>ppt_x</p:attrName>
                                        </p:attrNameLst>
                                      </p:cBhvr>
                                      <p:tavLst>
                                        <p:tav tm="0">
                                          <p:val>
                                            <p:strVal val="#ppt_x-#ppt_w*1.125000"/>
                                          </p:val>
                                        </p:tav>
                                        <p:tav tm="100000">
                                          <p:val>
                                            <p:strVal val="#ppt_x"/>
                                          </p:val>
                                        </p:tav>
                                      </p:tavLst>
                                    </p:anim>
                                    <p:animEffect transition="in" filter="wipe(right)">
                                      <p:cBhvr>
                                        <p:cTn id="25" dur="1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1000"/>
                                        <p:tgtEl>
                                          <p:spTgt spid="12"/>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10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nodeType="clickEffect">
                                  <p:stCondLst>
                                    <p:cond delay="0"/>
                                  </p:stCondLst>
                                  <p:childTnLst>
                                    <p:set>
                                      <p:cBhvr>
                                        <p:cTn id="38" dur="1" fill="hold">
                                          <p:stCondLst>
                                            <p:cond delay="0"/>
                                          </p:stCondLst>
                                        </p:cTn>
                                        <p:tgtEl>
                                          <p:spTgt spid="150"/>
                                        </p:tgtEl>
                                        <p:attrNameLst>
                                          <p:attrName>style.visibility</p:attrName>
                                        </p:attrNameLst>
                                      </p:cBhvr>
                                      <p:to>
                                        <p:strVal val="visible"/>
                                      </p:to>
                                    </p:set>
                                    <p:animEffect transition="in" filter="fade">
                                      <p:cBhvr>
                                        <p:cTn id="39" dur="1000"/>
                                        <p:tgtEl>
                                          <p:spTgt spid="150"/>
                                        </p:tgtEl>
                                      </p:cBhvr>
                                    </p:animEffect>
                                    <p:anim calcmode="lin" valueType="num">
                                      <p:cBhvr>
                                        <p:cTn id="40" dur="1000" fill="hold"/>
                                        <p:tgtEl>
                                          <p:spTgt spid="150"/>
                                        </p:tgtEl>
                                        <p:attrNameLst>
                                          <p:attrName>ppt_x</p:attrName>
                                        </p:attrNameLst>
                                      </p:cBhvr>
                                      <p:tavLst>
                                        <p:tav tm="0">
                                          <p:val>
                                            <p:strVal val="#ppt_x"/>
                                          </p:val>
                                        </p:tav>
                                        <p:tav tm="100000">
                                          <p:val>
                                            <p:strVal val="#ppt_x"/>
                                          </p:val>
                                        </p:tav>
                                      </p:tavLst>
                                    </p:anim>
                                    <p:anim calcmode="lin" valueType="num">
                                      <p:cBhvr>
                                        <p:cTn id="41" dur="1000" fill="hold"/>
                                        <p:tgtEl>
                                          <p:spTgt spid="150"/>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26" presetClass="emph" presetSubtype="0" fill="hold" nodeType="afterEffect">
                                  <p:stCondLst>
                                    <p:cond delay="0"/>
                                  </p:stCondLst>
                                  <p:childTnLst>
                                    <p:animEffect transition="out" filter="fade">
                                      <p:cBhvr>
                                        <p:cTn id="44" dur="1000" tmFilter="0, 0; .2, .5; .8, .5; 1, 0"/>
                                        <p:tgtEl>
                                          <p:spTgt spid="12"/>
                                        </p:tgtEl>
                                      </p:cBhvr>
                                    </p:animEffect>
                                    <p:animScale>
                                      <p:cBhvr>
                                        <p:cTn id="45" dur="500" autoRev="1" fill="hold"/>
                                        <p:tgtEl>
                                          <p:spTgt spid="12"/>
                                        </p:tgtEl>
                                      </p:cBhvr>
                                      <p:by x="105000" y="105000"/>
                                    </p:animScale>
                                  </p:childTnLst>
                                </p:cTn>
                              </p:par>
                            </p:childTnLst>
                          </p:cTn>
                        </p:par>
                        <p:par>
                          <p:cTn id="46" fill="hold">
                            <p:stCondLst>
                              <p:cond delay="2000"/>
                            </p:stCondLst>
                            <p:childTnLst>
                              <p:par>
                                <p:cTn id="47" presetID="22" presetClass="entr" presetSubtype="2" fill="hold" nodeType="afterEffect">
                                  <p:stCondLst>
                                    <p:cond delay="0"/>
                                  </p:stCondLst>
                                  <p:childTnLst>
                                    <p:set>
                                      <p:cBhvr>
                                        <p:cTn id="48" dur="1" fill="hold">
                                          <p:stCondLst>
                                            <p:cond delay="0"/>
                                          </p:stCondLst>
                                        </p:cTn>
                                        <p:tgtEl>
                                          <p:spTgt spid="152"/>
                                        </p:tgtEl>
                                        <p:attrNameLst>
                                          <p:attrName>style.visibility</p:attrName>
                                        </p:attrNameLst>
                                      </p:cBhvr>
                                      <p:to>
                                        <p:strVal val="visible"/>
                                      </p:to>
                                    </p:set>
                                    <p:animEffect transition="in" filter="wipe(right)">
                                      <p:cBhvr>
                                        <p:cTn id="49" dur="1000"/>
                                        <p:tgtEl>
                                          <p:spTgt spid="152"/>
                                        </p:tgtEl>
                                      </p:cBhvr>
                                    </p:animEffect>
                                  </p:childTnLst>
                                </p:cTn>
                              </p:par>
                            </p:childTnLst>
                          </p:cTn>
                        </p:par>
                        <p:par>
                          <p:cTn id="50" fill="hold">
                            <p:stCondLst>
                              <p:cond delay="3000"/>
                            </p:stCondLst>
                            <p:childTnLst>
                              <p:par>
                                <p:cTn id="51" presetID="22" presetClass="entr" presetSubtype="2" fill="hold" nodeType="afterEffect">
                                  <p:stCondLst>
                                    <p:cond delay="0"/>
                                  </p:stCondLst>
                                  <p:childTnLst>
                                    <p:set>
                                      <p:cBhvr>
                                        <p:cTn id="52" dur="1" fill="hold">
                                          <p:stCondLst>
                                            <p:cond delay="0"/>
                                          </p:stCondLst>
                                        </p:cTn>
                                        <p:tgtEl>
                                          <p:spTgt spid="153"/>
                                        </p:tgtEl>
                                        <p:attrNameLst>
                                          <p:attrName>style.visibility</p:attrName>
                                        </p:attrNameLst>
                                      </p:cBhvr>
                                      <p:to>
                                        <p:strVal val="visible"/>
                                      </p:to>
                                    </p:set>
                                    <p:animEffect transition="in" filter="wipe(right)">
                                      <p:cBhvr>
                                        <p:cTn id="53" dur="1000"/>
                                        <p:tgtEl>
                                          <p:spTgt spid="153"/>
                                        </p:tgtEl>
                                      </p:cBhvr>
                                    </p:animEffect>
                                  </p:childTnLst>
                                </p:cTn>
                              </p:par>
                            </p:childTnLst>
                          </p:cTn>
                        </p:par>
                        <p:par>
                          <p:cTn id="54" fill="hold">
                            <p:stCondLst>
                              <p:cond delay="4000"/>
                            </p:stCondLst>
                            <p:childTnLst>
                              <p:par>
                                <p:cTn id="55" presetID="22" presetClass="entr" presetSubtype="2" fill="hold" nodeType="afterEffect">
                                  <p:stCondLst>
                                    <p:cond delay="0"/>
                                  </p:stCondLst>
                                  <p:childTnLst>
                                    <p:set>
                                      <p:cBhvr>
                                        <p:cTn id="56" dur="1" fill="hold">
                                          <p:stCondLst>
                                            <p:cond delay="0"/>
                                          </p:stCondLst>
                                        </p:cTn>
                                        <p:tgtEl>
                                          <p:spTgt spid="155"/>
                                        </p:tgtEl>
                                        <p:attrNameLst>
                                          <p:attrName>style.visibility</p:attrName>
                                        </p:attrNameLst>
                                      </p:cBhvr>
                                      <p:to>
                                        <p:strVal val="visible"/>
                                      </p:to>
                                    </p:set>
                                    <p:animEffect transition="in" filter="wipe(right)">
                                      <p:cBhvr>
                                        <p:cTn id="57" dur="1000"/>
                                        <p:tgtEl>
                                          <p:spTgt spid="155"/>
                                        </p:tgtEl>
                                      </p:cBhvr>
                                    </p:animEffect>
                                  </p:childTnLst>
                                </p:cTn>
                              </p:par>
                            </p:childTnLst>
                          </p:cTn>
                        </p:par>
                        <p:par>
                          <p:cTn id="58" fill="hold">
                            <p:stCondLst>
                              <p:cond delay="5000"/>
                            </p:stCondLst>
                            <p:childTnLst>
                              <p:par>
                                <p:cTn id="59" presetID="22" presetClass="entr" presetSubtype="2" fill="hold" nodeType="afterEffect">
                                  <p:stCondLst>
                                    <p:cond delay="0"/>
                                  </p:stCondLst>
                                  <p:childTnLst>
                                    <p:set>
                                      <p:cBhvr>
                                        <p:cTn id="60" dur="1" fill="hold">
                                          <p:stCondLst>
                                            <p:cond delay="0"/>
                                          </p:stCondLst>
                                        </p:cTn>
                                        <p:tgtEl>
                                          <p:spTgt spid="161"/>
                                        </p:tgtEl>
                                        <p:attrNameLst>
                                          <p:attrName>style.visibility</p:attrName>
                                        </p:attrNameLst>
                                      </p:cBhvr>
                                      <p:to>
                                        <p:strVal val="visible"/>
                                      </p:to>
                                    </p:set>
                                    <p:animEffect transition="in" filter="wipe(right)">
                                      <p:cBhvr>
                                        <p:cTn id="61" dur="1000"/>
                                        <p:tgtEl>
                                          <p:spTgt spid="161"/>
                                        </p:tgtEl>
                                      </p:cBhvr>
                                    </p:animEffect>
                                  </p:childTnLst>
                                </p:cTn>
                              </p:par>
                              <p:par>
                                <p:cTn id="62" presetID="10" presetClass="exit" presetSubtype="0" fill="hold" grpId="1" nodeType="withEffect">
                                  <p:stCondLst>
                                    <p:cond delay="0"/>
                                  </p:stCondLst>
                                  <p:childTnLst>
                                    <p:animEffect transition="out" filter="fade">
                                      <p:cBhvr>
                                        <p:cTn id="63" dur="1000"/>
                                        <p:tgtEl>
                                          <p:spTgt spid="7"/>
                                        </p:tgtEl>
                                      </p:cBhvr>
                                    </p:animEffect>
                                    <p:set>
                                      <p:cBhvr>
                                        <p:cTn id="64" dur="1" fill="hold">
                                          <p:stCondLst>
                                            <p:cond delay="999"/>
                                          </p:stCondLst>
                                        </p:cTn>
                                        <p:tgtEl>
                                          <p:spTgt spid="7"/>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1000"/>
                                        <p:tgtEl>
                                          <p:spTgt spid="10"/>
                                        </p:tgtEl>
                                      </p:cBhvr>
                                    </p:animEffect>
                                    <p:set>
                                      <p:cBhvr>
                                        <p:cTn id="67" dur="1" fill="hold">
                                          <p:stCondLst>
                                            <p:cond delay="999"/>
                                          </p:stCondLst>
                                        </p:cTn>
                                        <p:tgtEl>
                                          <p:spTgt spid="1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20"/>
                                        </p:tgtEl>
                                        <p:attrNameLst>
                                          <p:attrName>style.visibility</p:attrName>
                                        </p:attrNameLst>
                                      </p:cBhvr>
                                      <p:to>
                                        <p:strVal val="visible"/>
                                      </p:to>
                                    </p:set>
                                    <p:animEffect transition="in" filter="wipe(left)">
                                      <p:cBhvr>
                                        <p:cTn id="72" dur="1000"/>
                                        <p:tgtEl>
                                          <p:spTgt spid="120"/>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144"/>
                                        </p:tgtEl>
                                        <p:attrNameLst>
                                          <p:attrName>style.visibility</p:attrName>
                                        </p:attrNameLst>
                                      </p:cBhvr>
                                      <p:to>
                                        <p:strVal val="visible"/>
                                      </p:to>
                                    </p:set>
                                    <p:animEffect transition="in" filter="wipe(left)">
                                      <p:cBhvr>
                                        <p:cTn id="76" dur="1000"/>
                                        <p:tgtEl>
                                          <p:spTgt spid="144"/>
                                        </p:tgtEl>
                                      </p:cBhvr>
                                    </p:animEffect>
                                  </p:childTnLst>
                                </p:cTn>
                              </p:par>
                            </p:childTnLst>
                          </p:cTn>
                        </p:par>
                        <p:par>
                          <p:cTn id="77" fill="hold">
                            <p:stCondLst>
                              <p:cond delay="2000"/>
                            </p:stCondLst>
                            <p:childTnLst>
                              <p:par>
                                <p:cTn id="78" presetID="12" presetClass="entr" presetSubtype="8" fill="hold" grpId="0" nodeType="afterEffect">
                                  <p:stCondLst>
                                    <p:cond delay="0"/>
                                  </p:stCondLst>
                                  <p:childTnLst>
                                    <p:set>
                                      <p:cBhvr>
                                        <p:cTn id="79" dur="1" fill="hold">
                                          <p:stCondLst>
                                            <p:cond delay="0"/>
                                          </p:stCondLst>
                                        </p:cTn>
                                        <p:tgtEl>
                                          <p:spTgt spid="129"/>
                                        </p:tgtEl>
                                        <p:attrNameLst>
                                          <p:attrName>style.visibility</p:attrName>
                                        </p:attrNameLst>
                                      </p:cBhvr>
                                      <p:to>
                                        <p:strVal val="visible"/>
                                      </p:to>
                                    </p:set>
                                    <p:anim calcmode="lin" valueType="num">
                                      <p:cBhvr additive="base">
                                        <p:cTn id="80" dur="500"/>
                                        <p:tgtEl>
                                          <p:spTgt spid="129"/>
                                        </p:tgtEl>
                                        <p:attrNameLst>
                                          <p:attrName>ppt_x</p:attrName>
                                        </p:attrNameLst>
                                      </p:cBhvr>
                                      <p:tavLst>
                                        <p:tav tm="0">
                                          <p:val>
                                            <p:strVal val="#ppt_x-#ppt_w*1.125000"/>
                                          </p:val>
                                        </p:tav>
                                        <p:tav tm="100000">
                                          <p:val>
                                            <p:strVal val="#ppt_x"/>
                                          </p:val>
                                        </p:tav>
                                      </p:tavLst>
                                    </p:anim>
                                    <p:animEffect transition="in" filter="wipe(right)">
                                      <p:cBhvr>
                                        <p:cTn id="81" dur="500"/>
                                        <p:tgtEl>
                                          <p:spTgt spid="129"/>
                                        </p:tgtEl>
                                      </p:cBhvr>
                                    </p:animEffect>
                                  </p:childTnLst>
                                </p:cTn>
                              </p:par>
                            </p:childTnLst>
                          </p:cTn>
                        </p:par>
                      </p:childTnLst>
                    </p:cTn>
                  </p:par>
                  <p:par>
                    <p:cTn id="82" fill="hold">
                      <p:stCondLst>
                        <p:cond delay="indefinite"/>
                      </p:stCondLst>
                      <p:childTnLst>
                        <p:par>
                          <p:cTn id="83" fill="hold">
                            <p:stCondLst>
                              <p:cond delay="0"/>
                            </p:stCondLst>
                            <p:childTnLst>
                              <p:par>
                                <p:cTn id="84" presetID="47" presetClass="entr" presetSubtype="0" fill="hold" nodeType="clickEffect">
                                  <p:stCondLst>
                                    <p:cond delay="0"/>
                                  </p:stCondLst>
                                  <p:childTnLst>
                                    <p:set>
                                      <p:cBhvr>
                                        <p:cTn id="85" dur="1" fill="hold">
                                          <p:stCondLst>
                                            <p:cond delay="0"/>
                                          </p:stCondLst>
                                        </p:cTn>
                                        <p:tgtEl>
                                          <p:spTgt spid="121"/>
                                        </p:tgtEl>
                                        <p:attrNameLst>
                                          <p:attrName>style.visibility</p:attrName>
                                        </p:attrNameLst>
                                      </p:cBhvr>
                                      <p:to>
                                        <p:strVal val="visible"/>
                                      </p:to>
                                    </p:set>
                                    <p:animEffect transition="in" filter="fade">
                                      <p:cBhvr>
                                        <p:cTn id="86" dur="1000"/>
                                        <p:tgtEl>
                                          <p:spTgt spid="121"/>
                                        </p:tgtEl>
                                      </p:cBhvr>
                                    </p:animEffect>
                                    <p:anim calcmode="lin" valueType="num">
                                      <p:cBhvr>
                                        <p:cTn id="87" dur="1000" fill="hold"/>
                                        <p:tgtEl>
                                          <p:spTgt spid="121"/>
                                        </p:tgtEl>
                                        <p:attrNameLst>
                                          <p:attrName>ppt_x</p:attrName>
                                        </p:attrNameLst>
                                      </p:cBhvr>
                                      <p:tavLst>
                                        <p:tav tm="0">
                                          <p:val>
                                            <p:strVal val="#ppt_x"/>
                                          </p:val>
                                        </p:tav>
                                        <p:tav tm="100000">
                                          <p:val>
                                            <p:strVal val="#ppt_x"/>
                                          </p:val>
                                        </p:tav>
                                      </p:tavLst>
                                    </p:anim>
                                    <p:anim calcmode="lin" valueType="num">
                                      <p:cBhvr>
                                        <p:cTn id="88" dur="1000" fill="hold"/>
                                        <p:tgtEl>
                                          <p:spTgt spid="121"/>
                                        </p:tgtEl>
                                        <p:attrNameLst>
                                          <p:attrName>ppt_y</p:attrName>
                                        </p:attrNameLst>
                                      </p:cBhvr>
                                      <p:tavLst>
                                        <p:tav tm="0">
                                          <p:val>
                                            <p:strVal val="#ppt_y-.1"/>
                                          </p:val>
                                        </p:tav>
                                        <p:tav tm="100000">
                                          <p:val>
                                            <p:strVal val="#ppt_y"/>
                                          </p:val>
                                        </p:tav>
                                      </p:tavLst>
                                    </p:anim>
                                  </p:childTnLst>
                                </p:cTn>
                              </p:par>
                            </p:childTnLst>
                          </p:cTn>
                        </p:par>
                        <p:par>
                          <p:cTn id="89" fill="hold">
                            <p:stCondLst>
                              <p:cond delay="1000"/>
                            </p:stCondLst>
                            <p:childTnLst>
                              <p:par>
                                <p:cTn id="90" presetID="12" presetClass="entr" presetSubtype="4" fill="hold" grpId="0" nodeType="afterEffect">
                                  <p:stCondLst>
                                    <p:cond delay="0"/>
                                  </p:stCondLst>
                                  <p:childTnLst>
                                    <p:set>
                                      <p:cBhvr>
                                        <p:cTn id="91" dur="1" fill="hold">
                                          <p:stCondLst>
                                            <p:cond delay="0"/>
                                          </p:stCondLst>
                                        </p:cTn>
                                        <p:tgtEl>
                                          <p:spTgt spid="125"/>
                                        </p:tgtEl>
                                        <p:attrNameLst>
                                          <p:attrName>style.visibility</p:attrName>
                                        </p:attrNameLst>
                                      </p:cBhvr>
                                      <p:to>
                                        <p:strVal val="visible"/>
                                      </p:to>
                                    </p:set>
                                    <p:anim calcmode="lin" valueType="num">
                                      <p:cBhvr additive="base">
                                        <p:cTn id="92" dur="1000"/>
                                        <p:tgtEl>
                                          <p:spTgt spid="125"/>
                                        </p:tgtEl>
                                        <p:attrNameLst>
                                          <p:attrName>ppt_y</p:attrName>
                                        </p:attrNameLst>
                                      </p:cBhvr>
                                      <p:tavLst>
                                        <p:tav tm="0">
                                          <p:val>
                                            <p:strVal val="#ppt_y+#ppt_h*1.125000"/>
                                          </p:val>
                                        </p:tav>
                                        <p:tav tm="100000">
                                          <p:val>
                                            <p:strVal val="#ppt_y"/>
                                          </p:val>
                                        </p:tav>
                                      </p:tavLst>
                                    </p:anim>
                                    <p:animEffect transition="in" filter="wipe(up)">
                                      <p:cBhvr>
                                        <p:cTn id="93" dur="1000"/>
                                        <p:tgtEl>
                                          <p:spTgt spid="125"/>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124"/>
                                        </p:tgtEl>
                                        <p:attrNameLst>
                                          <p:attrName>style.visibility</p:attrName>
                                        </p:attrNameLst>
                                      </p:cBhvr>
                                      <p:to>
                                        <p:strVal val="visible"/>
                                      </p:to>
                                    </p:set>
                                    <p:animEffect transition="in" filter="wipe(left)">
                                      <p:cBhvr>
                                        <p:cTn id="96" dur="1000"/>
                                        <p:tgtEl>
                                          <p:spTgt spid="124"/>
                                        </p:tgtEl>
                                      </p:cBhvr>
                                    </p:animEffect>
                                  </p:childTnLst>
                                </p:cTn>
                              </p:par>
                            </p:childTnLst>
                          </p:cTn>
                        </p:par>
                        <p:par>
                          <p:cTn id="97" fill="hold">
                            <p:stCondLst>
                              <p:cond delay="2000"/>
                            </p:stCondLst>
                            <p:childTnLst>
                              <p:par>
                                <p:cTn id="98" presetID="22" presetClass="entr" presetSubtype="1" fill="hold" nodeType="afterEffect">
                                  <p:stCondLst>
                                    <p:cond delay="0"/>
                                  </p:stCondLst>
                                  <p:childTnLst>
                                    <p:set>
                                      <p:cBhvr>
                                        <p:cTn id="99" dur="1" fill="hold">
                                          <p:stCondLst>
                                            <p:cond delay="0"/>
                                          </p:stCondLst>
                                        </p:cTn>
                                        <p:tgtEl>
                                          <p:spTgt spid="118"/>
                                        </p:tgtEl>
                                        <p:attrNameLst>
                                          <p:attrName>style.visibility</p:attrName>
                                        </p:attrNameLst>
                                      </p:cBhvr>
                                      <p:to>
                                        <p:strVal val="visible"/>
                                      </p:to>
                                    </p:set>
                                    <p:animEffect transition="in" filter="wipe(up)">
                                      <p:cBhvr>
                                        <p:cTn id="100" dur="1000"/>
                                        <p:tgtEl>
                                          <p:spTgt spid="118"/>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8" fill="hold" nodeType="clickEffect">
                                  <p:stCondLst>
                                    <p:cond delay="0"/>
                                  </p:stCondLst>
                                  <p:childTnLst>
                                    <p:set>
                                      <p:cBhvr>
                                        <p:cTn id="104" dur="1" fill="hold">
                                          <p:stCondLst>
                                            <p:cond delay="0"/>
                                          </p:stCondLst>
                                        </p:cTn>
                                        <p:tgtEl>
                                          <p:spTgt spid="126"/>
                                        </p:tgtEl>
                                        <p:attrNameLst>
                                          <p:attrName>style.visibility</p:attrName>
                                        </p:attrNameLst>
                                      </p:cBhvr>
                                      <p:to>
                                        <p:strVal val="visible"/>
                                      </p:to>
                                    </p:set>
                                    <p:anim calcmode="lin" valueType="num">
                                      <p:cBhvr additive="base">
                                        <p:cTn id="105" dur="1000"/>
                                        <p:tgtEl>
                                          <p:spTgt spid="126"/>
                                        </p:tgtEl>
                                        <p:attrNameLst>
                                          <p:attrName>ppt_x</p:attrName>
                                        </p:attrNameLst>
                                      </p:cBhvr>
                                      <p:tavLst>
                                        <p:tav tm="0">
                                          <p:val>
                                            <p:strVal val="#ppt_x-#ppt_w*1.125000"/>
                                          </p:val>
                                        </p:tav>
                                        <p:tav tm="100000">
                                          <p:val>
                                            <p:strVal val="#ppt_x"/>
                                          </p:val>
                                        </p:tav>
                                      </p:tavLst>
                                    </p:anim>
                                    <p:animEffect transition="in" filter="wipe(right)">
                                      <p:cBhvr>
                                        <p:cTn id="106" dur="1000"/>
                                        <p:tgtEl>
                                          <p:spTgt spid="126"/>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09"/>
                                        </p:tgtEl>
                                        <p:attrNameLst>
                                          <p:attrName>style.visibility</p:attrName>
                                        </p:attrNameLst>
                                      </p:cBhvr>
                                      <p:to>
                                        <p:strVal val="visible"/>
                                      </p:to>
                                    </p:set>
                                    <p:animEffect transition="in" filter="wipe(left)">
                                      <p:cBhvr>
                                        <p:cTn id="111" dur="2000"/>
                                        <p:tgtEl>
                                          <p:spTgt spid="109"/>
                                        </p:tgtEl>
                                      </p:cBhvr>
                                    </p:animEffect>
                                  </p:childTnLst>
                                </p:cTn>
                              </p:par>
                              <p:par>
                                <p:cTn id="112" presetID="63" presetClass="path" presetSubtype="0" accel="50000" decel="50000" fill="hold" nodeType="withEffect">
                                  <p:stCondLst>
                                    <p:cond delay="0"/>
                                  </p:stCondLst>
                                  <p:childTnLst>
                                    <p:animMotion origin="layout" path="M -1.66667E-6 -2.22222E-6 L 0.33151 0.03241 " pathEditMode="relative" rAng="0" ptsTypes="AA">
                                      <p:cBhvr>
                                        <p:cTn id="113" dur="2000" fill="hold"/>
                                        <p:tgtEl>
                                          <p:spTgt spid="121"/>
                                        </p:tgtEl>
                                        <p:attrNameLst>
                                          <p:attrName>ppt_x</p:attrName>
                                          <p:attrName>ppt_y</p:attrName>
                                        </p:attrNameLst>
                                      </p:cBhvr>
                                      <p:rCtr x="16576" y="1620"/>
                                    </p:animMotion>
                                  </p:childTnLst>
                                </p:cTn>
                              </p:par>
                            </p:childTnLst>
                          </p:cTn>
                        </p:par>
                        <p:par>
                          <p:cTn id="114" fill="hold">
                            <p:stCondLst>
                              <p:cond delay="2000"/>
                            </p:stCondLst>
                            <p:childTnLst>
                              <p:par>
                                <p:cTn id="115" presetID="63" presetClass="path" presetSubtype="0" accel="50000" decel="50000" fill="hold" nodeType="afterEffect">
                                  <p:stCondLst>
                                    <p:cond delay="0"/>
                                  </p:stCondLst>
                                  <p:childTnLst>
                                    <p:animMotion origin="layout" path="M -2.08333E-7 3.7037E-7 L 0.27253 0.00139 " pathEditMode="relative" rAng="0" ptsTypes="AA">
                                      <p:cBhvr>
                                        <p:cTn id="116" dur="2000" fill="hold"/>
                                        <p:tgtEl>
                                          <p:spTgt spid="126"/>
                                        </p:tgtEl>
                                        <p:attrNameLst>
                                          <p:attrName>ppt_x</p:attrName>
                                          <p:attrName>ppt_y</p:attrName>
                                        </p:attrNameLst>
                                      </p:cBhvr>
                                      <p:rCtr x="13620" y="69"/>
                                    </p:animMotion>
                                  </p:childTnLst>
                                </p:cTn>
                              </p:par>
                            </p:childTnLst>
                          </p:cTn>
                        </p:par>
                        <p:par>
                          <p:cTn id="117" fill="hold">
                            <p:stCondLst>
                              <p:cond delay="4000"/>
                            </p:stCondLst>
                            <p:childTnLst>
                              <p:par>
                                <p:cTn id="118" presetID="22" presetClass="exit" presetSubtype="4" fill="hold" nodeType="afterEffect">
                                  <p:stCondLst>
                                    <p:cond delay="0"/>
                                  </p:stCondLst>
                                  <p:childTnLst>
                                    <p:animEffect transition="out" filter="wipe(down)">
                                      <p:cBhvr>
                                        <p:cTn id="119" dur="1000"/>
                                        <p:tgtEl>
                                          <p:spTgt spid="153"/>
                                        </p:tgtEl>
                                      </p:cBhvr>
                                    </p:animEffect>
                                    <p:set>
                                      <p:cBhvr>
                                        <p:cTn id="120" dur="1" fill="hold">
                                          <p:stCondLst>
                                            <p:cond delay="999"/>
                                          </p:stCondLst>
                                        </p:cTn>
                                        <p:tgtEl>
                                          <p:spTgt spid="153"/>
                                        </p:tgtEl>
                                        <p:attrNameLst>
                                          <p:attrName>style.visibility</p:attrName>
                                        </p:attrNameLst>
                                      </p:cBhvr>
                                      <p:to>
                                        <p:strVal val="hidden"/>
                                      </p:to>
                                    </p:set>
                                  </p:childTnLst>
                                </p:cTn>
                              </p:par>
                            </p:childTnLst>
                          </p:cTn>
                        </p:par>
                        <p:par>
                          <p:cTn id="121" fill="hold">
                            <p:stCondLst>
                              <p:cond delay="5000"/>
                            </p:stCondLst>
                            <p:childTnLst>
                              <p:par>
                                <p:cTn id="122" presetID="22" presetClass="entr" presetSubtype="2" fill="hold" nodeType="afterEffect">
                                  <p:stCondLst>
                                    <p:cond delay="0"/>
                                  </p:stCondLst>
                                  <p:childTnLst>
                                    <p:set>
                                      <p:cBhvr>
                                        <p:cTn id="123" dur="1" fill="hold">
                                          <p:stCondLst>
                                            <p:cond delay="0"/>
                                          </p:stCondLst>
                                        </p:cTn>
                                        <p:tgtEl>
                                          <p:spTgt spid="167"/>
                                        </p:tgtEl>
                                        <p:attrNameLst>
                                          <p:attrName>style.visibility</p:attrName>
                                        </p:attrNameLst>
                                      </p:cBhvr>
                                      <p:to>
                                        <p:strVal val="visible"/>
                                      </p:to>
                                    </p:set>
                                    <p:animEffect transition="in" filter="wipe(right)">
                                      <p:cBhvr>
                                        <p:cTn id="124" dur="1000"/>
                                        <p:tgtEl>
                                          <p:spTgt spid="167"/>
                                        </p:tgtEl>
                                      </p:cBhvr>
                                    </p:animEffect>
                                  </p:childTnLst>
                                </p:cTn>
                              </p:par>
                            </p:childTnLst>
                          </p:cTn>
                        </p:par>
                      </p:childTnLst>
                    </p:cTn>
                  </p:par>
                  <p:par>
                    <p:cTn id="125" fill="hold">
                      <p:stCondLst>
                        <p:cond delay="indefinite"/>
                      </p:stCondLst>
                      <p:childTnLst>
                        <p:par>
                          <p:cTn id="126" fill="hold">
                            <p:stCondLst>
                              <p:cond delay="0"/>
                            </p:stCondLst>
                            <p:childTnLst>
                              <p:par>
                                <p:cTn id="127" presetID="31" presetClass="exit" presetSubtype="0" fill="hold" grpId="1" nodeType="clickEffect">
                                  <p:stCondLst>
                                    <p:cond delay="0"/>
                                  </p:stCondLst>
                                  <p:childTnLst>
                                    <p:anim calcmode="lin" valueType="num">
                                      <p:cBhvr>
                                        <p:cTn id="128" dur="1000"/>
                                        <p:tgtEl>
                                          <p:spTgt spid="125"/>
                                        </p:tgtEl>
                                        <p:attrNameLst>
                                          <p:attrName>ppt_w</p:attrName>
                                        </p:attrNameLst>
                                      </p:cBhvr>
                                      <p:tavLst>
                                        <p:tav tm="0">
                                          <p:val>
                                            <p:strVal val="ppt_w"/>
                                          </p:val>
                                        </p:tav>
                                        <p:tav tm="100000">
                                          <p:val>
                                            <p:fltVal val="0"/>
                                          </p:val>
                                        </p:tav>
                                      </p:tavLst>
                                    </p:anim>
                                    <p:anim calcmode="lin" valueType="num">
                                      <p:cBhvr>
                                        <p:cTn id="129" dur="1000"/>
                                        <p:tgtEl>
                                          <p:spTgt spid="125"/>
                                        </p:tgtEl>
                                        <p:attrNameLst>
                                          <p:attrName>ppt_h</p:attrName>
                                        </p:attrNameLst>
                                      </p:cBhvr>
                                      <p:tavLst>
                                        <p:tav tm="0">
                                          <p:val>
                                            <p:strVal val="ppt_h"/>
                                          </p:val>
                                        </p:tav>
                                        <p:tav tm="100000">
                                          <p:val>
                                            <p:fltVal val="0"/>
                                          </p:val>
                                        </p:tav>
                                      </p:tavLst>
                                    </p:anim>
                                    <p:anim calcmode="lin" valueType="num">
                                      <p:cBhvr>
                                        <p:cTn id="130" dur="1000"/>
                                        <p:tgtEl>
                                          <p:spTgt spid="125"/>
                                        </p:tgtEl>
                                        <p:attrNameLst>
                                          <p:attrName>style.rotation</p:attrName>
                                        </p:attrNameLst>
                                      </p:cBhvr>
                                      <p:tavLst>
                                        <p:tav tm="0">
                                          <p:val>
                                            <p:fltVal val="0"/>
                                          </p:val>
                                        </p:tav>
                                        <p:tav tm="100000">
                                          <p:val>
                                            <p:fltVal val="90"/>
                                          </p:val>
                                        </p:tav>
                                      </p:tavLst>
                                    </p:anim>
                                    <p:animEffect transition="out" filter="fade">
                                      <p:cBhvr>
                                        <p:cTn id="131" dur="1000"/>
                                        <p:tgtEl>
                                          <p:spTgt spid="125"/>
                                        </p:tgtEl>
                                      </p:cBhvr>
                                    </p:animEffect>
                                    <p:set>
                                      <p:cBhvr>
                                        <p:cTn id="132" dur="1" fill="hold">
                                          <p:stCondLst>
                                            <p:cond delay="999"/>
                                          </p:stCondLst>
                                        </p:cTn>
                                        <p:tgtEl>
                                          <p:spTgt spid="125"/>
                                        </p:tgtEl>
                                        <p:attrNameLst>
                                          <p:attrName>style.visibility</p:attrName>
                                        </p:attrNameLst>
                                      </p:cBhvr>
                                      <p:to>
                                        <p:strVal val="hidden"/>
                                      </p:to>
                                    </p:set>
                                  </p:childTnLst>
                                </p:cTn>
                              </p:par>
                            </p:childTnLst>
                          </p:cTn>
                        </p:par>
                        <p:par>
                          <p:cTn id="133" fill="hold">
                            <p:stCondLst>
                              <p:cond delay="1000"/>
                            </p:stCondLst>
                            <p:childTnLst>
                              <p:par>
                                <p:cTn id="134" presetID="31" presetClass="entr" presetSubtype="0" fill="hold" grpId="0" nodeType="afterEffect">
                                  <p:stCondLst>
                                    <p:cond delay="0"/>
                                  </p:stCondLst>
                                  <p:childTnLst>
                                    <p:set>
                                      <p:cBhvr>
                                        <p:cTn id="135" dur="1" fill="hold">
                                          <p:stCondLst>
                                            <p:cond delay="0"/>
                                          </p:stCondLst>
                                        </p:cTn>
                                        <p:tgtEl>
                                          <p:spTgt spid="130"/>
                                        </p:tgtEl>
                                        <p:attrNameLst>
                                          <p:attrName>style.visibility</p:attrName>
                                        </p:attrNameLst>
                                      </p:cBhvr>
                                      <p:to>
                                        <p:strVal val="visible"/>
                                      </p:to>
                                    </p:set>
                                    <p:anim calcmode="lin" valueType="num">
                                      <p:cBhvr>
                                        <p:cTn id="136" dur="1000" fill="hold"/>
                                        <p:tgtEl>
                                          <p:spTgt spid="130"/>
                                        </p:tgtEl>
                                        <p:attrNameLst>
                                          <p:attrName>ppt_w</p:attrName>
                                        </p:attrNameLst>
                                      </p:cBhvr>
                                      <p:tavLst>
                                        <p:tav tm="0">
                                          <p:val>
                                            <p:fltVal val="0"/>
                                          </p:val>
                                        </p:tav>
                                        <p:tav tm="100000">
                                          <p:val>
                                            <p:strVal val="#ppt_w"/>
                                          </p:val>
                                        </p:tav>
                                      </p:tavLst>
                                    </p:anim>
                                    <p:anim calcmode="lin" valueType="num">
                                      <p:cBhvr>
                                        <p:cTn id="137" dur="1000" fill="hold"/>
                                        <p:tgtEl>
                                          <p:spTgt spid="130"/>
                                        </p:tgtEl>
                                        <p:attrNameLst>
                                          <p:attrName>ppt_h</p:attrName>
                                        </p:attrNameLst>
                                      </p:cBhvr>
                                      <p:tavLst>
                                        <p:tav tm="0">
                                          <p:val>
                                            <p:fltVal val="0"/>
                                          </p:val>
                                        </p:tav>
                                        <p:tav tm="100000">
                                          <p:val>
                                            <p:strVal val="#ppt_h"/>
                                          </p:val>
                                        </p:tav>
                                      </p:tavLst>
                                    </p:anim>
                                    <p:anim calcmode="lin" valueType="num">
                                      <p:cBhvr>
                                        <p:cTn id="138" dur="1000" fill="hold"/>
                                        <p:tgtEl>
                                          <p:spTgt spid="130"/>
                                        </p:tgtEl>
                                        <p:attrNameLst>
                                          <p:attrName>style.rotation</p:attrName>
                                        </p:attrNameLst>
                                      </p:cBhvr>
                                      <p:tavLst>
                                        <p:tav tm="0">
                                          <p:val>
                                            <p:fltVal val="90"/>
                                          </p:val>
                                        </p:tav>
                                        <p:tav tm="100000">
                                          <p:val>
                                            <p:fltVal val="0"/>
                                          </p:val>
                                        </p:tav>
                                      </p:tavLst>
                                    </p:anim>
                                    <p:animEffect transition="in" filter="fade">
                                      <p:cBhvr>
                                        <p:cTn id="139" dur="1000"/>
                                        <p:tgtEl>
                                          <p:spTgt spid="130"/>
                                        </p:tgtEl>
                                      </p:cBhvr>
                                    </p:animEffect>
                                  </p:childTnLst>
                                </p:cTn>
                              </p:par>
                            </p:childTnLst>
                          </p:cTn>
                        </p:par>
                        <p:par>
                          <p:cTn id="140" fill="hold">
                            <p:stCondLst>
                              <p:cond delay="2000"/>
                            </p:stCondLst>
                            <p:childTnLst>
                              <p:par>
                                <p:cTn id="141" presetID="22" presetClass="entr" presetSubtype="1" fill="hold" nodeType="afterEffect">
                                  <p:stCondLst>
                                    <p:cond delay="0"/>
                                  </p:stCondLst>
                                  <p:childTnLst>
                                    <p:set>
                                      <p:cBhvr>
                                        <p:cTn id="142" dur="1" fill="hold">
                                          <p:stCondLst>
                                            <p:cond delay="0"/>
                                          </p:stCondLst>
                                        </p:cTn>
                                        <p:tgtEl>
                                          <p:spTgt spid="111"/>
                                        </p:tgtEl>
                                        <p:attrNameLst>
                                          <p:attrName>style.visibility</p:attrName>
                                        </p:attrNameLst>
                                      </p:cBhvr>
                                      <p:to>
                                        <p:strVal val="visible"/>
                                      </p:to>
                                    </p:set>
                                    <p:animEffect transition="in" filter="wipe(up)">
                                      <p:cBhvr>
                                        <p:cTn id="143" dur="1000"/>
                                        <p:tgtEl>
                                          <p:spTgt spid="111"/>
                                        </p:tgtEl>
                                      </p:cBhvr>
                                    </p:animEffect>
                                  </p:childTnLst>
                                </p:cTn>
                              </p:par>
                            </p:childTnLst>
                          </p:cTn>
                        </p:par>
                      </p:childTnLst>
                    </p:cTn>
                  </p:par>
                  <p:par>
                    <p:cTn id="144" fill="hold">
                      <p:stCondLst>
                        <p:cond delay="indefinite"/>
                      </p:stCondLst>
                      <p:childTnLst>
                        <p:par>
                          <p:cTn id="145" fill="hold">
                            <p:stCondLst>
                              <p:cond delay="0"/>
                            </p:stCondLst>
                            <p:childTnLst>
                              <p:par>
                                <p:cTn id="146" presetID="35" presetClass="path" presetSubtype="0" accel="50000" decel="50000" fill="hold" nodeType="clickEffect">
                                  <p:stCondLst>
                                    <p:cond delay="0"/>
                                  </p:stCondLst>
                                  <p:childTnLst>
                                    <p:animMotion origin="layout" path="M 0.27253 0.00139 L 0.09701 0.03241 " pathEditMode="relative" rAng="0" ptsTypes="AA">
                                      <p:cBhvr>
                                        <p:cTn id="147" dur="2000" fill="hold"/>
                                        <p:tgtEl>
                                          <p:spTgt spid="126"/>
                                        </p:tgtEl>
                                        <p:attrNameLst>
                                          <p:attrName>ppt_x</p:attrName>
                                          <p:attrName>ppt_y</p:attrName>
                                        </p:attrNameLst>
                                      </p:cBhvr>
                                      <p:rCtr x="-8776" y="1551"/>
                                    </p:animMotion>
                                  </p:childTnLst>
                                </p:cTn>
                              </p:par>
                            </p:childTnLst>
                          </p:cTn>
                        </p:par>
                      </p:childTnLst>
                    </p:cTn>
                  </p:par>
                  <p:par>
                    <p:cTn id="148" fill="hold">
                      <p:stCondLst>
                        <p:cond delay="indefinite"/>
                      </p:stCondLst>
                      <p:childTnLst>
                        <p:par>
                          <p:cTn id="149" fill="hold">
                            <p:stCondLst>
                              <p:cond delay="0"/>
                            </p:stCondLst>
                            <p:childTnLst>
                              <p:par>
                                <p:cTn id="150" presetID="63" presetClass="path" presetSubtype="0" accel="50000" decel="50000" fill="hold" nodeType="clickEffect">
                                  <p:stCondLst>
                                    <p:cond delay="0"/>
                                  </p:stCondLst>
                                  <p:childTnLst>
                                    <p:animMotion origin="layout" path="M 0.33151 0.03241 L 0.43047 0.06389 " pathEditMode="relative" rAng="0" ptsTypes="AA">
                                      <p:cBhvr>
                                        <p:cTn id="151" dur="2000" fill="hold"/>
                                        <p:tgtEl>
                                          <p:spTgt spid="121"/>
                                        </p:tgtEl>
                                        <p:attrNameLst>
                                          <p:attrName>ppt_x</p:attrName>
                                          <p:attrName>ppt_y</p:attrName>
                                        </p:attrNameLst>
                                      </p:cBhvr>
                                      <p:rCtr x="4948" y="1574"/>
                                    </p:animMotion>
                                  </p:childTnLst>
                                </p:cTn>
                              </p:par>
                              <p:par>
                                <p:cTn id="152" presetID="22" presetClass="entr" presetSubtype="8" fill="hold" nodeType="withEffect">
                                  <p:stCondLst>
                                    <p:cond delay="0"/>
                                  </p:stCondLst>
                                  <p:childTnLst>
                                    <p:set>
                                      <p:cBhvr>
                                        <p:cTn id="153" dur="1" fill="hold">
                                          <p:stCondLst>
                                            <p:cond delay="0"/>
                                          </p:stCondLst>
                                        </p:cTn>
                                        <p:tgtEl>
                                          <p:spTgt spid="110"/>
                                        </p:tgtEl>
                                        <p:attrNameLst>
                                          <p:attrName>style.visibility</p:attrName>
                                        </p:attrNameLst>
                                      </p:cBhvr>
                                      <p:to>
                                        <p:strVal val="visible"/>
                                      </p:to>
                                    </p:set>
                                    <p:animEffect transition="in" filter="wipe(left)">
                                      <p:cBhvr>
                                        <p:cTn id="154" dur="2000"/>
                                        <p:tgtEl>
                                          <p:spTgt spid="110"/>
                                        </p:tgtEl>
                                      </p:cBhvr>
                                    </p:animEffect>
                                  </p:childTnLst>
                                </p:cTn>
                              </p:par>
                            </p:childTnLst>
                          </p:cTn>
                        </p:par>
                        <p:par>
                          <p:cTn id="155" fill="hold">
                            <p:stCondLst>
                              <p:cond delay="2000"/>
                            </p:stCondLst>
                            <p:childTnLst>
                              <p:par>
                                <p:cTn id="156" presetID="63" presetClass="path" presetSubtype="0" accel="50000" decel="50000" fill="hold" nodeType="afterEffect">
                                  <p:stCondLst>
                                    <p:cond delay="0"/>
                                  </p:stCondLst>
                                  <p:childTnLst>
                                    <p:animMotion origin="layout" path="M 0.09701 0.03241 L 0.27227 0.04583 " pathEditMode="relative" rAng="0" ptsTypes="AA">
                                      <p:cBhvr>
                                        <p:cTn id="157" dur="2000" fill="hold"/>
                                        <p:tgtEl>
                                          <p:spTgt spid="126"/>
                                        </p:tgtEl>
                                        <p:attrNameLst>
                                          <p:attrName>ppt_x</p:attrName>
                                          <p:attrName>ppt_y</p:attrName>
                                        </p:attrNameLst>
                                      </p:cBhvr>
                                      <p:rCtr x="8763" y="671"/>
                                    </p:animMotion>
                                  </p:childTnLst>
                                </p:cTn>
                              </p:par>
                            </p:childTnLst>
                          </p:cTn>
                        </p:par>
                        <p:par>
                          <p:cTn id="158" fill="hold">
                            <p:stCondLst>
                              <p:cond delay="4000"/>
                            </p:stCondLst>
                            <p:childTnLst>
                              <p:par>
                                <p:cTn id="159" presetID="22" presetClass="exit" presetSubtype="4" fill="hold" nodeType="afterEffect">
                                  <p:stCondLst>
                                    <p:cond delay="0"/>
                                  </p:stCondLst>
                                  <p:childTnLst>
                                    <p:animEffect transition="out" filter="wipe(down)">
                                      <p:cBhvr>
                                        <p:cTn id="160" dur="1000"/>
                                        <p:tgtEl>
                                          <p:spTgt spid="155"/>
                                        </p:tgtEl>
                                      </p:cBhvr>
                                    </p:animEffect>
                                    <p:set>
                                      <p:cBhvr>
                                        <p:cTn id="161" dur="1" fill="hold">
                                          <p:stCondLst>
                                            <p:cond delay="999"/>
                                          </p:stCondLst>
                                        </p:cTn>
                                        <p:tgtEl>
                                          <p:spTgt spid="155"/>
                                        </p:tgtEl>
                                        <p:attrNameLst>
                                          <p:attrName>style.visibility</p:attrName>
                                        </p:attrNameLst>
                                      </p:cBhvr>
                                      <p:to>
                                        <p:strVal val="hidden"/>
                                      </p:to>
                                    </p:set>
                                  </p:childTnLst>
                                </p:cTn>
                              </p:par>
                            </p:childTnLst>
                          </p:cTn>
                        </p:par>
                        <p:par>
                          <p:cTn id="162" fill="hold">
                            <p:stCondLst>
                              <p:cond delay="5000"/>
                            </p:stCondLst>
                            <p:childTnLst>
                              <p:par>
                                <p:cTn id="163" presetID="22" presetClass="entr" presetSubtype="2" fill="hold" nodeType="afterEffect">
                                  <p:stCondLst>
                                    <p:cond delay="0"/>
                                  </p:stCondLst>
                                  <p:childTnLst>
                                    <p:set>
                                      <p:cBhvr>
                                        <p:cTn id="164" dur="1" fill="hold">
                                          <p:stCondLst>
                                            <p:cond delay="0"/>
                                          </p:stCondLst>
                                        </p:cTn>
                                        <p:tgtEl>
                                          <p:spTgt spid="177"/>
                                        </p:tgtEl>
                                        <p:attrNameLst>
                                          <p:attrName>style.visibility</p:attrName>
                                        </p:attrNameLst>
                                      </p:cBhvr>
                                      <p:to>
                                        <p:strVal val="visible"/>
                                      </p:to>
                                    </p:set>
                                    <p:animEffect transition="in" filter="wipe(right)">
                                      <p:cBhvr>
                                        <p:cTn id="165" dur="1000"/>
                                        <p:tgtEl>
                                          <p:spTgt spid="177"/>
                                        </p:tgtEl>
                                      </p:cBhvr>
                                    </p:animEffect>
                                  </p:childTnLst>
                                </p:cTn>
                              </p:par>
                            </p:childTnLst>
                          </p:cTn>
                        </p:par>
                      </p:childTnLst>
                    </p:cTn>
                  </p:par>
                  <p:par>
                    <p:cTn id="166" fill="hold">
                      <p:stCondLst>
                        <p:cond delay="indefinite"/>
                      </p:stCondLst>
                      <p:childTnLst>
                        <p:par>
                          <p:cTn id="167" fill="hold">
                            <p:stCondLst>
                              <p:cond delay="0"/>
                            </p:stCondLst>
                            <p:childTnLst>
                              <p:par>
                                <p:cTn id="168" presetID="31" presetClass="exit" presetSubtype="0" fill="hold" grpId="1" nodeType="clickEffect">
                                  <p:stCondLst>
                                    <p:cond delay="0"/>
                                  </p:stCondLst>
                                  <p:childTnLst>
                                    <p:anim calcmode="lin" valueType="num">
                                      <p:cBhvr>
                                        <p:cTn id="169" dur="1000"/>
                                        <p:tgtEl>
                                          <p:spTgt spid="130"/>
                                        </p:tgtEl>
                                        <p:attrNameLst>
                                          <p:attrName>ppt_w</p:attrName>
                                        </p:attrNameLst>
                                      </p:cBhvr>
                                      <p:tavLst>
                                        <p:tav tm="0">
                                          <p:val>
                                            <p:strVal val="ppt_w"/>
                                          </p:val>
                                        </p:tav>
                                        <p:tav tm="100000">
                                          <p:val>
                                            <p:fltVal val="0"/>
                                          </p:val>
                                        </p:tav>
                                      </p:tavLst>
                                    </p:anim>
                                    <p:anim calcmode="lin" valueType="num">
                                      <p:cBhvr>
                                        <p:cTn id="170" dur="1000"/>
                                        <p:tgtEl>
                                          <p:spTgt spid="130"/>
                                        </p:tgtEl>
                                        <p:attrNameLst>
                                          <p:attrName>ppt_h</p:attrName>
                                        </p:attrNameLst>
                                      </p:cBhvr>
                                      <p:tavLst>
                                        <p:tav tm="0">
                                          <p:val>
                                            <p:strVal val="ppt_h"/>
                                          </p:val>
                                        </p:tav>
                                        <p:tav tm="100000">
                                          <p:val>
                                            <p:fltVal val="0"/>
                                          </p:val>
                                        </p:tav>
                                      </p:tavLst>
                                    </p:anim>
                                    <p:anim calcmode="lin" valueType="num">
                                      <p:cBhvr>
                                        <p:cTn id="171" dur="1000"/>
                                        <p:tgtEl>
                                          <p:spTgt spid="130"/>
                                        </p:tgtEl>
                                        <p:attrNameLst>
                                          <p:attrName>style.rotation</p:attrName>
                                        </p:attrNameLst>
                                      </p:cBhvr>
                                      <p:tavLst>
                                        <p:tav tm="0">
                                          <p:val>
                                            <p:fltVal val="0"/>
                                          </p:val>
                                        </p:tav>
                                        <p:tav tm="100000">
                                          <p:val>
                                            <p:fltVal val="90"/>
                                          </p:val>
                                        </p:tav>
                                      </p:tavLst>
                                    </p:anim>
                                    <p:animEffect transition="out" filter="fade">
                                      <p:cBhvr>
                                        <p:cTn id="172" dur="1000"/>
                                        <p:tgtEl>
                                          <p:spTgt spid="130"/>
                                        </p:tgtEl>
                                      </p:cBhvr>
                                    </p:animEffect>
                                    <p:set>
                                      <p:cBhvr>
                                        <p:cTn id="173" dur="1" fill="hold">
                                          <p:stCondLst>
                                            <p:cond delay="999"/>
                                          </p:stCondLst>
                                        </p:cTn>
                                        <p:tgtEl>
                                          <p:spTgt spid="130"/>
                                        </p:tgtEl>
                                        <p:attrNameLst>
                                          <p:attrName>style.visibility</p:attrName>
                                        </p:attrNameLst>
                                      </p:cBhvr>
                                      <p:to>
                                        <p:strVal val="hidden"/>
                                      </p:to>
                                    </p:set>
                                  </p:childTnLst>
                                </p:cTn>
                              </p:par>
                            </p:childTnLst>
                          </p:cTn>
                        </p:par>
                        <p:par>
                          <p:cTn id="174" fill="hold">
                            <p:stCondLst>
                              <p:cond delay="1000"/>
                            </p:stCondLst>
                            <p:childTnLst>
                              <p:par>
                                <p:cTn id="175" presetID="31" presetClass="entr" presetSubtype="0" fill="hold" grpId="0" nodeType="afterEffect">
                                  <p:stCondLst>
                                    <p:cond delay="0"/>
                                  </p:stCondLst>
                                  <p:childTnLst>
                                    <p:set>
                                      <p:cBhvr>
                                        <p:cTn id="176" dur="1" fill="hold">
                                          <p:stCondLst>
                                            <p:cond delay="0"/>
                                          </p:stCondLst>
                                        </p:cTn>
                                        <p:tgtEl>
                                          <p:spTgt spid="131"/>
                                        </p:tgtEl>
                                        <p:attrNameLst>
                                          <p:attrName>style.visibility</p:attrName>
                                        </p:attrNameLst>
                                      </p:cBhvr>
                                      <p:to>
                                        <p:strVal val="visible"/>
                                      </p:to>
                                    </p:set>
                                    <p:anim calcmode="lin" valueType="num">
                                      <p:cBhvr>
                                        <p:cTn id="177" dur="1000" fill="hold"/>
                                        <p:tgtEl>
                                          <p:spTgt spid="131"/>
                                        </p:tgtEl>
                                        <p:attrNameLst>
                                          <p:attrName>ppt_w</p:attrName>
                                        </p:attrNameLst>
                                      </p:cBhvr>
                                      <p:tavLst>
                                        <p:tav tm="0">
                                          <p:val>
                                            <p:fltVal val="0"/>
                                          </p:val>
                                        </p:tav>
                                        <p:tav tm="100000">
                                          <p:val>
                                            <p:strVal val="#ppt_w"/>
                                          </p:val>
                                        </p:tav>
                                      </p:tavLst>
                                    </p:anim>
                                    <p:anim calcmode="lin" valueType="num">
                                      <p:cBhvr>
                                        <p:cTn id="178" dur="1000" fill="hold"/>
                                        <p:tgtEl>
                                          <p:spTgt spid="131"/>
                                        </p:tgtEl>
                                        <p:attrNameLst>
                                          <p:attrName>ppt_h</p:attrName>
                                        </p:attrNameLst>
                                      </p:cBhvr>
                                      <p:tavLst>
                                        <p:tav tm="0">
                                          <p:val>
                                            <p:fltVal val="0"/>
                                          </p:val>
                                        </p:tav>
                                        <p:tav tm="100000">
                                          <p:val>
                                            <p:strVal val="#ppt_h"/>
                                          </p:val>
                                        </p:tav>
                                      </p:tavLst>
                                    </p:anim>
                                    <p:anim calcmode="lin" valueType="num">
                                      <p:cBhvr>
                                        <p:cTn id="179" dur="1000" fill="hold"/>
                                        <p:tgtEl>
                                          <p:spTgt spid="131"/>
                                        </p:tgtEl>
                                        <p:attrNameLst>
                                          <p:attrName>style.rotation</p:attrName>
                                        </p:attrNameLst>
                                      </p:cBhvr>
                                      <p:tavLst>
                                        <p:tav tm="0">
                                          <p:val>
                                            <p:fltVal val="90"/>
                                          </p:val>
                                        </p:tav>
                                        <p:tav tm="100000">
                                          <p:val>
                                            <p:fltVal val="0"/>
                                          </p:val>
                                        </p:tav>
                                      </p:tavLst>
                                    </p:anim>
                                    <p:animEffect transition="in" filter="fade">
                                      <p:cBhvr>
                                        <p:cTn id="180" dur="1000"/>
                                        <p:tgtEl>
                                          <p:spTgt spid="131"/>
                                        </p:tgtEl>
                                      </p:cBhvr>
                                    </p:animEffect>
                                  </p:childTnLst>
                                </p:cTn>
                              </p:par>
                            </p:childTnLst>
                          </p:cTn>
                        </p:par>
                        <p:par>
                          <p:cTn id="181" fill="hold">
                            <p:stCondLst>
                              <p:cond delay="2000"/>
                            </p:stCondLst>
                            <p:childTnLst>
                              <p:par>
                                <p:cTn id="182" presetID="22" presetClass="entr" presetSubtype="1" fill="hold" nodeType="afterEffect">
                                  <p:stCondLst>
                                    <p:cond delay="0"/>
                                  </p:stCondLst>
                                  <p:childTnLst>
                                    <p:set>
                                      <p:cBhvr>
                                        <p:cTn id="183" dur="1" fill="hold">
                                          <p:stCondLst>
                                            <p:cond delay="0"/>
                                          </p:stCondLst>
                                        </p:cTn>
                                        <p:tgtEl>
                                          <p:spTgt spid="112"/>
                                        </p:tgtEl>
                                        <p:attrNameLst>
                                          <p:attrName>style.visibility</p:attrName>
                                        </p:attrNameLst>
                                      </p:cBhvr>
                                      <p:to>
                                        <p:strVal val="visible"/>
                                      </p:to>
                                    </p:set>
                                    <p:animEffect transition="in" filter="wipe(up)">
                                      <p:cBhvr>
                                        <p:cTn id="184" dur="1000"/>
                                        <p:tgtEl>
                                          <p:spTgt spid="112"/>
                                        </p:tgtEl>
                                      </p:cBhvr>
                                    </p:animEffect>
                                  </p:childTnLst>
                                </p:cTn>
                              </p:par>
                            </p:childTnLst>
                          </p:cTn>
                        </p:par>
                      </p:childTnLst>
                    </p:cTn>
                  </p:par>
                  <p:par>
                    <p:cTn id="185" fill="hold">
                      <p:stCondLst>
                        <p:cond delay="indefinite"/>
                      </p:stCondLst>
                      <p:childTnLst>
                        <p:par>
                          <p:cTn id="186" fill="hold">
                            <p:stCondLst>
                              <p:cond delay="0"/>
                            </p:stCondLst>
                            <p:childTnLst>
                              <p:par>
                                <p:cTn id="187" presetID="35" presetClass="path" presetSubtype="0" accel="50000" decel="50000" fill="hold" nodeType="clickEffect">
                                  <p:stCondLst>
                                    <p:cond delay="0"/>
                                  </p:stCondLst>
                                  <p:childTnLst>
                                    <p:animMotion origin="layout" path="M 0.27253 0.00139 L 0.14167 0.06713 " pathEditMode="relative" rAng="0" ptsTypes="AA">
                                      <p:cBhvr>
                                        <p:cTn id="188" dur="2000" fill="hold"/>
                                        <p:tgtEl>
                                          <p:spTgt spid="126"/>
                                        </p:tgtEl>
                                        <p:attrNameLst>
                                          <p:attrName>ppt_x</p:attrName>
                                          <p:attrName>ppt_y</p:attrName>
                                        </p:attrNameLst>
                                      </p:cBhvr>
                                      <p:rCtr x="-6549" y="3287"/>
                                    </p:animMotion>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nodeType="clickEffect">
                                  <p:stCondLst>
                                    <p:cond delay="0"/>
                                  </p:stCondLst>
                                  <p:childTnLst>
                                    <p:set>
                                      <p:cBhvr>
                                        <p:cTn id="192" dur="1" fill="hold">
                                          <p:stCondLst>
                                            <p:cond delay="0"/>
                                          </p:stCondLst>
                                        </p:cTn>
                                        <p:tgtEl>
                                          <p:spTgt spid="149"/>
                                        </p:tgtEl>
                                        <p:attrNameLst>
                                          <p:attrName>style.visibility</p:attrName>
                                        </p:attrNameLst>
                                      </p:cBhvr>
                                      <p:to>
                                        <p:strVal val="visible"/>
                                      </p:to>
                                    </p:set>
                                    <p:animEffect transition="in" filter="wipe(left)">
                                      <p:cBhvr>
                                        <p:cTn id="193" dur="2000"/>
                                        <p:tgtEl>
                                          <p:spTgt spid="149"/>
                                        </p:tgtEl>
                                      </p:cBhvr>
                                    </p:animEffect>
                                  </p:childTnLst>
                                </p:cTn>
                              </p:par>
                              <p:par>
                                <p:cTn id="194" presetID="63" presetClass="path" presetSubtype="0" accel="50000" decel="50000" fill="hold" nodeType="withEffect">
                                  <p:stCondLst>
                                    <p:cond delay="0"/>
                                  </p:stCondLst>
                                  <p:childTnLst>
                                    <p:animMotion origin="layout" path="M 0.43047 0.06389 L 0.47591 0.09653 " pathEditMode="relative" rAng="0" ptsTypes="AA">
                                      <p:cBhvr>
                                        <p:cTn id="195" dur="2000" fill="hold"/>
                                        <p:tgtEl>
                                          <p:spTgt spid="121"/>
                                        </p:tgtEl>
                                        <p:attrNameLst>
                                          <p:attrName>ppt_x</p:attrName>
                                          <p:attrName>ppt_y</p:attrName>
                                        </p:attrNameLst>
                                      </p:cBhvr>
                                      <p:rCtr x="2266" y="1620"/>
                                    </p:animMotion>
                                  </p:childTnLst>
                                </p:cTn>
                              </p:par>
                            </p:childTnLst>
                          </p:cTn>
                        </p:par>
                        <p:par>
                          <p:cTn id="196" fill="hold">
                            <p:stCondLst>
                              <p:cond delay="2000"/>
                            </p:stCondLst>
                            <p:childTnLst>
                              <p:par>
                                <p:cTn id="197" presetID="63" presetClass="path" presetSubtype="0" accel="50000" decel="50000" fill="hold" nodeType="afterEffect">
                                  <p:stCondLst>
                                    <p:cond delay="0"/>
                                  </p:stCondLst>
                                  <p:childTnLst>
                                    <p:animMotion origin="layout" path="M 0.14167 0.06713 L 0.22708 0.06736 " pathEditMode="relative" rAng="0" ptsTypes="AA">
                                      <p:cBhvr>
                                        <p:cTn id="198" dur="2000" fill="hold"/>
                                        <p:tgtEl>
                                          <p:spTgt spid="126"/>
                                        </p:tgtEl>
                                        <p:attrNameLst>
                                          <p:attrName>ppt_x</p:attrName>
                                          <p:attrName>ppt_y</p:attrName>
                                        </p:attrNameLst>
                                      </p:cBhvr>
                                      <p:rCtr x="4271" y="0"/>
                                    </p:animMotion>
                                  </p:childTnLst>
                                </p:cTn>
                              </p:par>
                            </p:childTnLst>
                          </p:cTn>
                        </p:par>
                        <p:par>
                          <p:cTn id="199" fill="hold">
                            <p:stCondLst>
                              <p:cond delay="4000"/>
                            </p:stCondLst>
                            <p:childTnLst>
                              <p:par>
                                <p:cTn id="200" presetID="22" presetClass="exit" presetSubtype="8" fill="hold" nodeType="afterEffect">
                                  <p:stCondLst>
                                    <p:cond delay="0"/>
                                  </p:stCondLst>
                                  <p:childTnLst>
                                    <p:animEffect transition="out" filter="wipe(left)">
                                      <p:cBhvr>
                                        <p:cTn id="201" dur="500"/>
                                        <p:tgtEl>
                                          <p:spTgt spid="161"/>
                                        </p:tgtEl>
                                      </p:cBhvr>
                                    </p:animEffect>
                                    <p:set>
                                      <p:cBhvr>
                                        <p:cTn id="202" dur="1" fill="hold">
                                          <p:stCondLst>
                                            <p:cond delay="499"/>
                                          </p:stCondLst>
                                        </p:cTn>
                                        <p:tgtEl>
                                          <p:spTgt spid="161"/>
                                        </p:tgtEl>
                                        <p:attrNameLst>
                                          <p:attrName>style.visibility</p:attrName>
                                        </p:attrNameLst>
                                      </p:cBhvr>
                                      <p:to>
                                        <p:strVal val="hidden"/>
                                      </p:to>
                                    </p:set>
                                  </p:childTnLst>
                                </p:cTn>
                              </p:par>
                            </p:childTnLst>
                          </p:cTn>
                        </p:par>
                        <p:par>
                          <p:cTn id="203" fill="hold">
                            <p:stCondLst>
                              <p:cond delay="4500"/>
                            </p:stCondLst>
                            <p:childTnLst>
                              <p:par>
                                <p:cTn id="204" presetID="22" presetClass="entr" presetSubtype="2" fill="hold" nodeType="afterEffect">
                                  <p:stCondLst>
                                    <p:cond delay="0"/>
                                  </p:stCondLst>
                                  <p:childTnLst>
                                    <p:set>
                                      <p:cBhvr>
                                        <p:cTn id="205" dur="1" fill="hold">
                                          <p:stCondLst>
                                            <p:cond delay="0"/>
                                          </p:stCondLst>
                                        </p:cTn>
                                        <p:tgtEl>
                                          <p:spTgt spid="181"/>
                                        </p:tgtEl>
                                        <p:attrNameLst>
                                          <p:attrName>style.visibility</p:attrName>
                                        </p:attrNameLst>
                                      </p:cBhvr>
                                      <p:to>
                                        <p:strVal val="visible"/>
                                      </p:to>
                                    </p:set>
                                    <p:animEffect transition="in" filter="wipe(right)">
                                      <p:cBhvr>
                                        <p:cTn id="206" dur="1000"/>
                                        <p:tgtEl>
                                          <p:spTgt spid="181"/>
                                        </p:tgtEl>
                                      </p:cBhvr>
                                    </p:animEffect>
                                  </p:childTnLst>
                                </p:cTn>
                              </p:par>
                            </p:childTnLst>
                          </p:cTn>
                        </p:par>
                      </p:childTnLst>
                    </p:cTn>
                  </p:par>
                  <p:par>
                    <p:cTn id="207" fill="hold">
                      <p:stCondLst>
                        <p:cond delay="indefinite"/>
                      </p:stCondLst>
                      <p:childTnLst>
                        <p:par>
                          <p:cTn id="208" fill="hold">
                            <p:stCondLst>
                              <p:cond delay="0"/>
                            </p:stCondLst>
                            <p:childTnLst>
                              <p:par>
                                <p:cTn id="209" presetID="64" presetClass="path" presetSubtype="0" accel="50000" decel="50000" fill="hold" grpId="0" nodeType="clickEffect">
                                  <p:stCondLst>
                                    <p:cond delay="0"/>
                                  </p:stCondLst>
                                  <p:childTnLst>
                                    <p:animMotion origin="layout" path="M 4.58333E-6 -7.40741E-7 L -0.00092 -0.32106 " pathEditMode="relative" rAng="0" ptsTypes="AA">
                                      <p:cBhvr>
                                        <p:cTn id="210" dur="2000" fill="hold"/>
                                        <p:tgtEl>
                                          <p:spTgt spid="9"/>
                                        </p:tgtEl>
                                        <p:attrNameLst>
                                          <p:attrName>ppt_x</p:attrName>
                                          <p:attrName>ppt_y</p:attrName>
                                        </p:attrNameLst>
                                      </p:cBhvr>
                                      <p:rCtr x="-52" y="-16065"/>
                                    </p:animMotion>
                                  </p:childTnLst>
                                </p:cTn>
                              </p:par>
                              <p:par>
                                <p:cTn id="211" presetID="1" presetClass="emph" presetSubtype="2" fill="hold" nodeType="withEffect">
                                  <p:stCondLst>
                                    <p:cond delay="0"/>
                                  </p:stCondLst>
                                  <p:childTnLst>
                                    <p:animClr clrSpc="rgb" dir="cw">
                                      <p:cBhvr>
                                        <p:cTn id="212" dur="2000" fill="hold"/>
                                        <p:tgtEl>
                                          <p:spTgt spid="9"/>
                                        </p:tgtEl>
                                        <p:attrNameLst>
                                          <p:attrName>fillcolor</p:attrName>
                                        </p:attrNameLst>
                                      </p:cBhvr>
                                      <p:to>
                                        <a:srgbClr val="DBE9F7"/>
                                      </p:to>
                                    </p:animClr>
                                    <p:set>
                                      <p:cBhvr>
                                        <p:cTn id="213" dur="2000" fill="hold"/>
                                        <p:tgtEl>
                                          <p:spTgt spid="9"/>
                                        </p:tgtEl>
                                        <p:attrNameLst>
                                          <p:attrName>fill.type</p:attrName>
                                        </p:attrNameLst>
                                      </p:cBhvr>
                                      <p:to>
                                        <p:strVal val="solid"/>
                                      </p:to>
                                    </p:set>
                                    <p:set>
                                      <p:cBhvr>
                                        <p:cTn id="214" dur="2000" fill="hold"/>
                                        <p:tgtEl>
                                          <p:spTgt spid="9"/>
                                        </p:tgtEl>
                                        <p:attrNameLst>
                                          <p:attrName>fill.on</p:attrName>
                                        </p:attrNameLst>
                                      </p:cBhvr>
                                      <p:to>
                                        <p:strVal val="true"/>
                                      </p:to>
                                    </p:set>
                                  </p:childTnLst>
                                </p:cTn>
                              </p:par>
                            </p:childTnLst>
                          </p:cTn>
                        </p:par>
                      </p:childTnLst>
                    </p:cTn>
                  </p:par>
                  <p:par>
                    <p:cTn id="215" fill="hold">
                      <p:stCondLst>
                        <p:cond delay="indefinite"/>
                      </p:stCondLst>
                      <p:childTnLst>
                        <p:par>
                          <p:cTn id="216" fill="hold">
                            <p:stCondLst>
                              <p:cond delay="0"/>
                            </p:stCondLst>
                            <p:childTnLst>
                              <p:par>
                                <p:cTn id="217" presetID="42" presetClass="entr" presetSubtype="0" fill="hold" nodeType="clickEffect">
                                  <p:stCondLst>
                                    <p:cond delay="0"/>
                                  </p:stCondLst>
                                  <p:childTnLst>
                                    <p:set>
                                      <p:cBhvr>
                                        <p:cTn id="218" dur="1" fill="hold">
                                          <p:stCondLst>
                                            <p:cond delay="0"/>
                                          </p:stCondLst>
                                        </p:cTn>
                                        <p:tgtEl>
                                          <p:spTgt spid="198"/>
                                        </p:tgtEl>
                                        <p:attrNameLst>
                                          <p:attrName>style.visibility</p:attrName>
                                        </p:attrNameLst>
                                      </p:cBhvr>
                                      <p:to>
                                        <p:strVal val="visible"/>
                                      </p:to>
                                    </p:set>
                                    <p:animEffect transition="in" filter="fade">
                                      <p:cBhvr>
                                        <p:cTn id="219" dur="1000"/>
                                        <p:tgtEl>
                                          <p:spTgt spid="198"/>
                                        </p:tgtEl>
                                      </p:cBhvr>
                                    </p:animEffect>
                                    <p:anim calcmode="lin" valueType="num">
                                      <p:cBhvr>
                                        <p:cTn id="220" dur="1000" fill="hold"/>
                                        <p:tgtEl>
                                          <p:spTgt spid="198"/>
                                        </p:tgtEl>
                                        <p:attrNameLst>
                                          <p:attrName>ppt_x</p:attrName>
                                        </p:attrNameLst>
                                      </p:cBhvr>
                                      <p:tavLst>
                                        <p:tav tm="0">
                                          <p:val>
                                            <p:strVal val="#ppt_x"/>
                                          </p:val>
                                        </p:tav>
                                        <p:tav tm="100000">
                                          <p:val>
                                            <p:strVal val="#ppt_x"/>
                                          </p:val>
                                        </p:tav>
                                      </p:tavLst>
                                    </p:anim>
                                    <p:anim calcmode="lin" valueType="num">
                                      <p:cBhvr>
                                        <p:cTn id="221" dur="1000" fill="hold"/>
                                        <p:tgtEl>
                                          <p:spTgt spid="198"/>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0"/>
                                  </p:stCondLst>
                                  <p:childTnLst>
                                    <p:set>
                                      <p:cBhvr>
                                        <p:cTn id="223" dur="1" fill="hold">
                                          <p:stCondLst>
                                            <p:cond delay="0"/>
                                          </p:stCondLst>
                                        </p:cTn>
                                        <p:tgtEl>
                                          <p:spTgt spid="195"/>
                                        </p:tgtEl>
                                        <p:attrNameLst>
                                          <p:attrName>style.visibility</p:attrName>
                                        </p:attrNameLst>
                                      </p:cBhvr>
                                      <p:to>
                                        <p:strVal val="visible"/>
                                      </p:to>
                                    </p:set>
                                    <p:animEffect transition="in" filter="fade">
                                      <p:cBhvr>
                                        <p:cTn id="224" dur="1000"/>
                                        <p:tgtEl>
                                          <p:spTgt spid="195"/>
                                        </p:tgtEl>
                                      </p:cBhvr>
                                    </p:animEffect>
                                    <p:anim calcmode="lin" valueType="num">
                                      <p:cBhvr>
                                        <p:cTn id="225" dur="1000" fill="hold"/>
                                        <p:tgtEl>
                                          <p:spTgt spid="195"/>
                                        </p:tgtEl>
                                        <p:attrNameLst>
                                          <p:attrName>ppt_x</p:attrName>
                                        </p:attrNameLst>
                                      </p:cBhvr>
                                      <p:tavLst>
                                        <p:tav tm="0">
                                          <p:val>
                                            <p:strVal val="#ppt_x"/>
                                          </p:val>
                                        </p:tav>
                                        <p:tav tm="100000">
                                          <p:val>
                                            <p:strVal val="#ppt_x"/>
                                          </p:val>
                                        </p:tav>
                                      </p:tavLst>
                                    </p:anim>
                                    <p:anim calcmode="lin" valueType="num">
                                      <p:cBhvr>
                                        <p:cTn id="226" dur="1000" fill="hold"/>
                                        <p:tgtEl>
                                          <p:spTgt spid="195"/>
                                        </p:tgtEl>
                                        <p:attrNameLst>
                                          <p:attrName>ppt_y</p:attrName>
                                        </p:attrNameLst>
                                      </p:cBhvr>
                                      <p:tavLst>
                                        <p:tav tm="0">
                                          <p:val>
                                            <p:strVal val="#ppt_y+.1"/>
                                          </p:val>
                                        </p:tav>
                                        <p:tav tm="100000">
                                          <p:val>
                                            <p:strVal val="#ppt_y"/>
                                          </p:val>
                                        </p:tav>
                                      </p:tavLst>
                                    </p:anim>
                                  </p:childTnLst>
                                </p:cTn>
                              </p:par>
                              <p:par>
                                <p:cTn id="227" presetID="42" presetClass="entr" presetSubtype="0" fill="hold" nodeType="withEffect">
                                  <p:stCondLst>
                                    <p:cond delay="0"/>
                                  </p:stCondLst>
                                  <p:childTnLst>
                                    <p:set>
                                      <p:cBhvr>
                                        <p:cTn id="228" dur="1" fill="hold">
                                          <p:stCondLst>
                                            <p:cond delay="0"/>
                                          </p:stCondLst>
                                        </p:cTn>
                                        <p:tgtEl>
                                          <p:spTgt spid="215"/>
                                        </p:tgtEl>
                                        <p:attrNameLst>
                                          <p:attrName>style.visibility</p:attrName>
                                        </p:attrNameLst>
                                      </p:cBhvr>
                                      <p:to>
                                        <p:strVal val="visible"/>
                                      </p:to>
                                    </p:set>
                                    <p:animEffect transition="in" filter="fade">
                                      <p:cBhvr>
                                        <p:cTn id="229" dur="1000"/>
                                        <p:tgtEl>
                                          <p:spTgt spid="215"/>
                                        </p:tgtEl>
                                      </p:cBhvr>
                                    </p:animEffect>
                                    <p:anim calcmode="lin" valueType="num">
                                      <p:cBhvr>
                                        <p:cTn id="230" dur="1000" fill="hold"/>
                                        <p:tgtEl>
                                          <p:spTgt spid="215"/>
                                        </p:tgtEl>
                                        <p:attrNameLst>
                                          <p:attrName>ppt_x</p:attrName>
                                        </p:attrNameLst>
                                      </p:cBhvr>
                                      <p:tavLst>
                                        <p:tav tm="0">
                                          <p:val>
                                            <p:strVal val="#ppt_x"/>
                                          </p:val>
                                        </p:tav>
                                        <p:tav tm="100000">
                                          <p:val>
                                            <p:strVal val="#ppt_x"/>
                                          </p:val>
                                        </p:tav>
                                      </p:tavLst>
                                    </p:anim>
                                    <p:anim calcmode="lin" valueType="num">
                                      <p:cBhvr>
                                        <p:cTn id="231" dur="1000" fill="hold"/>
                                        <p:tgtEl>
                                          <p:spTgt spid="215"/>
                                        </p:tgtEl>
                                        <p:attrNameLst>
                                          <p:attrName>ppt_y</p:attrName>
                                        </p:attrNameLst>
                                      </p:cBhvr>
                                      <p:tavLst>
                                        <p:tav tm="0">
                                          <p:val>
                                            <p:strVal val="#ppt_y+.1"/>
                                          </p:val>
                                        </p:tav>
                                        <p:tav tm="100000">
                                          <p:val>
                                            <p:strVal val="#ppt_y"/>
                                          </p:val>
                                        </p:tav>
                                      </p:tavLst>
                                    </p:anim>
                                  </p:childTnLst>
                                </p:cTn>
                              </p:par>
                            </p:childTnLst>
                          </p:cTn>
                        </p:par>
                      </p:childTnLst>
                    </p:cTn>
                  </p:par>
                  <p:par>
                    <p:cTn id="232" fill="hold">
                      <p:stCondLst>
                        <p:cond delay="indefinite"/>
                      </p:stCondLst>
                      <p:childTnLst>
                        <p:par>
                          <p:cTn id="233" fill="hold">
                            <p:stCondLst>
                              <p:cond delay="0"/>
                            </p:stCondLst>
                            <p:childTnLst>
                              <p:par>
                                <p:cTn id="234" presetID="22" presetClass="entr" presetSubtype="8" fill="hold" nodeType="clickEffect">
                                  <p:stCondLst>
                                    <p:cond delay="0"/>
                                  </p:stCondLst>
                                  <p:childTnLst>
                                    <p:set>
                                      <p:cBhvr>
                                        <p:cTn id="235" dur="1" fill="hold">
                                          <p:stCondLst>
                                            <p:cond delay="0"/>
                                          </p:stCondLst>
                                        </p:cTn>
                                        <p:tgtEl>
                                          <p:spTgt spid="196"/>
                                        </p:tgtEl>
                                        <p:attrNameLst>
                                          <p:attrName>style.visibility</p:attrName>
                                        </p:attrNameLst>
                                      </p:cBhvr>
                                      <p:to>
                                        <p:strVal val="visible"/>
                                      </p:to>
                                    </p:set>
                                    <p:animEffect transition="in" filter="wipe(left)">
                                      <p:cBhvr>
                                        <p:cTn id="236" dur="1000"/>
                                        <p:tgtEl>
                                          <p:spTgt spid="196"/>
                                        </p:tgtEl>
                                      </p:cBhvr>
                                    </p:animEffect>
                                  </p:childTnLst>
                                </p:cTn>
                              </p:par>
                            </p:childTnLst>
                          </p:cTn>
                        </p:par>
                        <p:par>
                          <p:cTn id="237" fill="hold">
                            <p:stCondLst>
                              <p:cond delay="1000"/>
                            </p:stCondLst>
                            <p:childTnLst>
                              <p:par>
                                <p:cTn id="238" presetID="32" presetClass="emph" presetSubtype="0" fill="hold" nodeType="afterEffect">
                                  <p:stCondLst>
                                    <p:cond delay="0"/>
                                  </p:stCondLst>
                                  <p:childTnLst>
                                    <p:animRot by="120000">
                                      <p:cBhvr>
                                        <p:cTn id="239" dur="100" fill="hold">
                                          <p:stCondLst>
                                            <p:cond delay="0"/>
                                          </p:stCondLst>
                                        </p:cTn>
                                        <p:tgtEl>
                                          <p:spTgt spid="181"/>
                                        </p:tgtEl>
                                        <p:attrNameLst>
                                          <p:attrName>r</p:attrName>
                                        </p:attrNameLst>
                                      </p:cBhvr>
                                    </p:animRot>
                                    <p:animRot by="-240000">
                                      <p:cBhvr>
                                        <p:cTn id="240" dur="200" fill="hold">
                                          <p:stCondLst>
                                            <p:cond delay="200"/>
                                          </p:stCondLst>
                                        </p:cTn>
                                        <p:tgtEl>
                                          <p:spTgt spid="181"/>
                                        </p:tgtEl>
                                        <p:attrNameLst>
                                          <p:attrName>r</p:attrName>
                                        </p:attrNameLst>
                                      </p:cBhvr>
                                    </p:animRot>
                                    <p:animRot by="240000">
                                      <p:cBhvr>
                                        <p:cTn id="241" dur="200" fill="hold">
                                          <p:stCondLst>
                                            <p:cond delay="400"/>
                                          </p:stCondLst>
                                        </p:cTn>
                                        <p:tgtEl>
                                          <p:spTgt spid="181"/>
                                        </p:tgtEl>
                                        <p:attrNameLst>
                                          <p:attrName>r</p:attrName>
                                        </p:attrNameLst>
                                      </p:cBhvr>
                                    </p:animRot>
                                    <p:animRot by="-240000">
                                      <p:cBhvr>
                                        <p:cTn id="242" dur="200" fill="hold">
                                          <p:stCondLst>
                                            <p:cond delay="600"/>
                                          </p:stCondLst>
                                        </p:cTn>
                                        <p:tgtEl>
                                          <p:spTgt spid="181"/>
                                        </p:tgtEl>
                                        <p:attrNameLst>
                                          <p:attrName>r</p:attrName>
                                        </p:attrNameLst>
                                      </p:cBhvr>
                                    </p:animRot>
                                    <p:animRot by="120000">
                                      <p:cBhvr>
                                        <p:cTn id="243" dur="200" fill="hold">
                                          <p:stCondLst>
                                            <p:cond delay="800"/>
                                          </p:stCondLst>
                                        </p:cTn>
                                        <p:tgtEl>
                                          <p:spTgt spid="181"/>
                                        </p:tgtEl>
                                        <p:attrNameLst>
                                          <p:attrName>r</p:attrName>
                                        </p:attrNameLst>
                                      </p:cBhvr>
                                    </p:animRot>
                                  </p:childTnLst>
                                </p:cTn>
                              </p:par>
                              <p:par>
                                <p:cTn id="244" presetID="22" presetClass="exit" presetSubtype="2" fill="hold" nodeType="withEffect">
                                  <p:stCondLst>
                                    <p:cond delay="500"/>
                                  </p:stCondLst>
                                  <p:childTnLst>
                                    <p:animEffect transition="out" filter="wipe(right)">
                                      <p:cBhvr>
                                        <p:cTn id="245" dur="500"/>
                                        <p:tgtEl>
                                          <p:spTgt spid="115"/>
                                        </p:tgtEl>
                                      </p:cBhvr>
                                    </p:animEffect>
                                    <p:set>
                                      <p:cBhvr>
                                        <p:cTn id="246" dur="1" fill="hold">
                                          <p:stCondLst>
                                            <p:cond delay="499"/>
                                          </p:stCondLst>
                                        </p:cTn>
                                        <p:tgtEl>
                                          <p:spTgt spid="115"/>
                                        </p:tgtEl>
                                        <p:attrNameLst>
                                          <p:attrName>style.visibility</p:attrName>
                                        </p:attrNameLst>
                                      </p:cBhvr>
                                      <p:to>
                                        <p:strVal val="hidden"/>
                                      </p:to>
                                    </p:set>
                                  </p:childTnLst>
                                </p:cTn>
                              </p:par>
                            </p:childTnLst>
                          </p:cTn>
                        </p:par>
                        <p:par>
                          <p:cTn id="247" fill="hold">
                            <p:stCondLst>
                              <p:cond delay="2000"/>
                            </p:stCondLst>
                            <p:childTnLst>
                              <p:par>
                                <p:cTn id="248" presetID="22" presetClass="entr" presetSubtype="8" fill="hold" nodeType="afterEffect">
                                  <p:stCondLst>
                                    <p:cond delay="0"/>
                                  </p:stCondLst>
                                  <p:childTnLst>
                                    <p:set>
                                      <p:cBhvr>
                                        <p:cTn id="249" dur="1" fill="hold">
                                          <p:stCondLst>
                                            <p:cond delay="0"/>
                                          </p:stCondLst>
                                        </p:cTn>
                                        <p:tgtEl>
                                          <p:spTgt spid="197"/>
                                        </p:tgtEl>
                                        <p:attrNameLst>
                                          <p:attrName>style.visibility</p:attrName>
                                        </p:attrNameLst>
                                      </p:cBhvr>
                                      <p:to>
                                        <p:strVal val="visible"/>
                                      </p:to>
                                    </p:set>
                                    <p:animEffect transition="in" filter="wipe(left)">
                                      <p:cBhvr>
                                        <p:cTn id="250" dur="1000"/>
                                        <p:tgtEl>
                                          <p:spTgt spid="197"/>
                                        </p:tgtEl>
                                      </p:cBhvr>
                                    </p:animEffect>
                                  </p:childTnLst>
                                </p:cTn>
                              </p:par>
                            </p:childTnLst>
                          </p:cTn>
                        </p:par>
                      </p:childTnLst>
                    </p:cTn>
                  </p:par>
                  <p:par>
                    <p:cTn id="251" fill="hold">
                      <p:stCondLst>
                        <p:cond delay="indefinite"/>
                      </p:stCondLst>
                      <p:childTnLst>
                        <p:par>
                          <p:cTn id="252" fill="hold">
                            <p:stCondLst>
                              <p:cond delay="0"/>
                            </p:stCondLst>
                            <p:childTnLst>
                              <p:par>
                                <p:cTn id="253" presetID="22" presetClass="entr" presetSubtype="8" fill="hold" nodeType="clickEffect">
                                  <p:stCondLst>
                                    <p:cond delay="0"/>
                                  </p:stCondLst>
                                  <p:childTnLst>
                                    <p:set>
                                      <p:cBhvr>
                                        <p:cTn id="254" dur="1" fill="hold">
                                          <p:stCondLst>
                                            <p:cond delay="0"/>
                                          </p:stCondLst>
                                        </p:cTn>
                                        <p:tgtEl>
                                          <p:spTgt spid="204"/>
                                        </p:tgtEl>
                                        <p:attrNameLst>
                                          <p:attrName>style.visibility</p:attrName>
                                        </p:attrNameLst>
                                      </p:cBhvr>
                                      <p:to>
                                        <p:strVal val="visible"/>
                                      </p:to>
                                    </p:set>
                                    <p:animEffect transition="in" filter="wipe(left)">
                                      <p:cBhvr>
                                        <p:cTn id="255" dur="1000"/>
                                        <p:tgtEl>
                                          <p:spTgt spid="204"/>
                                        </p:tgtEl>
                                      </p:cBhvr>
                                    </p:animEffect>
                                  </p:childTnLst>
                                </p:cTn>
                              </p:par>
                            </p:childTnLst>
                          </p:cTn>
                        </p:par>
                        <p:par>
                          <p:cTn id="256" fill="hold">
                            <p:stCondLst>
                              <p:cond delay="1000"/>
                            </p:stCondLst>
                            <p:childTnLst>
                              <p:par>
                                <p:cTn id="257" presetID="32" presetClass="emph" presetSubtype="0" fill="hold" nodeType="afterEffect">
                                  <p:stCondLst>
                                    <p:cond delay="0"/>
                                  </p:stCondLst>
                                  <p:childTnLst>
                                    <p:animRot by="120000">
                                      <p:cBhvr>
                                        <p:cTn id="258" dur="100" fill="hold">
                                          <p:stCondLst>
                                            <p:cond delay="0"/>
                                          </p:stCondLst>
                                        </p:cTn>
                                        <p:tgtEl>
                                          <p:spTgt spid="177"/>
                                        </p:tgtEl>
                                        <p:attrNameLst>
                                          <p:attrName>r</p:attrName>
                                        </p:attrNameLst>
                                      </p:cBhvr>
                                    </p:animRot>
                                    <p:animRot by="-240000">
                                      <p:cBhvr>
                                        <p:cTn id="259" dur="200" fill="hold">
                                          <p:stCondLst>
                                            <p:cond delay="200"/>
                                          </p:stCondLst>
                                        </p:cTn>
                                        <p:tgtEl>
                                          <p:spTgt spid="177"/>
                                        </p:tgtEl>
                                        <p:attrNameLst>
                                          <p:attrName>r</p:attrName>
                                        </p:attrNameLst>
                                      </p:cBhvr>
                                    </p:animRot>
                                    <p:animRot by="240000">
                                      <p:cBhvr>
                                        <p:cTn id="260" dur="200" fill="hold">
                                          <p:stCondLst>
                                            <p:cond delay="400"/>
                                          </p:stCondLst>
                                        </p:cTn>
                                        <p:tgtEl>
                                          <p:spTgt spid="177"/>
                                        </p:tgtEl>
                                        <p:attrNameLst>
                                          <p:attrName>r</p:attrName>
                                        </p:attrNameLst>
                                      </p:cBhvr>
                                    </p:animRot>
                                    <p:animRot by="-240000">
                                      <p:cBhvr>
                                        <p:cTn id="261" dur="200" fill="hold">
                                          <p:stCondLst>
                                            <p:cond delay="600"/>
                                          </p:stCondLst>
                                        </p:cTn>
                                        <p:tgtEl>
                                          <p:spTgt spid="177"/>
                                        </p:tgtEl>
                                        <p:attrNameLst>
                                          <p:attrName>r</p:attrName>
                                        </p:attrNameLst>
                                      </p:cBhvr>
                                    </p:animRot>
                                    <p:animRot by="120000">
                                      <p:cBhvr>
                                        <p:cTn id="262" dur="200" fill="hold">
                                          <p:stCondLst>
                                            <p:cond delay="800"/>
                                          </p:stCondLst>
                                        </p:cTn>
                                        <p:tgtEl>
                                          <p:spTgt spid="177"/>
                                        </p:tgtEl>
                                        <p:attrNameLst>
                                          <p:attrName>r</p:attrName>
                                        </p:attrNameLst>
                                      </p:cBhvr>
                                    </p:animRot>
                                  </p:childTnLst>
                                </p:cTn>
                              </p:par>
                              <p:par>
                                <p:cTn id="263" presetID="22" presetClass="exit" presetSubtype="2" fill="hold" nodeType="withEffect">
                                  <p:stCondLst>
                                    <p:cond delay="500"/>
                                  </p:stCondLst>
                                  <p:childTnLst>
                                    <p:animEffect transition="out" filter="wipe(right)">
                                      <p:cBhvr>
                                        <p:cTn id="264" dur="500"/>
                                        <p:tgtEl>
                                          <p:spTgt spid="116"/>
                                        </p:tgtEl>
                                      </p:cBhvr>
                                    </p:animEffect>
                                    <p:set>
                                      <p:cBhvr>
                                        <p:cTn id="265" dur="1" fill="hold">
                                          <p:stCondLst>
                                            <p:cond delay="499"/>
                                          </p:stCondLst>
                                        </p:cTn>
                                        <p:tgtEl>
                                          <p:spTgt spid="116"/>
                                        </p:tgtEl>
                                        <p:attrNameLst>
                                          <p:attrName>style.visibility</p:attrName>
                                        </p:attrNameLst>
                                      </p:cBhvr>
                                      <p:to>
                                        <p:strVal val="hidden"/>
                                      </p:to>
                                    </p:set>
                                  </p:childTnLst>
                                </p:cTn>
                              </p:par>
                            </p:childTnLst>
                          </p:cTn>
                        </p:par>
                        <p:par>
                          <p:cTn id="266" fill="hold">
                            <p:stCondLst>
                              <p:cond delay="2000"/>
                            </p:stCondLst>
                            <p:childTnLst>
                              <p:par>
                                <p:cTn id="267" presetID="22" presetClass="entr" presetSubtype="8" fill="hold" nodeType="afterEffect">
                                  <p:stCondLst>
                                    <p:cond delay="0"/>
                                  </p:stCondLst>
                                  <p:childTnLst>
                                    <p:set>
                                      <p:cBhvr>
                                        <p:cTn id="268" dur="1" fill="hold">
                                          <p:stCondLst>
                                            <p:cond delay="0"/>
                                          </p:stCondLst>
                                        </p:cTn>
                                        <p:tgtEl>
                                          <p:spTgt spid="205"/>
                                        </p:tgtEl>
                                        <p:attrNameLst>
                                          <p:attrName>style.visibility</p:attrName>
                                        </p:attrNameLst>
                                      </p:cBhvr>
                                      <p:to>
                                        <p:strVal val="visible"/>
                                      </p:to>
                                    </p:set>
                                    <p:animEffect transition="in" filter="wipe(left)">
                                      <p:cBhvr>
                                        <p:cTn id="269" dur="1000"/>
                                        <p:tgtEl>
                                          <p:spTgt spid="205"/>
                                        </p:tgtEl>
                                      </p:cBhvr>
                                    </p:animEffect>
                                  </p:childTnLst>
                                </p:cTn>
                              </p:par>
                            </p:childTnLst>
                          </p:cTn>
                        </p:par>
                      </p:childTnLst>
                    </p:cTn>
                  </p:par>
                  <p:par>
                    <p:cTn id="270" fill="hold">
                      <p:stCondLst>
                        <p:cond delay="indefinite"/>
                      </p:stCondLst>
                      <p:childTnLst>
                        <p:par>
                          <p:cTn id="271" fill="hold">
                            <p:stCondLst>
                              <p:cond delay="0"/>
                            </p:stCondLst>
                            <p:childTnLst>
                              <p:par>
                                <p:cTn id="272" presetID="22" presetClass="entr" presetSubtype="8" fill="hold" nodeType="clickEffect">
                                  <p:stCondLst>
                                    <p:cond delay="0"/>
                                  </p:stCondLst>
                                  <p:childTnLst>
                                    <p:set>
                                      <p:cBhvr>
                                        <p:cTn id="273" dur="1" fill="hold">
                                          <p:stCondLst>
                                            <p:cond delay="0"/>
                                          </p:stCondLst>
                                        </p:cTn>
                                        <p:tgtEl>
                                          <p:spTgt spid="206"/>
                                        </p:tgtEl>
                                        <p:attrNameLst>
                                          <p:attrName>style.visibility</p:attrName>
                                        </p:attrNameLst>
                                      </p:cBhvr>
                                      <p:to>
                                        <p:strVal val="visible"/>
                                      </p:to>
                                    </p:set>
                                    <p:animEffect transition="in" filter="wipe(left)">
                                      <p:cBhvr>
                                        <p:cTn id="274" dur="1000"/>
                                        <p:tgtEl>
                                          <p:spTgt spid="206"/>
                                        </p:tgtEl>
                                      </p:cBhvr>
                                    </p:animEffect>
                                  </p:childTnLst>
                                </p:cTn>
                              </p:par>
                            </p:childTnLst>
                          </p:cTn>
                        </p:par>
                        <p:par>
                          <p:cTn id="275" fill="hold">
                            <p:stCondLst>
                              <p:cond delay="1000"/>
                            </p:stCondLst>
                            <p:childTnLst>
                              <p:par>
                                <p:cTn id="276" presetID="32" presetClass="emph" presetSubtype="0" fill="hold" nodeType="afterEffect">
                                  <p:stCondLst>
                                    <p:cond delay="0"/>
                                  </p:stCondLst>
                                  <p:childTnLst>
                                    <p:animRot by="120000">
                                      <p:cBhvr>
                                        <p:cTn id="277" dur="100" fill="hold">
                                          <p:stCondLst>
                                            <p:cond delay="0"/>
                                          </p:stCondLst>
                                        </p:cTn>
                                        <p:tgtEl>
                                          <p:spTgt spid="167"/>
                                        </p:tgtEl>
                                        <p:attrNameLst>
                                          <p:attrName>r</p:attrName>
                                        </p:attrNameLst>
                                      </p:cBhvr>
                                    </p:animRot>
                                    <p:animRot by="-240000">
                                      <p:cBhvr>
                                        <p:cTn id="278" dur="200" fill="hold">
                                          <p:stCondLst>
                                            <p:cond delay="200"/>
                                          </p:stCondLst>
                                        </p:cTn>
                                        <p:tgtEl>
                                          <p:spTgt spid="167"/>
                                        </p:tgtEl>
                                        <p:attrNameLst>
                                          <p:attrName>r</p:attrName>
                                        </p:attrNameLst>
                                      </p:cBhvr>
                                    </p:animRot>
                                    <p:animRot by="240000">
                                      <p:cBhvr>
                                        <p:cTn id="279" dur="200" fill="hold">
                                          <p:stCondLst>
                                            <p:cond delay="400"/>
                                          </p:stCondLst>
                                        </p:cTn>
                                        <p:tgtEl>
                                          <p:spTgt spid="167"/>
                                        </p:tgtEl>
                                        <p:attrNameLst>
                                          <p:attrName>r</p:attrName>
                                        </p:attrNameLst>
                                      </p:cBhvr>
                                    </p:animRot>
                                    <p:animRot by="-240000">
                                      <p:cBhvr>
                                        <p:cTn id="280" dur="200" fill="hold">
                                          <p:stCondLst>
                                            <p:cond delay="600"/>
                                          </p:stCondLst>
                                        </p:cTn>
                                        <p:tgtEl>
                                          <p:spTgt spid="167"/>
                                        </p:tgtEl>
                                        <p:attrNameLst>
                                          <p:attrName>r</p:attrName>
                                        </p:attrNameLst>
                                      </p:cBhvr>
                                    </p:animRot>
                                    <p:animRot by="120000">
                                      <p:cBhvr>
                                        <p:cTn id="281" dur="200" fill="hold">
                                          <p:stCondLst>
                                            <p:cond delay="800"/>
                                          </p:stCondLst>
                                        </p:cTn>
                                        <p:tgtEl>
                                          <p:spTgt spid="167"/>
                                        </p:tgtEl>
                                        <p:attrNameLst>
                                          <p:attrName>r</p:attrName>
                                        </p:attrNameLst>
                                      </p:cBhvr>
                                    </p:animRot>
                                  </p:childTnLst>
                                </p:cTn>
                              </p:par>
                              <p:par>
                                <p:cTn id="282" presetID="22" presetClass="exit" presetSubtype="2" fill="hold" nodeType="withEffect">
                                  <p:stCondLst>
                                    <p:cond delay="500"/>
                                  </p:stCondLst>
                                  <p:childTnLst>
                                    <p:animEffect transition="out" filter="wipe(right)">
                                      <p:cBhvr>
                                        <p:cTn id="283" dur="500"/>
                                        <p:tgtEl>
                                          <p:spTgt spid="117"/>
                                        </p:tgtEl>
                                      </p:cBhvr>
                                    </p:animEffect>
                                    <p:set>
                                      <p:cBhvr>
                                        <p:cTn id="284" dur="1" fill="hold">
                                          <p:stCondLst>
                                            <p:cond delay="499"/>
                                          </p:stCondLst>
                                        </p:cTn>
                                        <p:tgtEl>
                                          <p:spTgt spid="117"/>
                                        </p:tgtEl>
                                        <p:attrNameLst>
                                          <p:attrName>style.visibility</p:attrName>
                                        </p:attrNameLst>
                                      </p:cBhvr>
                                      <p:to>
                                        <p:strVal val="hidden"/>
                                      </p:to>
                                    </p:set>
                                  </p:childTnLst>
                                </p:cTn>
                              </p:par>
                            </p:childTnLst>
                          </p:cTn>
                        </p:par>
                        <p:par>
                          <p:cTn id="285" fill="hold">
                            <p:stCondLst>
                              <p:cond delay="2000"/>
                            </p:stCondLst>
                            <p:childTnLst>
                              <p:par>
                                <p:cTn id="286" presetID="22" presetClass="entr" presetSubtype="8" fill="hold" nodeType="afterEffect">
                                  <p:stCondLst>
                                    <p:cond delay="0"/>
                                  </p:stCondLst>
                                  <p:childTnLst>
                                    <p:set>
                                      <p:cBhvr>
                                        <p:cTn id="287" dur="1" fill="hold">
                                          <p:stCondLst>
                                            <p:cond delay="0"/>
                                          </p:stCondLst>
                                        </p:cTn>
                                        <p:tgtEl>
                                          <p:spTgt spid="207"/>
                                        </p:tgtEl>
                                        <p:attrNameLst>
                                          <p:attrName>style.visibility</p:attrName>
                                        </p:attrNameLst>
                                      </p:cBhvr>
                                      <p:to>
                                        <p:strVal val="visible"/>
                                      </p:to>
                                    </p:set>
                                    <p:animEffect transition="in" filter="wipe(left)">
                                      <p:cBhvr>
                                        <p:cTn id="288" dur="1000"/>
                                        <p:tgtEl>
                                          <p:spTgt spid="207"/>
                                        </p:tgtEl>
                                      </p:cBhvr>
                                    </p:animEffect>
                                  </p:childTnLst>
                                </p:cTn>
                              </p:par>
                            </p:childTnLst>
                          </p:cTn>
                        </p:par>
                      </p:childTnLst>
                    </p:cTn>
                  </p:par>
                  <p:par>
                    <p:cTn id="289" fill="hold">
                      <p:stCondLst>
                        <p:cond delay="indefinite"/>
                      </p:stCondLst>
                      <p:childTnLst>
                        <p:par>
                          <p:cTn id="290" fill="hold">
                            <p:stCondLst>
                              <p:cond delay="0"/>
                            </p:stCondLst>
                            <p:childTnLst>
                              <p:par>
                                <p:cTn id="291" presetID="22" presetClass="entr" presetSubtype="8" fill="hold" nodeType="clickEffect">
                                  <p:stCondLst>
                                    <p:cond delay="0"/>
                                  </p:stCondLst>
                                  <p:childTnLst>
                                    <p:set>
                                      <p:cBhvr>
                                        <p:cTn id="292" dur="1" fill="hold">
                                          <p:stCondLst>
                                            <p:cond delay="0"/>
                                          </p:stCondLst>
                                        </p:cTn>
                                        <p:tgtEl>
                                          <p:spTgt spid="210"/>
                                        </p:tgtEl>
                                        <p:attrNameLst>
                                          <p:attrName>style.visibility</p:attrName>
                                        </p:attrNameLst>
                                      </p:cBhvr>
                                      <p:to>
                                        <p:strVal val="visible"/>
                                      </p:to>
                                    </p:set>
                                    <p:animEffect transition="in" filter="wipe(left)">
                                      <p:cBhvr>
                                        <p:cTn id="293" dur="1000"/>
                                        <p:tgtEl>
                                          <p:spTgt spid="210"/>
                                        </p:tgtEl>
                                      </p:cBhvr>
                                    </p:animEffect>
                                  </p:childTnLst>
                                </p:cTn>
                              </p:par>
                            </p:childTnLst>
                          </p:cTn>
                        </p:par>
                        <p:par>
                          <p:cTn id="294" fill="hold">
                            <p:stCondLst>
                              <p:cond delay="1000"/>
                            </p:stCondLst>
                            <p:childTnLst>
                              <p:par>
                                <p:cTn id="295" presetID="32" presetClass="emph" presetSubtype="0" fill="hold" nodeType="afterEffect">
                                  <p:stCondLst>
                                    <p:cond delay="0"/>
                                  </p:stCondLst>
                                  <p:childTnLst>
                                    <p:animRot by="120000">
                                      <p:cBhvr>
                                        <p:cTn id="296" dur="100" fill="hold">
                                          <p:stCondLst>
                                            <p:cond delay="0"/>
                                          </p:stCondLst>
                                        </p:cTn>
                                        <p:tgtEl>
                                          <p:spTgt spid="152"/>
                                        </p:tgtEl>
                                        <p:attrNameLst>
                                          <p:attrName>r</p:attrName>
                                        </p:attrNameLst>
                                      </p:cBhvr>
                                    </p:animRot>
                                    <p:animRot by="-240000">
                                      <p:cBhvr>
                                        <p:cTn id="297" dur="200" fill="hold">
                                          <p:stCondLst>
                                            <p:cond delay="200"/>
                                          </p:stCondLst>
                                        </p:cTn>
                                        <p:tgtEl>
                                          <p:spTgt spid="152"/>
                                        </p:tgtEl>
                                        <p:attrNameLst>
                                          <p:attrName>r</p:attrName>
                                        </p:attrNameLst>
                                      </p:cBhvr>
                                    </p:animRot>
                                    <p:animRot by="240000">
                                      <p:cBhvr>
                                        <p:cTn id="298" dur="200" fill="hold">
                                          <p:stCondLst>
                                            <p:cond delay="400"/>
                                          </p:stCondLst>
                                        </p:cTn>
                                        <p:tgtEl>
                                          <p:spTgt spid="152"/>
                                        </p:tgtEl>
                                        <p:attrNameLst>
                                          <p:attrName>r</p:attrName>
                                        </p:attrNameLst>
                                      </p:cBhvr>
                                    </p:animRot>
                                    <p:animRot by="-240000">
                                      <p:cBhvr>
                                        <p:cTn id="299" dur="200" fill="hold">
                                          <p:stCondLst>
                                            <p:cond delay="600"/>
                                          </p:stCondLst>
                                        </p:cTn>
                                        <p:tgtEl>
                                          <p:spTgt spid="152"/>
                                        </p:tgtEl>
                                        <p:attrNameLst>
                                          <p:attrName>r</p:attrName>
                                        </p:attrNameLst>
                                      </p:cBhvr>
                                    </p:animRot>
                                    <p:animRot by="120000">
                                      <p:cBhvr>
                                        <p:cTn id="300" dur="200" fill="hold">
                                          <p:stCondLst>
                                            <p:cond delay="800"/>
                                          </p:stCondLst>
                                        </p:cTn>
                                        <p:tgtEl>
                                          <p:spTgt spid="152"/>
                                        </p:tgtEl>
                                        <p:attrNameLst>
                                          <p:attrName>r</p:attrName>
                                        </p:attrNameLst>
                                      </p:cBhvr>
                                    </p:animRot>
                                  </p:childTnLst>
                                </p:cTn>
                              </p:par>
                              <p:par>
                                <p:cTn id="301" presetID="22" presetClass="exit" presetSubtype="2" fill="hold" nodeType="withEffect">
                                  <p:stCondLst>
                                    <p:cond delay="0"/>
                                  </p:stCondLst>
                                  <p:childTnLst>
                                    <p:animEffect transition="out" filter="wipe(right)">
                                      <p:cBhvr>
                                        <p:cTn id="302" dur="1000"/>
                                        <p:tgtEl>
                                          <p:spTgt spid="98"/>
                                        </p:tgtEl>
                                      </p:cBhvr>
                                    </p:animEffect>
                                    <p:set>
                                      <p:cBhvr>
                                        <p:cTn id="303" dur="1" fill="hold">
                                          <p:stCondLst>
                                            <p:cond delay="999"/>
                                          </p:stCondLst>
                                        </p:cTn>
                                        <p:tgtEl>
                                          <p:spTgt spid="98"/>
                                        </p:tgtEl>
                                        <p:attrNameLst>
                                          <p:attrName>style.visibility</p:attrName>
                                        </p:attrNameLst>
                                      </p:cBhvr>
                                      <p:to>
                                        <p:strVal val="hidden"/>
                                      </p:to>
                                    </p:set>
                                  </p:childTnLst>
                                </p:cTn>
                              </p:par>
                            </p:childTnLst>
                          </p:cTn>
                        </p:par>
                        <p:par>
                          <p:cTn id="304" fill="hold">
                            <p:stCondLst>
                              <p:cond delay="2000"/>
                            </p:stCondLst>
                            <p:childTnLst>
                              <p:par>
                                <p:cTn id="305" presetID="22" presetClass="entr" presetSubtype="8" fill="hold" nodeType="afterEffect">
                                  <p:stCondLst>
                                    <p:cond delay="0"/>
                                  </p:stCondLst>
                                  <p:childTnLst>
                                    <p:set>
                                      <p:cBhvr>
                                        <p:cTn id="306" dur="1" fill="hold">
                                          <p:stCondLst>
                                            <p:cond delay="0"/>
                                          </p:stCondLst>
                                        </p:cTn>
                                        <p:tgtEl>
                                          <p:spTgt spid="212"/>
                                        </p:tgtEl>
                                        <p:attrNameLst>
                                          <p:attrName>style.visibility</p:attrName>
                                        </p:attrNameLst>
                                      </p:cBhvr>
                                      <p:to>
                                        <p:strVal val="visible"/>
                                      </p:to>
                                    </p:set>
                                    <p:animEffect transition="in" filter="wipe(left)">
                                      <p:cBhvr>
                                        <p:cTn id="307" dur="1500"/>
                                        <p:tgtEl>
                                          <p:spTgt spid="212"/>
                                        </p:tgtEl>
                                      </p:cBhvr>
                                    </p:animEffect>
                                  </p:childTnLst>
                                </p:cTn>
                              </p:par>
                            </p:childTnLst>
                          </p:cTn>
                        </p:par>
                      </p:childTnLst>
                    </p:cTn>
                  </p:par>
                  <p:par>
                    <p:cTn id="308" fill="hold">
                      <p:stCondLst>
                        <p:cond delay="indefinite"/>
                      </p:stCondLst>
                      <p:childTnLst>
                        <p:par>
                          <p:cTn id="309" fill="hold">
                            <p:stCondLst>
                              <p:cond delay="0"/>
                            </p:stCondLst>
                            <p:childTnLst>
                              <p:par>
                                <p:cTn id="310" presetID="31" presetClass="entr" presetSubtype="0" fill="hold" grpId="0" nodeType="clickEffect">
                                  <p:stCondLst>
                                    <p:cond delay="0"/>
                                  </p:stCondLst>
                                  <p:childTnLst>
                                    <p:set>
                                      <p:cBhvr>
                                        <p:cTn id="311" dur="1" fill="hold">
                                          <p:stCondLst>
                                            <p:cond delay="0"/>
                                          </p:stCondLst>
                                        </p:cTn>
                                        <p:tgtEl>
                                          <p:spTgt spid="219"/>
                                        </p:tgtEl>
                                        <p:attrNameLst>
                                          <p:attrName>style.visibility</p:attrName>
                                        </p:attrNameLst>
                                      </p:cBhvr>
                                      <p:to>
                                        <p:strVal val="visible"/>
                                      </p:to>
                                    </p:set>
                                    <p:anim calcmode="lin" valueType="num">
                                      <p:cBhvr>
                                        <p:cTn id="312" dur="1000" fill="hold"/>
                                        <p:tgtEl>
                                          <p:spTgt spid="219"/>
                                        </p:tgtEl>
                                        <p:attrNameLst>
                                          <p:attrName>ppt_w</p:attrName>
                                        </p:attrNameLst>
                                      </p:cBhvr>
                                      <p:tavLst>
                                        <p:tav tm="0">
                                          <p:val>
                                            <p:fltVal val="0"/>
                                          </p:val>
                                        </p:tav>
                                        <p:tav tm="100000">
                                          <p:val>
                                            <p:strVal val="#ppt_w"/>
                                          </p:val>
                                        </p:tav>
                                      </p:tavLst>
                                    </p:anim>
                                    <p:anim calcmode="lin" valueType="num">
                                      <p:cBhvr>
                                        <p:cTn id="313" dur="1000" fill="hold"/>
                                        <p:tgtEl>
                                          <p:spTgt spid="219"/>
                                        </p:tgtEl>
                                        <p:attrNameLst>
                                          <p:attrName>ppt_h</p:attrName>
                                        </p:attrNameLst>
                                      </p:cBhvr>
                                      <p:tavLst>
                                        <p:tav tm="0">
                                          <p:val>
                                            <p:fltVal val="0"/>
                                          </p:val>
                                        </p:tav>
                                        <p:tav tm="100000">
                                          <p:val>
                                            <p:strVal val="#ppt_h"/>
                                          </p:val>
                                        </p:tav>
                                      </p:tavLst>
                                    </p:anim>
                                    <p:anim calcmode="lin" valueType="num">
                                      <p:cBhvr>
                                        <p:cTn id="314" dur="1000" fill="hold"/>
                                        <p:tgtEl>
                                          <p:spTgt spid="219"/>
                                        </p:tgtEl>
                                        <p:attrNameLst>
                                          <p:attrName>style.rotation</p:attrName>
                                        </p:attrNameLst>
                                      </p:cBhvr>
                                      <p:tavLst>
                                        <p:tav tm="0">
                                          <p:val>
                                            <p:fltVal val="90"/>
                                          </p:val>
                                        </p:tav>
                                        <p:tav tm="100000">
                                          <p:val>
                                            <p:fltVal val="0"/>
                                          </p:val>
                                        </p:tav>
                                      </p:tavLst>
                                    </p:anim>
                                    <p:animEffect transition="in" filter="fade">
                                      <p:cBhvr>
                                        <p:cTn id="315" dur="1000"/>
                                        <p:tgtEl>
                                          <p:spTgt spid="219"/>
                                        </p:tgtEl>
                                      </p:cBhvr>
                                    </p:animEffect>
                                  </p:childTnLst>
                                </p:cTn>
                              </p:par>
                            </p:childTnLst>
                          </p:cTn>
                        </p:par>
                        <p:par>
                          <p:cTn id="316" fill="hold">
                            <p:stCondLst>
                              <p:cond delay="1000"/>
                            </p:stCondLst>
                            <p:childTnLst>
                              <p:par>
                                <p:cTn id="317" presetID="31" presetClass="entr" presetSubtype="0" fill="hold" grpId="0" nodeType="afterEffect">
                                  <p:stCondLst>
                                    <p:cond delay="0"/>
                                  </p:stCondLst>
                                  <p:childTnLst>
                                    <p:set>
                                      <p:cBhvr>
                                        <p:cTn id="318" dur="1" fill="hold">
                                          <p:stCondLst>
                                            <p:cond delay="0"/>
                                          </p:stCondLst>
                                        </p:cTn>
                                        <p:tgtEl>
                                          <p:spTgt spid="220"/>
                                        </p:tgtEl>
                                        <p:attrNameLst>
                                          <p:attrName>style.visibility</p:attrName>
                                        </p:attrNameLst>
                                      </p:cBhvr>
                                      <p:to>
                                        <p:strVal val="visible"/>
                                      </p:to>
                                    </p:set>
                                    <p:anim calcmode="lin" valueType="num">
                                      <p:cBhvr>
                                        <p:cTn id="319" dur="1000" fill="hold"/>
                                        <p:tgtEl>
                                          <p:spTgt spid="220"/>
                                        </p:tgtEl>
                                        <p:attrNameLst>
                                          <p:attrName>ppt_w</p:attrName>
                                        </p:attrNameLst>
                                      </p:cBhvr>
                                      <p:tavLst>
                                        <p:tav tm="0">
                                          <p:val>
                                            <p:fltVal val="0"/>
                                          </p:val>
                                        </p:tav>
                                        <p:tav tm="100000">
                                          <p:val>
                                            <p:strVal val="#ppt_w"/>
                                          </p:val>
                                        </p:tav>
                                      </p:tavLst>
                                    </p:anim>
                                    <p:anim calcmode="lin" valueType="num">
                                      <p:cBhvr>
                                        <p:cTn id="320" dur="1000" fill="hold"/>
                                        <p:tgtEl>
                                          <p:spTgt spid="220"/>
                                        </p:tgtEl>
                                        <p:attrNameLst>
                                          <p:attrName>ppt_h</p:attrName>
                                        </p:attrNameLst>
                                      </p:cBhvr>
                                      <p:tavLst>
                                        <p:tav tm="0">
                                          <p:val>
                                            <p:fltVal val="0"/>
                                          </p:val>
                                        </p:tav>
                                        <p:tav tm="100000">
                                          <p:val>
                                            <p:strVal val="#ppt_h"/>
                                          </p:val>
                                        </p:tav>
                                      </p:tavLst>
                                    </p:anim>
                                    <p:anim calcmode="lin" valueType="num">
                                      <p:cBhvr>
                                        <p:cTn id="321" dur="1000" fill="hold"/>
                                        <p:tgtEl>
                                          <p:spTgt spid="220"/>
                                        </p:tgtEl>
                                        <p:attrNameLst>
                                          <p:attrName>style.rotation</p:attrName>
                                        </p:attrNameLst>
                                      </p:cBhvr>
                                      <p:tavLst>
                                        <p:tav tm="0">
                                          <p:val>
                                            <p:fltVal val="90"/>
                                          </p:val>
                                        </p:tav>
                                        <p:tav tm="100000">
                                          <p:val>
                                            <p:fltVal val="0"/>
                                          </p:val>
                                        </p:tav>
                                      </p:tavLst>
                                    </p:anim>
                                    <p:animEffect transition="in" filter="fade">
                                      <p:cBhvr>
                                        <p:cTn id="322" dur="10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P spid="7" grpId="0"/>
      <p:bldP spid="7" grpId="1"/>
      <p:bldP spid="10" grpId="0"/>
      <p:bldP spid="10" grpId="1"/>
      <p:bldP spid="9" grpId="0"/>
      <p:bldP spid="120" grpId="0" animBg="1"/>
      <p:bldP spid="124" grpId="0"/>
      <p:bldP spid="125" grpId="0"/>
      <p:bldP spid="125" grpId="1"/>
      <p:bldP spid="129" grpId="0"/>
      <p:bldP spid="130" grpId="0"/>
      <p:bldP spid="130" grpId="1"/>
      <p:bldP spid="131" grpId="0"/>
      <p:bldP spid="144" grpId="0"/>
      <p:bldP spid="195" grpId="0" animBg="1"/>
      <p:bldP spid="219" grpId="0" animBg="1"/>
      <p:bldP spid="2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D5C9D8A-F8D7-62EF-6764-D1A6BC8D9875}"/>
              </a:ext>
            </a:extLst>
          </p:cNvPr>
          <p:cNvSpPr>
            <a:spLocks noGrp="1"/>
          </p:cNvSpPr>
          <p:nvPr>
            <p:ph type="sldNum" sz="quarter" idx="12"/>
          </p:nvPr>
        </p:nvSpPr>
        <p:spPr/>
        <p:txBody>
          <a:bodyPr/>
          <a:lstStyle/>
          <a:p>
            <a:fld id="{D7C0FE0B-717B-41AE-9FA2-CA4BF851D1C3}" type="slidenum">
              <a:rPr lang="zh-CN" altLang="en-US" smtClean="0"/>
              <a:t>49</a:t>
            </a:fld>
            <a:endParaRPr lang="zh-CN" altLang="en-US"/>
          </a:p>
        </p:txBody>
      </p:sp>
      <p:sp>
        <p:nvSpPr>
          <p:cNvPr id="3" name="文本框 4">
            <a:extLst>
              <a:ext uri="{FF2B5EF4-FFF2-40B4-BE49-F238E27FC236}">
                <a16:creationId xmlns:a16="http://schemas.microsoft.com/office/drawing/2014/main" id="{270C263E-5FBC-F042-B570-59A92F7E94F8}"/>
              </a:ext>
            </a:extLst>
          </p:cNvPr>
          <p:cNvSpPr txBox="1"/>
          <p:nvPr/>
        </p:nvSpPr>
        <p:spPr>
          <a:xfrm>
            <a:off x="1209314" y="218299"/>
            <a:ext cx="216771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a:spcBef>
                <a:spcPts val="1400"/>
              </a:spcBef>
              <a:spcAft>
                <a:spcPts val="1450"/>
              </a:spcAft>
              <a:buNone/>
            </a:pPr>
            <a:r>
              <a:rPr lang="zh-CN" altLang="zh-CN" sz="2400" b="0"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rPr>
              <a:t>跳跃表的</a:t>
            </a:r>
            <a:r>
              <a:rPr lang="zh-CN" altLang="en-US" sz="2400" b="0"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rPr>
              <a:t>删除</a:t>
            </a:r>
            <a:endParaRPr lang="zh-CN" altLang="zh-CN" sz="2400" b="1" kern="100" dirty="0">
              <a:solidFill>
                <a:srgbClr val="3B11EF"/>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5" name="文本框 4">
            <a:extLst>
              <a:ext uri="{FF2B5EF4-FFF2-40B4-BE49-F238E27FC236}">
                <a16:creationId xmlns:a16="http://schemas.microsoft.com/office/drawing/2014/main" id="{ADC53F89-511F-2D2B-1F50-BA19867375FA}"/>
              </a:ext>
            </a:extLst>
          </p:cNvPr>
          <p:cNvSpPr txBox="1"/>
          <p:nvPr/>
        </p:nvSpPr>
        <p:spPr>
          <a:xfrm>
            <a:off x="345340" y="978898"/>
            <a:ext cx="1727947" cy="5561972"/>
          </a:xfrm>
          <a:prstGeom prst="rect">
            <a:avLst/>
          </a:prstGeom>
          <a:noFill/>
        </p:spPr>
        <p:txBody>
          <a:bodyPr wrap="square">
            <a:spAutoFit/>
          </a:bodyPr>
          <a:lstStyle/>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在跳跃表删除结点相对简单，算法</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9.</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基于查找算法的架构，自上而下直接实现了目标结点在各层链表的删除。</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层链表删除后，释放被删除结点，表的长度减</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，成功返回。若算法执行到末尾，则表明目标结点不存在，无结点被删除。</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1FFBB84F-CF2E-2615-0C0E-14AD1F9BF11C}"/>
              </a:ext>
            </a:extLst>
          </p:cNvPr>
          <p:cNvSpPr txBox="1"/>
          <p:nvPr/>
        </p:nvSpPr>
        <p:spPr>
          <a:xfrm>
            <a:off x="2150633" y="3067470"/>
            <a:ext cx="9806492" cy="3707169"/>
          </a:xfrm>
          <a:prstGeom prst="rect">
            <a:avLst/>
          </a:prstGeom>
          <a:solidFill>
            <a:srgbClr val="FFFAEB"/>
          </a:solidFill>
        </p:spPr>
        <p:txBody>
          <a:bodyPr wrap="square">
            <a:spAutoFit/>
          </a:bodyPr>
          <a:lstStyle/>
          <a:p>
            <a:pPr marL="36000" algn="just">
              <a:lnSpc>
                <a:spcPct val="90000"/>
              </a:lnSpc>
              <a:spcBef>
                <a:spcPts val="600"/>
              </a:spcBef>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DeleteSL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SkipList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算法 </a:t>
            </a:r>
            <a:r>
              <a:rPr lang="en-US" altLang="zh-CN" kern="100" dirty="0">
                <a:solidFill>
                  <a:srgbClr val="C00000"/>
                </a:solidFill>
                <a:latin typeface="等线" panose="02010600030101010101" pitchFamily="2" charset="-122"/>
                <a:ea typeface="黑体" panose="02010609060101010101" pitchFamily="49" charset="-122"/>
                <a:cs typeface="Times New Roman" panose="02020603050405020304" pitchFamily="18" charset="0"/>
              </a:rPr>
              <a:t>9.25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非递归删除</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360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*p, *q =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-&gt;header;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q</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指向头结点</a:t>
            </a:r>
          </a:p>
          <a:p>
            <a:pPr marL="360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lv =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topLV</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 lv &gt;= 0; lv--)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自上而下逐层搜索</a:t>
            </a:r>
          </a:p>
          <a:p>
            <a:pPr marL="360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p = q-&gt;next[lv];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p</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q</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结点在</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level</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层的下一个结点</a:t>
            </a:r>
          </a:p>
          <a:p>
            <a:pPr marL="36000" algn="just">
              <a:lnSpc>
                <a:spcPct val="90000"/>
              </a:lnSpc>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&gt; p-&gt;key) </a:t>
            </a:r>
            <a:r>
              <a:rPr lang="en-US" altLang="zh-CN" b="1" kern="100" dirty="0">
                <a:latin typeface="Courier New" panose="02070309020205020404" pitchFamily="49" charset="0"/>
                <a:cs typeface="Times New Roman" panose="02020603050405020304" pitchFamily="18" charset="0"/>
              </a:rPr>
              <a:t>{</a:t>
            </a:r>
            <a:r>
              <a:rPr lang="en-US" altLang="zh-CN" kern="100" dirty="0">
                <a:latin typeface="Courier New" panose="02070309020205020404" pitchFamily="49" charset="0"/>
                <a:cs typeface="Times New Roman" panose="02020603050405020304" pitchFamily="18" charset="0"/>
              </a:rPr>
              <a:t> q = p;  p = p-&gt;next[lv]; </a:t>
            </a:r>
            <a:r>
              <a:rPr lang="en-US" altLang="zh-CN" b="1" kern="100" dirty="0">
                <a:latin typeface="Courier New" panose="02070309020205020404" pitchFamily="49" charset="0"/>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在</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level</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层搜索</a:t>
            </a:r>
          </a:p>
          <a:p>
            <a:pPr marL="36000" algn="just">
              <a:lnSpc>
                <a:spcPct val="9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 p-&gt;key)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p</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结点是要删结点</a:t>
            </a:r>
          </a:p>
          <a:p>
            <a:pPr marL="360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q-&gt;next[lv] = p-&gt;next[lv];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则在本层链表删除</a:t>
            </a:r>
          </a:p>
          <a:p>
            <a:pPr marL="360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(lv == 0)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若已在</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0</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层链表删除</a:t>
            </a:r>
          </a:p>
          <a:p>
            <a:pPr marL="360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free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(p-&gt;next);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free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(p);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则释放被删结点空间</a:t>
            </a:r>
          </a:p>
          <a:p>
            <a:pPr marL="360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sl</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-&gt;length--;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TRUE;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成功返回</a:t>
            </a:r>
          </a:p>
          <a:p>
            <a:pPr marL="36000" algn="just">
              <a:lnSpc>
                <a:spcPct val="8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lnSpc>
                <a:spcPct val="8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lnSpc>
                <a:spcPct val="8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lnSpc>
                <a:spcPct val="8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FALSE;  //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不存在（没做删除）</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36000" algn="just">
              <a:lnSpc>
                <a:spcPct val="8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8" name="组合 7">
            <a:extLst>
              <a:ext uri="{FF2B5EF4-FFF2-40B4-BE49-F238E27FC236}">
                <a16:creationId xmlns:a16="http://schemas.microsoft.com/office/drawing/2014/main" id="{29ABECAA-4DEA-1176-A296-F72396664943}"/>
              </a:ext>
            </a:extLst>
          </p:cNvPr>
          <p:cNvGrpSpPr/>
          <p:nvPr/>
        </p:nvGrpSpPr>
        <p:grpSpPr>
          <a:xfrm>
            <a:off x="8970297" y="1821172"/>
            <a:ext cx="264137" cy="544667"/>
            <a:chOff x="8200328" y="4253482"/>
            <a:chExt cx="264137" cy="544667"/>
          </a:xfrm>
        </p:grpSpPr>
        <p:sp>
          <p:nvSpPr>
            <p:cNvPr id="137" name="文本框 119">
              <a:extLst>
                <a:ext uri="{FF2B5EF4-FFF2-40B4-BE49-F238E27FC236}">
                  <a16:creationId xmlns:a16="http://schemas.microsoft.com/office/drawing/2014/main" id="{BD24E7C2-E101-AF7F-7E28-1B920AA5280A}"/>
                </a:ext>
              </a:extLst>
            </p:cNvPr>
            <p:cNvSpPr txBox="1"/>
            <p:nvPr/>
          </p:nvSpPr>
          <p:spPr>
            <a:xfrm>
              <a:off x="8200328" y="4479225"/>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85</a:t>
              </a:r>
              <a:endParaRPr lang="zh-CN" altLang="en-US" sz="1600" b="1" dirty="0">
                <a:latin typeface="Times New Roman" panose="02020603050405020304" pitchFamily="18" charset="0"/>
                <a:cs typeface="Times New Roman" panose="02020603050405020304" pitchFamily="18" charset="0"/>
              </a:endParaRPr>
            </a:p>
          </p:txBody>
        </p:sp>
        <p:sp>
          <p:nvSpPr>
            <p:cNvPr id="138" name="矩形 137">
              <a:extLst>
                <a:ext uri="{FF2B5EF4-FFF2-40B4-BE49-F238E27FC236}">
                  <a16:creationId xmlns:a16="http://schemas.microsoft.com/office/drawing/2014/main" id="{45D6A790-1437-913F-7E2E-15F7F3B5E709}"/>
                </a:ext>
              </a:extLst>
            </p:cNvPr>
            <p:cNvSpPr/>
            <p:nvPr/>
          </p:nvSpPr>
          <p:spPr>
            <a:xfrm>
              <a:off x="8200328" y="425348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endParaRPr>
            </a:p>
          </p:txBody>
        </p:sp>
      </p:grpSp>
      <p:sp>
        <p:nvSpPr>
          <p:cNvPr id="9" name="文本框 5">
            <a:extLst>
              <a:ext uri="{FF2B5EF4-FFF2-40B4-BE49-F238E27FC236}">
                <a16:creationId xmlns:a16="http://schemas.microsoft.com/office/drawing/2014/main" id="{7677E3D5-1423-33F4-AF45-50482C3CA89B}"/>
              </a:ext>
            </a:extLst>
          </p:cNvPr>
          <p:cNvSpPr txBox="1"/>
          <p:nvPr/>
        </p:nvSpPr>
        <p:spPr>
          <a:xfrm>
            <a:off x="3443472" y="2673574"/>
            <a:ext cx="80021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j-ea"/>
                <a:ea typeface="+mj-ea"/>
              </a:rPr>
              <a:t>头节点</a:t>
            </a:r>
          </a:p>
        </p:txBody>
      </p:sp>
      <p:grpSp>
        <p:nvGrpSpPr>
          <p:cNvPr id="10" name="组合 9">
            <a:extLst>
              <a:ext uri="{FF2B5EF4-FFF2-40B4-BE49-F238E27FC236}">
                <a16:creationId xmlns:a16="http://schemas.microsoft.com/office/drawing/2014/main" id="{898F44B2-BE1B-7006-EFAB-C93E96E4B43C}"/>
              </a:ext>
            </a:extLst>
          </p:cNvPr>
          <p:cNvGrpSpPr/>
          <p:nvPr/>
        </p:nvGrpSpPr>
        <p:grpSpPr>
          <a:xfrm>
            <a:off x="4312946" y="1802384"/>
            <a:ext cx="264137" cy="544667"/>
            <a:chOff x="2242809" y="2243857"/>
            <a:chExt cx="264137" cy="544667"/>
          </a:xfrm>
        </p:grpSpPr>
        <p:sp>
          <p:nvSpPr>
            <p:cNvPr id="135" name="文本框 116">
              <a:extLst>
                <a:ext uri="{FF2B5EF4-FFF2-40B4-BE49-F238E27FC236}">
                  <a16:creationId xmlns:a16="http://schemas.microsoft.com/office/drawing/2014/main" id="{8AFE179E-F20F-E615-3361-DF644798ABDA}"/>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10</a:t>
              </a:r>
              <a:endParaRPr lang="zh-CN" altLang="en-US" sz="1600" b="1" dirty="0">
                <a:latin typeface="Times New Roman" panose="02020603050405020304" pitchFamily="18" charset="0"/>
                <a:cs typeface="Times New Roman" panose="02020603050405020304" pitchFamily="18" charset="0"/>
              </a:endParaRPr>
            </a:p>
          </p:txBody>
        </p:sp>
        <p:sp>
          <p:nvSpPr>
            <p:cNvPr id="136" name="矩形 135">
              <a:extLst>
                <a:ext uri="{FF2B5EF4-FFF2-40B4-BE49-F238E27FC236}">
                  <a16:creationId xmlns:a16="http://schemas.microsoft.com/office/drawing/2014/main" id="{E68FE0D1-F1DC-D294-1D3F-132A167E2E4A}"/>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1" name="组合 10">
            <a:extLst>
              <a:ext uri="{FF2B5EF4-FFF2-40B4-BE49-F238E27FC236}">
                <a16:creationId xmlns:a16="http://schemas.microsoft.com/office/drawing/2014/main" id="{CD518A73-C512-BD9B-F676-A7D6AC7D7844}"/>
              </a:ext>
            </a:extLst>
          </p:cNvPr>
          <p:cNvGrpSpPr/>
          <p:nvPr/>
        </p:nvGrpSpPr>
        <p:grpSpPr>
          <a:xfrm>
            <a:off x="4894909" y="1577802"/>
            <a:ext cx="264137" cy="773166"/>
            <a:chOff x="3400883" y="2198954"/>
            <a:chExt cx="264137" cy="773166"/>
          </a:xfrm>
        </p:grpSpPr>
        <p:sp>
          <p:nvSpPr>
            <p:cNvPr id="132" name="文本框 113">
              <a:extLst>
                <a:ext uri="{FF2B5EF4-FFF2-40B4-BE49-F238E27FC236}">
                  <a16:creationId xmlns:a16="http://schemas.microsoft.com/office/drawing/2014/main" id="{43A17167-2B25-D6D8-E752-14DB93E72923}"/>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15</a:t>
              </a:r>
              <a:endParaRPr lang="zh-CN" altLang="en-US" sz="1600" b="1" dirty="0">
                <a:latin typeface="Times New Roman" panose="02020603050405020304" pitchFamily="18" charset="0"/>
                <a:cs typeface="Times New Roman" panose="02020603050405020304" pitchFamily="18" charset="0"/>
              </a:endParaRPr>
            </a:p>
          </p:txBody>
        </p:sp>
        <p:sp>
          <p:nvSpPr>
            <p:cNvPr id="133" name="矩形 132">
              <a:extLst>
                <a:ext uri="{FF2B5EF4-FFF2-40B4-BE49-F238E27FC236}">
                  <a16:creationId xmlns:a16="http://schemas.microsoft.com/office/drawing/2014/main" id="{3699A2F6-9098-4564-4602-D8508D4522CD}"/>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4" name="矩形 133">
              <a:extLst>
                <a:ext uri="{FF2B5EF4-FFF2-40B4-BE49-F238E27FC236}">
                  <a16:creationId xmlns:a16="http://schemas.microsoft.com/office/drawing/2014/main" id="{405C5C84-F328-18B7-809C-07608AD929A4}"/>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2" name="组合 11">
            <a:extLst>
              <a:ext uri="{FF2B5EF4-FFF2-40B4-BE49-F238E27FC236}">
                <a16:creationId xmlns:a16="http://schemas.microsoft.com/office/drawing/2014/main" id="{CDDF50F5-2765-9A4E-5842-999A899479A1}"/>
              </a:ext>
            </a:extLst>
          </p:cNvPr>
          <p:cNvGrpSpPr/>
          <p:nvPr/>
        </p:nvGrpSpPr>
        <p:grpSpPr>
          <a:xfrm>
            <a:off x="7226387" y="1360796"/>
            <a:ext cx="264138" cy="1003569"/>
            <a:chOff x="4075105" y="2295152"/>
            <a:chExt cx="264138" cy="1003569"/>
          </a:xfrm>
        </p:grpSpPr>
        <p:sp>
          <p:nvSpPr>
            <p:cNvPr id="128" name="矩形 127">
              <a:extLst>
                <a:ext uri="{FF2B5EF4-FFF2-40B4-BE49-F238E27FC236}">
                  <a16:creationId xmlns:a16="http://schemas.microsoft.com/office/drawing/2014/main" id="{F862FBF2-0BF7-FCD3-0A5D-089590F3E57D}"/>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9" name="文本框 110">
              <a:extLst>
                <a:ext uri="{FF2B5EF4-FFF2-40B4-BE49-F238E27FC236}">
                  <a16:creationId xmlns:a16="http://schemas.microsoft.com/office/drawing/2014/main" id="{F5607CCC-F608-91EC-5FEE-976C22904EFF}"/>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59</a:t>
              </a:r>
              <a:endParaRPr lang="zh-CN" altLang="en-US" sz="1600" b="1" dirty="0">
                <a:latin typeface="Times New Roman" panose="02020603050405020304" pitchFamily="18" charset="0"/>
                <a:cs typeface="Times New Roman" panose="02020603050405020304" pitchFamily="18" charset="0"/>
              </a:endParaRPr>
            </a:p>
          </p:txBody>
        </p:sp>
        <p:sp>
          <p:nvSpPr>
            <p:cNvPr id="130" name="矩形 129">
              <a:extLst>
                <a:ext uri="{FF2B5EF4-FFF2-40B4-BE49-F238E27FC236}">
                  <a16:creationId xmlns:a16="http://schemas.microsoft.com/office/drawing/2014/main" id="{73402797-265D-E88D-86E0-2681EC0462B2}"/>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1" name="矩形 130">
              <a:extLst>
                <a:ext uri="{FF2B5EF4-FFF2-40B4-BE49-F238E27FC236}">
                  <a16:creationId xmlns:a16="http://schemas.microsoft.com/office/drawing/2014/main" id="{5E2B9237-11BE-F164-21BD-425C0B6B988F}"/>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3" name="组合 12">
            <a:extLst>
              <a:ext uri="{FF2B5EF4-FFF2-40B4-BE49-F238E27FC236}">
                <a16:creationId xmlns:a16="http://schemas.microsoft.com/office/drawing/2014/main" id="{41510B8A-479D-508E-B707-AF9C5B3BE3E0}"/>
              </a:ext>
            </a:extLst>
          </p:cNvPr>
          <p:cNvGrpSpPr/>
          <p:nvPr/>
        </p:nvGrpSpPr>
        <p:grpSpPr>
          <a:xfrm>
            <a:off x="3732762" y="1119643"/>
            <a:ext cx="264139" cy="1227408"/>
            <a:chOff x="3969453" y="2195002"/>
            <a:chExt cx="264139" cy="1227408"/>
          </a:xfrm>
        </p:grpSpPr>
        <p:sp>
          <p:nvSpPr>
            <p:cNvPr id="123" name="矩形 122">
              <a:extLst>
                <a:ext uri="{FF2B5EF4-FFF2-40B4-BE49-F238E27FC236}">
                  <a16:creationId xmlns:a16="http://schemas.microsoft.com/office/drawing/2014/main" id="{43DF9E19-B068-6D0B-C9A6-EE4493D69AA1}"/>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4" name="文本框 105">
              <a:extLst>
                <a:ext uri="{FF2B5EF4-FFF2-40B4-BE49-F238E27FC236}">
                  <a16:creationId xmlns:a16="http://schemas.microsoft.com/office/drawing/2014/main" id="{58FD7248-8E0A-F139-34B3-997C145F50EF}"/>
                </a:ext>
              </a:extLst>
            </p:cNvPr>
            <p:cNvSpPr txBox="1"/>
            <p:nvPr/>
          </p:nvSpPr>
          <p:spPr>
            <a:xfrm>
              <a:off x="3969455" y="310348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b="1" dirty="0">
                <a:latin typeface="Times New Roman" panose="02020603050405020304" pitchFamily="18" charset="0"/>
                <a:cs typeface="Times New Roman" panose="02020603050405020304" pitchFamily="18" charset="0"/>
              </a:endParaRPr>
            </a:p>
          </p:txBody>
        </p:sp>
        <p:sp>
          <p:nvSpPr>
            <p:cNvPr id="125" name="矩形 124">
              <a:extLst>
                <a:ext uri="{FF2B5EF4-FFF2-40B4-BE49-F238E27FC236}">
                  <a16:creationId xmlns:a16="http://schemas.microsoft.com/office/drawing/2014/main" id="{725C1F58-B908-FED7-DC41-1068D07D7EAD}"/>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6" name="矩形 125">
              <a:extLst>
                <a:ext uri="{FF2B5EF4-FFF2-40B4-BE49-F238E27FC236}">
                  <a16:creationId xmlns:a16="http://schemas.microsoft.com/office/drawing/2014/main" id="{DFF32435-1702-A7CE-AC99-EFA7AB564521}"/>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7" name="矩形 126">
              <a:extLst>
                <a:ext uri="{FF2B5EF4-FFF2-40B4-BE49-F238E27FC236}">
                  <a16:creationId xmlns:a16="http://schemas.microsoft.com/office/drawing/2014/main" id="{AAF05A20-BBB0-F26B-4C03-3FEE80921359}"/>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14" name="直接箭头连接符 13">
            <a:extLst>
              <a:ext uri="{FF2B5EF4-FFF2-40B4-BE49-F238E27FC236}">
                <a16:creationId xmlns:a16="http://schemas.microsoft.com/office/drawing/2014/main" id="{808E5F94-215E-28A2-00A1-FED4000ABC46}"/>
              </a:ext>
            </a:extLst>
          </p:cNvPr>
          <p:cNvCxnSpPr>
            <a:cxnSpLocks/>
          </p:cNvCxnSpPr>
          <p:nvPr/>
        </p:nvCxnSpPr>
        <p:spPr>
          <a:xfrm>
            <a:off x="4458978" y="192740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138ABE39-F70A-A17B-1B7C-A5096897C4B4}"/>
              </a:ext>
            </a:extLst>
          </p:cNvPr>
          <p:cNvCxnSpPr>
            <a:cxnSpLocks/>
          </p:cNvCxnSpPr>
          <p:nvPr/>
        </p:nvCxnSpPr>
        <p:spPr>
          <a:xfrm>
            <a:off x="3870184" y="1929110"/>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09A39E7-838A-47C0-C3C1-CBF5589C1201}"/>
              </a:ext>
            </a:extLst>
          </p:cNvPr>
          <p:cNvCxnSpPr>
            <a:cxnSpLocks/>
          </p:cNvCxnSpPr>
          <p:nvPr/>
        </p:nvCxnSpPr>
        <p:spPr>
          <a:xfrm>
            <a:off x="5037465" y="1927526"/>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DCD5C8BF-42ED-CADA-1790-742FD32C414C}"/>
              </a:ext>
            </a:extLst>
          </p:cNvPr>
          <p:cNvGrpSpPr/>
          <p:nvPr/>
        </p:nvGrpSpPr>
        <p:grpSpPr>
          <a:xfrm>
            <a:off x="5469166" y="1809057"/>
            <a:ext cx="264137" cy="544667"/>
            <a:chOff x="2242809" y="2243857"/>
            <a:chExt cx="264137" cy="544667"/>
          </a:xfrm>
        </p:grpSpPr>
        <p:sp>
          <p:nvSpPr>
            <p:cNvPr id="121" name="文本框 102">
              <a:extLst>
                <a:ext uri="{FF2B5EF4-FFF2-40B4-BE49-F238E27FC236}">
                  <a16:creationId xmlns:a16="http://schemas.microsoft.com/office/drawing/2014/main" id="{0D6A0E25-A237-D906-32C4-EA8BD727C0CE}"/>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21</a:t>
              </a:r>
              <a:endParaRPr lang="zh-CN" altLang="en-US" sz="1600" b="1" dirty="0">
                <a:latin typeface="Times New Roman" panose="02020603050405020304" pitchFamily="18" charset="0"/>
                <a:cs typeface="Times New Roman" panose="02020603050405020304" pitchFamily="18" charset="0"/>
              </a:endParaRPr>
            </a:p>
          </p:txBody>
        </p:sp>
        <p:sp>
          <p:nvSpPr>
            <p:cNvPr id="122" name="矩形 121">
              <a:extLst>
                <a:ext uri="{FF2B5EF4-FFF2-40B4-BE49-F238E27FC236}">
                  <a16:creationId xmlns:a16="http://schemas.microsoft.com/office/drawing/2014/main" id="{B8FF9B7B-F096-B239-2152-F0DEDD9B9F70}"/>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18" name="直接箭头连接符 17">
            <a:extLst>
              <a:ext uri="{FF2B5EF4-FFF2-40B4-BE49-F238E27FC236}">
                <a16:creationId xmlns:a16="http://schemas.microsoft.com/office/drawing/2014/main" id="{CAE0F38D-A4AC-5887-EAB4-49B405F5D499}"/>
              </a:ext>
            </a:extLst>
          </p:cNvPr>
          <p:cNvCxnSpPr>
            <a:cxnSpLocks/>
          </p:cNvCxnSpPr>
          <p:nvPr/>
        </p:nvCxnSpPr>
        <p:spPr>
          <a:xfrm>
            <a:off x="5615198" y="193408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15" name="组合 114">
            <a:extLst>
              <a:ext uri="{FF2B5EF4-FFF2-40B4-BE49-F238E27FC236}">
                <a16:creationId xmlns:a16="http://schemas.microsoft.com/office/drawing/2014/main" id="{81AB2F14-540B-86E0-F0DF-53F11E417055}"/>
              </a:ext>
            </a:extLst>
          </p:cNvPr>
          <p:cNvGrpSpPr/>
          <p:nvPr/>
        </p:nvGrpSpPr>
        <p:grpSpPr>
          <a:xfrm>
            <a:off x="6639017" y="1813025"/>
            <a:ext cx="264137" cy="544667"/>
            <a:chOff x="2242809" y="2243857"/>
            <a:chExt cx="264137" cy="544667"/>
          </a:xfrm>
        </p:grpSpPr>
        <p:sp>
          <p:nvSpPr>
            <p:cNvPr id="117" name="文本框 98">
              <a:extLst>
                <a:ext uri="{FF2B5EF4-FFF2-40B4-BE49-F238E27FC236}">
                  <a16:creationId xmlns:a16="http://schemas.microsoft.com/office/drawing/2014/main" id="{B5B7D2DB-F493-A746-91EB-697C35D17F88}"/>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51</a:t>
              </a:r>
              <a:endParaRPr lang="zh-CN" altLang="en-US" sz="1600" b="1" dirty="0">
                <a:latin typeface="Times New Roman" panose="02020603050405020304" pitchFamily="18" charset="0"/>
                <a:cs typeface="Times New Roman" panose="02020603050405020304" pitchFamily="18" charset="0"/>
              </a:endParaRPr>
            </a:p>
          </p:txBody>
        </p:sp>
        <p:sp>
          <p:nvSpPr>
            <p:cNvPr id="118" name="矩形 117">
              <a:extLst>
                <a:ext uri="{FF2B5EF4-FFF2-40B4-BE49-F238E27FC236}">
                  <a16:creationId xmlns:a16="http://schemas.microsoft.com/office/drawing/2014/main" id="{B4168EF6-A766-73C5-832F-127C3130E0F8}"/>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22" name="组合 21">
            <a:extLst>
              <a:ext uri="{FF2B5EF4-FFF2-40B4-BE49-F238E27FC236}">
                <a16:creationId xmlns:a16="http://schemas.microsoft.com/office/drawing/2014/main" id="{6358D992-74EE-B4B3-E1E2-8B8A37C9D646}"/>
              </a:ext>
            </a:extLst>
          </p:cNvPr>
          <p:cNvGrpSpPr/>
          <p:nvPr/>
        </p:nvGrpSpPr>
        <p:grpSpPr>
          <a:xfrm>
            <a:off x="7813727" y="1819698"/>
            <a:ext cx="264137" cy="544667"/>
            <a:chOff x="2242809" y="2243857"/>
            <a:chExt cx="264137" cy="544667"/>
          </a:xfrm>
        </p:grpSpPr>
        <p:sp>
          <p:nvSpPr>
            <p:cNvPr id="113" name="文本框 94">
              <a:extLst>
                <a:ext uri="{FF2B5EF4-FFF2-40B4-BE49-F238E27FC236}">
                  <a16:creationId xmlns:a16="http://schemas.microsoft.com/office/drawing/2014/main" id="{3B198428-5A6F-8E25-6827-0B6EDD69A890}"/>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63</a:t>
              </a:r>
              <a:endParaRPr lang="zh-CN" altLang="en-US" sz="1600" b="1" dirty="0">
                <a:latin typeface="Times New Roman" panose="02020603050405020304" pitchFamily="18" charset="0"/>
                <a:cs typeface="Times New Roman" panose="02020603050405020304" pitchFamily="18" charset="0"/>
              </a:endParaRPr>
            </a:p>
          </p:txBody>
        </p:sp>
        <p:sp>
          <p:nvSpPr>
            <p:cNvPr id="114" name="矩形 113">
              <a:extLst>
                <a:ext uri="{FF2B5EF4-FFF2-40B4-BE49-F238E27FC236}">
                  <a16:creationId xmlns:a16="http://schemas.microsoft.com/office/drawing/2014/main" id="{3E4D4E1B-666D-B709-3678-A4E99F38D9D3}"/>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23" name="直接箭头连接符 22">
            <a:extLst>
              <a:ext uri="{FF2B5EF4-FFF2-40B4-BE49-F238E27FC236}">
                <a16:creationId xmlns:a16="http://schemas.microsoft.com/office/drawing/2014/main" id="{F316B12A-E087-FDAE-9403-E772AE67178D}"/>
              </a:ext>
            </a:extLst>
          </p:cNvPr>
          <p:cNvCxnSpPr>
            <a:cxnSpLocks/>
          </p:cNvCxnSpPr>
          <p:nvPr/>
        </p:nvCxnSpPr>
        <p:spPr>
          <a:xfrm>
            <a:off x="7959759" y="1944722"/>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6D7863F3-4D77-2319-0B86-ADC9D3D6E63F}"/>
              </a:ext>
            </a:extLst>
          </p:cNvPr>
          <p:cNvGrpSpPr/>
          <p:nvPr/>
        </p:nvGrpSpPr>
        <p:grpSpPr>
          <a:xfrm>
            <a:off x="9566103" y="1815577"/>
            <a:ext cx="264137" cy="544667"/>
            <a:chOff x="2242809" y="2243857"/>
            <a:chExt cx="264137" cy="544667"/>
          </a:xfrm>
        </p:grpSpPr>
        <p:sp>
          <p:nvSpPr>
            <p:cNvPr id="111" name="文本框 90">
              <a:extLst>
                <a:ext uri="{FF2B5EF4-FFF2-40B4-BE49-F238E27FC236}">
                  <a16:creationId xmlns:a16="http://schemas.microsoft.com/office/drawing/2014/main" id="{3994310D-E146-F31D-A59E-51EE684ABE12}"/>
                </a:ext>
              </a:extLst>
            </p:cNvPr>
            <p:cNvSpPr txBox="1"/>
            <p:nvPr/>
          </p:nvSpPr>
          <p:spPr>
            <a:xfrm>
              <a:off x="2242809" y="2469600"/>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91</a:t>
              </a:r>
              <a:endParaRPr lang="zh-CN" altLang="en-US" sz="1600" b="1" dirty="0">
                <a:latin typeface="Times New Roman" panose="02020603050405020304" pitchFamily="18" charset="0"/>
                <a:cs typeface="Times New Roman" panose="02020603050405020304" pitchFamily="18" charset="0"/>
              </a:endParaRPr>
            </a:p>
          </p:txBody>
        </p:sp>
        <p:sp>
          <p:nvSpPr>
            <p:cNvPr id="112" name="矩形 111">
              <a:extLst>
                <a:ext uri="{FF2B5EF4-FFF2-40B4-BE49-F238E27FC236}">
                  <a16:creationId xmlns:a16="http://schemas.microsoft.com/office/drawing/2014/main" id="{75B64F09-668E-5006-F346-0F3F2ADF7AF0}"/>
                </a:ext>
              </a:extLst>
            </p:cNvPr>
            <p:cNvSpPr/>
            <p:nvPr/>
          </p:nvSpPr>
          <p:spPr>
            <a:xfrm>
              <a:off x="2242809" y="2243857"/>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25" name="直接箭头连接符 24">
            <a:extLst>
              <a:ext uri="{FF2B5EF4-FFF2-40B4-BE49-F238E27FC236}">
                <a16:creationId xmlns:a16="http://schemas.microsoft.com/office/drawing/2014/main" id="{3D2D52B4-4315-2348-E5CD-E8E720CE154D}"/>
              </a:ext>
            </a:extLst>
          </p:cNvPr>
          <p:cNvCxnSpPr>
            <a:cxnSpLocks/>
          </p:cNvCxnSpPr>
          <p:nvPr/>
        </p:nvCxnSpPr>
        <p:spPr>
          <a:xfrm>
            <a:off x="9712135" y="194060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7B6162F9-208F-AAED-D528-E3E4ACBDE178}"/>
              </a:ext>
            </a:extLst>
          </p:cNvPr>
          <p:cNvGrpSpPr/>
          <p:nvPr/>
        </p:nvGrpSpPr>
        <p:grpSpPr>
          <a:xfrm>
            <a:off x="6057054" y="1593069"/>
            <a:ext cx="264137" cy="773166"/>
            <a:chOff x="3400883" y="2198954"/>
            <a:chExt cx="264137" cy="773166"/>
          </a:xfrm>
        </p:grpSpPr>
        <p:sp>
          <p:nvSpPr>
            <p:cNvPr id="108" name="文本框 87">
              <a:extLst>
                <a:ext uri="{FF2B5EF4-FFF2-40B4-BE49-F238E27FC236}">
                  <a16:creationId xmlns:a16="http://schemas.microsoft.com/office/drawing/2014/main" id="{9616EE6E-6AA4-3EB1-993E-B3CC09FC61FD}"/>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44</a:t>
              </a:r>
              <a:endParaRPr lang="zh-CN" altLang="en-US" sz="1600" b="1" dirty="0">
                <a:latin typeface="Times New Roman" panose="02020603050405020304" pitchFamily="18" charset="0"/>
                <a:cs typeface="Times New Roman" panose="02020603050405020304" pitchFamily="18" charset="0"/>
              </a:endParaRPr>
            </a:p>
          </p:txBody>
        </p:sp>
        <p:sp>
          <p:nvSpPr>
            <p:cNvPr id="109" name="矩形 108">
              <a:extLst>
                <a:ext uri="{FF2B5EF4-FFF2-40B4-BE49-F238E27FC236}">
                  <a16:creationId xmlns:a16="http://schemas.microsoft.com/office/drawing/2014/main" id="{3BEAE324-7A16-BC55-5172-2B65D097965A}"/>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0" name="矩形 109">
              <a:extLst>
                <a:ext uri="{FF2B5EF4-FFF2-40B4-BE49-F238E27FC236}">
                  <a16:creationId xmlns:a16="http://schemas.microsoft.com/office/drawing/2014/main" id="{9530742A-BA70-C8D1-C418-BB1A5540378A}"/>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27" name="直接箭头连接符 26">
            <a:extLst>
              <a:ext uri="{FF2B5EF4-FFF2-40B4-BE49-F238E27FC236}">
                <a16:creationId xmlns:a16="http://schemas.microsoft.com/office/drawing/2014/main" id="{9A9DFD2B-0501-9C7D-9F7A-61CA2B80955A}"/>
              </a:ext>
            </a:extLst>
          </p:cNvPr>
          <p:cNvCxnSpPr>
            <a:cxnSpLocks/>
          </p:cNvCxnSpPr>
          <p:nvPr/>
        </p:nvCxnSpPr>
        <p:spPr>
          <a:xfrm>
            <a:off x="6199610" y="1942793"/>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E9740702-ED86-B322-5C74-AE8449E9C1B0}"/>
              </a:ext>
            </a:extLst>
          </p:cNvPr>
          <p:cNvCxnSpPr>
            <a:cxnSpLocks/>
            <a:endCxn id="114" idx="1"/>
          </p:cNvCxnSpPr>
          <p:nvPr/>
        </p:nvCxnSpPr>
        <p:spPr>
          <a:xfrm flipV="1">
            <a:off x="7374320" y="1935326"/>
            <a:ext cx="439407" cy="7467"/>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7D0600A5-30A2-8BB8-6754-E68C9603389D}"/>
              </a:ext>
            </a:extLst>
          </p:cNvPr>
          <p:cNvGrpSpPr/>
          <p:nvPr/>
        </p:nvGrpSpPr>
        <p:grpSpPr>
          <a:xfrm>
            <a:off x="8398454" y="1583544"/>
            <a:ext cx="264137" cy="773166"/>
            <a:chOff x="3400883" y="2198954"/>
            <a:chExt cx="264137" cy="773166"/>
          </a:xfrm>
        </p:grpSpPr>
        <p:sp>
          <p:nvSpPr>
            <p:cNvPr id="105" name="文本框 84">
              <a:extLst>
                <a:ext uri="{FF2B5EF4-FFF2-40B4-BE49-F238E27FC236}">
                  <a16:creationId xmlns:a16="http://schemas.microsoft.com/office/drawing/2014/main" id="{F1545D9E-CAB8-0F8A-CD41-219B27ED4828}"/>
                </a:ext>
              </a:extLst>
            </p:cNvPr>
            <p:cNvSpPr txBox="1"/>
            <p:nvPr/>
          </p:nvSpPr>
          <p:spPr>
            <a:xfrm>
              <a:off x="3400883" y="265319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72</a:t>
              </a:r>
              <a:endParaRPr lang="zh-CN" altLang="en-US" sz="1600" b="1" dirty="0">
                <a:latin typeface="Times New Roman" panose="02020603050405020304" pitchFamily="18" charset="0"/>
                <a:cs typeface="Times New Roman" panose="02020603050405020304" pitchFamily="18" charset="0"/>
              </a:endParaRPr>
            </a:p>
          </p:txBody>
        </p:sp>
        <p:sp>
          <p:nvSpPr>
            <p:cNvPr id="106" name="矩形 105">
              <a:extLst>
                <a:ext uri="{FF2B5EF4-FFF2-40B4-BE49-F238E27FC236}">
                  <a16:creationId xmlns:a16="http://schemas.microsoft.com/office/drawing/2014/main" id="{F560AFF7-4411-B572-474F-F270FC236EAC}"/>
                </a:ext>
              </a:extLst>
            </p:cNvPr>
            <p:cNvSpPr/>
            <p:nvPr/>
          </p:nvSpPr>
          <p:spPr>
            <a:xfrm>
              <a:off x="3400883" y="242745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7" name="矩形 106">
              <a:extLst>
                <a:ext uri="{FF2B5EF4-FFF2-40B4-BE49-F238E27FC236}">
                  <a16:creationId xmlns:a16="http://schemas.microsoft.com/office/drawing/2014/main" id="{0029A951-164E-9294-9A87-DB24F3E326FC}"/>
                </a:ext>
              </a:extLst>
            </p:cNvPr>
            <p:cNvSpPr/>
            <p:nvPr/>
          </p:nvSpPr>
          <p:spPr>
            <a:xfrm>
              <a:off x="3400883" y="21989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30" name="直接箭头连接符 29">
            <a:extLst>
              <a:ext uri="{FF2B5EF4-FFF2-40B4-BE49-F238E27FC236}">
                <a16:creationId xmlns:a16="http://schemas.microsoft.com/office/drawing/2014/main" id="{9FD4CA04-E927-6568-0511-E218577ACC52}"/>
              </a:ext>
            </a:extLst>
          </p:cNvPr>
          <p:cNvCxnSpPr>
            <a:cxnSpLocks/>
          </p:cNvCxnSpPr>
          <p:nvPr/>
        </p:nvCxnSpPr>
        <p:spPr>
          <a:xfrm>
            <a:off x="8541010" y="193326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D21BEC8D-6910-513A-11F9-AFD6880794FE}"/>
              </a:ext>
            </a:extLst>
          </p:cNvPr>
          <p:cNvGrpSpPr/>
          <p:nvPr/>
        </p:nvGrpSpPr>
        <p:grpSpPr>
          <a:xfrm>
            <a:off x="10139805" y="1364330"/>
            <a:ext cx="264138" cy="1003569"/>
            <a:chOff x="4075105" y="2295152"/>
            <a:chExt cx="264138" cy="1003569"/>
          </a:xfrm>
        </p:grpSpPr>
        <p:sp>
          <p:nvSpPr>
            <p:cNvPr id="101" name="矩形 100">
              <a:extLst>
                <a:ext uri="{FF2B5EF4-FFF2-40B4-BE49-F238E27FC236}">
                  <a16:creationId xmlns:a16="http://schemas.microsoft.com/office/drawing/2014/main" id="{A62AB6F7-D735-257D-DF38-A9D79DFB6BF4}"/>
                </a:ext>
              </a:extLst>
            </p:cNvPr>
            <p:cNvSpPr/>
            <p:nvPr/>
          </p:nvSpPr>
          <p:spPr>
            <a:xfrm>
              <a:off x="4075105" y="229515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02" name="文本框 81">
              <a:extLst>
                <a:ext uri="{FF2B5EF4-FFF2-40B4-BE49-F238E27FC236}">
                  <a16:creationId xmlns:a16="http://schemas.microsoft.com/office/drawing/2014/main" id="{CCA1E3DD-27B7-1838-CCCF-E20B67148B73}"/>
                </a:ext>
              </a:extLst>
            </p:cNvPr>
            <p:cNvSpPr txBox="1"/>
            <p:nvPr/>
          </p:nvSpPr>
          <p:spPr>
            <a:xfrm>
              <a:off x="4075106" y="2979797"/>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97</a:t>
              </a:r>
              <a:endParaRPr lang="zh-CN" altLang="en-US" sz="1600" b="1" dirty="0">
                <a:latin typeface="Times New Roman" panose="02020603050405020304" pitchFamily="18" charset="0"/>
                <a:cs typeface="Times New Roman" panose="02020603050405020304" pitchFamily="18" charset="0"/>
              </a:endParaRPr>
            </a:p>
          </p:txBody>
        </p:sp>
        <p:sp>
          <p:nvSpPr>
            <p:cNvPr id="103" name="矩形 102">
              <a:extLst>
                <a:ext uri="{FF2B5EF4-FFF2-40B4-BE49-F238E27FC236}">
                  <a16:creationId xmlns:a16="http://schemas.microsoft.com/office/drawing/2014/main" id="{F0BAF28D-BD31-E4CE-4A26-FAE9BF777BF3}"/>
                </a:ext>
              </a:extLst>
            </p:cNvPr>
            <p:cNvSpPr/>
            <p:nvPr/>
          </p:nvSpPr>
          <p:spPr>
            <a:xfrm>
              <a:off x="4075106" y="275405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04" name="矩形 103">
              <a:extLst>
                <a:ext uri="{FF2B5EF4-FFF2-40B4-BE49-F238E27FC236}">
                  <a16:creationId xmlns:a16="http://schemas.microsoft.com/office/drawing/2014/main" id="{D091D14B-EAF2-454C-59E1-3326095EA6C5}"/>
                </a:ext>
              </a:extLst>
            </p:cNvPr>
            <p:cNvSpPr/>
            <p:nvPr/>
          </p:nvSpPr>
          <p:spPr>
            <a:xfrm>
              <a:off x="4075106" y="2525555"/>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C00000"/>
                </a:solidFill>
              </a:endParaRPr>
            </a:p>
          </p:txBody>
        </p:sp>
      </p:grpSp>
      <p:grpSp>
        <p:nvGrpSpPr>
          <p:cNvPr id="32" name="组合 31">
            <a:extLst>
              <a:ext uri="{FF2B5EF4-FFF2-40B4-BE49-F238E27FC236}">
                <a16:creationId xmlns:a16="http://schemas.microsoft.com/office/drawing/2014/main" id="{ED5B078D-EDA2-9790-0DF8-F3DDECC7F886}"/>
              </a:ext>
            </a:extLst>
          </p:cNvPr>
          <p:cNvGrpSpPr/>
          <p:nvPr/>
        </p:nvGrpSpPr>
        <p:grpSpPr>
          <a:xfrm>
            <a:off x="10713508" y="1144325"/>
            <a:ext cx="264139" cy="1227408"/>
            <a:chOff x="3969453" y="2195002"/>
            <a:chExt cx="264139" cy="1227408"/>
          </a:xfrm>
        </p:grpSpPr>
        <p:sp>
          <p:nvSpPr>
            <p:cNvPr id="96" name="矩形 95">
              <a:extLst>
                <a:ext uri="{FF2B5EF4-FFF2-40B4-BE49-F238E27FC236}">
                  <a16:creationId xmlns:a16="http://schemas.microsoft.com/office/drawing/2014/main" id="{81C07222-4A9A-5212-5074-88D70416ED16}"/>
                </a:ext>
              </a:extLst>
            </p:cNvPr>
            <p:cNvSpPr/>
            <p:nvPr/>
          </p:nvSpPr>
          <p:spPr>
            <a:xfrm>
              <a:off x="3969454" y="2418841"/>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97" name="文本框 76">
              <a:extLst>
                <a:ext uri="{FF2B5EF4-FFF2-40B4-BE49-F238E27FC236}">
                  <a16:creationId xmlns:a16="http://schemas.microsoft.com/office/drawing/2014/main" id="{FFE244FC-4EAB-75A3-A970-70C912B87A70}"/>
                </a:ext>
              </a:extLst>
            </p:cNvPr>
            <p:cNvSpPr txBox="1"/>
            <p:nvPr/>
          </p:nvSpPr>
          <p:spPr>
            <a:xfrm>
              <a:off x="3969455" y="3103486"/>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mj-ea"/>
                  <a:ea typeface="+mj-ea"/>
                  <a:cs typeface="Times New Roman" panose="02020603050405020304" pitchFamily="18" charset="0"/>
                </a:rPr>
                <a:t>∞</a:t>
              </a:r>
              <a:endParaRPr lang="zh-CN" altLang="en-US" sz="1600" b="1" dirty="0">
                <a:latin typeface="+mj-ea"/>
                <a:ea typeface="+mj-ea"/>
                <a:cs typeface="Times New Roman" panose="02020603050405020304" pitchFamily="18" charset="0"/>
              </a:endParaRPr>
            </a:p>
          </p:txBody>
        </p:sp>
        <p:sp>
          <p:nvSpPr>
            <p:cNvPr id="98" name="矩形 97">
              <a:extLst>
                <a:ext uri="{FF2B5EF4-FFF2-40B4-BE49-F238E27FC236}">
                  <a16:creationId xmlns:a16="http://schemas.microsoft.com/office/drawing/2014/main" id="{DC28145F-C7DB-12B0-6ABD-D413DE240765}"/>
                </a:ext>
              </a:extLst>
            </p:cNvPr>
            <p:cNvSpPr/>
            <p:nvPr/>
          </p:nvSpPr>
          <p:spPr>
            <a:xfrm>
              <a:off x="3969455" y="2877743"/>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99" name="矩形 98">
              <a:extLst>
                <a:ext uri="{FF2B5EF4-FFF2-40B4-BE49-F238E27FC236}">
                  <a16:creationId xmlns:a16="http://schemas.microsoft.com/office/drawing/2014/main" id="{80E4F75A-081A-FDA1-5328-1FC4706A3C14}"/>
                </a:ext>
              </a:extLst>
            </p:cNvPr>
            <p:cNvSpPr/>
            <p:nvPr/>
          </p:nvSpPr>
          <p:spPr>
            <a:xfrm>
              <a:off x="3969455" y="2649244"/>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sp>
          <p:nvSpPr>
            <p:cNvPr id="100" name="矩形 99">
              <a:extLst>
                <a:ext uri="{FF2B5EF4-FFF2-40B4-BE49-F238E27FC236}">
                  <a16:creationId xmlns:a16="http://schemas.microsoft.com/office/drawing/2014/main" id="{BEF0612F-5DAB-B6F9-D60D-54D98E8D4F27}"/>
                </a:ext>
              </a:extLst>
            </p:cNvPr>
            <p:cNvSpPr/>
            <p:nvPr/>
          </p:nvSpPr>
          <p:spPr>
            <a:xfrm>
              <a:off x="3969453" y="2195002"/>
              <a:ext cx="264137"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C00000"/>
                  </a:solidFill>
                  <a:sym typeface="Symbol" panose="05050102010706020507" pitchFamily="18" charset="2"/>
                </a:rPr>
                <a:t></a:t>
              </a:r>
              <a:endParaRPr lang="zh-CN" altLang="en-US" b="1" dirty="0">
                <a:solidFill>
                  <a:srgbClr val="C00000"/>
                </a:solidFill>
              </a:endParaRPr>
            </a:p>
          </p:txBody>
        </p:sp>
      </p:grpSp>
      <p:cxnSp>
        <p:nvCxnSpPr>
          <p:cNvPr id="33" name="直接箭头连接符 32">
            <a:extLst>
              <a:ext uri="{FF2B5EF4-FFF2-40B4-BE49-F238E27FC236}">
                <a16:creationId xmlns:a16="http://schemas.microsoft.com/office/drawing/2014/main" id="{464642AC-12C1-BC64-6049-EAEBCDBFB3DF}"/>
              </a:ext>
            </a:extLst>
          </p:cNvPr>
          <p:cNvCxnSpPr>
            <a:cxnSpLocks/>
          </p:cNvCxnSpPr>
          <p:nvPr/>
        </p:nvCxnSpPr>
        <p:spPr>
          <a:xfrm>
            <a:off x="10274879" y="1949565"/>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4" name="文本框 32">
            <a:extLst>
              <a:ext uri="{FF2B5EF4-FFF2-40B4-BE49-F238E27FC236}">
                <a16:creationId xmlns:a16="http://schemas.microsoft.com/office/drawing/2014/main" id="{8983FD07-A212-A17E-1D19-3017281B6322}"/>
              </a:ext>
            </a:extLst>
          </p:cNvPr>
          <p:cNvSpPr txBox="1"/>
          <p:nvPr/>
        </p:nvSpPr>
        <p:spPr>
          <a:xfrm>
            <a:off x="10450387" y="2696079"/>
            <a:ext cx="96532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nil</a:t>
            </a:r>
            <a:r>
              <a:rPr lang="zh-CN" altLang="en-US" sz="1600" b="1" dirty="0">
                <a:latin typeface="+mj-ea"/>
                <a:ea typeface="+mj-ea"/>
                <a:cs typeface="Courier New" panose="02070309020205020404" pitchFamily="49" charset="0"/>
              </a:rPr>
              <a:t>节</a:t>
            </a:r>
            <a:r>
              <a:rPr lang="zh-CN" altLang="en-US" sz="1600" b="1" dirty="0">
                <a:latin typeface="+mj-ea"/>
                <a:ea typeface="+mj-ea"/>
              </a:rPr>
              <a:t>点</a:t>
            </a:r>
          </a:p>
        </p:txBody>
      </p:sp>
      <p:sp>
        <p:nvSpPr>
          <p:cNvPr id="35" name="文本框 33">
            <a:extLst>
              <a:ext uri="{FF2B5EF4-FFF2-40B4-BE49-F238E27FC236}">
                <a16:creationId xmlns:a16="http://schemas.microsoft.com/office/drawing/2014/main" id="{4B5134C7-D099-D9DB-401D-5D2F78F5DD62}"/>
              </a:ext>
            </a:extLst>
          </p:cNvPr>
          <p:cNvSpPr txBox="1"/>
          <p:nvPr/>
        </p:nvSpPr>
        <p:spPr>
          <a:xfrm>
            <a:off x="11025008" y="1833008"/>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0</a:t>
            </a:r>
            <a:endParaRPr lang="zh-CN" altLang="en-US" sz="1400" b="1" dirty="0">
              <a:solidFill>
                <a:srgbClr val="7030A0"/>
              </a:solidFill>
            </a:endParaRPr>
          </a:p>
        </p:txBody>
      </p:sp>
      <p:sp>
        <p:nvSpPr>
          <p:cNvPr id="36" name="文本框 34">
            <a:extLst>
              <a:ext uri="{FF2B5EF4-FFF2-40B4-BE49-F238E27FC236}">
                <a16:creationId xmlns:a16="http://schemas.microsoft.com/office/drawing/2014/main" id="{E1374063-CEE9-7B4B-19B1-FF19900FFADB}"/>
              </a:ext>
            </a:extLst>
          </p:cNvPr>
          <p:cNvSpPr txBox="1"/>
          <p:nvPr/>
        </p:nvSpPr>
        <p:spPr>
          <a:xfrm>
            <a:off x="11025008" y="1613330"/>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1</a:t>
            </a:r>
            <a:endParaRPr lang="zh-CN" altLang="en-US" sz="1400" b="1" dirty="0">
              <a:solidFill>
                <a:srgbClr val="7030A0"/>
              </a:solidFill>
            </a:endParaRPr>
          </a:p>
        </p:txBody>
      </p:sp>
      <p:sp>
        <p:nvSpPr>
          <p:cNvPr id="37" name="文本框 35">
            <a:extLst>
              <a:ext uri="{FF2B5EF4-FFF2-40B4-BE49-F238E27FC236}">
                <a16:creationId xmlns:a16="http://schemas.microsoft.com/office/drawing/2014/main" id="{5F113E69-0E92-7BDD-7C4B-63F897E5700A}"/>
              </a:ext>
            </a:extLst>
          </p:cNvPr>
          <p:cNvSpPr txBox="1"/>
          <p:nvPr/>
        </p:nvSpPr>
        <p:spPr>
          <a:xfrm>
            <a:off x="11025008" y="1377829"/>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2</a:t>
            </a:r>
            <a:endParaRPr lang="zh-CN" altLang="en-US" sz="1400" b="1" dirty="0">
              <a:solidFill>
                <a:srgbClr val="7030A0"/>
              </a:solidFill>
            </a:endParaRPr>
          </a:p>
        </p:txBody>
      </p:sp>
      <p:sp>
        <p:nvSpPr>
          <p:cNvPr id="38" name="文本框 36">
            <a:extLst>
              <a:ext uri="{FF2B5EF4-FFF2-40B4-BE49-F238E27FC236}">
                <a16:creationId xmlns:a16="http://schemas.microsoft.com/office/drawing/2014/main" id="{DA2E499E-898B-063F-3DC7-48A3C6202316}"/>
              </a:ext>
            </a:extLst>
          </p:cNvPr>
          <p:cNvSpPr txBox="1"/>
          <p:nvPr/>
        </p:nvSpPr>
        <p:spPr>
          <a:xfrm>
            <a:off x="11025007" y="1144325"/>
            <a:ext cx="172089" cy="215444"/>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1400" b="1" dirty="0">
                <a:solidFill>
                  <a:srgbClr val="7030A0"/>
                </a:solidFill>
              </a:rPr>
              <a:t>3</a:t>
            </a:r>
            <a:endParaRPr lang="zh-CN" altLang="en-US" sz="1400" b="1" dirty="0">
              <a:solidFill>
                <a:srgbClr val="7030A0"/>
              </a:solidFill>
            </a:endParaRPr>
          </a:p>
        </p:txBody>
      </p:sp>
      <p:sp>
        <p:nvSpPr>
          <p:cNvPr id="39" name="文本框 37">
            <a:extLst>
              <a:ext uri="{FF2B5EF4-FFF2-40B4-BE49-F238E27FC236}">
                <a16:creationId xmlns:a16="http://schemas.microsoft.com/office/drawing/2014/main" id="{17A39D62-B088-41D4-7D9C-4FD5A1EF419D}"/>
              </a:ext>
            </a:extLst>
          </p:cNvPr>
          <p:cNvSpPr txBox="1"/>
          <p:nvPr/>
        </p:nvSpPr>
        <p:spPr>
          <a:xfrm>
            <a:off x="11161065" y="1434025"/>
            <a:ext cx="925253"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next[]</a:t>
            </a:r>
            <a:endParaRPr lang="zh-CN" altLang="en-US" sz="1600" b="1" dirty="0">
              <a:latin typeface="Courier New" panose="02070309020205020404" pitchFamily="49" charset="0"/>
              <a:cs typeface="Courier New" panose="02070309020205020404" pitchFamily="49" charset="0"/>
            </a:endParaRPr>
          </a:p>
        </p:txBody>
      </p:sp>
      <p:cxnSp>
        <p:nvCxnSpPr>
          <p:cNvPr id="40" name="直接箭头连接符 39">
            <a:extLst>
              <a:ext uri="{FF2B5EF4-FFF2-40B4-BE49-F238E27FC236}">
                <a16:creationId xmlns:a16="http://schemas.microsoft.com/office/drawing/2014/main" id="{4D7E917E-89FB-FACA-225B-4BC4099DB67F}"/>
              </a:ext>
            </a:extLst>
          </p:cNvPr>
          <p:cNvCxnSpPr>
            <a:cxnSpLocks/>
          </p:cNvCxnSpPr>
          <p:nvPr/>
        </p:nvCxnSpPr>
        <p:spPr>
          <a:xfrm>
            <a:off x="5037465" y="1707864"/>
            <a:ext cx="1017140" cy="13995"/>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B9785C19-987F-1E12-4A78-3C90A09A8707}"/>
              </a:ext>
            </a:extLst>
          </p:cNvPr>
          <p:cNvCxnSpPr>
            <a:cxnSpLocks/>
            <a:endCxn id="107" idx="1"/>
          </p:cNvCxnSpPr>
          <p:nvPr/>
        </p:nvCxnSpPr>
        <p:spPr>
          <a:xfrm flipV="1">
            <a:off x="7374320" y="1699172"/>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645EAE35-614E-9208-8B73-407177D672AD}"/>
              </a:ext>
            </a:extLst>
          </p:cNvPr>
          <p:cNvCxnSpPr>
            <a:cxnSpLocks/>
          </p:cNvCxnSpPr>
          <p:nvPr/>
        </p:nvCxnSpPr>
        <p:spPr>
          <a:xfrm flipV="1">
            <a:off x="6206169" y="1713454"/>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4A8538ED-96CD-CDE7-C776-F6A75513E14F}"/>
              </a:ext>
            </a:extLst>
          </p:cNvPr>
          <p:cNvCxnSpPr>
            <a:cxnSpLocks/>
          </p:cNvCxnSpPr>
          <p:nvPr/>
        </p:nvCxnSpPr>
        <p:spPr>
          <a:xfrm flipV="1">
            <a:off x="3870038" y="1707140"/>
            <a:ext cx="1024134" cy="84"/>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D880F888-8549-1C27-E0EE-556ECAB75F8F}"/>
              </a:ext>
            </a:extLst>
          </p:cNvPr>
          <p:cNvCxnSpPr>
            <a:cxnSpLocks/>
          </p:cNvCxnSpPr>
          <p:nvPr/>
        </p:nvCxnSpPr>
        <p:spPr>
          <a:xfrm>
            <a:off x="10274879" y="1726255"/>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395FC81D-651C-9366-EF5B-F2106DDC0A08}"/>
              </a:ext>
            </a:extLst>
          </p:cNvPr>
          <p:cNvCxnSpPr>
            <a:cxnSpLocks/>
          </p:cNvCxnSpPr>
          <p:nvPr/>
        </p:nvCxnSpPr>
        <p:spPr>
          <a:xfrm>
            <a:off x="10278114" y="1488141"/>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01915797-2988-E7E4-C745-6EDC6C2D274C}"/>
              </a:ext>
            </a:extLst>
          </p:cNvPr>
          <p:cNvCxnSpPr>
            <a:cxnSpLocks/>
            <a:endCxn id="128" idx="1"/>
          </p:cNvCxnSpPr>
          <p:nvPr/>
        </p:nvCxnSpPr>
        <p:spPr>
          <a:xfrm>
            <a:off x="3875667" y="1467181"/>
            <a:ext cx="3350720" cy="9243"/>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37E77785-9457-0896-ED5A-15DC875CB092}"/>
              </a:ext>
            </a:extLst>
          </p:cNvPr>
          <p:cNvCxnSpPr>
            <a:cxnSpLocks/>
            <a:endCxn id="100" idx="1"/>
          </p:cNvCxnSpPr>
          <p:nvPr/>
        </p:nvCxnSpPr>
        <p:spPr>
          <a:xfrm>
            <a:off x="3874859" y="1247927"/>
            <a:ext cx="6838649" cy="12026"/>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48" name="组合 47">
            <a:extLst>
              <a:ext uri="{FF2B5EF4-FFF2-40B4-BE49-F238E27FC236}">
                <a16:creationId xmlns:a16="http://schemas.microsoft.com/office/drawing/2014/main" id="{1A859EF0-0C23-6C4E-F746-0EE75D4C1E9B}"/>
              </a:ext>
            </a:extLst>
          </p:cNvPr>
          <p:cNvGrpSpPr/>
          <p:nvPr/>
        </p:nvGrpSpPr>
        <p:grpSpPr>
          <a:xfrm>
            <a:off x="2259035" y="779085"/>
            <a:ext cx="1160785" cy="1296622"/>
            <a:chOff x="383796" y="2450910"/>
            <a:chExt cx="1160785" cy="1296622"/>
          </a:xfrm>
        </p:grpSpPr>
        <p:grpSp>
          <p:nvGrpSpPr>
            <p:cNvPr id="88" name="组合 87">
              <a:extLst>
                <a:ext uri="{FF2B5EF4-FFF2-40B4-BE49-F238E27FC236}">
                  <a16:creationId xmlns:a16="http://schemas.microsoft.com/office/drawing/2014/main" id="{1013E339-B88B-F1D7-C1B6-0CD5BA690946}"/>
                </a:ext>
              </a:extLst>
            </p:cNvPr>
            <p:cNvGrpSpPr/>
            <p:nvPr/>
          </p:nvGrpSpPr>
          <p:grpSpPr>
            <a:xfrm>
              <a:off x="1276697" y="2848124"/>
              <a:ext cx="267884" cy="859217"/>
              <a:chOff x="1353419" y="2247741"/>
              <a:chExt cx="267884" cy="859217"/>
            </a:xfrm>
          </p:grpSpPr>
          <p:sp>
            <p:nvSpPr>
              <p:cNvPr id="93" name="文本框 72">
                <a:extLst>
                  <a:ext uri="{FF2B5EF4-FFF2-40B4-BE49-F238E27FC236}">
                    <a16:creationId xmlns:a16="http://schemas.microsoft.com/office/drawing/2014/main" id="{DAD882F7-F327-D817-740F-CA63249D875A}"/>
                  </a:ext>
                </a:extLst>
              </p:cNvPr>
              <p:cNvSpPr txBox="1"/>
              <p:nvPr/>
            </p:nvSpPr>
            <p:spPr>
              <a:xfrm>
                <a:off x="1353419" y="2556779"/>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00B0F0"/>
                    </a:solidFill>
                    <a:latin typeface="Times New Roman" panose="02020603050405020304" pitchFamily="18" charset="0"/>
                    <a:cs typeface="Times New Roman" panose="02020603050405020304" pitchFamily="18" charset="0"/>
                  </a:rPr>
                  <a:t>3</a:t>
                </a:r>
                <a:endParaRPr lang="zh-CN" altLang="en-US" sz="1600" b="1" dirty="0">
                  <a:solidFill>
                    <a:srgbClr val="00B0F0"/>
                  </a:solidFill>
                  <a:latin typeface="Times New Roman" panose="02020603050405020304" pitchFamily="18" charset="0"/>
                  <a:cs typeface="Times New Roman" panose="02020603050405020304" pitchFamily="18" charset="0"/>
                </a:endParaRPr>
              </a:p>
            </p:txBody>
          </p:sp>
          <p:sp>
            <p:nvSpPr>
              <p:cNvPr id="94" name="矩形 93">
                <a:extLst>
                  <a:ext uri="{FF2B5EF4-FFF2-40B4-BE49-F238E27FC236}">
                    <a16:creationId xmlns:a16="http://schemas.microsoft.com/office/drawing/2014/main" id="{C9CECEFF-0598-ACEF-3CF9-928D3E788F65}"/>
                  </a:ext>
                </a:extLst>
              </p:cNvPr>
              <p:cNvSpPr/>
              <p:nvPr/>
            </p:nvSpPr>
            <p:spPr>
              <a:xfrm>
                <a:off x="1353732" y="2875703"/>
                <a:ext cx="267571" cy="23125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5" name="文本框 74">
                <a:extLst>
                  <a:ext uri="{FF2B5EF4-FFF2-40B4-BE49-F238E27FC236}">
                    <a16:creationId xmlns:a16="http://schemas.microsoft.com/office/drawing/2014/main" id="{006F7081-9100-3DF3-9829-B5CC5FAEA068}"/>
                  </a:ext>
                </a:extLst>
              </p:cNvPr>
              <p:cNvSpPr txBox="1"/>
              <p:nvPr/>
            </p:nvSpPr>
            <p:spPr>
              <a:xfrm>
                <a:off x="1353419" y="2247741"/>
                <a:ext cx="264137" cy="318924"/>
              </a:xfrm>
              <a:prstGeom prst="rect">
                <a:avLst/>
              </a:prstGeom>
              <a:solidFill>
                <a:schemeClr val="accent5">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11</a:t>
                </a:r>
                <a:endParaRPr lang="zh-CN" altLang="en-US" sz="1600" b="1" dirty="0">
                  <a:latin typeface="Times New Roman" panose="02020603050405020304" pitchFamily="18" charset="0"/>
                  <a:cs typeface="Times New Roman" panose="02020603050405020304" pitchFamily="18" charset="0"/>
                </a:endParaRPr>
              </a:p>
            </p:txBody>
          </p:sp>
        </p:grpSp>
        <p:grpSp>
          <p:nvGrpSpPr>
            <p:cNvPr id="89" name="组合 88">
              <a:extLst>
                <a:ext uri="{FF2B5EF4-FFF2-40B4-BE49-F238E27FC236}">
                  <a16:creationId xmlns:a16="http://schemas.microsoft.com/office/drawing/2014/main" id="{2DBEA499-593C-5945-BB70-31DCA3DAF8A3}"/>
                </a:ext>
              </a:extLst>
            </p:cNvPr>
            <p:cNvGrpSpPr/>
            <p:nvPr/>
          </p:nvGrpSpPr>
          <p:grpSpPr>
            <a:xfrm>
              <a:off x="648535" y="2450910"/>
              <a:ext cx="628162" cy="398916"/>
              <a:chOff x="648535" y="2450910"/>
              <a:chExt cx="628162" cy="398916"/>
            </a:xfrm>
          </p:grpSpPr>
          <p:cxnSp>
            <p:nvCxnSpPr>
              <p:cNvPr id="91" name="直接箭头连接符 90">
                <a:extLst>
                  <a:ext uri="{FF2B5EF4-FFF2-40B4-BE49-F238E27FC236}">
                    <a16:creationId xmlns:a16="http://schemas.microsoft.com/office/drawing/2014/main" id="{268163F3-E387-92DC-B9DB-316F24072761}"/>
                  </a:ext>
                </a:extLst>
              </p:cNvPr>
              <p:cNvCxnSpPr>
                <a:cxnSpLocks/>
              </p:cNvCxnSpPr>
              <p:nvPr/>
            </p:nvCxnSpPr>
            <p:spPr>
              <a:xfrm>
                <a:off x="1042988" y="2695098"/>
                <a:ext cx="233709" cy="154728"/>
              </a:xfrm>
              <a:prstGeom prst="straightConnector1">
                <a:avLst/>
              </a:prstGeom>
              <a:ln w="19050">
                <a:solidFill>
                  <a:srgbClr val="00206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92" name="文本框 71">
                <a:extLst>
                  <a:ext uri="{FF2B5EF4-FFF2-40B4-BE49-F238E27FC236}">
                    <a16:creationId xmlns:a16="http://schemas.microsoft.com/office/drawing/2014/main" id="{19E67F23-C4D3-FE42-5A49-5ABE56A43FA7}"/>
                  </a:ext>
                </a:extLst>
              </p:cNvPr>
              <p:cNvSpPr txBox="1"/>
              <p:nvPr/>
            </p:nvSpPr>
            <p:spPr>
              <a:xfrm>
                <a:off x="648535" y="2450910"/>
                <a:ext cx="431528"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SL</a:t>
                </a:r>
                <a:endParaRPr lang="zh-CN" altLang="en-US" sz="1600" b="1" dirty="0">
                  <a:latin typeface="Courier New" panose="02070309020205020404" pitchFamily="49" charset="0"/>
                  <a:cs typeface="Courier New" panose="02070309020205020404" pitchFamily="49" charset="0"/>
                </a:endParaRPr>
              </a:p>
            </p:txBody>
          </p:sp>
        </p:grpSp>
        <p:sp>
          <p:nvSpPr>
            <p:cNvPr id="90" name="文本框 69">
              <a:extLst>
                <a:ext uri="{FF2B5EF4-FFF2-40B4-BE49-F238E27FC236}">
                  <a16:creationId xmlns:a16="http://schemas.microsoft.com/office/drawing/2014/main" id="{E446DC44-C06E-376F-B80D-EA64D02492BE}"/>
                </a:ext>
              </a:extLst>
            </p:cNvPr>
            <p:cNvSpPr txBox="1"/>
            <p:nvPr/>
          </p:nvSpPr>
          <p:spPr>
            <a:xfrm>
              <a:off x="383796" y="2848824"/>
              <a:ext cx="941283" cy="898708"/>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pPr>
              <a:r>
                <a:rPr lang="en-US" altLang="zh-CN" sz="1600" b="1" dirty="0">
                  <a:latin typeface="Courier New" panose="02070309020205020404" pitchFamily="49" charset="0"/>
                  <a:cs typeface="Courier New" panose="02070309020205020404" pitchFamily="49" charset="0"/>
                </a:rPr>
                <a:t>length</a:t>
              </a:r>
            </a:p>
            <a:p>
              <a:pPr algn="r">
                <a:lnSpc>
                  <a:spcPct val="110000"/>
                </a:lnSpc>
              </a:pPr>
              <a:r>
                <a:rPr lang="en-US" altLang="zh-CN" sz="1600" b="1" dirty="0" err="1">
                  <a:latin typeface="Courier New" panose="02070309020205020404" pitchFamily="49" charset="0"/>
                  <a:cs typeface="Courier New" panose="02070309020205020404" pitchFamily="49" charset="0"/>
                </a:rPr>
                <a:t>topLV</a:t>
              </a:r>
              <a:endParaRPr lang="en-US" altLang="zh-CN" sz="1600" b="1" dirty="0">
                <a:latin typeface="Courier New" panose="02070309020205020404" pitchFamily="49" charset="0"/>
                <a:cs typeface="Courier New" panose="02070309020205020404" pitchFamily="49" charset="0"/>
              </a:endParaRPr>
            </a:p>
            <a:p>
              <a:pPr algn="r">
                <a:lnSpc>
                  <a:spcPct val="110000"/>
                </a:lnSpc>
              </a:pPr>
              <a:r>
                <a:rPr lang="en-US" altLang="zh-CN" sz="1600" b="1" dirty="0">
                  <a:latin typeface="Courier New" panose="02070309020205020404" pitchFamily="49" charset="0"/>
                  <a:cs typeface="Courier New" panose="02070309020205020404" pitchFamily="49" charset="0"/>
                </a:rPr>
                <a:t>header</a:t>
              </a:r>
              <a:endParaRPr lang="zh-CN" altLang="en-US" sz="1600" b="1" dirty="0">
                <a:latin typeface="Courier New" panose="02070309020205020404" pitchFamily="49" charset="0"/>
                <a:cs typeface="Courier New" panose="02070309020205020404" pitchFamily="49" charset="0"/>
              </a:endParaRPr>
            </a:p>
          </p:txBody>
        </p:sp>
      </p:grpSp>
      <p:cxnSp>
        <p:nvCxnSpPr>
          <p:cNvPr id="49" name="直接箭头连接符 48">
            <a:extLst>
              <a:ext uri="{FF2B5EF4-FFF2-40B4-BE49-F238E27FC236}">
                <a16:creationId xmlns:a16="http://schemas.microsoft.com/office/drawing/2014/main" id="{C680BC14-D62A-EF5D-B83F-1B7635FD71C5}"/>
              </a:ext>
            </a:extLst>
          </p:cNvPr>
          <p:cNvCxnSpPr>
            <a:cxnSpLocks/>
          </p:cNvCxnSpPr>
          <p:nvPr/>
        </p:nvCxnSpPr>
        <p:spPr>
          <a:xfrm>
            <a:off x="3296569" y="1922748"/>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8AAC6A8B-C628-4744-EF41-227D1CB27AC9}"/>
              </a:ext>
            </a:extLst>
          </p:cNvPr>
          <p:cNvCxnSpPr>
            <a:cxnSpLocks/>
          </p:cNvCxnSpPr>
          <p:nvPr/>
        </p:nvCxnSpPr>
        <p:spPr>
          <a:xfrm>
            <a:off x="9128588" y="1929819"/>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C0CF540A-6EDE-6291-661E-3274E6F16BDF}"/>
              </a:ext>
            </a:extLst>
          </p:cNvPr>
          <p:cNvCxnSpPr>
            <a:cxnSpLocks/>
            <a:endCxn id="104" idx="1"/>
          </p:cNvCxnSpPr>
          <p:nvPr/>
        </p:nvCxnSpPr>
        <p:spPr>
          <a:xfrm>
            <a:off x="8534511" y="1705740"/>
            <a:ext cx="1605295" cy="4621"/>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D791E56E-850E-F22C-E074-85CF65D880C7}"/>
              </a:ext>
            </a:extLst>
          </p:cNvPr>
          <p:cNvCxnSpPr>
            <a:cxnSpLocks/>
            <a:endCxn id="101" idx="1"/>
          </p:cNvCxnSpPr>
          <p:nvPr/>
        </p:nvCxnSpPr>
        <p:spPr>
          <a:xfrm>
            <a:off x="7362444" y="1477166"/>
            <a:ext cx="2777361" cy="279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60" name="文本框 66">
            <a:extLst>
              <a:ext uri="{FF2B5EF4-FFF2-40B4-BE49-F238E27FC236}">
                <a16:creationId xmlns:a16="http://schemas.microsoft.com/office/drawing/2014/main" id="{E61F4B39-8BD3-481F-CADA-92B67C9AE068}"/>
              </a:ext>
            </a:extLst>
          </p:cNvPr>
          <p:cNvSpPr txBox="1"/>
          <p:nvPr/>
        </p:nvSpPr>
        <p:spPr>
          <a:xfrm>
            <a:off x="10989379" y="2060618"/>
            <a:ext cx="55496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key</a:t>
            </a:r>
            <a:endParaRPr lang="zh-CN" altLang="en-US" sz="1600" b="1" dirty="0">
              <a:latin typeface="Courier New" panose="02070309020205020404" pitchFamily="49" charset="0"/>
              <a:cs typeface="Courier New" panose="02070309020205020404" pitchFamily="49" charset="0"/>
            </a:endParaRPr>
          </a:p>
        </p:txBody>
      </p:sp>
      <p:grpSp>
        <p:nvGrpSpPr>
          <p:cNvPr id="61" name="组合 60">
            <a:extLst>
              <a:ext uri="{FF2B5EF4-FFF2-40B4-BE49-F238E27FC236}">
                <a16:creationId xmlns:a16="http://schemas.microsoft.com/office/drawing/2014/main" id="{749C870D-8ED6-9F84-08DD-1193341300DD}"/>
              </a:ext>
            </a:extLst>
          </p:cNvPr>
          <p:cNvGrpSpPr/>
          <p:nvPr/>
        </p:nvGrpSpPr>
        <p:grpSpPr>
          <a:xfrm>
            <a:off x="3318136" y="832788"/>
            <a:ext cx="430387" cy="369332"/>
            <a:chOff x="1875111" y="4092972"/>
            <a:chExt cx="430387" cy="369332"/>
          </a:xfrm>
        </p:grpSpPr>
        <p:cxnSp>
          <p:nvCxnSpPr>
            <p:cNvPr id="86" name="直接箭头连接符 85">
              <a:extLst>
                <a:ext uri="{FF2B5EF4-FFF2-40B4-BE49-F238E27FC236}">
                  <a16:creationId xmlns:a16="http://schemas.microsoft.com/office/drawing/2014/main" id="{943E0181-BCB0-3673-18A4-A9F4798E99AB}"/>
                </a:ext>
              </a:extLst>
            </p:cNvPr>
            <p:cNvCxnSpPr>
              <a:cxnSpLocks/>
            </p:cNvCxnSpPr>
            <p:nvPr/>
          </p:nvCxnSpPr>
          <p:spPr>
            <a:xfrm>
              <a:off x="2129582" y="4326722"/>
              <a:ext cx="175916" cy="87117"/>
            </a:xfrm>
            <a:prstGeom prst="straightConnector1">
              <a:avLst/>
            </a:prstGeom>
            <a:ln w="19050">
              <a:solidFill>
                <a:srgbClr val="00B05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87" name="文本框 146">
              <a:extLst>
                <a:ext uri="{FF2B5EF4-FFF2-40B4-BE49-F238E27FC236}">
                  <a16:creationId xmlns:a16="http://schemas.microsoft.com/office/drawing/2014/main" id="{3D0F98DA-F381-9606-036F-AD060DA2B04B}"/>
                </a:ext>
              </a:extLst>
            </p:cNvPr>
            <p:cNvSpPr txBox="1"/>
            <p:nvPr/>
          </p:nvSpPr>
          <p:spPr>
            <a:xfrm>
              <a:off x="1875111" y="4092972"/>
              <a:ext cx="322524" cy="369332"/>
            </a:xfrm>
            <a:prstGeom prst="rect">
              <a:avLst/>
            </a:prstGeom>
            <a:noFill/>
            <a:ln>
              <a:noFill/>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B050"/>
                  </a:solidFill>
                  <a:latin typeface="Courier New" panose="02070309020205020404" pitchFamily="49" charset="0"/>
                  <a:cs typeface="Courier New" panose="02070309020205020404" pitchFamily="49" charset="0"/>
                </a:rPr>
                <a:t>q</a:t>
              </a:r>
              <a:endParaRPr lang="zh-CN" altLang="en-US" b="1" dirty="0">
                <a:solidFill>
                  <a:srgbClr val="00B050"/>
                </a:solidFill>
                <a:latin typeface="Courier New" panose="02070309020205020404" pitchFamily="49" charset="0"/>
                <a:cs typeface="Courier New" panose="02070309020205020404" pitchFamily="49" charset="0"/>
              </a:endParaRPr>
            </a:p>
          </p:txBody>
        </p:sp>
      </p:grpSp>
      <p:grpSp>
        <p:nvGrpSpPr>
          <p:cNvPr id="64" name="组合 63">
            <a:extLst>
              <a:ext uri="{FF2B5EF4-FFF2-40B4-BE49-F238E27FC236}">
                <a16:creationId xmlns:a16="http://schemas.microsoft.com/office/drawing/2014/main" id="{720A35F5-BE5A-DCA1-98FF-E76E95DDB870}"/>
              </a:ext>
            </a:extLst>
          </p:cNvPr>
          <p:cNvGrpSpPr/>
          <p:nvPr/>
        </p:nvGrpSpPr>
        <p:grpSpPr>
          <a:xfrm>
            <a:off x="6893157" y="1032487"/>
            <a:ext cx="346960" cy="329800"/>
            <a:chOff x="1958538" y="4084039"/>
            <a:chExt cx="346960" cy="329800"/>
          </a:xfrm>
        </p:grpSpPr>
        <p:cxnSp>
          <p:nvCxnSpPr>
            <p:cNvPr id="84" name="直接箭头连接符 83">
              <a:extLst>
                <a:ext uri="{FF2B5EF4-FFF2-40B4-BE49-F238E27FC236}">
                  <a16:creationId xmlns:a16="http://schemas.microsoft.com/office/drawing/2014/main" id="{32760193-1FA6-7B20-A32E-056814705ABD}"/>
                </a:ext>
              </a:extLst>
            </p:cNvPr>
            <p:cNvCxnSpPr>
              <a:cxnSpLocks/>
            </p:cNvCxnSpPr>
            <p:nvPr/>
          </p:nvCxnSpPr>
          <p:spPr>
            <a:xfrm>
              <a:off x="2129582" y="4326722"/>
              <a:ext cx="175916" cy="87117"/>
            </a:xfrm>
            <a:prstGeom prst="straightConnector1">
              <a:avLst/>
            </a:prstGeom>
            <a:ln w="19050">
              <a:solidFill>
                <a:srgbClr val="00B0F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85" name="文本框 154">
              <a:extLst>
                <a:ext uri="{FF2B5EF4-FFF2-40B4-BE49-F238E27FC236}">
                  <a16:creationId xmlns:a16="http://schemas.microsoft.com/office/drawing/2014/main" id="{09D02C28-7419-E22B-148B-6F935A29C4E9}"/>
                </a:ext>
              </a:extLst>
            </p:cNvPr>
            <p:cNvSpPr txBox="1"/>
            <p:nvPr/>
          </p:nvSpPr>
          <p:spPr>
            <a:xfrm>
              <a:off x="1958538" y="4084039"/>
              <a:ext cx="282017" cy="276999"/>
            </a:xfrm>
            <a:prstGeom prst="rect">
              <a:avLst/>
            </a:prstGeom>
            <a:noFill/>
            <a:ln>
              <a:noFill/>
            </a:ln>
          </p:spPr>
          <p:txBody>
            <a:bodyPr wrap="squar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00B0F0"/>
                  </a:solidFill>
                  <a:latin typeface="Courier New" panose="02070309020205020404" pitchFamily="49" charset="0"/>
                  <a:cs typeface="Courier New" panose="02070309020205020404" pitchFamily="49" charset="0"/>
                </a:rPr>
                <a:t>p</a:t>
              </a:r>
              <a:endParaRPr lang="zh-CN" altLang="en-US" b="1" dirty="0">
                <a:solidFill>
                  <a:srgbClr val="00B0F0"/>
                </a:solidFill>
                <a:latin typeface="Courier New" panose="02070309020205020404" pitchFamily="49" charset="0"/>
                <a:cs typeface="Courier New" panose="02070309020205020404" pitchFamily="49" charset="0"/>
              </a:endParaRPr>
            </a:p>
          </p:txBody>
        </p:sp>
      </p:grpSp>
      <p:sp>
        <p:nvSpPr>
          <p:cNvPr id="67" name="文本框 58">
            <a:extLst>
              <a:ext uri="{FF2B5EF4-FFF2-40B4-BE49-F238E27FC236}">
                <a16:creationId xmlns:a16="http://schemas.microsoft.com/office/drawing/2014/main" id="{35541BE2-2742-10AB-8906-A3215DBE19EE}"/>
              </a:ext>
            </a:extLst>
          </p:cNvPr>
          <p:cNvSpPr txBox="1"/>
          <p:nvPr/>
        </p:nvSpPr>
        <p:spPr>
          <a:xfrm>
            <a:off x="8969720" y="2364914"/>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T</a:t>
            </a:r>
          </a:p>
        </p:txBody>
      </p:sp>
      <p:sp>
        <p:nvSpPr>
          <p:cNvPr id="68" name="文本框 61">
            <a:extLst>
              <a:ext uri="{FF2B5EF4-FFF2-40B4-BE49-F238E27FC236}">
                <a16:creationId xmlns:a16="http://schemas.microsoft.com/office/drawing/2014/main" id="{C2D3E289-6752-0A78-D6D4-272D08AE4027}"/>
              </a:ext>
            </a:extLst>
          </p:cNvPr>
          <p:cNvSpPr txBox="1"/>
          <p:nvPr/>
        </p:nvSpPr>
        <p:spPr>
          <a:xfrm>
            <a:off x="9565718" y="2359238"/>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X</a:t>
            </a:r>
          </a:p>
        </p:txBody>
      </p:sp>
      <p:sp>
        <p:nvSpPr>
          <p:cNvPr id="69" name="文本框 63">
            <a:extLst>
              <a:ext uri="{FF2B5EF4-FFF2-40B4-BE49-F238E27FC236}">
                <a16:creationId xmlns:a16="http://schemas.microsoft.com/office/drawing/2014/main" id="{943B1CBB-E599-7475-71E0-EC3AD7CB9961}"/>
              </a:ext>
            </a:extLst>
          </p:cNvPr>
          <p:cNvSpPr txBox="1"/>
          <p:nvPr/>
        </p:nvSpPr>
        <p:spPr>
          <a:xfrm>
            <a:off x="10135641" y="2369870"/>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Z</a:t>
            </a:r>
          </a:p>
        </p:txBody>
      </p:sp>
      <p:sp>
        <p:nvSpPr>
          <p:cNvPr id="70" name="文本框 123">
            <a:extLst>
              <a:ext uri="{FF2B5EF4-FFF2-40B4-BE49-F238E27FC236}">
                <a16:creationId xmlns:a16="http://schemas.microsoft.com/office/drawing/2014/main" id="{1887C9B9-12DF-D66B-3FE6-BC6B076C4145}"/>
              </a:ext>
            </a:extLst>
          </p:cNvPr>
          <p:cNvSpPr txBox="1"/>
          <p:nvPr/>
        </p:nvSpPr>
        <p:spPr>
          <a:xfrm>
            <a:off x="4309591" y="2348597"/>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B</a:t>
            </a:r>
          </a:p>
        </p:txBody>
      </p:sp>
      <p:sp>
        <p:nvSpPr>
          <p:cNvPr id="71" name="文本框 125">
            <a:extLst>
              <a:ext uri="{FF2B5EF4-FFF2-40B4-BE49-F238E27FC236}">
                <a16:creationId xmlns:a16="http://schemas.microsoft.com/office/drawing/2014/main" id="{CBE306C8-2BC0-0785-0954-9BA6A892F463}"/>
              </a:ext>
            </a:extLst>
          </p:cNvPr>
          <p:cNvSpPr txBox="1"/>
          <p:nvPr/>
        </p:nvSpPr>
        <p:spPr>
          <a:xfrm>
            <a:off x="4894957" y="234292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D</a:t>
            </a:r>
          </a:p>
        </p:txBody>
      </p:sp>
      <p:sp>
        <p:nvSpPr>
          <p:cNvPr id="72" name="文本框 126">
            <a:extLst>
              <a:ext uri="{FF2B5EF4-FFF2-40B4-BE49-F238E27FC236}">
                <a16:creationId xmlns:a16="http://schemas.microsoft.com/office/drawing/2014/main" id="{3CEB19C3-2095-35AF-4D94-168EB16C265E}"/>
              </a:ext>
            </a:extLst>
          </p:cNvPr>
          <p:cNvSpPr txBox="1"/>
          <p:nvPr/>
        </p:nvSpPr>
        <p:spPr>
          <a:xfrm>
            <a:off x="5464880" y="2353553"/>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F</a:t>
            </a:r>
          </a:p>
        </p:txBody>
      </p:sp>
      <p:sp>
        <p:nvSpPr>
          <p:cNvPr id="74" name="文本框 61">
            <a:extLst>
              <a:ext uri="{FF2B5EF4-FFF2-40B4-BE49-F238E27FC236}">
                <a16:creationId xmlns:a16="http://schemas.microsoft.com/office/drawing/2014/main" id="{C2D3E289-6752-0A78-D6D4-272D08AE4027}"/>
              </a:ext>
            </a:extLst>
          </p:cNvPr>
          <p:cNvSpPr txBox="1"/>
          <p:nvPr/>
        </p:nvSpPr>
        <p:spPr>
          <a:xfrm>
            <a:off x="6058462" y="2353922"/>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J</a:t>
            </a:r>
          </a:p>
        </p:txBody>
      </p:sp>
      <p:sp>
        <p:nvSpPr>
          <p:cNvPr id="75" name="文本框 63">
            <a:extLst>
              <a:ext uri="{FF2B5EF4-FFF2-40B4-BE49-F238E27FC236}">
                <a16:creationId xmlns:a16="http://schemas.microsoft.com/office/drawing/2014/main" id="{943B1CBB-E599-7475-71E0-EC3AD7CB9961}"/>
              </a:ext>
            </a:extLst>
          </p:cNvPr>
          <p:cNvSpPr txBox="1"/>
          <p:nvPr/>
        </p:nvSpPr>
        <p:spPr>
          <a:xfrm>
            <a:off x="6639017" y="2359238"/>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L</a:t>
            </a:r>
          </a:p>
        </p:txBody>
      </p:sp>
      <p:sp>
        <p:nvSpPr>
          <p:cNvPr id="76" name="文本框 58">
            <a:extLst>
              <a:ext uri="{FF2B5EF4-FFF2-40B4-BE49-F238E27FC236}">
                <a16:creationId xmlns:a16="http://schemas.microsoft.com/office/drawing/2014/main" id="{35541BE2-2742-10AB-8906-A3215DBE19EE}"/>
              </a:ext>
            </a:extLst>
          </p:cNvPr>
          <p:cNvSpPr txBox="1"/>
          <p:nvPr/>
        </p:nvSpPr>
        <p:spPr>
          <a:xfrm>
            <a:off x="7221408" y="2359238"/>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N</a:t>
            </a:r>
          </a:p>
        </p:txBody>
      </p:sp>
      <p:sp>
        <p:nvSpPr>
          <p:cNvPr id="77" name="文本框 61">
            <a:extLst>
              <a:ext uri="{FF2B5EF4-FFF2-40B4-BE49-F238E27FC236}">
                <a16:creationId xmlns:a16="http://schemas.microsoft.com/office/drawing/2014/main" id="{C2D3E289-6752-0A78-D6D4-272D08AE4027}"/>
              </a:ext>
            </a:extLst>
          </p:cNvPr>
          <p:cNvSpPr txBox="1"/>
          <p:nvPr/>
        </p:nvSpPr>
        <p:spPr>
          <a:xfrm>
            <a:off x="7817406" y="2353562"/>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P</a:t>
            </a:r>
          </a:p>
        </p:txBody>
      </p:sp>
      <p:sp>
        <p:nvSpPr>
          <p:cNvPr id="78" name="文本框 63">
            <a:extLst>
              <a:ext uri="{FF2B5EF4-FFF2-40B4-BE49-F238E27FC236}">
                <a16:creationId xmlns:a16="http://schemas.microsoft.com/office/drawing/2014/main" id="{943B1CBB-E599-7475-71E0-EC3AD7CB9961}"/>
              </a:ext>
            </a:extLst>
          </p:cNvPr>
          <p:cNvSpPr txBox="1"/>
          <p:nvPr/>
        </p:nvSpPr>
        <p:spPr>
          <a:xfrm>
            <a:off x="8397961" y="2364194"/>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C00000"/>
                </a:solidFill>
                <a:latin typeface="Courier New" panose="02070309020205020404" pitchFamily="49" charset="0"/>
                <a:cs typeface="Courier New" panose="02070309020205020404" pitchFamily="49" charset="0"/>
              </a:rPr>
              <a:t>R</a:t>
            </a:r>
          </a:p>
        </p:txBody>
      </p:sp>
      <p:sp>
        <p:nvSpPr>
          <p:cNvPr id="80" name="文本框 139">
            <a:extLst>
              <a:ext uri="{FF2B5EF4-FFF2-40B4-BE49-F238E27FC236}">
                <a16:creationId xmlns:a16="http://schemas.microsoft.com/office/drawing/2014/main" id="{A1219BFD-0CEC-C9ED-6632-B95595EE9C26}"/>
              </a:ext>
            </a:extLst>
          </p:cNvPr>
          <p:cNvSpPr txBox="1"/>
          <p:nvPr/>
        </p:nvSpPr>
        <p:spPr>
          <a:xfrm>
            <a:off x="10712189" y="2367724"/>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600" b="1" dirty="0">
              <a:solidFill>
                <a:srgbClr val="C00000"/>
              </a:solidFill>
              <a:latin typeface="Courier New" panose="02070309020205020404" pitchFamily="49" charset="0"/>
              <a:cs typeface="Courier New" panose="02070309020205020404" pitchFamily="49" charset="0"/>
            </a:endParaRPr>
          </a:p>
        </p:txBody>
      </p:sp>
      <p:sp>
        <p:nvSpPr>
          <p:cNvPr id="81" name="文本框 140">
            <a:extLst>
              <a:ext uri="{FF2B5EF4-FFF2-40B4-BE49-F238E27FC236}">
                <a16:creationId xmlns:a16="http://schemas.microsoft.com/office/drawing/2014/main" id="{97798853-33FB-302C-CBF6-B03F5EA09EBE}"/>
              </a:ext>
            </a:extLst>
          </p:cNvPr>
          <p:cNvSpPr txBox="1"/>
          <p:nvPr/>
        </p:nvSpPr>
        <p:spPr>
          <a:xfrm>
            <a:off x="10988347" y="2378349"/>
            <a:ext cx="801823"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latin typeface="Courier New" panose="02070309020205020404" pitchFamily="49" charset="0"/>
                <a:cs typeface="Courier New" panose="02070309020205020404" pitchFamily="49" charset="0"/>
              </a:rPr>
              <a:t>value</a:t>
            </a:r>
            <a:endParaRPr lang="zh-CN" altLang="en-US" sz="1600" b="1" dirty="0">
              <a:latin typeface="Courier New" panose="02070309020205020404" pitchFamily="49" charset="0"/>
              <a:cs typeface="Courier New" panose="02070309020205020404" pitchFamily="49" charset="0"/>
            </a:endParaRPr>
          </a:p>
        </p:txBody>
      </p:sp>
      <p:sp>
        <p:nvSpPr>
          <p:cNvPr id="82" name="文本框 141">
            <a:extLst>
              <a:ext uri="{FF2B5EF4-FFF2-40B4-BE49-F238E27FC236}">
                <a16:creationId xmlns:a16="http://schemas.microsoft.com/office/drawing/2014/main" id="{48FC72E9-C945-43A6-D859-13CC2D01BA88}"/>
              </a:ext>
            </a:extLst>
          </p:cNvPr>
          <p:cNvSpPr txBox="1"/>
          <p:nvPr/>
        </p:nvSpPr>
        <p:spPr>
          <a:xfrm>
            <a:off x="3730117" y="2342921"/>
            <a:ext cx="264137" cy="31892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1600" b="1" dirty="0">
              <a:solidFill>
                <a:srgbClr val="C00000"/>
              </a:solidFill>
              <a:latin typeface="Courier New" panose="02070309020205020404" pitchFamily="49" charset="0"/>
              <a:cs typeface="Courier New" panose="02070309020205020404" pitchFamily="49" charset="0"/>
            </a:endParaRPr>
          </a:p>
        </p:txBody>
      </p:sp>
      <p:sp>
        <p:nvSpPr>
          <p:cNvPr id="148" name="矩形 147">
            <a:extLst>
              <a:ext uri="{FF2B5EF4-FFF2-40B4-BE49-F238E27FC236}">
                <a16:creationId xmlns:a16="http://schemas.microsoft.com/office/drawing/2014/main" id="{17D771F4-A931-DF8C-A038-1B1D14C74149}"/>
              </a:ext>
            </a:extLst>
          </p:cNvPr>
          <p:cNvSpPr/>
          <p:nvPr/>
        </p:nvSpPr>
        <p:spPr>
          <a:xfrm>
            <a:off x="2721685" y="4329809"/>
            <a:ext cx="7261411" cy="1721367"/>
          </a:xfrm>
          <a:prstGeom prst="rect">
            <a:avLst/>
          </a:pr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文本框 148">
            <a:extLst>
              <a:ext uri="{FF2B5EF4-FFF2-40B4-BE49-F238E27FC236}">
                <a16:creationId xmlns:a16="http://schemas.microsoft.com/office/drawing/2014/main" id="{99487C06-3B69-950D-BC21-12F6703079A6}"/>
              </a:ext>
            </a:extLst>
          </p:cNvPr>
          <p:cNvSpPr txBox="1"/>
          <p:nvPr/>
        </p:nvSpPr>
        <p:spPr>
          <a:xfrm>
            <a:off x="10177014" y="4506006"/>
            <a:ext cx="1367325" cy="1477328"/>
          </a:xfrm>
          <a:prstGeom prst="rect">
            <a:avLst/>
          </a:prstGeom>
          <a:noFill/>
        </p:spPr>
        <p:txBody>
          <a:bodyPr wrap="square" rtlCol="0">
            <a:spAutoFit/>
          </a:bodyPr>
          <a:lstStyle/>
          <a:p>
            <a:r>
              <a:rPr lang="zh-CN" altLang="en-US" b="1" dirty="0">
                <a:solidFill>
                  <a:srgbClr val="FF0000"/>
                </a:solidFill>
                <a:latin typeface="+mj-ea"/>
                <a:ea typeface="+mj-ea"/>
              </a:rPr>
              <a:t>在自上而下各层查找过程中，遇目标节点，则在该层删除</a:t>
            </a:r>
          </a:p>
        </p:txBody>
      </p:sp>
      <p:sp>
        <p:nvSpPr>
          <p:cNvPr id="154" name="文本框 153">
            <a:extLst>
              <a:ext uri="{FF2B5EF4-FFF2-40B4-BE49-F238E27FC236}">
                <a16:creationId xmlns:a16="http://schemas.microsoft.com/office/drawing/2014/main" id="{54C048E9-7AC8-41FC-1939-F957CD868809}"/>
              </a:ext>
            </a:extLst>
          </p:cNvPr>
          <p:cNvSpPr txBox="1"/>
          <p:nvPr/>
        </p:nvSpPr>
        <p:spPr>
          <a:xfrm>
            <a:off x="3601558" y="465225"/>
            <a:ext cx="957313" cy="400110"/>
          </a:xfrm>
          <a:prstGeom prst="rect">
            <a:avLst/>
          </a:prstGeom>
          <a:solidFill>
            <a:schemeClr val="accent6">
              <a:lumMod val="20000"/>
              <a:lumOff val="80000"/>
            </a:schemeClr>
          </a:solidFill>
        </p:spPr>
        <p:txBody>
          <a:bodyPr wrap="none" rtlCol="0">
            <a:spAutoFit/>
          </a:bodyPr>
          <a:lstStyle/>
          <a:p>
            <a:r>
              <a:rPr lang="zh-CN" altLang="en-US" sz="2000" b="1" dirty="0">
                <a:solidFill>
                  <a:srgbClr val="C00000"/>
                </a:solidFill>
                <a:effectLst>
                  <a:outerShdw blurRad="38100" dist="38100" dir="2700000" algn="tl">
                    <a:srgbClr val="000000">
                      <a:alpha val="43137"/>
                    </a:srgbClr>
                  </a:outerShdw>
                </a:effectLst>
              </a:rPr>
              <a:t>删除</a:t>
            </a:r>
            <a:r>
              <a:rPr lang="en-US" altLang="zh-CN" sz="2000" b="1" dirty="0">
                <a:solidFill>
                  <a:srgbClr val="C00000"/>
                </a:solidFill>
                <a:effectLst>
                  <a:outerShdw blurRad="38100" dist="38100" dir="2700000" algn="tl">
                    <a:srgbClr val="000000">
                      <a:alpha val="43137"/>
                    </a:srgbClr>
                  </a:outerShdw>
                </a:effectLst>
              </a:rPr>
              <a:t>59</a:t>
            </a:r>
            <a:endParaRPr lang="zh-CN" altLang="en-US" sz="2000" b="1" dirty="0">
              <a:solidFill>
                <a:srgbClr val="C00000"/>
              </a:solidFill>
              <a:effectLst>
                <a:outerShdw blurRad="38100" dist="38100" dir="2700000" algn="tl">
                  <a:srgbClr val="000000">
                    <a:alpha val="43137"/>
                  </a:srgbClr>
                </a:outerShdw>
              </a:effectLst>
            </a:endParaRPr>
          </a:p>
        </p:txBody>
      </p:sp>
      <p:sp>
        <p:nvSpPr>
          <p:cNvPr id="155" name="文本框 154">
            <a:extLst>
              <a:ext uri="{FF2B5EF4-FFF2-40B4-BE49-F238E27FC236}">
                <a16:creationId xmlns:a16="http://schemas.microsoft.com/office/drawing/2014/main" id="{F5E32B2C-B1B8-11AC-A27E-373CBE398936}"/>
              </a:ext>
            </a:extLst>
          </p:cNvPr>
          <p:cNvSpPr txBox="1"/>
          <p:nvPr/>
        </p:nvSpPr>
        <p:spPr>
          <a:xfrm>
            <a:off x="8987347" y="462574"/>
            <a:ext cx="1287532"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key = 59</a:t>
            </a:r>
            <a:endParaRPr lang="zh-CN" altLang="en-US" b="1" dirty="0">
              <a:solidFill>
                <a:srgbClr val="C00000"/>
              </a:solidFill>
              <a:latin typeface="Courier New" panose="02070309020205020404" pitchFamily="49" charset="0"/>
              <a:cs typeface="Courier New" panose="02070309020205020404" pitchFamily="49" charset="0"/>
            </a:endParaRPr>
          </a:p>
        </p:txBody>
      </p:sp>
      <p:sp>
        <p:nvSpPr>
          <p:cNvPr id="156" name="文本框 155">
            <a:extLst>
              <a:ext uri="{FF2B5EF4-FFF2-40B4-BE49-F238E27FC236}">
                <a16:creationId xmlns:a16="http://schemas.microsoft.com/office/drawing/2014/main" id="{FB9960D5-806A-067D-814F-FB5524733AEA}"/>
              </a:ext>
            </a:extLst>
          </p:cNvPr>
          <p:cNvSpPr txBox="1"/>
          <p:nvPr/>
        </p:nvSpPr>
        <p:spPr>
          <a:xfrm>
            <a:off x="4697712" y="470488"/>
            <a:ext cx="4320413" cy="369332"/>
          </a:xfrm>
          <a:prstGeom prst="rect">
            <a:avLst/>
          </a:prstGeom>
          <a:noFill/>
        </p:spPr>
        <p:txBody>
          <a:bodyPr wrap="none" rtlCol="0">
            <a:spAutoFit/>
          </a:bodyPr>
          <a:lstStyle/>
          <a:p>
            <a:r>
              <a:rPr lang="en-US" altLang="zh-CN" b="1" kern="100" dirty="0">
                <a:latin typeface="Courier New" panose="02070309020205020404" pitchFamily="49" charset="0"/>
                <a:cs typeface="Times New Roman" panose="02020603050405020304" pitchFamily="18" charset="0"/>
              </a:rPr>
              <a:t>Status</a:t>
            </a:r>
            <a:r>
              <a:rPr lang="en-US" altLang="zh-CN" kern="100" dirty="0">
                <a:latin typeface="Courier New" panose="02070309020205020404" pitchFamily="49" charset="0"/>
                <a:cs typeface="Times New Roman" panose="02020603050405020304" pitchFamily="18" charset="0"/>
              </a:rPr>
              <a:t> </a:t>
            </a:r>
            <a:r>
              <a:rPr lang="en-US" altLang="zh-CN" kern="100" dirty="0" err="1">
                <a:latin typeface="Courier New" panose="02070309020205020404" pitchFamily="49" charset="0"/>
                <a:cs typeface="Times New Roman" panose="02020603050405020304" pitchFamily="18" charset="0"/>
              </a:rPr>
              <a:t>tf</a:t>
            </a:r>
            <a:r>
              <a:rPr lang="en-US" altLang="zh-CN" kern="100" dirty="0">
                <a:latin typeface="Courier New" panose="02070309020205020404" pitchFamily="49" charset="0"/>
                <a:cs typeface="Times New Roman" panose="02020603050405020304" pitchFamily="18" charset="0"/>
              </a:rPr>
              <a:t> = </a:t>
            </a:r>
            <a:r>
              <a:rPr lang="en-US" altLang="zh-CN" kern="100" dirty="0" err="1">
                <a:latin typeface="Courier New" panose="02070309020205020404" pitchFamily="49" charset="0"/>
                <a:cs typeface="Times New Roman" panose="02020603050405020304" pitchFamily="18" charset="0"/>
              </a:rPr>
              <a:t>DeleteSL</a:t>
            </a:r>
            <a:r>
              <a:rPr lang="en-US" altLang="zh-CN" kern="100" dirty="0">
                <a:latin typeface="Courier New" panose="02070309020205020404" pitchFamily="49" charset="0"/>
                <a:cs typeface="Times New Roman" panose="02020603050405020304" pitchFamily="18" charset="0"/>
              </a:rPr>
              <a:t>(SL, 59);</a:t>
            </a:r>
            <a:r>
              <a:rPr lang="en-US" altLang="zh-CN" b="1" dirty="0">
                <a:solidFill>
                  <a:srgbClr val="C00000"/>
                </a:solidFill>
                <a:latin typeface="Courier New" panose="02070309020205020404" pitchFamily="49" charset="0"/>
                <a:cs typeface="Courier New" panose="02070309020205020404" pitchFamily="49" charset="0"/>
              </a:rPr>
              <a:t> </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157" name="直接箭头连接符 156">
            <a:extLst>
              <a:ext uri="{FF2B5EF4-FFF2-40B4-BE49-F238E27FC236}">
                <a16:creationId xmlns:a16="http://schemas.microsoft.com/office/drawing/2014/main" id="{17E559E5-968E-1CB6-2941-96619E1E8D71}"/>
              </a:ext>
            </a:extLst>
          </p:cNvPr>
          <p:cNvCxnSpPr>
            <a:cxnSpLocks/>
            <a:endCxn id="101" idx="1"/>
          </p:cNvCxnSpPr>
          <p:nvPr/>
        </p:nvCxnSpPr>
        <p:spPr>
          <a:xfrm>
            <a:off x="3886938" y="1470615"/>
            <a:ext cx="6252867" cy="9343"/>
          </a:xfrm>
          <a:prstGeom prst="straightConnector1">
            <a:avLst/>
          </a:prstGeom>
          <a:ln w="25400">
            <a:solidFill>
              <a:srgbClr val="3B11EF"/>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A1FB9DAF-3A06-2100-EFF7-B361379151E3}"/>
              </a:ext>
            </a:extLst>
          </p:cNvPr>
          <p:cNvCxnSpPr>
            <a:cxnSpLocks/>
            <a:endCxn id="107" idx="1"/>
          </p:cNvCxnSpPr>
          <p:nvPr/>
        </p:nvCxnSpPr>
        <p:spPr>
          <a:xfrm flipV="1">
            <a:off x="6206169" y="1699172"/>
            <a:ext cx="2192285" cy="12510"/>
          </a:xfrm>
          <a:prstGeom prst="straightConnector1">
            <a:avLst/>
          </a:prstGeom>
          <a:ln w="25400">
            <a:solidFill>
              <a:srgbClr val="3B11EF"/>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id="{0EE2EAD8-28D1-F307-9FB5-B0F7F415E4E0}"/>
              </a:ext>
            </a:extLst>
          </p:cNvPr>
          <p:cNvCxnSpPr>
            <a:cxnSpLocks/>
          </p:cNvCxnSpPr>
          <p:nvPr/>
        </p:nvCxnSpPr>
        <p:spPr>
          <a:xfrm>
            <a:off x="6785049" y="1938049"/>
            <a:ext cx="439407" cy="1702"/>
          </a:xfrm>
          <a:prstGeom prst="straightConnector1">
            <a:avLst/>
          </a:prstGeom>
          <a:ln w="1905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5" name="直接箭头连接符 164">
            <a:extLst>
              <a:ext uri="{FF2B5EF4-FFF2-40B4-BE49-F238E27FC236}">
                <a16:creationId xmlns:a16="http://schemas.microsoft.com/office/drawing/2014/main" id="{7CE3CA6C-23AA-C5CB-B321-CEDB3807CBE9}"/>
              </a:ext>
            </a:extLst>
          </p:cNvPr>
          <p:cNvCxnSpPr>
            <a:cxnSpLocks/>
            <a:endCxn id="114" idx="1"/>
          </p:cNvCxnSpPr>
          <p:nvPr/>
        </p:nvCxnSpPr>
        <p:spPr>
          <a:xfrm flipV="1">
            <a:off x="6785049" y="1935326"/>
            <a:ext cx="1028678" cy="3945"/>
          </a:xfrm>
          <a:prstGeom prst="straightConnector1">
            <a:avLst/>
          </a:prstGeom>
          <a:ln w="25400">
            <a:solidFill>
              <a:srgbClr val="3B11EF"/>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CBB5F99E-A25B-2270-1355-DF348A7B349A}"/>
              </a:ext>
            </a:extLst>
          </p:cNvPr>
          <p:cNvCxnSpPr/>
          <p:nvPr/>
        </p:nvCxnSpPr>
        <p:spPr>
          <a:xfrm>
            <a:off x="3355511" y="5333087"/>
            <a:ext cx="3408022"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71" name="直接连接符 170">
            <a:extLst>
              <a:ext uri="{FF2B5EF4-FFF2-40B4-BE49-F238E27FC236}">
                <a16:creationId xmlns:a16="http://schemas.microsoft.com/office/drawing/2014/main" id="{DAEE3908-46A5-9A18-160A-E5F9E4D3C9C2}"/>
              </a:ext>
            </a:extLst>
          </p:cNvPr>
          <p:cNvCxnSpPr>
            <a:cxnSpLocks/>
          </p:cNvCxnSpPr>
          <p:nvPr/>
        </p:nvCxnSpPr>
        <p:spPr>
          <a:xfrm>
            <a:off x="3323014" y="5587685"/>
            <a:ext cx="390728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73" name="文本框 74">
            <a:extLst>
              <a:ext uri="{FF2B5EF4-FFF2-40B4-BE49-F238E27FC236}">
                <a16:creationId xmlns:a16="http://schemas.microsoft.com/office/drawing/2014/main" id="{620A6DE9-E43A-A024-ACE3-A9E74B46776D}"/>
              </a:ext>
            </a:extLst>
          </p:cNvPr>
          <p:cNvSpPr txBox="1"/>
          <p:nvPr/>
        </p:nvSpPr>
        <p:spPr>
          <a:xfrm>
            <a:off x="3176210" y="1214496"/>
            <a:ext cx="217857" cy="246221"/>
          </a:xfrm>
          <a:prstGeom prst="rect">
            <a:avLst/>
          </a:prstGeom>
          <a:solidFill>
            <a:schemeClr val="accent5">
              <a:lumMod val="20000"/>
              <a:lumOff val="80000"/>
            </a:schemeClr>
          </a:solidFill>
          <a:ln w="12700">
            <a:noFill/>
          </a:ln>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latin typeface="Times New Roman" panose="02020603050405020304" pitchFamily="18" charset="0"/>
                <a:cs typeface="Times New Roman" panose="02020603050405020304" pitchFamily="18" charset="0"/>
              </a:rPr>
              <a:t>10</a:t>
            </a:r>
            <a:endParaRPr lang="zh-CN" altLang="en-US" sz="1600" b="1" dirty="0">
              <a:latin typeface="Times New Roman" panose="02020603050405020304" pitchFamily="18" charset="0"/>
              <a:cs typeface="Times New Roman" panose="02020603050405020304" pitchFamily="18" charset="0"/>
            </a:endParaRPr>
          </a:p>
        </p:txBody>
      </p:sp>
      <p:sp>
        <p:nvSpPr>
          <p:cNvPr id="175" name="文本框 174">
            <a:extLst>
              <a:ext uri="{FF2B5EF4-FFF2-40B4-BE49-F238E27FC236}">
                <a16:creationId xmlns:a16="http://schemas.microsoft.com/office/drawing/2014/main" id="{52434FC7-0A47-16DD-F784-580C0EA0D951}"/>
              </a:ext>
            </a:extLst>
          </p:cNvPr>
          <p:cNvSpPr txBox="1"/>
          <p:nvPr/>
        </p:nvSpPr>
        <p:spPr>
          <a:xfrm>
            <a:off x="5005563" y="5877301"/>
            <a:ext cx="4833289" cy="646331"/>
          </a:xfrm>
          <a:prstGeom prst="rect">
            <a:avLst/>
          </a:prstGeom>
          <a:solidFill>
            <a:schemeClr val="accent5">
              <a:lumMod val="20000"/>
              <a:lumOff val="80000"/>
            </a:schemeClr>
          </a:solidFill>
          <a:ln>
            <a:solidFill>
              <a:schemeClr val="accent5">
                <a:lumMod val="75000"/>
              </a:schemeClr>
            </a:solidFill>
          </a:ln>
        </p:spPr>
        <p:txBody>
          <a:bodyPr wrap="square">
            <a:spAutoFit/>
          </a:bodyPr>
          <a:lstStyle/>
          <a:p>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平均情况下，这种跳跃表的</a:t>
            </a:r>
            <a:r>
              <a:rPr lang="zh-CN" altLang="zh-CN" sz="1800" b="1" dirty="0">
                <a:effectLst/>
                <a:latin typeface="黑体" panose="02010609060101010101" pitchFamily="49" charset="-122"/>
                <a:ea typeface="黑体" panose="02010609060101010101" pitchFamily="49" charset="-122"/>
                <a:cs typeface="Times New Roman" panose="02020603050405020304" pitchFamily="18" charset="0"/>
              </a:rPr>
              <a:t>查找</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b="1" dirty="0">
                <a:latin typeface="黑体" panose="02010609060101010101" pitchFamily="49" charset="-122"/>
                <a:ea typeface="黑体" panose="02010609060101010101" pitchFamily="49" charset="-122"/>
                <a:cs typeface="Times New Roman" panose="02020603050405020304" pitchFamily="18" charset="0"/>
              </a:rPr>
              <a:t>插入</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b="1" dirty="0">
                <a:latin typeface="黑体" panose="02010609060101010101" pitchFamily="49" charset="-122"/>
                <a:ea typeface="黑体" panose="02010609060101010101" pitchFamily="49" charset="-122"/>
                <a:cs typeface="Times New Roman" panose="02020603050405020304" pitchFamily="18" charset="0"/>
              </a:rPr>
              <a:t>删除</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操作大约需要</a:t>
            </a:r>
            <a:r>
              <a:rPr lang="en-US" altLang="zh-CN" sz="1800" b="1" dirty="0">
                <a:effectLst/>
                <a:latin typeface="Times New Roman" panose="02020603050405020304" pitchFamily="18" charset="0"/>
                <a:ea typeface="宋体" panose="02010600030101010101" pitchFamily="2" charset="-122"/>
              </a:rPr>
              <a:t>(</a:t>
            </a:r>
            <a:r>
              <a:rPr lang="en-US" altLang="zh-CN" sz="1800" b="1" dirty="0" err="1">
                <a:effectLst/>
                <a:latin typeface="Times New Roman" panose="02020603050405020304" pitchFamily="18" charset="0"/>
                <a:ea typeface="宋体" panose="02010600030101010101" pitchFamily="2" charset="-122"/>
              </a:rPr>
              <a:t>2log</a:t>
            </a:r>
            <a:r>
              <a:rPr lang="en-US" altLang="zh-CN" sz="1800" b="1" baseline="-25000" dirty="0" err="1">
                <a:effectLst/>
                <a:latin typeface="Times New Roman" panose="02020603050405020304" pitchFamily="18" charset="0"/>
                <a:ea typeface="宋体" panose="02010600030101010101" pitchFamily="2" charset="-122"/>
              </a:rPr>
              <a:t>2</a:t>
            </a:r>
            <a:r>
              <a:rPr lang="en-US" altLang="zh-CN" sz="1800" b="1" i="1" dirty="0" err="1">
                <a:effectLst/>
                <a:latin typeface="Times New Roman" panose="02020603050405020304" pitchFamily="18" charset="0"/>
                <a:ea typeface="宋体" panose="02010600030101010101" pitchFamily="2" charset="-122"/>
              </a:rPr>
              <a:t>n</a:t>
            </a:r>
            <a:r>
              <a:rPr lang="en-US" altLang="zh-CN" sz="1800" b="1" dirty="0">
                <a:effectLst/>
                <a:latin typeface="Times New Roman" panose="02020603050405020304" pitchFamily="18" charset="0"/>
                <a:ea typeface="宋体" panose="02010600030101010101" pitchFamily="2" charset="-122"/>
              </a:rPr>
              <a:t>)/2</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次比较，是</a:t>
            </a:r>
            <a:r>
              <a:rPr lang="en-US" altLang="zh-CN" sz="1800" b="1" i="1" dirty="0">
                <a:effectLst/>
                <a:latin typeface="Times New Roman" panose="02020603050405020304" pitchFamily="18" charset="0"/>
                <a:ea typeface="宋体" panose="02010600030101010101" pitchFamily="2" charset="-122"/>
              </a:rPr>
              <a:t>O</a:t>
            </a:r>
            <a:r>
              <a:rPr lang="en-US" altLang="zh-CN" sz="1800" b="1" dirty="0">
                <a:effectLst/>
                <a:latin typeface="Times New Roman" panose="02020603050405020304" pitchFamily="18" charset="0"/>
                <a:ea typeface="宋体" panose="02010600030101010101" pitchFamily="2" charset="-122"/>
              </a:rPr>
              <a:t>(</a:t>
            </a:r>
            <a:r>
              <a:rPr lang="en-US" altLang="zh-CN" sz="1800" b="1" dirty="0" err="1">
                <a:effectLst/>
                <a:latin typeface="Times New Roman" panose="02020603050405020304" pitchFamily="18" charset="0"/>
                <a:ea typeface="宋体" panose="02010600030101010101" pitchFamily="2" charset="-122"/>
              </a:rPr>
              <a:t>log</a:t>
            </a:r>
            <a:r>
              <a:rPr lang="en-US" altLang="zh-CN" sz="1800" b="1" baseline="-25000" dirty="0" err="1">
                <a:effectLst/>
                <a:latin typeface="Times New Roman" panose="02020603050405020304" pitchFamily="18" charset="0"/>
                <a:ea typeface="宋体" panose="02010600030101010101" pitchFamily="2" charset="-122"/>
              </a:rPr>
              <a:t>2</a:t>
            </a:r>
            <a:r>
              <a:rPr lang="en-US" altLang="zh-CN" sz="1800" b="1" i="1" dirty="0" err="1">
                <a:effectLst/>
                <a:latin typeface="Times New Roman" panose="02020603050405020304" pitchFamily="18" charset="0"/>
                <a:ea typeface="宋体" panose="02010600030101010101" pitchFamily="2" charset="-122"/>
              </a:rPr>
              <a:t>n</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a:t>
            </a:r>
            <a:endParaRPr lang="zh-CN" altLang="en-US" b="1" dirty="0"/>
          </a:p>
        </p:txBody>
      </p:sp>
    </p:spTree>
    <p:extLst>
      <p:ext uri="{BB962C8B-B14F-4D97-AF65-F5344CB8AC3E}">
        <p14:creationId xmlns:p14="http://schemas.microsoft.com/office/powerpoint/2010/main" val="154122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148"/>
                                        </p:tgtEl>
                                        <p:attrNameLst>
                                          <p:attrName>style.visibility</p:attrName>
                                        </p:attrNameLst>
                                      </p:cBhvr>
                                      <p:to>
                                        <p:strVal val="visible"/>
                                      </p:to>
                                    </p:set>
                                    <p:animEffect transition="in" filter="wheel(1)">
                                      <p:cBhvr>
                                        <p:cTn id="14" dur="2000"/>
                                        <p:tgtEl>
                                          <p:spTgt spid="148"/>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149"/>
                                        </p:tgtEl>
                                        <p:attrNameLst>
                                          <p:attrName>style.visibility</p:attrName>
                                        </p:attrNameLst>
                                      </p:cBhvr>
                                      <p:to>
                                        <p:strVal val="visible"/>
                                      </p:to>
                                    </p:set>
                                    <p:anim calcmode="lin" valueType="num">
                                      <p:cBhvr additive="base">
                                        <p:cTn id="19" dur="1000"/>
                                        <p:tgtEl>
                                          <p:spTgt spid="149"/>
                                        </p:tgtEl>
                                        <p:attrNameLst>
                                          <p:attrName>ppt_x</p:attrName>
                                        </p:attrNameLst>
                                      </p:cBhvr>
                                      <p:tavLst>
                                        <p:tav tm="0">
                                          <p:val>
                                            <p:strVal val="#ppt_x-#ppt_w*1.125000"/>
                                          </p:val>
                                        </p:tav>
                                        <p:tav tm="100000">
                                          <p:val>
                                            <p:strVal val="#ppt_x"/>
                                          </p:val>
                                        </p:tav>
                                      </p:tavLst>
                                    </p:anim>
                                    <p:animEffect transition="in" filter="wipe(right)">
                                      <p:cBhvr>
                                        <p:cTn id="20" dur="1000"/>
                                        <p:tgtEl>
                                          <p:spTgt spid="149"/>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fade">
                                      <p:cBhvr>
                                        <p:cTn id="25" dur="1000"/>
                                        <p:tgtEl>
                                          <p:spTgt spid="5">
                                            <p:txEl>
                                              <p:pRg st="1" end="1"/>
                                            </p:txEl>
                                          </p:spTgt>
                                        </p:tgtEl>
                                      </p:cBhvr>
                                    </p:animEffect>
                                    <p:anim calcmode="lin" valueType="num">
                                      <p:cBhvr>
                                        <p:cTn id="26"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4"/>
                                        </p:tgtEl>
                                        <p:attrNameLst>
                                          <p:attrName>style.visibility</p:attrName>
                                        </p:attrNameLst>
                                      </p:cBhvr>
                                      <p:to>
                                        <p:strVal val="visible"/>
                                      </p:to>
                                    </p:set>
                                    <p:animEffect transition="in" filter="wipe(left)">
                                      <p:cBhvr>
                                        <p:cTn id="32" dur="1000"/>
                                        <p:tgtEl>
                                          <p:spTgt spid="154"/>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56"/>
                                        </p:tgtEl>
                                        <p:attrNameLst>
                                          <p:attrName>style.visibility</p:attrName>
                                        </p:attrNameLst>
                                      </p:cBhvr>
                                      <p:to>
                                        <p:strVal val="visible"/>
                                      </p:to>
                                    </p:set>
                                    <p:animEffect transition="in" filter="wipe(left)">
                                      <p:cBhvr>
                                        <p:cTn id="36" dur="1000"/>
                                        <p:tgtEl>
                                          <p:spTgt spid="156"/>
                                        </p:tgtEl>
                                      </p:cBhvr>
                                    </p:animEffect>
                                  </p:childTnLst>
                                </p:cTn>
                              </p:par>
                            </p:childTnLst>
                          </p:cTn>
                        </p:par>
                        <p:par>
                          <p:cTn id="37" fill="hold">
                            <p:stCondLst>
                              <p:cond delay="2000"/>
                            </p:stCondLst>
                            <p:childTnLst>
                              <p:par>
                                <p:cTn id="38" presetID="12" presetClass="entr" presetSubtype="8" fill="hold" grpId="0" nodeType="afterEffect">
                                  <p:stCondLst>
                                    <p:cond delay="0"/>
                                  </p:stCondLst>
                                  <p:childTnLst>
                                    <p:set>
                                      <p:cBhvr>
                                        <p:cTn id="39" dur="1" fill="hold">
                                          <p:stCondLst>
                                            <p:cond delay="0"/>
                                          </p:stCondLst>
                                        </p:cTn>
                                        <p:tgtEl>
                                          <p:spTgt spid="155"/>
                                        </p:tgtEl>
                                        <p:attrNameLst>
                                          <p:attrName>style.visibility</p:attrName>
                                        </p:attrNameLst>
                                      </p:cBhvr>
                                      <p:to>
                                        <p:strVal val="visible"/>
                                      </p:to>
                                    </p:set>
                                    <p:anim calcmode="lin" valueType="num">
                                      <p:cBhvr additive="base">
                                        <p:cTn id="40" dur="500"/>
                                        <p:tgtEl>
                                          <p:spTgt spid="155"/>
                                        </p:tgtEl>
                                        <p:attrNameLst>
                                          <p:attrName>ppt_x</p:attrName>
                                        </p:attrNameLst>
                                      </p:cBhvr>
                                      <p:tavLst>
                                        <p:tav tm="0">
                                          <p:val>
                                            <p:strVal val="#ppt_x-#ppt_w*1.125000"/>
                                          </p:val>
                                        </p:tav>
                                        <p:tav tm="100000">
                                          <p:val>
                                            <p:strVal val="#ppt_x"/>
                                          </p:val>
                                        </p:tav>
                                      </p:tavLst>
                                    </p:anim>
                                    <p:animEffect transition="in" filter="wipe(right)">
                                      <p:cBhvr>
                                        <p:cTn id="41" dur="500"/>
                                        <p:tgtEl>
                                          <p:spTgt spid="155"/>
                                        </p:tgtEl>
                                      </p:cBhvr>
                                    </p:animEffect>
                                  </p:childTnLst>
                                </p:cTn>
                              </p:par>
                            </p:childTnLst>
                          </p:cTn>
                        </p:par>
                      </p:childTnLst>
                    </p:cTn>
                  </p:par>
                  <p:par>
                    <p:cTn id="42" fill="hold">
                      <p:stCondLst>
                        <p:cond delay="indefinite"/>
                      </p:stCondLst>
                      <p:childTnLst>
                        <p:par>
                          <p:cTn id="43" fill="hold">
                            <p:stCondLst>
                              <p:cond delay="0"/>
                            </p:stCondLst>
                            <p:childTnLst>
                              <p:par>
                                <p:cTn id="44" presetID="47" presetClass="entr" presetSubtype="0" fill="hold" nodeType="click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fade">
                                      <p:cBhvr>
                                        <p:cTn id="46" dur="1000"/>
                                        <p:tgtEl>
                                          <p:spTgt spid="61"/>
                                        </p:tgtEl>
                                      </p:cBhvr>
                                    </p:animEffect>
                                    <p:anim calcmode="lin" valueType="num">
                                      <p:cBhvr>
                                        <p:cTn id="47" dur="1000" fill="hold"/>
                                        <p:tgtEl>
                                          <p:spTgt spid="61"/>
                                        </p:tgtEl>
                                        <p:attrNameLst>
                                          <p:attrName>ppt_x</p:attrName>
                                        </p:attrNameLst>
                                      </p:cBhvr>
                                      <p:tavLst>
                                        <p:tav tm="0">
                                          <p:val>
                                            <p:strVal val="#ppt_x"/>
                                          </p:val>
                                        </p:tav>
                                        <p:tav tm="100000">
                                          <p:val>
                                            <p:strVal val="#ppt_x"/>
                                          </p:val>
                                        </p:tav>
                                      </p:tavLst>
                                    </p:anim>
                                    <p:anim calcmode="lin" valueType="num">
                                      <p:cBhvr>
                                        <p:cTn id="48" dur="1000" fill="hold"/>
                                        <p:tgtEl>
                                          <p:spTgt spid="61"/>
                                        </p:tgtEl>
                                        <p:attrNameLst>
                                          <p:attrName>ppt_y</p:attrName>
                                        </p:attrNameLst>
                                      </p:cBhvr>
                                      <p:tavLst>
                                        <p:tav tm="0">
                                          <p:val>
                                            <p:strVal val="#ppt_y-.1"/>
                                          </p:val>
                                        </p:tav>
                                        <p:tav tm="100000">
                                          <p:val>
                                            <p:strVal val="#ppt_y"/>
                                          </p:val>
                                        </p:tav>
                                      </p:tavLst>
                                    </p:anim>
                                  </p:childTnLst>
                                </p:cTn>
                              </p:par>
                            </p:childTnLst>
                          </p:cTn>
                        </p:par>
                        <p:par>
                          <p:cTn id="49" fill="hold">
                            <p:stCondLst>
                              <p:cond delay="1000"/>
                            </p:stCondLst>
                            <p:childTnLst>
                              <p:par>
                                <p:cTn id="50" presetID="12" presetClass="entr" presetSubtype="8" fill="hold" nodeType="afterEffect">
                                  <p:stCondLst>
                                    <p:cond delay="0"/>
                                  </p:stCondLst>
                                  <p:childTnLst>
                                    <p:set>
                                      <p:cBhvr>
                                        <p:cTn id="51" dur="1" fill="hold">
                                          <p:stCondLst>
                                            <p:cond delay="0"/>
                                          </p:stCondLst>
                                        </p:cTn>
                                        <p:tgtEl>
                                          <p:spTgt spid="64"/>
                                        </p:tgtEl>
                                        <p:attrNameLst>
                                          <p:attrName>style.visibility</p:attrName>
                                        </p:attrNameLst>
                                      </p:cBhvr>
                                      <p:to>
                                        <p:strVal val="visible"/>
                                      </p:to>
                                    </p:set>
                                    <p:anim calcmode="lin" valueType="num">
                                      <p:cBhvr additive="base">
                                        <p:cTn id="52" dur="500"/>
                                        <p:tgtEl>
                                          <p:spTgt spid="64"/>
                                        </p:tgtEl>
                                        <p:attrNameLst>
                                          <p:attrName>ppt_x</p:attrName>
                                        </p:attrNameLst>
                                      </p:cBhvr>
                                      <p:tavLst>
                                        <p:tav tm="0">
                                          <p:val>
                                            <p:strVal val="#ppt_x-#ppt_w*1.125000"/>
                                          </p:val>
                                        </p:tav>
                                        <p:tav tm="100000">
                                          <p:val>
                                            <p:strVal val="#ppt_x"/>
                                          </p:val>
                                        </p:tav>
                                      </p:tavLst>
                                    </p:anim>
                                    <p:animEffect transition="in" filter="wipe(right)">
                                      <p:cBhvr>
                                        <p:cTn id="53" dur="500"/>
                                        <p:tgtEl>
                                          <p:spTgt spid="64"/>
                                        </p:tgtEl>
                                      </p:cBhvr>
                                    </p:animEffect>
                                  </p:childTnLst>
                                </p:cTn>
                              </p:par>
                            </p:childTnLst>
                          </p:cTn>
                        </p:par>
                        <p:par>
                          <p:cTn id="54" fill="hold">
                            <p:stCondLst>
                              <p:cond delay="1500"/>
                            </p:stCondLst>
                            <p:childTnLst>
                              <p:par>
                                <p:cTn id="55" presetID="22" presetClass="exit" presetSubtype="2" fill="hold" nodeType="afterEffect">
                                  <p:stCondLst>
                                    <p:cond delay="0"/>
                                  </p:stCondLst>
                                  <p:childTnLst>
                                    <p:animEffect transition="out" filter="wipe(right)">
                                      <p:cBhvr>
                                        <p:cTn id="56" dur="1000"/>
                                        <p:tgtEl>
                                          <p:spTgt spid="46"/>
                                        </p:tgtEl>
                                      </p:cBhvr>
                                    </p:animEffect>
                                    <p:set>
                                      <p:cBhvr>
                                        <p:cTn id="57" dur="1" fill="hold">
                                          <p:stCondLst>
                                            <p:cond delay="999"/>
                                          </p:stCondLst>
                                        </p:cTn>
                                        <p:tgtEl>
                                          <p:spTgt spid="46"/>
                                        </p:tgtEl>
                                        <p:attrNameLst>
                                          <p:attrName>style.visibility</p:attrName>
                                        </p:attrNameLst>
                                      </p:cBhvr>
                                      <p:to>
                                        <p:strVal val="hidden"/>
                                      </p:to>
                                    </p:set>
                                  </p:childTnLst>
                                </p:cTn>
                              </p:par>
                            </p:childTnLst>
                          </p:cTn>
                        </p:par>
                        <p:par>
                          <p:cTn id="58" fill="hold">
                            <p:stCondLst>
                              <p:cond delay="2500"/>
                            </p:stCondLst>
                            <p:childTnLst>
                              <p:par>
                                <p:cTn id="59" presetID="22" presetClass="entr" presetSubtype="8" fill="hold" nodeType="afterEffect">
                                  <p:stCondLst>
                                    <p:cond delay="0"/>
                                  </p:stCondLst>
                                  <p:childTnLst>
                                    <p:set>
                                      <p:cBhvr>
                                        <p:cTn id="60" dur="1" fill="hold">
                                          <p:stCondLst>
                                            <p:cond delay="0"/>
                                          </p:stCondLst>
                                        </p:cTn>
                                        <p:tgtEl>
                                          <p:spTgt spid="157"/>
                                        </p:tgtEl>
                                        <p:attrNameLst>
                                          <p:attrName>style.visibility</p:attrName>
                                        </p:attrNameLst>
                                      </p:cBhvr>
                                      <p:to>
                                        <p:strVal val="visible"/>
                                      </p:to>
                                    </p:set>
                                    <p:animEffect transition="in" filter="wipe(left)">
                                      <p:cBhvr>
                                        <p:cTn id="61" dur="1500"/>
                                        <p:tgtEl>
                                          <p:spTgt spid="157"/>
                                        </p:tgtEl>
                                      </p:cBhvr>
                                    </p:animEffect>
                                  </p:childTnLst>
                                </p:cTn>
                              </p:par>
                            </p:childTnLst>
                          </p:cTn>
                        </p:par>
                      </p:childTnLst>
                    </p:cTn>
                  </p:par>
                  <p:par>
                    <p:cTn id="62" fill="hold">
                      <p:stCondLst>
                        <p:cond delay="indefinite"/>
                      </p:stCondLst>
                      <p:childTnLst>
                        <p:par>
                          <p:cTn id="63" fill="hold">
                            <p:stCondLst>
                              <p:cond delay="0"/>
                            </p:stCondLst>
                            <p:childTnLst>
                              <p:par>
                                <p:cTn id="64" presetID="35" presetClass="path" presetSubtype="0" accel="50000" decel="50000" fill="hold" nodeType="clickEffect">
                                  <p:stCondLst>
                                    <p:cond delay="0"/>
                                  </p:stCondLst>
                                  <p:childTnLst>
                                    <p:animMotion origin="layout" path="M 2.70833E-6 2.96296E-6 L -0.19024 0.03449 " pathEditMode="relative" rAng="0" ptsTypes="AA">
                                      <p:cBhvr>
                                        <p:cTn id="65" dur="2000" fill="hold"/>
                                        <p:tgtEl>
                                          <p:spTgt spid="64"/>
                                        </p:tgtEl>
                                        <p:attrNameLst>
                                          <p:attrName>ppt_x</p:attrName>
                                          <p:attrName>ppt_y</p:attrName>
                                        </p:attrNameLst>
                                      </p:cBhvr>
                                      <p:rCtr x="-9518" y="1713"/>
                                    </p:animMotion>
                                  </p:childTnLst>
                                </p:cTn>
                              </p:par>
                            </p:childTnLst>
                          </p:cTn>
                        </p:par>
                        <p:par>
                          <p:cTn id="66" fill="hold">
                            <p:stCondLst>
                              <p:cond delay="2000"/>
                            </p:stCondLst>
                            <p:childTnLst>
                              <p:par>
                                <p:cTn id="67" presetID="63" presetClass="path" presetSubtype="0" accel="50000" decel="50000" fill="hold" nodeType="afterEffect">
                                  <p:stCondLst>
                                    <p:cond delay="0"/>
                                  </p:stCondLst>
                                  <p:childTnLst>
                                    <p:animMotion origin="layout" path="M -0.19024 0.03449 L -0.09453 0.03565 " pathEditMode="relative" rAng="0" ptsTypes="AA">
                                      <p:cBhvr>
                                        <p:cTn id="68" dur="2000" fill="hold"/>
                                        <p:tgtEl>
                                          <p:spTgt spid="64"/>
                                        </p:tgtEl>
                                        <p:attrNameLst>
                                          <p:attrName>ppt_x</p:attrName>
                                          <p:attrName>ppt_y</p:attrName>
                                        </p:attrNameLst>
                                      </p:cBhvr>
                                      <p:rCtr x="4779" y="46"/>
                                    </p:animMotion>
                                  </p:childTnLst>
                                </p:cTn>
                              </p:par>
                              <p:par>
                                <p:cTn id="69" presetID="63" presetClass="path" presetSubtype="0" accel="50000" decel="50000" fill="hold" nodeType="withEffect">
                                  <p:stCondLst>
                                    <p:cond delay="0"/>
                                  </p:stCondLst>
                                  <p:childTnLst>
                                    <p:animMotion origin="layout" path="M -3.54167E-6 3.7037E-7 L 0.09961 0.06065 " pathEditMode="relative" rAng="0" ptsTypes="AA">
                                      <p:cBhvr>
                                        <p:cTn id="70" dur="2000" fill="hold"/>
                                        <p:tgtEl>
                                          <p:spTgt spid="61"/>
                                        </p:tgtEl>
                                        <p:attrNameLst>
                                          <p:attrName>ppt_x</p:attrName>
                                          <p:attrName>ppt_y</p:attrName>
                                        </p:attrNameLst>
                                      </p:cBhvr>
                                      <p:rCtr x="4974" y="3032"/>
                                    </p:animMotion>
                                  </p:childTnLst>
                                </p:cTn>
                              </p:par>
                            </p:childTnLst>
                          </p:cTn>
                        </p:par>
                        <p:par>
                          <p:cTn id="71" fill="hold">
                            <p:stCondLst>
                              <p:cond delay="4000"/>
                            </p:stCondLst>
                            <p:childTnLst>
                              <p:par>
                                <p:cTn id="72" presetID="63" presetClass="path" presetSubtype="0" accel="50000" decel="50000" fill="hold" nodeType="afterEffect">
                                  <p:stCondLst>
                                    <p:cond delay="0"/>
                                  </p:stCondLst>
                                  <p:childTnLst>
                                    <p:animMotion origin="layout" path="M 0.09961 0.06065 L 0.19193 0.06204 " pathEditMode="relative" rAng="0" ptsTypes="AA">
                                      <p:cBhvr>
                                        <p:cTn id="73" dur="2000" fill="hold"/>
                                        <p:tgtEl>
                                          <p:spTgt spid="61"/>
                                        </p:tgtEl>
                                        <p:attrNameLst>
                                          <p:attrName>ppt_x</p:attrName>
                                          <p:attrName>ppt_y</p:attrName>
                                        </p:attrNameLst>
                                      </p:cBhvr>
                                      <p:rCtr x="4609" y="69"/>
                                    </p:animMotion>
                                  </p:childTnLst>
                                </p:cTn>
                              </p:par>
                              <p:par>
                                <p:cTn id="74" presetID="63" presetClass="path" presetSubtype="0" accel="50000" decel="50000" fill="hold" nodeType="withEffect">
                                  <p:stCondLst>
                                    <p:cond delay="0"/>
                                  </p:stCondLst>
                                  <p:childTnLst>
                                    <p:animMotion origin="layout" path="M -0.09453 0.03565 L -0.00039 0.03703 " pathEditMode="relative" rAng="0" ptsTypes="AA">
                                      <p:cBhvr>
                                        <p:cTn id="75" dur="2000" fill="hold"/>
                                        <p:tgtEl>
                                          <p:spTgt spid="64"/>
                                        </p:tgtEl>
                                        <p:attrNameLst>
                                          <p:attrName>ppt_x</p:attrName>
                                          <p:attrName>ppt_y</p:attrName>
                                        </p:attrNameLst>
                                      </p:cBhvr>
                                      <p:rCtr x="4701" y="69"/>
                                    </p:animMotion>
                                  </p:childTnLst>
                                </p:cTn>
                              </p:par>
                            </p:childTnLst>
                          </p:cTn>
                        </p:par>
                        <p:par>
                          <p:cTn id="76" fill="hold">
                            <p:stCondLst>
                              <p:cond delay="6000"/>
                            </p:stCondLst>
                            <p:childTnLst>
                              <p:par>
                                <p:cTn id="77" presetID="22" presetClass="exit" presetSubtype="2" fill="hold" nodeType="afterEffect">
                                  <p:stCondLst>
                                    <p:cond delay="0"/>
                                  </p:stCondLst>
                                  <p:childTnLst>
                                    <p:animEffect transition="out" filter="wipe(right)">
                                      <p:cBhvr>
                                        <p:cTn id="78" dur="1000"/>
                                        <p:tgtEl>
                                          <p:spTgt spid="42"/>
                                        </p:tgtEl>
                                      </p:cBhvr>
                                    </p:animEffect>
                                    <p:set>
                                      <p:cBhvr>
                                        <p:cTn id="79" dur="1" fill="hold">
                                          <p:stCondLst>
                                            <p:cond delay="999"/>
                                          </p:stCondLst>
                                        </p:cTn>
                                        <p:tgtEl>
                                          <p:spTgt spid="42"/>
                                        </p:tgtEl>
                                        <p:attrNameLst>
                                          <p:attrName>style.visibility</p:attrName>
                                        </p:attrNameLst>
                                      </p:cBhvr>
                                      <p:to>
                                        <p:strVal val="hidden"/>
                                      </p:to>
                                    </p:set>
                                  </p:childTnLst>
                                </p:cTn>
                              </p:par>
                            </p:childTnLst>
                          </p:cTn>
                        </p:par>
                        <p:par>
                          <p:cTn id="80" fill="hold">
                            <p:stCondLst>
                              <p:cond delay="7000"/>
                            </p:stCondLst>
                            <p:childTnLst>
                              <p:par>
                                <p:cTn id="81" presetID="22" presetClass="entr" presetSubtype="8" fill="hold" nodeType="afterEffect">
                                  <p:stCondLst>
                                    <p:cond delay="0"/>
                                  </p:stCondLst>
                                  <p:childTnLst>
                                    <p:set>
                                      <p:cBhvr>
                                        <p:cTn id="82" dur="1" fill="hold">
                                          <p:stCondLst>
                                            <p:cond delay="0"/>
                                          </p:stCondLst>
                                        </p:cTn>
                                        <p:tgtEl>
                                          <p:spTgt spid="159"/>
                                        </p:tgtEl>
                                        <p:attrNameLst>
                                          <p:attrName>style.visibility</p:attrName>
                                        </p:attrNameLst>
                                      </p:cBhvr>
                                      <p:to>
                                        <p:strVal val="visible"/>
                                      </p:to>
                                    </p:set>
                                    <p:animEffect transition="in" filter="wipe(left)">
                                      <p:cBhvr>
                                        <p:cTn id="83" dur="1500"/>
                                        <p:tgtEl>
                                          <p:spTgt spid="159"/>
                                        </p:tgtEl>
                                      </p:cBhvr>
                                    </p:animEffect>
                                  </p:childTnLst>
                                </p:cTn>
                              </p:par>
                            </p:childTnLst>
                          </p:cTn>
                        </p:par>
                      </p:childTnLst>
                    </p:cTn>
                  </p:par>
                  <p:par>
                    <p:cTn id="84" fill="hold">
                      <p:stCondLst>
                        <p:cond delay="indefinite"/>
                      </p:stCondLst>
                      <p:childTnLst>
                        <p:par>
                          <p:cTn id="85" fill="hold">
                            <p:stCondLst>
                              <p:cond delay="0"/>
                            </p:stCondLst>
                            <p:childTnLst>
                              <p:par>
                                <p:cTn id="86" presetID="35" presetClass="path" presetSubtype="0" accel="50000" decel="50000" fill="hold" nodeType="clickEffect">
                                  <p:stCondLst>
                                    <p:cond delay="0"/>
                                  </p:stCondLst>
                                  <p:childTnLst>
                                    <p:animMotion origin="layout" path="M -0.00039 0.03703 L -0.04857 0.06944 " pathEditMode="relative" rAng="0" ptsTypes="AA">
                                      <p:cBhvr>
                                        <p:cTn id="87" dur="2000" fill="hold"/>
                                        <p:tgtEl>
                                          <p:spTgt spid="64"/>
                                        </p:tgtEl>
                                        <p:attrNameLst>
                                          <p:attrName>ppt_x</p:attrName>
                                          <p:attrName>ppt_y</p:attrName>
                                        </p:attrNameLst>
                                      </p:cBhvr>
                                      <p:rCtr x="-2409" y="1620"/>
                                    </p:animMotion>
                                  </p:childTnLst>
                                </p:cTn>
                              </p:par>
                            </p:childTnLst>
                          </p:cTn>
                        </p:par>
                        <p:par>
                          <p:cTn id="88" fill="hold">
                            <p:stCondLst>
                              <p:cond delay="2000"/>
                            </p:stCondLst>
                            <p:childTnLst>
                              <p:par>
                                <p:cTn id="89" presetID="63" presetClass="path" presetSubtype="0" accel="50000" decel="50000" fill="hold" nodeType="afterEffect">
                                  <p:stCondLst>
                                    <p:cond delay="0"/>
                                  </p:stCondLst>
                                  <p:childTnLst>
                                    <p:animMotion origin="layout" path="M -0.04857 0.06944 L -0.00052 0.07199 " pathEditMode="relative" rAng="0" ptsTypes="AA">
                                      <p:cBhvr>
                                        <p:cTn id="90" dur="2000" fill="hold"/>
                                        <p:tgtEl>
                                          <p:spTgt spid="64"/>
                                        </p:tgtEl>
                                        <p:attrNameLst>
                                          <p:attrName>ppt_x</p:attrName>
                                          <p:attrName>ppt_y</p:attrName>
                                        </p:attrNameLst>
                                      </p:cBhvr>
                                      <p:rCtr x="2396" y="116"/>
                                    </p:animMotion>
                                  </p:childTnLst>
                                </p:cTn>
                              </p:par>
                              <p:par>
                                <p:cTn id="91" presetID="63" presetClass="path" presetSubtype="0" accel="50000" decel="50000" fill="hold" nodeType="withEffect">
                                  <p:stCondLst>
                                    <p:cond delay="0"/>
                                  </p:stCondLst>
                                  <p:childTnLst>
                                    <p:animMotion origin="layout" path="M 0.19532 0.06181 L 0.24127 0.0956 " pathEditMode="relative" rAng="0" ptsTypes="AA">
                                      <p:cBhvr>
                                        <p:cTn id="92" dur="2000" fill="hold"/>
                                        <p:tgtEl>
                                          <p:spTgt spid="61"/>
                                        </p:tgtEl>
                                        <p:attrNameLst>
                                          <p:attrName>ppt_x</p:attrName>
                                          <p:attrName>ppt_y</p:attrName>
                                        </p:attrNameLst>
                                      </p:cBhvr>
                                      <p:rCtr x="2109" y="1713"/>
                                    </p:animMotion>
                                  </p:childTnLst>
                                </p:cTn>
                              </p:par>
                            </p:childTnLst>
                          </p:cTn>
                        </p:par>
                        <p:par>
                          <p:cTn id="93" fill="hold">
                            <p:stCondLst>
                              <p:cond delay="4000"/>
                            </p:stCondLst>
                            <p:childTnLst>
                              <p:par>
                                <p:cTn id="94" presetID="22" presetClass="exit" presetSubtype="2" fill="hold" nodeType="afterEffect">
                                  <p:stCondLst>
                                    <p:cond delay="0"/>
                                  </p:stCondLst>
                                  <p:childTnLst>
                                    <p:animEffect transition="out" filter="wipe(right)">
                                      <p:cBhvr>
                                        <p:cTn id="95" dur="750"/>
                                        <p:tgtEl>
                                          <p:spTgt spid="164"/>
                                        </p:tgtEl>
                                      </p:cBhvr>
                                    </p:animEffect>
                                    <p:set>
                                      <p:cBhvr>
                                        <p:cTn id="96" dur="1" fill="hold">
                                          <p:stCondLst>
                                            <p:cond delay="749"/>
                                          </p:stCondLst>
                                        </p:cTn>
                                        <p:tgtEl>
                                          <p:spTgt spid="164"/>
                                        </p:tgtEl>
                                        <p:attrNameLst>
                                          <p:attrName>style.visibility</p:attrName>
                                        </p:attrNameLst>
                                      </p:cBhvr>
                                      <p:to>
                                        <p:strVal val="hidden"/>
                                      </p:to>
                                    </p:set>
                                  </p:childTnLst>
                                </p:cTn>
                              </p:par>
                            </p:childTnLst>
                          </p:cTn>
                        </p:par>
                        <p:par>
                          <p:cTn id="97" fill="hold">
                            <p:stCondLst>
                              <p:cond delay="4750"/>
                            </p:stCondLst>
                            <p:childTnLst>
                              <p:par>
                                <p:cTn id="98" presetID="22" presetClass="entr" presetSubtype="8" fill="hold" nodeType="afterEffect">
                                  <p:stCondLst>
                                    <p:cond delay="0"/>
                                  </p:stCondLst>
                                  <p:childTnLst>
                                    <p:set>
                                      <p:cBhvr>
                                        <p:cTn id="99" dur="1" fill="hold">
                                          <p:stCondLst>
                                            <p:cond delay="0"/>
                                          </p:stCondLst>
                                        </p:cTn>
                                        <p:tgtEl>
                                          <p:spTgt spid="165"/>
                                        </p:tgtEl>
                                        <p:attrNameLst>
                                          <p:attrName>style.visibility</p:attrName>
                                        </p:attrNameLst>
                                      </p:cBhvr>
                                      <p:to>
                                        <p:strVal val="visible"/>
                                      </p:to>
                                    </p:set>
                                    <p:animEffect transition="in" filter="wipe(left)">
                                      <p:cBhvr>
                                        <p:cTn id="100" dur="1500"/>
                                        <p:tgtEl>
                                          <p:spTgt spid="165"/>
                                        </p:tgtEl>
                                      </p:cBhvr>
                                    </p:animEffect>
                                  </p:childTnLst>
                                </p:cTn>
                              </p:par>
                            </p:childTnLst>
                          </p:cTn>
                        </p:par>
                        <p:par>
                          <p:cTn id="101" fill="hold">
                            <p:stCondLst>
                              <p:cond delay="6250"/>
                            </p:stCondLst>
                            <p:childTnLst>
                              <p:par>
                                <p:cTn id="102" presetID="22" presetClass="entr" presetSubtype="8" fill="hold" nodeType="afterEffect">
                                  <p:stCondLst>
                                    <p:cond delay="0"/>
                                  </p:stCondLst>
                                  <p:childTnLst>
                                    <p:set>
                                      <p:cBhvr>
                                        <p:cTn id="103" dur="1" fill="hold">
                                          <p:stCondLst>
                                            <p:cond delay="0"/>
                                          </p:stCondLst>
                                        </p:cTn>
                                        <p:tgtEl>
                                          <p:spTgt spid="170"/>
                                        </p:tgtEl>
                                        <p:attrNameLst>
                                          <p:attrName>style.visibility</p:attrName>
                                        </p:attrNameLst>
                                      </p:cBhvr>
                                      <p:to>
                                        <p:strVal val="visible"/>
                                      </p:to>
                                    </p:set>
                                    <p:animEffect transition="in" filter="wipe(left)">
                                      <p:cBhvr>
                                        <p:cTn id="104" dur="1000"/>
                                        <p:tgtEl>
                                          <p:spTgt spid="170"/>
                                        </p:tgtEl>
                                      </p:cBhvr>
                                    </p:animEffect>
                                  </p:childTnLst>
                                </p:cTn>
                              </p:par>
                            </p:childTnLst>
                          </p:cTn>
                        </p:par>
                      </p:childTnLst>
                    </p:cTn>
                  </p:par>
                  <p:par>
                    <p:cTn id="105" fill="hold">
                      <p:stCondLst>
                        <p:cond delay="indefinite"/>
                      </p:stCondLst>
                      <p:childTnLst>
                        <p:par>
                          <p:cTn id="106" fill="hold">
                            <p:stCondLst>
                              <p:cond delay="0"/>
                            </p:stCondLst>
                            <p:childTnLst>
                              <p:par>
                                <p:cTn id="107" presetID="26" presetClass="exit" presetSubtype="0" fill="hold" grpId="0" nodeType="clickEffect">
                                  <p:stCondLst>
                                    <p:cond delay="0"/>
                                  </p:stCondLst>
                                  <p:childTnLst>
                                    <p:animEffect transition="out" filter="wipe(down)">
                                      <p:cBhvr>
                                        <p:cTn id="108" dur="180" accel="50000">
                                          <p:stCondLst>
                                            <p:cond delay="1820"/>
                                          </p:stCondLst>
                                        </p:cTn>
                                        <p:tgtEl>
                                          <p:spTgt spid="76"/>
                                        </p:tgtEl>
                                      </p:cBhvr>
                                    </p:animEffect>
                                    <p:anim calcmode="lin" valueType="num">
                                      <p:cBhvr>
                                        <p:cTn id="109" dur="1822" tmFilter="0,0; 0.14,0.31; 0.43,0.73; 0.71,0.91; 1.0,1.0">
                                          <p:stCondLst>
                                            <p:cond delay="0"/>
                                          </p:stCondLst>
                                        </p:cTn>
                                        <p:tgtEl>
                                          <p:spTgt spid="76"/>
                                        </p:tgtEl>
                                        <p:attrNameLst>
                                          <p:attrName>ppt_x</p:attrName>
                                        </p:attrNameLst>
                                      </p:cBhvr>
                                      <p:tavLst>
                                        <p:tav tm="0">
                                          <p:val>
                                            <p:strVal val="ppt_x"/>
                                          </p:val>
                                        </p:tav>
                                        <p:tav tm="100000">
                                          <p:val>
                                            <p:strVal val="#ppt_x+0.25"/>
                                          </p:val>
                                        </p:tav>
                                      </p:tavLst>
                                    </p:anim>
                                    <p:anim calcmode="lin" valueType="num">
                                      <p:cBhvr>
                                        <p:cTn id="110" dur="178">
                                          <p:stCondLst>
                                            <p:cond delay="1822"/>
                                          </p:stCondLst>
                                        </p:cTn>
                                        <p:tgtEl>
                                          <p:spTgt spid="76"/>
                                        </p:tgtEl>
                                        <p:attrNameLst>
                                          <p:attrName>ppt_x</p:attrName>
                                        </p:attrNameLst>
                                      </p:cBhvr>
                                      <p:tavLst>
                                        <p:tav tm="0">
                                          <p:val>
                                            <p:strVal val="ppt_x"/>
                                          </p:val>
                                        </p:tav>
                                        <p:tav tm="100000">
                                          <p:val>
                                            <p:strVal val="ppt_x"/>
                                          </p:val>
                                        </p:tav>
                                      </p:tavLst>
                                    </p:anim>
                                    <p:anim calcmode="lin" valueType="num">
                                      <p:cBhvr>
                                        <p:cTn id="111" dur="664" tmFilter="0.0,0.0;0.25,0.07;0.50,0.2;0.75,0.467;1.0,1.0">
                                          <p:stCondLst>
                                            <p:cond delay="0"/>
                                          </p:stCondLst>
                                        </p:cTn>
                                        <p:tgtEl>
                                          <p:spTgt spid="7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2" dur="664" tmFilter="0, 0; 0.125,0.2665; 0.25,0.4; 0.375,0.465; 0.5,0.5;  0.625,0.535; 0.75,0.6; 0.875,0.7335; 1,1">
                                          <p:stCondLst>
                                            <p:cond delay="664"/>
                                          </p:stCondLst>
                                        </p:cTn>
                                        <p:tgtEl>
                                          <p:spTgt spid="7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3" dur="332" tmFilter="0, 0; 0.125,0.2665; 0.25,0.4; 0.375,0.465; 0.5,0.5;  0.625,0.535; 0.75,0.6; 0.875,0.7335; 1,1">
                                          <p:stCondLst>
                                            <p:cond delay="1324"/>
                                          </p:stCondLst>
                                        </p:cTn>
                                        <p:tgtEl>
                                          <p:spTgt spid="7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4" dur="164" tmFilter="0, 0; 0.125,0.2665; 0.25,0.4; 0.375,0.465; 0.5,0.5;  0.625,0.535; 0.75,0.6; 0.875,0.7335; 1,1">
                                          <p:stCondLst>
                                            <p:cond delay="1656"/>
                                          </p:stCondLst>
                                        </p:cTn>
                                        <p:tgtEl>
                                          <p:spTgt spid="7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5" dur="180" accel="50000">
                                          <p:stCondLst>
                                            <p:cond delay="1820"/>
                                          </p:stCondLst>
                                        </p:cTn>
                                        <p:tgtEl>
                                          <p:spTgt spid="76"/>
                                        </p:tgtEl>
                                        <p:attrNameLst>
                                          <p:attrName>ppt_y</p:attrName>
                                        </p:attrNameLst>
                                      </p:cBhvr>
                                      <p:tavLst>
                                        <p:tav tm="0">
                                          <p:val>
                                            <p:strVal val="ppt_y"/>
                                          </p:val>
                                        </p:tav>
                                        <p:tav tm="100000">
                                          <p:val>
                                            <p:strVal val="ppt_y+ppt_h"/>
                                          </p:val>
                                        </p:tav>
                                      </p:tavLst>
                                    </p:anim>
                                    <p:animScale>
                                      <p:cBhvr>
                                        <p:cTn id="116" dur="26">
                                          <p:stCondLst>
                                            <p:cond delay="620"/>
                                          </p:stCondLst>
                                        </p:cTn>
                                        <p:tgtEl>
                                          <p:spTgt spid="76"/>
                                        </p:tgtEl>
                                      </p:cBhvr>
                                      <p:to x="100000" y="60000"/>
                                    </p:animScale>
                                    <p:animScale>
                                      <p:cBhvr>
                                        <p:cTn id="117" dur="166" decel="50000">
                                          <p:stCondLst>
                                            <p:cond delay="646"/>
                                          </p:stCondLst>
                                        </p:cTn>
                                        <p:tgtEl>
                                          <p:spTgt spid="76"/>
                                        </p:tgtEl>
                                      </p:cBhvr>
                                      <p:to x="100000" y="100000"/>
                                    </p:animScale>
                                    <p:animScale>
                                      <p:cBhvr>
                                        <p:cTn id="118" dur="26">
                                          <p:stCondLst>
                                            <p:cond delay="1312"/>
                                          </p:stCondLst>
                                        </p:cTn>
                                        <p:tgtEl>
                                          <p:spTgt spid="76"/>
                                        </p:tgtEl>
                                      </p:cBhvr>
                                      <p:to x="100000" y="80000"/>
                                    </p:animScale>
                                    <p:animScale>
                                      <p:cBhvr>
                                        <p:cTn id="119" dur="166" decel="50000">
                                          <p:stCondLst>
                                            <p:cond delay="1338"/>
                                          </p:stCondLst>
                                        </p:cTn>
                                        <p:tgtEl>
                                          <p:spTgt spid="76"/>
                                        </p:tgtEl>
                                      </p:cBhvr>
                                      <p:to x="100000" y="100000"/>
                                    </p:animScale>
                                    <p:animScale>
                                      <p:cBhvr>
                                        <p:cTn id="120" dur="26">
                                          <p:stCondLst>
                                            <p:cond delay="1642"/>
                                          </p:stCondLst>
                                        </p:cTn>
                                        <p:tgtEl>
                                          <p:spTgt spid="76"/>
                                        </p:tgtEl>
                                      </p:cBhvr>
                                      <p:to x="100000" y="90000"/>
                                    </p:animScale>
                                    <p:animScale>
                                      <p:cBhvr>
                                        <p:cTn id="121" dur="166" decel="50000">
                                          <p:stCondLst>
                                            <p:cond delay="1668"/>
                                          </p:stCondLst>
                                        </p:cTn>
                                        <p:tgtEl>
                                          <p:spTgt spid="76"/>
                                        </p:tgtEl>
                                      </p:cBhvr>
                                      <p:to x="100000" y="100000"/>
                                    </p:animScale>
                                    <p:animScale>
                                      <p:cBhvr>
                                        <p:cTn id="122" dur="26">
                                          <p:stCondLst>
                                            <p:cond delay="1808"/>
                                          </p:stCondLst>
                                        </p:cTn>
                                        <p:tgtEl>
                                          <p:spTgt spid="76"/>
                                        </p:tgtEl>
                                      </p:cBhvr>
                                      <p:to x="100000" y="95000"/>
                                    </p:animScale>
                                    <p:animScale>
                                      <p:cBhvr>
                                        <p:cTn id="123" dur="166" decel="50000">
                                          <p:stCondLst>
                                            <p:cond delay="1834"/>
                                          </p:stCondLst>
                                        </p:cTn>
                                        <p:tgtEl>
                                          <p:spTgt spid="76"/>
                                        </p:tgtEl>
                                      </p:cBhvr>
                                      <p:to x="100000" y="100000"/>
                                    </p:animScale>
                                    <p:set>
                                      <p:cBhvr>
                                        <p:cTn id="124" dur="1" fill="hold">
                                          <p:stCondLst>
                                            <p:cond delay="1999"/>
                                          </p:stCondLst>
                                        </p:cTn>
                                        <p:tgtEl>
                                          <p:spTgt spid="76"/>
                                        </p:tgtEl>
                                        <p:attrNameLst>
                                          <p:attrName>style.visibility</p:attrName>
                                        </p:attrNameLst>
                                      </p:cBhvr>
                                      <p:to>
                                        <p:strVal val="hidden"/>
                                      </p:to>
                                    </p:set>
                                  </p:childTnLst>
                                </p:cTn>
                              </p:par>
                              <p:par>
                                <p:cTn id="125" presetID="26" presetClass="exit" presetSubtype="0" fill="hold" nodeType="withEffect">
                                  <p:stCondLst>
                                    <p:cond delay="0"/>
                                  </p:stCondLst>
                                  <p:childTnLst>
                                    <p:animEffect transition="out" filter="wipe(down)">
                                      <p:cBhvr>
                                        <p:cTn id="126" dur="180" accel="50000">
                                          <p:stCondLst>
                                            <p:cond delay="1820"/>
                                          </p:stCondLst>
                                        </p:cTn>
                                        <p:tgtEl>
                                          <p:spTgt spid="12"/>
                                        </p:tgtEl>
                                      </p:cBhvr>
                                    </p:animEffect>
                                    <p:anim calcmode="lin" valueType="num">
                                      <p:cBhvr>
                                        <p:cTn id="127" dur="1822" tmFilter="0,0; 0.14,0.31; 0.43,0.73; 0.71,0.91; 1.0,1.0">
                                          <p:stCondLst>
                                            <p:cond delay="0"/>
                                          </p:stCondLst>
                                        </p:cTn>
                                        <p:tgtEl>
                                          <p:spTgt spid="12"/>
                                        </p:tgtEl>
                                        <p:attrNameLst>
                                          <p:attrName>ppt_x</p:attrName>
                                        </p:attrNameLst>
                                      </p:cBhvr>
                                      <p:tavLst>
                                        <p:tav tm="0">
                                          <p:val>
                                            <p:strVal val="ppt_x"/>
                                          </p:val>
                                        </p:tav>
                                        <p:tav tm="100000">
                                          <p:val>
                                            <p:strVal val="#ppt_x+0.25"/>
                                          </p:val>
                                        </p:tav>
                                      </p:tavLst>
                                    </p:anim>
                                    <p:anim calcmode="lin" valueType="num">
                                      <p:cBhvr>
                                        <p:cTn id="128" dur="178">
                                          <p:stCondLst>
                                            <p:cond delay="1822"/>
                                          </p:stCondLst>
                                        </p:cTn>
                                        <p:tgtEl>
                                          <p:spTgt spid="12"/>
                                        </p:tgtEl>
                                        <p:attrNameLst>
                                          <p:attrName>ppt_x</p:attrName>
                                        </p:attrNameLst>
                                      </p:cBhvr>
                                      <p:tavLst>
                                        <p:tav tm="0">
                                          <p:val>
                                            <p:strVal val="ppt_x"/>
                                          </p:val>
                                        </p:tav>
                                        <p:tav tm="100000">
                                          <p:val>
                                            <p:strVal val="ppt_x"/>
                                          </p:val>
                                        </p:tav>
                                      </p:tavLst>
                                    </p:anim>
                                    <p:anim calcmode="lin" valueType="num">
                                      <p:cBhvr>
                                        <p:cTn id="129" dur="664" tmFilter="0.0,0.0;0.25,0.07;0.50,0.2;0.75,0.467;1.0,1.0">
                                          <p:stCondLst>
                                            <p:cond delay="0"/>
                                          </p:stCondLst>
                                        </p:cTn>
                                        <p:tgtEl>
                                          <p:spTgt spid="12"/>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30" dur="664" tmFilter="0, 0; 0.125,0.2665; 0.25,0.4; 0.375,0.465; 0.5,0.5;  0.625,0.535; 0.75,0.6; 0.875,0.7335; 1,1">
                                          <p:stCondLst>
                                            <p:cond delay="664"/>
                                          </p:stCondLst>
                                        </p:cTn>
                                        <p:tgtEl>
                                          <p:spTgt spid="12"/>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31" dur="332" tmFilter="0, 0; 0.125,0.2665; 0.25,0.4; 0.375,0.465; 0.5,0.5;  0.625,0.535; 0.75,0.6; 0.875,0.7335; 1,1">
                                          <p:stCondLst>
                                            <p:cond delay="1324"/>
                                          </p:stCondLst>
                                        </p:cTn>
                                        <p:tgtEl>
                                          <p:spTgt spid="12"/>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32" dur="164" tmFilter="0, 0; 0.125,0.2665; 0.25,0.4; 0.375,0.465; 0.5,0.5;  0.625,0.535; 0.75,0.6; 0.875,0.7335; 1,1">
                                          <p:stCondLst>
                                            <p:cond delay="1656"/>
                                          </p:stCondLst>
                                        </p:cTn>
                                        <p:tgtEl>
                                          <p:spTgt spid="12"/>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3" dur="180" accel="50000">
                                          <p:stCondLst>
                                            <p:cond delay="1820"/>
                                          </p:stCondLst>
                                        </p:cTn>
                                        <p:tgtEl>
                                          <p:spTgt spid="12"/>
                                        </p:tgtEl>
                                        <p:attrNameLst>
                                          <p:attrName>ppt_y</p:attrName>
                                        </p:attrNameLst>
                                      </p:cBhvr>
                                      <p:tavLst>
                                        <p:tav tm="0">
                                          <p:val>
                                            <p:strVal val="ppt_y"/>
                                          </p:val>
                                        </p:tav>
                                        <p:tav tm="100000">
                                          <p:val>
                                            <p:strVal val="ppt_y+ppt_h"/>
                                          </p:val>
                                        </p:tav>
                                      </p:tavLst>
                                    </p:anim>
                                    <p:animScale>
                                      <p:cBhvr>
                                        <p:cTn id="134" dur="26">
                                          <p:stCondLst>
                                            <p:cond delay="620"/>
                                          </p:stCondLst>
                                        </p:cTn>
                                        <p:tgtEl>
                                          <p:spTgt spid="12"/>
                                        </p:tgtEl>
                                      </p:cBhvr>
                                      <p:to x="100000" y="60000"/>
                                    </p:animScale>
                                    <p:animScale>
                                      <p:cBhvr>
                                        <p:cTn id="135" dur="166" decel="50000">
                                          <p:stCondLst>
                                            <p:cond delay="646"/>
                                          </p:stCondLst>
                                        </p:cTn>
                                        <p:tgtEl>
                                          <p:spTgt spid="12"/>
                                        </p:tgtEl>
                                      </p:cBhvr>
                                      <p:to x="100000" y="100000"/>
                                    </p:animScale>
                                    <p:animScale>
                                      <p:cBhvr>
                                        <p:cTn id="136" dur="26">
                                          <p:stCondLst>
                                            <p:cond delay="1312"/>
                                          </p:stCondLst>
                                        </p:cTn>
                                        <p:tgtEl>
                                          <p:spTgt spid="12"/>
                                        </p:tgtEl>
                                      </p:cBhvr>
                                      <p:to x="100000" y="80000"/>
                                    </p:animScale>
                                    <p:animScale>
                                      <p:cBhvr>
                                        <p:cTn id="137" dur="166" decel="50000">
                                          <p:stCondLst>
                                            <p:cond delay="1338"/>
                                          </p:stCondLst>
                                        </p:cTn>
                                        <p:tgtEl>
                                          <p:spTgt spid="12"/>
                                        </p:tgtEl>
                                      </p:cBhvr>
                                      <p:to x="100000" y="100000"/>
                                    </p:animScale>
                                    <p:animScale>
                                      <p:cBhvr>
                                        <p:cTn id="138" dur="26">
                                          <p:stCondLst>
                                            <p:cond delay="1642"/>
                                          </p:stCondLst>
                                        </p:cTn>
                                        <p:tgtEl>
                                          <p:spTgt spid="12"/>
                                        </p:tgtEl>
                                      </p:cBhvr>
                                      <p:to x="100000" y="90000"/>
                                    </p:animScale>
                                    <p:animScale>
                                      <p:cBhvr>
                                        <p:cTn id="139" dur="166" decel="50000">
                                          <p:stCondLst>
                                            <p:cond delay="1668"/>
                                          </p:stCondLst>
                                        </p:cTn>
                                        <p:tgtEl>
                                          <p:spTgt spid="12"/>
                                        </p:tgtEl>
                                      </p:cBhvr>
                                      <p:to x="100000" y="100000"/>
                                    </p:animScale>
                                    <p:animScale>
                                      <p:cBhvr>
                                        <p:cTn id="140" dur="26">
                                          <p:stCondLst>
                                            <p:cond delay="1808"/>
                                          </p:stCondLst>
                                        </p:cTn>
                                        <p:tgtEl>
                                          <p:spTgt spid="12"/>
                                        </p:tgtEl>
                                      </p:cBhvr>
                                      <p:to x="100000" y="95000"/>
                                    </p:animScale>
                                    <p:animScale>
                                      <p:cBhvr>
                                        <p:cTn id="141" dur="166" decel="50000">
                                          <p:stCondLst>
                                            <p:cond delay="1834"/>
                                          </p:stCondLst>
                                        </p:cTn>
                                        <p:tgtEl>
                                          <p:spTgt spid="12"/>
                                        </p:tgtEl>
                                      </p:cBhvr>
                                      <p:to x="100000" y="100000"/>
                                    </p:animScale>
                                    <p:set>
                                      <p:cBhvr>
                                        <p:cTn id="142" dur="1" fill="hold">
                                          <p:stCondLst>
                                            <p:cond delay="1999"/>
                                          </p:stCondLst>
                                        </p:cTn>
                                        <p:tgtEl>
                                          <p:spTgt spid="12"/>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28"/>
                                        </p:tgtEl>
                                      </p:cBhvr>
                                    </p:animEffect>
                                    <p:set>
                                      <p:cBhvr>
                                        <p:cTn id="145" dur="1" fill="hold">
                                          <p:stCondLst>
                                            <p:cond delay="499"/>
                                          </p:stCondLst>
                                        </p:cTn>
                                        <p:tgtEl>
                                          <p:spTgt spid="28"/>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500"/>
                                        <p:tgtEl>
                                          <p:spTgt spid="41"/>
                                        </p:tgtEl>
                                      </p:cBhvr>
                                    </p:animEffect>
                                    <p:set>
                                      <p:cBhvr>
                                        <p:cTn id="148" dur="1" fill="hold">
                                          <p:stCondLst>
                                            <p:cond delay="499"/>
                                          </p:stCondLst>
                                        </p:cTn>
                                        <p:tgtEl>
                                          <p:spTgt spid="41"/>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58"/>
                                        </p:tgtEl>
                                      </p:cBhvr>
                                    </p:animEffect>
                                    <p:set>
                                      <p:cBhvr>
                                        <p:cTn id="151" dur="1" fill="hold">
                                          <p:stCondLst>
                                            <p:cond delay="499"/>
                                          </p:stCondLst>
                                        </p:cTn>
                                        <p:tgtEl>
                                          <p:spTgt spid="58"/>
                                        </p:tgtEl>
                                        <p:attrNameLst>
                                          <p:attrName>style.visibility</p:attrName>
                                        </p:attrNameLst>
                                      </p:cBhvr>
                                      <p:to>
                                        <p:strVal val="hidden"/>
                                      </p:to>
                                    </p:set>
                                  </p:childTnLst>
                                </p:cTn>
                              </p:par>
                            </p:childTnLst>
                          </p:cTn>
                        </p:par>
                        <p:par>
                          <p:cTn id="152" fill="hold">
                            <p:stCondLst>
                              <p:cond delay="2000"/>
                            </p:stCondLst>
                            <p:childTnLst>
                              <p:par>
                                <p:cTn id="153" presetID="22" presetClass="exit" presetSubtype="1" fill="hold" nodeType="afterEffect">
                                  <p:stCondLst>
                                    <p:cond delay="0"/>
                                  </p:stCondLst>
                                  <p:childTnLst>
                                    <p:animEffect transition="out" filter="wipe(up)">
                                      <p:cBhvr>
                                        <p:cTn id="154" dur="500"/>
                                        <p:tgtEl>
                                          <p:spTgt spid="170"/>
                                        </p:tgtEl>
                                      </p:cBhvr>
                                    </p:animEffect>
                                    <p:set>
                                      <p:cBhvr>
                                        <p:cTn id="155" dur="1" fill="hold">
                                          <p:stCondLst>
                                            <p:cond delay="499"/>
                                          </p:stCondLst>
                                        </p:cTn>
                                        <p:tgtEl>
                                          <p:spTgt spid="170"/>
                                        </p:tgtEl>
                                        <p:attrNameLst>
                                          <p:attrName>style.visibility</p:attrName>
                                        </p:attrNameLst>
                                      </p:cBhvr>
                                      <p:to>
                                        <p:strVal val="hidden"/>
                                      </p:to>
                                    </p:set>
                                  </p:childTnLst>
                                </p:cTn>
                              </p:par>
                            </p:childTnLst>
                          </p:cTn>
                        </p:par>
                        <p:par>
                          <p:cTn id="156" fill="hold">
                            <p:stCondLst>
                              <p:cond delay="2500"/>
                            </p:stCondLst>
                            <p:childTnLst>
                              <p:par>
                                <p:cTn id="157" presetID="22" presetClass="entr" presetSubtype="8" fill="hold" nodeType="afterEffect">
                                  <p:stCondLst>
                                    <p:cond delay="0"/>
                                  </p:stCondLst>
                                  <p:childTnLst>
                                    <p:set>
                                      <p:cBhvr>
                                        <p:cTn id="158" dur="1" fill="hold">
                                          <p:stCondLst>
                                            <p:cond delay="0"/>
                                          </p:stCondLst>
                                        </p:cTn>
                                        <p:tgtEl>
                                          <p:spTgt spid="171"/>
                                        </p:tgtEl>
                                        <p:attrNameLst>
                                          <p:attrName>style.visibility</p:attrName>
                                        </p:attrNameLst>
                                      </p:cBhvr>
                                      <p:to>
                                        <p:strVal val="visible"/>
                                      </p:to>
                                    </p:set>
                                    <p:animEffect transition="in" filter="wipe(left)">
                                      <p:cBhvr>
                                        <p:cTn id="159" dur="1000"/>
                                        <p:tgtEl>
                                          <p:spTgt spid="171"/>
                                        </p:tgtEl>
                                      </p:cBhvr>
                                    </p:animEffect>
                                  </p:childTnLst>
                                </p:cTn>
                              </p:par>
                            </p:childTnLst>
                          </p:cTn>
                        </p:par>
                      </p:childTnLst>
                    </p:cTn>
                  </p:par>
                  <p:par>
                    <p:cTn id="160" fill="hold">
                      <p:stCondLst>
                        <p:cond delay="indefinite"/>
                      </p:stCondLst>
                      <p:childTnLst>
                        <p:par>
                          <p:cTn id="161" fill="hold">
                            <p:stCondLst>
                              <p:cond delay="0"/>
                            </p:stCondLst>
                            <p:childTnLst>
                              <p:par>
                                <p:cTn id="162" presetID="31" presetClass="entr" presetSubtype="0" fill="hold" grpId="0" nodeType="clickEffect">
                                  <p:stCondLst>
                                    <p:cond delay="0"/>
                                  </p:stCondLst>
                                  <p:childTnLst>
                                    <p:set>
                                      <p:cBhvr>
                                        <p:cTn id="163" dur="1" fill="hold">
                                          <p:stCondLst>
                                            <p:cond delay="0"/>
                                          </p:stCondLst>
                                        </p:cTn>
                                        <p:tgtEl>
                                          <p:spTgt spid="173"/>
                                        </p:tgtEl>
                                        <p:attrNameLst>
                                          <p:attrName>style.visibility</p:attrName>
                                        </p:attrNameLst>
                                      </p:cBhvr>
                                      <p:to>
                                        <p:strVal val="visible"/>
                                      </p:to>
                                    </p:set>
                                    <p:anim calcmode="lin" valueType="num">
                                      <p:cBhvr>
                                        <p:cTn id="164" dur="1000" fill="hold"/>
                                        <p:tgtEl>
                                          <p:spTgt spid="173"/>
                                        </p:tgtEl>
                                        <p:attrNameLst>
                                          <p:attrName>ppt_w</p:attrName>
                                        </p:attrNameLst>
                                      </p:cBhvr>
                                      <p:tavLst>
                                        <p:tav tm="0">
                                          <p:val>
                                            <p:fltVal val="0"/>
                                          </p:val>
                                        </p:tav>
                                        <p:tav tm="100000">
                                          <p:val>
                                            <p:strVal val="#ppt_w"/>
                                          </p:val>
                                        </p:tav>
                                      </p:tavLst>
                                    </p:anim>
                                    <p:anim calcmode="lin" valueType="num">
                                      <p:cBhvr>
                                        <p:cTn id="165" dur="1000" fill="hold"/>
                                        <p:tgtEl>
                                          <p:spTgt spid="173"/>
                                        </p:tgtEl>
                                        <p:attrNameLst>
                                          <p:attrName>ppt_h</p:attrName>
                                        </p:attrNameLst>
                                      </p:cBhvr>
                                      <p:tavLst>
                                        <p:tav tm="0">
                                          <p:val>
                                            <p:fltVal val="0"/>
                                          </p:val>
                                        </p:tav>
                                        <p:tav tm="100000">
                                          <p:val>
                                            <p:strVal val="#ppt_h"/>
                                          </p:val>
                                        </p:tav>
                                      </p:tavLst>
                                    </p:anim>
                                    <p:anim calcmode="lin" valueType="num">
                                      <p:cBhvr>
                                        <p:cTn id="166" dur="1000" fill="hold"/>
                                        <p:tgtEl>
                                          <p:spTgt spid="173"/>
                                        </p:tgtEl>
                                        <p:attrNameLst>
                                          <p:attrName>style.rotation</p:attrName>
                                        </p:attrNameLst>
                                      </p:cBhvr>
                                      <p:tavLst>
                                        <p:tav tm="0">
                                          <p:val>
                                            <p:fltVal val="90"/>
                                          </p:val>
                                        </p:tav>
                                        <p:tav tm="100000">
                                          <p:val>
                                            <p:fltVal val="0"/>
                                          </p:val>
                                        </p:tav>
                                      </p:tavLst>
                                    </p:anim>
                                    <p:animEffect transition="in" filter="fade">
                                      <p:cBhvr>
                                        <p:cTn id="167" dur="1000"/>
                                        <p:tgtEl>
                                          <p:spTgt spid="173"/>
                                        </p:tgtEl>
                                      </p:cBhvr>
                                    </p:animEffect>
                                  </p:childTnLst>
                                </p:cTn>
                              </p:par>
                            </p:childTnLst>
                          </p:cTn>
                        </p:par>
                        <p:par>
                          <p:cTn id="168" fill="hold">
                            <p:stCondLst>
                              <p:cond delay="1000"/>
                            </p:stCondLst>
                            <p:childTnLst>
                              <p:par>
                                <p:cTn id="169" presetID="22" presetClass="exit" presetSubtype="1" fill="hold" nodeType="afterEffect">
                                  <p:stCondLst>
                                    <p:cond delay="0"/>
                                  </p:stCondLst>
                                  <p:childTnLst>
                                    <p:animEffect transition="out" filter="wipe(up)">
                                      <p:cBhvr>
                                        <p:cTn id="170" dur="500"/>
                                        <p:tgtEl>
                                          <p:spTgt spid="171"/>
                                        </p:tgtEl>
                                      </p:cBhvr>
                                    </p:animEffect>
                                    <p:set>
                                      <p:cBhvr>
                                        <p:cTn id="171" dur="1" fill="hold">
                                          <p:stCondLst>
                                            <p:cond delay="499"/>
                                          </p:stCondLst>
                                        </p:cTn>
                                        <p:tgtEl>
                                          <p:spTgt spid="171"/>
                                        </p:tgtEl>
                                        <p:attrNameLst>
                                          <p:attrName>style.visibility</p:attrName>
                                        </p:attrNameLst>
                                      </p:cBhvr>
                                      <p:to>
                                        <p:strVal val="hidden"/>
                                      </p:to>
                                    </p:set>
                                  </p:childTnLst>
                                </p:cTn>
                              </p:par>
                            </p:childTnLst>
                          </p:cTn>
                        </p:par>
                      </p:childTnLst>
                    </p:cTn>
                  </p:par>
                  <p:par>
                    <p:cTn id="172" fill="hold">
                      <p:stCondLst>
                        <p:cond delay="indefinite"/>
                      </p:stCondLst>
                      <p:childTnLst>
                        <p:par>
                          <p:cTn id="173" fill="hold">
                            <p:stCondLst>
                              <p:cond delay="0"/>
                            </p:stCondLst>
                            <p:childTnLst>
                              <p:par>
                                <p:cTn id="174" presetID="31" presetClass="entr" presetSubtype="0" fill="hold" grpId="0" nodeType="clickEffect">
                                  <p:stCondLst>
                                    <p:cond delay="0"/>
                                  </p:stCondLst>
                                  <p:childTnLst>
                                    <p:set>
                                      <p:cBhvr>
                                        <p:cTn id="175" dur="1" fill="hold">
                                          <p:stCondLst>
                                            <p:cond delay="0"/>
                                          </p:stCondLst>
                                        </p:cTn>
                                        <p:tgtEl>
                                          <p:spTgt spid="175"/>
                                        </p:tgtEl>
                                        <p:attrNameLst>
                                          <p:attrName>style.visibility</p:attrName>
                                        </p:attrNameLst>
                                      </p:cBhvr>
                                      <p:to>
                                        <p:strVal val="visible"/>
                                      </p:to>
                                    </p:set>
                                    <p:anim calcmode="lin" valueType="num">
                                      <p:cBhvr>
                                        <p:cTn id="176" dur="1000" fill="hold"/>
                                        <p:tgtEl>
                                          <p:spTgt spid="175"/>
                                        </p:tgtEl>
                                        <p:attrNameLst>
                                          <p:attrName>ppt_w</p:attrName>
                                        </p:attrNameLst>
                                      </p:cBhvr>
                                      <p:tavLst>
                                        <p:tav tm="0">
                                          <p:val>
                                            <p:fltVal val="0"/>
                                          </p:val>
                                        </p:tav>
                                        <p:tav tm="100000">
                                          <p:val>
                                            <p:strVal val="#ppt_w"/>
                                          </p:val>
                                        </p:tav>
                                      </p:tavLst>
                                    </p:anim>
                                    <p:anim calcmode="lin" valueType="num">
                                      <p:cBhvr>
                                        <p:cTn id="177" dur="1000" fill="hold"/>
                                        <p:tgtEl>
                                          <p:spTgt spid="175"/>
                                        </p:tgtEl>
                                        <p:attrNameLst>
                                          <p:attrName>ppt_h</p:attrName>
                                        </p:attrNameLst>
                                      </p:cBhvr>
                                      <p:tavLst>
                                        <p:tav tm="0">
                                          <p:val>
                                            <p:fltVal val="0"/>
                                          </p:val>
                                        </p:tav>
                                        <p:tav tm="100000">
                                          <p:val>
                                            <p:strVal val="#ppt_h"/>
                                          </p:val>
                                        </p:tav>
                                      </p:tavLst>
                                    </p:anim>
                                    <p:anim calcmode="lin" valueType="num">
                                      <p:cBhvr>
                                        <p:cTn id="178" dur="1000" fill="hold"/>
                                        <p:tgtEl>
                                          <p:spTgt spid="175"/>
                                        </p:tgtEl>
                                        <p:attrNameLst>
                                          <p:attrName>style.rotation</p:attrName>
                                        </p:attrNameLst>
                                      </p:cBhvr>
                                      <p:tavLst>
                                        <p:tav tm="0">
                                          <p:val>
                                            <p:fltVal val="90"/>
                                          </p:val>
                                        </p:tav>
                                        <p:tav tm="100000">
                                          <p:val>
                                            <p:fltVal val="0"/>
                                          </p:val>
                                        </p:tav>
                                      </p:tavLst>
                                    </p:anim>
                                    <p:animEffect transition="in" filter="fade">
                                      <p:cBhvr>
                                        <p:cTn id="179" dur="10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6" grpId="0" animBg="1"/>
      <p:bldP spid="148" grpId="0" animBg="1"/>
      <p:bldP spid="149" grpId="0"/>
      <p:bldP spid="154" grpId="0" animBg="1"/>
      <p:bldP spid="155" grpId="0"/>
      <p:bldP spid="156" grpId="0"/>
      <p:bldP spid="173" grpId="0" animBg="1"/>
      <p:bldP spid="17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2D1DFAA-102D-9298-0ECE-BB713F69C72B}"/>
              </a:ext>
            </a:extLst>
          </p:cNvPr>
          <p:cNvSpPr>
            <a:spLocks noGrp="1"/>
          </p:cNvSpPr>
          <p:nvPr>
            <p:ph type="sldNum" sz="quarter" idx="12"/>
          </p:nvPr>
        </p:nvSpPr>
        <p:spPr/>
        <p:txBody>
          <a:bodyPr/>
          <a:lstStyle/>
          <a:p>
            <a:fld id="{D7C0FE0B-717B-41AE-9FA2-CA4BF851D1C3}" type="slidenum">
              <a:rPr lang="zh-CN" altLang="en-US" smtClean="0"/>
              <a:t>50</a:t>
            </a:fld>
            <a:endParaRPr lang="zh-CN" altLang="en-US"/>
          </a:p>
        </p:txBody>
      </p:sp>
      <p:sp>
        <p:nvSpPr>
          <p:cNvPr id="4" name="文本框 3">
            <a:extLst>
              <a:ext uri="{FF2B5EF4-FFF2-40B4-BE49-F238E27FC236}">
                <a16:creationId xmlns:a16="http://schemas.microsoft.com/office/drawing/2014/main" id="{34A49043-71C7-E0BA-BC32-69171C60A528}"/>
              </a:ext>
            </a:extLst>
          </p:cNvPr>
          <p:cNvSpPr txBox="1"/>
          <p:nvPr/>
        </p:nvSpPr>
        <p:spPr>
          <a:xfrm>
            <a:off x="1090556" y="252776"/>
            <a:ext cx="3373867" cy="461665"/>
          </a:xfrm>
          <a:prstGeom prst="rect">
            <a:avLst/>
          </a:prstGeom>
          <a:noFill/>
        </p:spPr>
        <p:txBody>
          <a:bodyPr wrap="square">
            <a:spAutoFit/>
          </a:bodyPr>
          <a:lstStyle/>
          <a:p>
            <a:pPr indent="270510">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9.2.6  </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键树</a:t>
            </a:r>
            <a:endParaRPr lang="zh-CN" altLang="zh-CN" sz="2400" b="1"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710B51DF-5E4C-EFCA-A07D-829A74E04D50}"/>
              </a:ext>
            </a:extLst>
          </p:cNvPr>
          <p:cNvSpPr txBox="1"/>
          <p:nvPr/>
        </p:nvSpPr>
        <p:spPr>
          <a:xfrm>
            <a:off x="219187" y="756534"/>
            <a:ext cx="5132742" cy="501932"/>
          </a:xfrm>
          <a:prstGeom prst="rect">
            <a:avLst/>
          </a:prstGeom>
          <a:noFill/>
        </p:spPr>
        <p:txBody>
          <a:bodyPr wrap="square">
            <a:spAutoFit/>
          </a:bodyPr>
          <a:lstStyle/>
          <a:p>
            <a:pPr marL="269240">
              <a:lnSpc>
                <a:spcPct val="150000"/>
              </a:lnSpc>
              <a:spcBef>
                <a:spcPts val="1400"/>
              </a:spcBef>
              <a:spcAft>
                <a:spcPts val="1450"/>
              </a:spcAft>
              <a:buNone/>
            </a:pPr>
            <a:r>
              <a:rPr lang="en-US" altLang="zh-CN" sz="2000" b="1" kern="100" dirty="0">
                <a:solidFill>
                  <a:srgbClr val="C00000"/>
                </a:solidFill>
                <a:effectLst>
                  <a:outerShdw blurRad="38100" dist="38100" dir="2700000" algn="tl">
                    <a:srgbClr val="000000">
                      <a:alpha val="43137"/>
                    </a:srgbClr>
                  </a:outerShdw>
                </a:effectLst>
                <a:latin typeface="等线 Light" panose="02010600030101010101" pitchFamily="2" charset="-122"/>
                <a:ea typeface="楷体" panose="02010609060101010101" pitchFamily="49" charset="-122"/>
                <a:cs typeface="Times New Roman" panose="02020603050405020304" pitchFamily="18" charset="0"/>
              </a:rPr>
              <a:t>1. </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双链键树</a:t>
            </a:r>
            <a:r>
              <a:rPr lang="en-US" altLang="zh-CN" sz="2000" b="1" kern="100" dirty="0">
                <a:solidFill>
                  <a:srgbClr val="C00000"/>
                </a:solidFill>
                <a:effectLst>
                  <a:outerShdw blurRad="38100" dist="38100" dir="2700000" algn="tl">
                    <a:srgbClr val="000000">
                      <a:alpha val="43137"/>
                    </a:srgbClr>
                  </a:outerShdw>
                </a:effectLst>
                <a:latin typeface="等线 Light" panose="02010600030101010101" pitchFamily="2" charset="-122"/>
                <a:ea typeface="楷体" panose="02010609060101010101" pitchFamily="49" charset="-122"/>
                <a:cs typeface="Times New Roman" panose="02020603050405020304" pitchFamily="18" charset="0"/>
              </a:rPr>
              <a:t>——</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孩子兄弟链表表示的键树</a:t>
            </a:r>
            <a:endParaRPr lang="zh-CN" altLang="zh-CN" sz="2000" b="1" kern="100" dirty="0">
              <a:solidFill>
                <a:srgbClr val="C00000"/>
              </a:solidFill>
              <a:effectLst>
                <a:outerShdw blurRad="38100" dist="38100" dir="2700000" algn="tl">
                  <a:srgbClr val="000000">
                    <a:alpha val="43137"/>
                  </a:srgbClr>
                </a:outerShdw>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D571967B-5BCA-F78C-5286-A0B8CDAF8A5E}"/>
              </a:ext>
            </a:extLst>
          </p:cNvPr>
          <p:cNvSpPr txBox="1"/>
          <p:nvPr/>
        </p:nvSpPr>
        <p:spPr>
          <a:xfrm>
            <a:off x="3070413" y="1328588"/>
            <a:ext cx="8698454" cy="5392887"/>
          </a:xfrm>
          <a:prstGeom prst="rect">
            <a:avLst/>
          </a:prstGeom>
          <a:solidFill>
            <a:srgbClr val="FFFAEB"/>
          </a:solidFill>
        </p:spPr>
        <p:txBody>
          <a:bodyPr wrap="square">
            <a:spAutoFit/>
          </a:bodyPr>
          <a:lstStyle/>
          <a:p>
            <a:pPr marL="108000" algn="just">
              <a:lnSpc>
                <a:spcPct val="120000"/>
              </a:lnSpc>
              <a:spcBef>
                <a:spcPts val="600"/>
              </a:spcBef>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关键字类型是</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C</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串</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InfoType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关键字对应的信息类型</a:t>
            </a:r>
          </a:p>
          <a:p>
            <a:pPr marL="108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struct{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KeyType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key;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关键字</a:t>
            </a: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InfoType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info;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记录的其它部分</a:t>
            </a:r>
          </a:p>
          <a:p>
            <a:pPr marL="108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Record;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记录类型</a:t>
            </a:r>
          </a:p>
          <a:p>
            <a:pPr marL="108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enum</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LEAF, BRANCH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NodeKind</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节点种类</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叶子</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分支</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108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DLTNode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char</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symbol;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关键字中的一个字符</a:t>
            </a: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DLTNode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*next;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指向兄弟节点的指针</a:t>
            </a: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NodeKind</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kind;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节点种类</a:t>
            </a: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union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Record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rcd</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叶子节点的记录指针 </a:t>
            </a: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DLTNode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*first;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分支节点的孩子链指针 </a:t>
            </a:r>
          </a:p>
          <a:p>
            <a:pPr marL="108000" algn="just">
              <a:lnSpc>
                <a:spcPct val="12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108000"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DLTNode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DLTree</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节点类型，双链键树指针类型</a:t>
            </a:r>
          </a:p>
        </p:txBody>
      </p:sp>
      <p:sp>
        <p:nvSpPr>
          <p:cNvPr id="10" name="文本框 9">
            <a:extLst>
              <a:ext uri="{FF2B5EF4-FFF2-40B4-BE49-F238E27FC236}">
                <a16:creationId xmlns:a16="http://schemas.microsoft.com/office/drawing/2014/main" id="{075ABA7F-B4FB-DD97-48D8-C7EAFC4305EC}"/>
              </a:ext>
            </a:extLst>
          </p:cNvPr>
          <p:cNvSpPr txBox="1"/>
          <p:nvPr/>
        </p:nvSpPr>
        <p:spPr>
          <a:xfrm>
            <a:off x="359486" y="1390515"/>
            <a:ext cx="2545528" cy="5466946"/>
          </a:xfrm>
          <a:prstGeom prst="rect">
            <a:avLst/>
          </a:prstGeom>
          <a:noFill/>
        </p:spPr>
        <p:txBody>
          <a:bodyPr wrap="square">
            <a:spAutoFit/>
          </a:bodyPr>
          <a:lstStyle/>
          <a:p>
            <a:pPr marR="57785" indent="266700" algn="just" eaLnBrk="1">
              <a:lnSpc>
                <a:spcPct val="115000"/>
              </a:lnSpc>
              <a:buNone/>
            </a:pP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采用孩子兄弟链表存储结构的键树称为</a:t>
            </a:r>
            <a:r>
              <a:rPr lang="zh-CN" altLang="zh-CN" sz="18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双链键树</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。每个分支节点含</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个域：</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symbol</a:t>
            </a:r>
            <a:r>
              <a:rPr lang="zh-CN" altLang="zh-CN" sz="18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域存储关键字的一个字符，</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first</a:t>
            </a:r>
            <a:r>
              <a:rPr lang="zh-CN" altLang="zh-CN" sz="18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指针域指向第一棵子树根，</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next</a:t>
            </a:r>
            <a:r>
              <a:rPr lang="zh-CN" altLang="zh-CN" sz="18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指针域指向右兄弟。叶子节点除了</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symbol</a:t>
            </a:r>
            <a:r>
              <a:rPr lang="zh-CN" altLang="zh-CN" sz="18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next</a:t>
            </a:r>
            <a:r>
              <a:rPr lang="zh-CN" altLang="zh-CN" sz="18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域，还有指向关键字记录的指针域</a:t>
            </a:r>
            <a:r>
              <a:rPr lang="en-US" altLang="zh-CN" sz="1800" dirty="0" err="1">
                <a:solidFill>
                  <a:srgbClr val="000000"/>
                </a:solidFill>
                <a:effectLst/>
                <a:latin typeface="Courier New" panose="02070309020205020404" pitchFamily="49" charset="0"/>
                <a:ea typeface="宋体" panose="02010600030101010101" pitchFamily="2" charset="-122"/>
                <a:cs typeface="宋体" panose="02010600030101010101" pitchFamily="2" charset="-122"/>
              </a:rPr>
              <a:t>inforptr</a:t>
            </a:r>
            <a:r>
              <a:rPr lang="zh-CN" altLang="zh-CN" sz="18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，但没有</a:t>
            </a:r>
            <a:r>
              <a:rPr lang="en-US" altLang="zh-CN" sz="180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first</a:t>
            </a:r>
            <a:r>
              <a:rPr lang="zh-CN" altLang="zh-CN" sz="18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指</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针域。</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R="57785" indent="266700" algn="just" eaLnBrk="1">
              <a:lnSpc>
                <a:spcPct val="115000"/>
              </a:lnSpc>
              <a:buNone/>
            </a:pP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例如，图</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9.31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所示的键树的双链树如图</a:t>
            </a:r>
            <a:r>
              <a:rPr lang="en-US" alt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9.32(a)</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所示（只画出第一棵子树，省略了其余部分）。</a:t>
            </a:r>
            <a:endParaRPr lang="zh-CN" altLang="zh-CN" sz="12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1" name="文本框 10">
            <a:extLst>
              <a:ext uri="{FF2B5EF4-FFF2-40B4-BE49-F238E27FC236}">
                <a16:creationId xmlns:a16="http://schemas.microsoft.com/office/drawing/2014/main" id="{1F27075B-B979-C6A9-B75A-E97376134ADC}"/>
              </a:ext>
            </a:extLst>
          </p:cNvPr>
          <p:cNvSpPr txBox="1"/>
          <p:nvPr/>
        </p:nvSpPr>
        <p:spPr>
          <a:xfrm>
            <a:off x="5572461" y="555731"/>
            <a:ext cx="5626861" cy="646331"/>
          </a:xfrm>
          <a:prstGeom prst="rect">
            <a:avLst/>
          </a:prstGeom>
          <a:noFill/>
        </p:spPr>
        <p:txBody>
          <a:bodyPr wrap="none" rtlCol="0">
            <a:spAutoFit/>
          </a:bodyPr>
          <a:lstStyle/>
          <a:p>
            <a:r>
              <a:rPr lang="zh-CN" altLang="en-US" b="1" dirty="0">
                <a:solidFill>
                  <a:srgbClr val="3B11EF"/>
                </a:solidFill>
              </a:rPr>
              <a:t>双链键树的构建、回收、查找和插入算法的学习，</a:t>
            </a:r>
            <a:endParaRPr lang="en-US" altLang="zh-CN" b="1" dirty="0">
              <a:solidFill>
                <a:srgbClr val="3B11EF"/>
              </a:solidFill>
            </a:endParaRPr>
          </a:p>
          <a:p>
            <a:r>
              <a:rPr lang="zh-CN" altLang="en-US" b="1" dirty="0">
                <a:solidFill>
                  <a:srgbClr val="3B11EF"/>
                </a:solidFill>
              </a:rPr>
              <a:t>可在</a:t>
            </a:r>
            <a:r>
              <a:rPr lang="en-US" altLang="zh-CN" b="1" dirty="0" err="1">
                <a:solidFill>
                  <a:srgbClr val="3B11EF"/>
                </a:solidFill>
              </a:rPr>
              <a:t>AnyviewC</a:t>
            </a:r>
            <a:r>
              <a:rPr lang="zh-CN" altLang="en-US" b="1" dirty="0">
                <a:solidFill>
                  <a:srgbClr val="3B11EF"/>
                </a:solidFill>
              </a:rPr>
              <a:t>进行可视交互跟踪观察树形的动态变化</a:t>
            </a:r>
          </a:p>
        </p:txBody>
      </p:sp>
    </p:spTree>
    <p:extLst>
      <p:ext uri="{BB962C8B-B14F-4D97-AF65-F5344CB8AC3E}">
        <p14:creationId xmlns:p14="http://schemas.microsoft.com/office/powerpoint/2010/main" val="476657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C87BF38-8260-F45C-E2A0-2E671A37CF0D}"/>
              </a:ext>
            </a:extLst>
          </p:cNvPr>
          <p:cNvSpPr>
            <a:spLocks noGrp="1"/>
          </p:cNvSpPr>
          <p:nvPr>
            <p:ph type="sldNum" sz="quarter" idx="12"/>
          </p:nvPr>
        </p:nvSpPr>
        <p:spPr/>
        <p:txBody>
          <a:bodyPr/>
          <a:lstStyle/>
          <a:p>
            <a:fld id="{D7C0FE0B-717B-41AE-9FA2-CA4BF851D1C3}" type="slidenum">
              <a:rPr lang="zh-CN" altLang="en-US" smtClean="0"/>
              <a:t>51</a:t>
            </a:fld>
            <a:endParaRPr lang="zh-CN" altLang="en-US"/>
          </a:p>
        </p:txBody>
      </p:sp>
      <p:sp>
        <p:nvSpPr>
          <p:cNvPr id="4" name="文本框 3">
            <a:extLst>
              <a:ext uri="{FF2B5EF4-FFF2-40B4-BE49-F238E27FC236}">
                <a16:creationId xmlns:a16="http://schemas.microsoft.com/office/drawing/2014/main" id="{B0DDE2CE-C6E1-9E4B-E1DE-6473AE232DFA}"/>
              </a:ext>
            </a:extLst>
          </p:cNvPr>
          <p:cNvSpPr txBox="1"/>
          <p:nvPr/>
        </p:nvSpPr>
        <p:spPr>
          <a:xfrm>
            <a:off x="1020631" y="251099"/>
            <a:ext cx="2125980" cy="461665"/>
          </a:xfrm>
          <a:prstGeom prst="rect">
            <a:avLst/>
          </a:prstGeom>
          <a:noFill/>
        </p:spPr>
        <p:txBody>
          <a:bodyPr wrap="square">
            <a:spAutoFit/>
          </a:bodyPr>
          <a:lstStyle/>
          <a:p>
            <a:pPr algn="ctr">
              <a:buNone/>
            </a:pP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9.3  </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散列表</a:t>
            </a:r>
            <a:endParaRPr lang="zh-CN" altLang="zh-CN" sz="2400" kern="100" dirty="0">
              <a:solidFill>
                <a:srgbClr val="3B11EF"/>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1110A319-65DD-7F7C-2F8F-79E1DA6072F5}"/>
              </a:ext>
            </a:extLst>
          </p:cNvPr>
          <p:cNvSpPr txBox="1"/>
          <p:nvPr/>
        </p:nvSpPr>
        <p:spPr>
          <a:xfrm>
            <a:off x="369794" y="906402"/>
            <a:ext cx="4250615" cy="5635261"/>
          </a:xfrm>
          <a:prstGeom prst="rect">
            <a:avLst/>
          </a:prstGeom>
          <a:noFill/>
        </p:spPr>
        <p:txBody>
          <a:bodyPr wrap="square">
            <a:spAutoFit/>
          </a:bodyPr>
          <a:lstStyle/>
          <a:p>
            <a:pPr marL="270510" algn="just">
              <a:spcBef>
                <a:spcPts val="1300"/>
              </a:spcBef>
              <a:spcAft>
                <a:spcPts val="1300"/>
              </a:spcAft>
              <a:buNone/>
            </a:pPr>
            <a:r>
              <a:rPr lang="en-US" altLang="zh-CN" sz="2000" b="1" kern="100" dirty="0">
                <a:solidFill>
                  <a:srgbClr val="C00000"/>
                </a:solidFill>
                <a:effectLst/>
                <a:latin typeface="黑体" panose="02010609060101010101" pitchFamily="49" charset="-122"/>
                <a:ea typeface="宋体" panose="02010600030101010101" pitchFamily="2" charset="-122"/>
              </a:rPr>
              <a:t>9.3.1  </a:t>
            </a:r>
            <a:r>
              <a:rPr lang="zh-CN" altLang="zh-CN" sz="2000" b="1" kern="100" dirty="0">
                <a:solidFill>
                  <a:srgbClr val="C00000"/>
                </a:solidFill>
                <a:effectLst/>
                <a:latin typeface="Times New Roman" panose="02020603050405020304" pitchFamily="18" charset="0"/>
                <a:ea typeface="黑体" panose="02010609060101010101" pitchFamily="49" charset="-122"/>
              </a:rPr>
              <a:t>散列和散列表定义</a:t>
            </a:r>
            <a:endParaRPr lang="zh-CN" altLang="zh-CN" sz="2000" b="1" kern="100" dirty="0">
              <a:solidFill>
                <a:srgbClr val="C00000"/>
              </a:solidFill>
              <a:effectLst/>
              <a:latin typeface="Times New Roman" panose="02020603050405020304" pitchFamily="18" charset="0"/>
              <a:ea typeface="宋体" panose="02010600030101010101" pitchFamily="2" charset="-122"/>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rPr>
              <a:t>理想的情况是不经过任何比较，一次存取便能得到所查元素。这就必须在元素的存储位置和它的关键字之间建立一个确定的对应关系</a:t>
            </a:r>
            <a:r>
              <a:rPr lang="en-US" altLang="zh-CN" sz="1800" i="1" kern="100" dirty="0">
                <a:effectLst/>
                <a:latin typeface="Times New Roman" panose="02020603050405020304" pitchFamily="18" charset="0"/>
                <a:ea typeface="宋体" panose="02010600030101010101" pitchFamily="2" charset="-122"/>
              </a:rPr>
              <a:t>f</a:t>
            </a:r>
            <a:r>
              <a:rPr lang="zh-CN" altLang="zh-CN" sz="1800" kern="100" dirty="0">
                <a:effectLst/>
                <a:latin typeface="Times New Roman" panose="02020603050405020304" pitchFamily="18" charset="0"/>
                <a:ea typeface="宋体" panose="02010600030101010101" pitchFamily="2" charset="-122"/>
              </a:rPr>
              <a:t>，使每个关键字和结构中一个唯一的存储位置相对应。于是在查找时，只要根据这个对应关系</a:t>
            </a:r>
            <a:r>
              <a:rPr lang="en-US" altLang="zh-CN" sz="1800" i="1" kern="100" dirty="0">
                <a:effectLst/>
                <a:latin typeface="Times New Roman" panose="02020603050405020304" pitchFamily="18" charset="0"/>
                <a:ea typeface="宋体" panose="02010600030101010101" pitchFamily="2" charset="-122"/>
              </a:rPr>
              <a:t>f</a:t>
            </a:r>
            <a:r>
              <a:rPr lang="zh-CN" altLang="zh-CN" sz="1800" kern="100" dirty="0">
                <a:effectLst/>
                <a:latin typeface="Times New Roman" panose="02020603050405020304" pitchFamily="18" charset="0"/>
                <a:ea typeface="宋体" panose="02010600030101010101" pitchFamily="2" charset="-122"/>
              </a:rPr>
              <a:t>便可找到给定值</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的像</a:t>
            </a:r>
            <a:r>
              <a:rPr lang="en-US" altLang="zh-CN" sz="1800" i="1" kern="100" dirty="0">
                <a:effectLst/>
                <a:latin typeface="Times New Roman" panose="02020603050405020304" pitchFamily="18" charset="0"/>
                <a:ea typeface="宋体" panose="02010600030101010101" pitchFamily="2" charset="-122"/>
              </a:rPr>
              <a:t>f</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。若结构中存在关键字等于</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的元素，就必定在存储位置</a:t>
            </a:r>
            <a:r>
              <a:rPr lang="en-US" altLang="zh-CN" sz="1800" i="1" kern="100" dirty="0">
                <a:effectLst/>
                <a:latin typeface="Times New Roman" panose="02020603050405020304" pitchFamily="18" charset="0"/>
                <a:ea typeface="宋体" panose="02010600030101010101" pitchFamily="2" charset="-122"/>
              </a:rPr>
              <a:t>f</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上，则不需要进行比较便可直接取得所查元素。这个对应关系 </a:t>
            </a:r>
            <a:r>
              <a:rPr lang="en-US" altLang="zh-CN" sz="1800" i="1" kern="100" dirty="0">
                <a:effectLst/>
                <a:latin typeface="Times New Roman" panose="02020603050405020304" pitchFamily="18" charset="0"/>
                <a:ea typeface="宋体" panose="02010600030101010101" pitchFamily="2" charset="-122"/>
              </a:rPr>
              <a:t>f</a:t>
            </a:r>
            <a:r>
              <a:rPr lang="zh-CN" altLang="zh-CN" sz="1800" kern="100" dirty="0">
                <a:effectLst/>
                <a:latin typeface="Times New Roman" panose="02020603050405020304" pitchFamily="18" charset="0"/>
                <a:ea typeface="宋体" panose="02010600030101010101" pitchFamily="2" charset="-122"/>
              </a:rPr>
              <a:t>称为</a:t>
            </a:r>
            <a:r>
              <a:rPr lang="zh-CN" altLang="zh-CN" sz="1800" kern="100" dirty="0">
                <a:solidFill>
                  <a:srgbClr val="C00000"/>
                </a:solidFill>
                <a:effectLst/>
                <a:latin typeface="Times New Roman" panose="02020603050405020304" pitchFamily="18" charset="0"/>
                <a:ea typeface="黑体" panose="02010609060101010101" pitchFamily="49" charset="-122"/>
              </a:rPr>
              <a:t>散列</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Hash</a:t>
            </a:r>
            <a:r>
              <a:rPr lang="zh-CN" altLang="zh-CN" sz="1800" kern="100" dirty="0">
                <a:effectLst/>
                <a:latin typeface="Times New Roman" panose="02020603050405020304" pitchFamily="18" charset="0"/>
                <a:ea typeface="宋体" panose="02010600030101010101" pitchFamily="2" charset="-122"/>
              </a:rPr>
              <a:t>）</a:t>
            </a:r>
            <a:r>
              <a:rPr lang="zh-CN" altLang="zh-CN" kern="100" dirty="0">
                <a:solidFill>
                  <a:srgbClr val="C00000"/>
                </a:solidFill>
                <a:latin typeface="Times New Roman" panose="02020603050405020304" pitchFamily="18" charset="0"/>
                <a:ea typeface="黑体" panose="02010609060101010101" pitchFamily="49" charset="-122"/>
              </a:rPr>
              <a:t>函数</a:t>
            </a:r>
            <a:r>
              <a:rPr lang="zh-CN" altLang="zh-CN" sz="1800" kern="100" dirty="0">
                <a:effectLst/>
                <a:latin typeface="Times New Roman" panose="02020603050405020304" pitchFamily="18" charset="0"/>
                <a:ea typeface="宋体" panose="02010600030101010101" pitchFamily="2" charset="-122"/>
              </a:rPr>
              <a:t>或</a:t>
            </a:r>
            <a:r>
              <a:rPr lang="zh-CN" altLang="en-US" sz="1800" kern="100" dirty="0">
                <a:solidFill>
                  <a:srgbClr val="C00000"/>
                </a:solidFill>
                <a:effectLst/>
                <a:latin typeface="Times New Roman" panose="02020603050405020304" pitchFamily="18" charset="0"/>
                <a:ea typeface="黑体" panose="02010609060101010101" pitchFamily="49" charset="-122"/>
              </a:rPr>
              <a:t>哈希</a:t>
            </a:r>
            <a:r>
              <a:rPr lang="zh-CN" altLang="zh-CN" kern="100" dirty="0">
                <a:solidFill>
                  <a:srgbClr val="C00000"/>
                </a:solidFill>
                <a:latin typeface="Times New Roman" panose="02020603050405020304" pitchFamily="18" charset="0"/>
                <a:ea typeface="黑体" panose="02010609060101010101" pitchFamily="49" charset="-122"/>
              </a:rPr>
              <a:t>函数</a:t>
            </a:r>
            <a:r>
              <a:rPr lang="zh-CN" altLang="zh-CN" sz="1800" kern="100" dirty="0">
                <a:effectLst/>
                <a:latin typeface="Times New Roman" panose="02020603050405020304" pitchFamily="18" charset="0"/>
                <a:ea typeface="宋体" panose="02010600030101010101" pitchFamily="2" charset="-122"/>
              </a:rPr>
              <a:t>，按这一思想建立的查找表称为</a:t>
            </a:r>
            <a:r>
              <a:rPr lang="zh-CN" altLang="zh-CN" kern="100" dirty="0">
                <a:solidFill>
                  <a:srgbClr val="C00000"/>
                </a:solidFill>
                <a:latin typeface="Times New Roman" panose="02020603050405020304" pitchFamily="18" charset="0"/>
                <a:ea typeface="黑体" panose="02010609060101010101" pitchFamily="49" charset="-122"/>
              </a:rPr>
              <a:t>散列表</a:t>
            </a:r>
            <a:r>
              <a:rPr lang="zh-CN" altLang="zh-CN" sz="1800" kern="100" dirty="0">
                <a:effectLst/>
                <a:latin typeface="Times New Roman" panose="02020603050405020304" pitchFamily="18" charset="0"/>
                <a:ea typeface="宋体" panose="02010600030101010101" pitchFamily="2" charset="-122"/>
              </a:rPr>
              <a:t>或</a:t>
            </a:r>
            <a:r>
              <a:rPr lang="zh-CN" altLang="en-US" sz="1800" kern="100" dirty="0">
                <a:solidFill>
                  <a:srgbClr val="C00000"/>
                </a:solidFill>
                <a:effectLst/>
                <a:latin typeface="Times New Roman" panose="02020603050405020304" pitchFamily="18" charset="0"/>
                <a:ea typeface="黑体" panose="02010609060101010101" pitchFamily="49" charset="-122"/>
              </a:rPr>
              <a:t>哈希</a:t>
            </a:r>
            <a:r>
              <a:rPr lang="zh-CN" altLang="zh-CN" kern="100" dirty="0">
                <a:solidFill>
                  <a:srgbClr val="C00000"/>
                </a:solidFill>
                <a:latin typeface="Times New Roman" panose="02020603050405020304" pitchFamily="18" charset="0"/>
                <a:ea typeface="黑体" panose="02010609060101010101" pitchFamily="49" charset="-122"/>
              </a:rPr>
              <a:t>表</a:t>
            </a:r>
            <a:r>
              <a:rPr lang="zh-CN" altLang="zh-CN" sz="1800" kern="100" dirty="0">
                <a:effectLst/>
                <a:latin typeface="Times New Roman" panose="02020603050405020304" pitchFamily="18" charset="0"/>
                <a:ea typeface="宋体" panose="02010600030101010101" pitchFamily="2" charset="-122"/>
              </a:rPr>
              <a:t>。散列表设有一个称为</a:t>
            </a:r>
            <a:r>
              <a:rPr lang="zh-CN" altLang="zh-CN" sz="1800" b="1" kern="100" dirty="0">
                <a:solidFill>
                  <a:srgbClr val="C00000"/>
                </a:solidFill>
                <a:effectLst/>
                <a:latin typeface="Times New Roman" panose="02020603050405020304" pitchFamily="18" charset="0"/>
                <a:ea typeface="楷体" panose="02010609060101010101" pitchFamily="49" charset="-122"/>
              </a:rPr>
              <a:t>向量</a:t>
            </a:r>
            <a:r>
              <a:rPr lang="zh-CN" altLang="zh-CN" sz="1800" kern="100" dirty="0">
                <a:effectLst/>
                <a:latin typeface="Times New Roman" panose="02020603050405020304" pitchFamily="18" charset="0"/>
                <a:ea typeface="宋体" panose="02010600030101010101" pitchFamily="2" charset="-122"/>
              </a:rPr>
              <a:t>的长度为</a:t>
            </a:r>
            <a:r>
              <a:rPr lang="en-US" altLang="zh-CN" sz="1800" kern="100" dirty="0">
                <a:effectLst/>
                <a:latin typeface="Times New Roman" panose="02020603050405020304" pitchFamily="18" charset="0"/>
                <a:ea typeface="宋体" panose="02010600030101010101" pitchFamily="2" charset="-122"/>
              </a:rPr>
              <a:t>size</a:t>
            </a:r>
            <a:r>
              <a:rPr lang="zh-CN" altLang="zh-CN" sz="1800" kern="100" dirty="0">
                <a:effectLst/>
                <a:latin typeface="Times New Roman" panose="02020603050405020304" pitchFamily="18" charset="0"/>
                <a:ea typeface="宋体" panose="02010600030101010101" pitchFamily="2" charset="-122"/>
              </a:rPr>
              <a:t>的动态一维数组，其下标范围</a:t>
            </a:r>
            <a:r>
              <a:rPr lang="en-US" altLang="zh-CN" sz="1800" kern="100" dirty="0" err="1">
                <a:effectLst/>
                <a:latin typeface="Times New Roman" panose="02020603050405020304" pitchFamily="18" charset="0"/>
                <a:ea typeface="宋体" panose="02010600030101010101" pitchFamily="2" charset="-122"/>
              </a:rPr>
              <a:t>0..size</a:t>
            </a:r>
            <a:r>
              <a:rPr lang="zh-CN" altLang="zh-CN" sz="1800" kern="100" dirty="0">
                <a:effectLst/>
                <a:latin typeface="Times New Roman" panose="02020603050405020304" pitchFamily="18" charset="0"/>
                <a:ea typeface="宋体" panose="02010600030101010101" pitchFamily="2" charset="-122"/>
              </a:rPr>
              <a:t>对应散列函数的值域。散列表具有与动态查找表类似的基本操作。</a:t>
            </a:r>
          </a:p>
        </p:txBody>
      </p:sp>
      <p:sp>
        <p:nvSpPr>
          <p:cNvPr id="8" name="文本框 7">
            <a:extLst>
              <a:ext uri="{FF2B5EF4-FFF2-40B4-BE49-F238E27FC236}">
                <a16:creationId xmlns:a16="http://schemas.microsoft.com/office/drawing/2014/main" id="{EC845C58-B86C-7931-195F-FCD5BE88098A}"/>
              </a:ext>
            </a:extLst>
          </p:cNvPr>
          <p:cNvSpPr txBox="1"/>
          <p:nvPr/>
        </p:nvSpPr>
        <p:spPr>
          <a:xfrm>
            <a:off x="5256904" y="844378"/>
            <a:ext cx="6096896" cy="5459700"/>
          </a:xfrm>
          <a:prstGeom prst="rect">
            <a:avLst/>
          </a:prstGeom>
          <a:noFill/>
        </p:spPr>
        <p:txBody>
          <a:bodyPr wrap="square">
            <a:spAutoFit/>
          </a:bodyPr>
          <a:lstStyle/>
          <a:p>
            <a:pPr marL="270510" algn="just">
              <a:lnSpc>
                <a:spcPct val="157000"/>
              </a:lnSpc>
              <a:spcBef>
                <a:spcPts val="1400"/>
              </a:spcBef>
              <a:spcAft>
                <a:spcPts val="1450"/>
              </a:spcAft>
              <a:buNone/>
            </a:pPr>
            <a:r>
              <a:rPr lang="en-US" altLang="zh-CN" sz="18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8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．加密散列函数</a:t>
            </a:r>
            <a:endParaRPr lang="zh-CN" altLang="zh-CN" sz="2800" b="1" kern="100" dirty="0">
              <a:solidFill>
                <a:srgbClr val="C00000"/>
              </a:solidFill>
              <a:effectLst/>
              <a:latin typeface="等线 Light" panose="02010600030101010101" pitchFamily="2" charset="-122"/>
              <a:ea typeface="等线 Light"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rPr>
              <a:t>加密散列函数将变长的位字符串输入固定地映射为定长的位字符串输出。如前所述，散列碰撞是不可避免的，但是一个安全的散列函数需要具备抗冲突性，应该很难发生冲突。这类函数需要数学证明无冲突。加密散列函数还必须具备抗原像性（单向特性），即不能进行逆运算，不能从散列结果逆向还原输入。</a:t>
            </a: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rPr>
              <a:t>加密散列函数在密码学中非常重要，并且广泛应用于数字签名、模式验证、区块链和消息完整性等许多实际场景。</a:t>
            </a:r>
          </a:p>
          <a:p>
            <a:pPr marL="270510" algn="just">
              <a:lnSpc>
                <a:spcPct val="157000"/>
              </a:lnSpc>
              <a:spcBef>
                <a:spcPts val="1400"/>
              </a:spcBef>
              <a:spcAft>
                <a:spcPts val="1450"/>
              </a:spcAft>
            </a:pPr>
            <a:r>
              <a:rPr lang="en-US" altLang="zh-CN" b="1" kern="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zh-CN" b="1" kern="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．非加密散列函数</a:t>
            </a:r>
          </a:p>
          <a:p>
            <a:pPr indent="266700" algn="just">
              <a:buNone/>
            </a:pPr>
            <a:r>
              <a:rPr lang="zh-CN" altLang="zh-CN" sz="1800" kern="100" dirty="0">
                <a:effectLst/>
                <a:latin typeface="Times New Roman" panose="02020603050405020304" pitchFamily="18" charset="0"/>
                <a:ea typeface="宋体" panose="02010600030101010101" pitchFamily="2" charset="-122"/>
              </a:rPr>
              <a:t>非加密函数不需要安全性和很强是抗冲突性，但必须能快速计算并且保证较低的散列冲突概率，因而允许以合理的错误概率快速对大量数据进行散列。用于散列表的散列函数是非加密的，通常比加密的散列函数的计算速度快</a:t>
            </a:r>
            <a:r>
              <a:rPr lang="en-US" altLang="zh-CN" sz="1800" kern="100" dirty="0">
                <a:effectLst/>
                <a:latin typeface="Times New Roman" panose="02020603050405020304" pitchFamily="18" charset="0"/>
                <a:ea typeface="宋体" panose="02010600030101010101" pitchFamily="2" charset="-122"/>
              </a:rPr>
              <a:t>5</a:t>
            </a:r>
            <a:r>
              <a:rPr lang="zh-CN" altLang="zh-CN" sz="1800" kern="100" dirty="0">
                <a:effectLst/>
                <a:latin typeface="Times New Roman" panose="02020603050405020304" pitchFamily="18" charset="0"/>
                <a:ea typeface="宋体" panose="02010600030101010101" pitchFamily="2" charset="-122"/>
              </a:rPr>
              <a:t>至数十倍。</a:t>
            </a:r>
          </a:p>
        </p:txBody>
      </p:sp>
    </p:spTree>
    <p:extLst>
      <p:ext uri="{BB962C8B-B14F-4D97-AF65-F5344CB8AC3E}">
        <p14:creationId xmlns:p14="http://schemas.microsoft.com/office/powerpoint/2010/main" val="295629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1000"/>
                                        <p:tgtEl>
                                          <p:spTgt spid="8">
                                            <p:txEl>
                                              <p:pRg st="1" end="1"/>
                                            </p:txEl>
                                          </p:spTgt>
                                        </p:tgtEl>
                                      </p:cBhvr>
                                    </p:animEffect>
                                    <p:anim calcmode="lin" valueType="num">
                                      <p:cBhvr>
                                        <p:cTn id="20"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fade">
                                      <p:cBhvr>
                                        <p:cTn id="24" dur="1000"/>
                                        <p:tgtEl>
                                          <p:spTgt spid="8">
                                            <p:txEl>
                                              <p:pRg st="2" end="2"/>
                                            </p:txEl>
                                          </p:spTgt>
                                        </p:tgtEl>
                                      </p:cBhvr>
                                    </p:animEffect>
                                    <p:anim calcmode="lin" valueType="num">
                                      <p:cBhvr>
                                        <p:cTn id="2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Effect transition="in" filter="fade">
                                      <p:cBhvr>
                                        <p:cTn id="31" dur="1000"/>
                                        <p:tgtEl>
                                          <p:spTgt spid="8">
                                            <p:txEl>
                                              <p:pRg st="3" end="3"/>
                                            </p:txEl>
                                          </p:spTgt>
                                        </p:tgtEl>
                                      </p:cBhvr>
                                    </p:animEffect>
                                    <p:anim calcmode="lin" valueType="num">
                                      <p:cBhvr>
                                        <p:cTn id="3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xEl>
                                              <p:pRg st="4" end="4"/>
                                            </p:txEl>
                                          </p:spTgt>
                                        </p:tgtEl>
                                        <p:attrNameLst>
                                          <p:attrName>style.visibility</p:attrName>
                                        </p:attrNameLst>
                                      </p:cBhvr>
                                      <p:to>
                                        <p:strVal val="visible"/>
                                      </p:to>
                                    </p:set>
                                    <p:animEffect transition="in" filter="fade">
                                      <p:cBhvr>
                                        <p:cTn id="36" dur="1000"/>
                                        <p:tgtEl>
                                          <p:spTgt spid="8">
                                            <p:txEl>
                                              <p:pRg st="4" end="4"/>
                                            </p:txEl>
                                          </p:spTgt>
                                        </p:tgtEl>
                                      </p:cBhvr>
                                    </p:animEffect>
                                    <p:anim calcmode="lin" valueType="num">
                                      <p:cBhvr>
                                        <p:cTn id="3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20DEAA-961A-EDD3-18A6-9E1869A2D97B}"/>
              </a:ext>
            </a:extLst>
          </p:cNvPr>
          <p:cNvSpPr>
            <a:spLocks noGrp="1"/>
          </p:cNvSpPr>
          <p:nvPr>
            <p:ph type="sldNum" sz="quarter" idx="12"/>
          </p:nvPr>
        </p:nvSpPr>
        <p:spPr/>
        <p:txBody>
          <a:bodyPr/>
          <a:lstStyle/>
          <a:p>
            <a:fld id="{D7C0FE0B-717B-41AE-9FA2-CA4BF851D1C3}" type="slidenum">
              <a:rPr lang="zh-CN" altLang="en-US" smtClean="0"/>
              <a:t>52</a:t>
            </a:fld>
            <a:endParaRPr lang="zh-CN" altLang="en-US"/>
          </a:p>
        </p:txBody>
      </p:sp>
      <p:sp>
        <p:nvSpPr>
          <p:cNvPr id="4" name="文本框 3">
            <a:extLst>
              <a:ext uri="{FF2B5EF4-FFF2-40B4-BE49-F238E27FC236}">
                <a16:creationId xmlns:a16="http://schemas.microsoft.com/office/drawing/2014/main" id="{75BE511F-70FE-81E4-3E8A-A705DCB4588A}"/>
              </a:ext>
            </a:extLst>
          </p:cNvPr>
          <p:cNvSpPr txBox="1"/>
          <p:nvPr/>
        </p:nvSpPr>
        <p:spPr>
          <a:xfrm>
            <a:off x="337521" y="872919"/>
            <a:ext cx="5758479" cy="2390783"/>
          </a:xfrm>
          <a:prstGeom prst="rect">
            <a:avLst/>
          </a:prstGeom>
          <a:noFill/>
        </p:spPr>
        <p:txBody>
          <a:bodyPr wrap="square">
            <a:spAutoFit/>
          </a:bodyPr>
          <a:lstStyle/>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构造散列函数时，一般都要对关键字进行计算。为了尽量避免不同的关键字产生相同的散列函数值，应使关键字的所有组成成分都能对散列函数的计算起作用。</a:t>
            </a:r>
          </a:p>
          <a:p>
            <a:pPr indent="269875" algn="just">
              <a:lnSpc>
                <a:spcPct val="150000"/>
              </a:lnSpc>
              <a:buNone/>
            </a:pPr>
            <a:r>
              <a:rPr lang="zh-CN" altLang="zh-CN" sz="1800" b="1" kern="100" dirty="0">
                <a:solidFill>
                  <a:srgbClr val="C00000"/>
                </a:solidFill>
                <a:effectLst/>
                <a:latin typeface="Times New Roman" panose="02020603050405020304" pitchFamily="18" charset="0"/>
                <a:ea typeface="楷体" panose="02010609060101010101" pitchFamily="49" charset="-122"/>
              </a:rPr>
              <a:t>（</a:t>
            </a:r>
            <a:r>
              <a:rPr lang="en-US" altLang="zh-CN" sz="1800" b="1" kern="100" dirty="0">
                <a:solidFill>
                  <a:srgbClr val="C00000"/>
                </a:solidFill>
                <a:effectLst/>
                <a:latin typeface="Times New Roman" panose="02020603050405020304" pitchFamily="18" charset="0"/>
                <a:ea typeface="楷体" panose="02010609060101010101" pitchFamily="49" charset="-122"/>
              </a:rPr>
              <a:t>1</a:t>
            </a:r>
            <a:r>
              <a:rPr lang="zh-CN" altLang="zh-CN" sz="1800" b="1" kern="100" dirty="0">
                <a:solidFill>
                  <a:srgbClr val="C00000"/>
                </a:solidFill>
                <a:effectLst/>
                <a:latin typeface="Times New Roman" panose="02020603050405020304" pitchFamily="18" charset="0"/>
                <a:ea typeface="楷体" panose="02010609060101010101" pitchFamily="49" charset="-122"/>
              </a:rPr>
              <a:t>）直接定址法</a:t>
            </a:r>
            <a:endParaRPr lang="zh-CN" altLang="zh-CN" sz="1800" kern="100" dirty="0">
              <a:solidFill>
                <a:srgbClr val="C00000"/>
              </a:solidFill>
              <a:effectLst/>
              <a:latin typeface="Times New Roman" panose="02020603050405020304" pitchFamily="18" charset="0"/>
              <a:ea typeface="宋体" panose="02010600030101010101" pitchFamily="2" charset="-122"/>
            </a:endParaRPr>
          </a:p>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取关键字或关键字的某个线性函数值为散列地址，即</a:t>
            </a:r>
          </a:p>
          <a:p>
            <a:pPr algn="ctr">
              <a:lnSpc>
                <a:spcPct val="115000"/>
              </a:lnSpc>
              <a:buNone/>
            </a:pPr>
            <a:r>
              <a:rPr lang="en-US" altLang="zh-CN" sz="1800" i="1" kern="100" dirty="0">
                <a:effectLst/>
                <a:latin typeface="Times New Roman" panose="02020603050405020304" pitchFamily="18" charset="0"/>
                <a:ea typeface="楷体" panose="02010609060101010101" pitchFamily="49"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楷体" panose="02010609060101010101" pitchFamily="49" charset="-122"/>
              </a:rPr>
              <a:t>key</a:t>
            </a:r>
            <a:r>
              <a:rPr lang="en-US" altLang="zh-CN" sz="1800" kern="100" dirty="0">
                <a:effectLst/>
                <a:latin typeface="Times New Roman" panose="02020603050405020304" pitchFamily="18" charset="0"/>
                <a:ea typeface="宋体" panose="02010600030101010101" pitchFamily="2" charset="-122"/>
              </a:rPr>
              <a:t>) = </a:t>
            </a:r>
            <a:r>
              <a:rPr lang="en-US" altLang="zh-CN" sz="1800" i="1" kern="100" dirty="0">
                <a:effectLst/>
                <a:latin typeface="Times New Roman" panose="02020603050405020304" pitchFamily="18" charset="0"/>
                <a:ea typeface="楷体" panose="02010609060101010101" pitchFamily="49" charset="-122"/>
              </a:rPr>
              <a:t>key</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或</a:t>
            </a:r>
            <a:r>
              <a:rPr lang="en-US" altLang="zh-CN" sz="1800" kern="100" dirty="0">
                <a:effectLst/>
                <a:latin typeface="Times New Roman" panose="02020603050405020304" pitchFamily="18" charset="0"/>
                <a:ea typeface="宋体" panose="02010600030101010101" pitchFamily="2" charset="-122"/>
              </a:rPr>
              <a:t>  </a:t>
            </a:r>
            <a:r>
              <a:rPr lang="en-US" altLang="zh-CN" sz="1800" i="1" kern="100" dirty="0">
                <a:effectLst/>
                <a:latin typeface="Times New Roman" panose="02020603050405020304" pitchFamily="18" charset="0"/>
                <a:ea typeface="楷体" panose="02010609060101010101" pitchFamily="49"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楷体" panose="02010609060101010101" pitchFamily="49" charset="-122"/>
              </a:rPr>
              <a:t>key</a:t>
            </a:r>
            <a:r>
              <a:rPr lang="en-US" altLang="zh-CN" sz="1800" kern="100" dirty="0">
                <a:effectLst/>
                <a:latin typeface="Times New Roman" panose="02020603050405020304" pitchFamily="18" charset="0"/>
                <a:ea typeface="宋体" panose="02010600030101010101" pitchFamily="2" charset="-122"/>
              </a:rPr>
              <a:t>) = </a:t>
            </a:r>
            <a:r>
              <a:rPr lang="en-US" altLang="zh-CN" sz="1800" i="1" kern="100" dirty="0" err="1">
                <a:effectLst/>
                <a:latin typeface="Times New Roman" panose="02020603050405020304" pitchFamily="18" charset="0"/>
                <a:ea typeface="楷体" panose="02010609060101010101" pitchFamily="49" charset="-122"/>
              </a:rPr>
              <a:t>a</a:t>
            </a:r>
            <a:r>
              <a:rPr lang="en-US" altLang="zh-CN" sz="1800" kern="100" dirty="0" err="1">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楷体" panose="02010609060101010101" pitchFamily="49" charset="-122"/>
              </a:rPr>
              <a:t>key</a:t>
            </a:r>
            <a:r>
              <a:rPr lang="en-US" altLang="zh-CN" sz="1800" kern="100" dirty="0">
                <a:effectLst/>
                <a:latin typeface="Times New Roman" panose="02020603050405020304" pitchFamily="18" charset="0"/>
                <a:ea typeface="宋体" panose="02010600030101010101" pitchFamily="2" charset="-122"/>
              </a:rPr>
              <a:t> + </a:t>
            </a:r>
            <a:r>
              <a:rPr lang="en-US" altLang="zh-CN" sz="1800" i="1" kern="100" dirty="0">
                <a:effectLst/>
                <a:latin typeface="Times New Roman" panose="02020603050405020304" pitchFamily="18" charset="0"/>
                <a:ea typeface="楷体" panose="02010609060101010101" pitchFamily="49" charset="-122"/>
              </a:rPr>
              <a:t>b</a:t>
            </a:r>
            <a:endParaRPr lang="zh-CN" altLang="zh-CN" sz="1800" kern="100" dirty="0">
              <a:effectLst/>
              <a:latin typeface="Times New Roman" panose="02020603050405020304" pitchFamily="18" charset="0"/>
              <a:ea typeface="宋体" panose="02010600030101010101" pitchFamily="2" charset="-122"/>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rPr>
              <a:t>其中</a:t>
            </a:r>
            <a:r>
              <a:rPr lang="en-US" altLang="zh-CN" sz="1800" i="1" kern="100" dirty="0">
                <a:effectLst/>
                <a:latin typeface="Times New Roman" panose="02020603050405020304" pitchFamily="18" charset="0"/>
                <a:ea typeface="楷体" panose="02010609060101010101" pitchFamily="49" charset="-122"/>
              </a:rPr>
              <a:t>a</a:t>
            </a:r>
            <a:r>
              <a:rPr lang="zh-CN" altLang="zh-CN" sz="1800" kern="100" dirty="0">
                <a:effectLst/>
                <a:latin typeface="Times New Roman" panose="02020603050405020304" pitchFamily="18" charset="0"/>
                <a:ea typeface="宋体" panose="02010600030101010101" pitchFamily="2" charset="-122"/>
              </a:rPr>
              <a:t>和</a:t>
            </a:r>
            <a:r>
              <a:rPr lang="en-US" altLang="zh-CN" sz="1800" i="1" kern="100" dirty="0">
                <a:effectLst/>
                <a:latin typeface="Times New Roman" panose="02020603050405020304" pitchFamily="18" charset="0"/>
                <a:ea typeface="楷体" panose="02010609060101010101" pitchFamily="49" charset="-122"/>
              </a:rPr>
              <a:t>b</a:t>
            </a:r>
            <a:r>
              <a:rPr lang="zh-CN" altLang="zh-CN" sz="1800" kern="100" dirty="0">
                <a:effectLst/>
                <a:latin typeface="Times New Roman" panose="02020603050405020304" pitchFamily="18" charset="0"/>
                <a:ea typeface="宋体" panose="02010600030101010101" pitchFamily="2" charset="-122"/>
              </a:rPr>
              <a:t>为常数（这种散列函数叫做自身函数）。</a:t>
            </a:r>
          </a:p>
        </p:txBody>
      </p:sp>
      <p:sp>
        <p:nvSpPr>
          <p:cNvPr id="6" name="文本框 5">
            <a:extLst>
              <a:ext uri="{FF2B5EF4-FFF2-40B4-BE49-F238E27FC236}">
                <a16:creationId xmlns:a16="http://schemas.microsoft.com/office/drawing/2014/main" id="{44727206-365A-DB37-A27E-003E7C04E5F3}"/>
              </a:ext>
            </a:extLst>
          </p:cNvPr>
          <p:cNvSpPr txBox="1"/>
          <p:nvPr/>
        </p:nvSpPr>
        <p:spPr>
          <a:xfrm>
            <a:off x="1015253" y="141450"/>
            <a:ext cx="3976296" cy="603242"/>
          </a:xfrm>
          <a:prstGeom prst="rect">
            <a:avLst/>
          </a:prstGeom>
          <a:noFill/>
        </p:spPr>
        <p:txBody>
          <a:bodyPr wrap="square">
            <a:spAutoFit/>
          </a:bodyPr>
          <a:lstStyle/>
          <a:p>
            <a:pPr marL="270510" algn="just">
              <a:lnSpc>
                <a:spcPct val="157000"/>
              </a:lnSpc>
              <a:spcBef>
                <a:spcPts val="1400"/>
              </a:spcBef>
              <a:spcAft>
                <a:spcPts val="1450"/>
              </a:spcAft>
              <a:buNone/>
            </a:pPr>
            <a:r>
              <a:rPr lang="zh-CN" altLang="zh-CN" sz="24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常用的散列函数构造方法</a:t>
            </a:r>
            <a:endParaRPr lang="zh-CN" altLang="zh-CN" sz="2400" b="1" kern="100" dirty="0">
              <a:solidFill>
                <a:srgbClr val="C00000"/>
              </a:solidFill>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6BE2B85-E398-8943-7065-2E385AC5956D}"/>
              </a:ext>
            </a:extLst>
          </p:cNvPr>
          <p:cNvSpPr txBox="1"/>
          <p:nvPr/>
        </p:nvSpPr>
        <p:spPr>
          <a:xfrm>
            <a:off x="300733" y="3263702"/>
            <a:ext cx="5758480" cy="1435136"/>
          </a:xfrm>
          <a:prstGeom prst="rect">
            <a:avLst/>
          </a:prstGeom>
          <a:noFill/>
        </p:spPr>
        <p:txBody>
          <a:bodyPr wrap="square">
            <a:spAutoFit/>
          </a:bodyPr>
          <a:lstStyle/>
          <a:p>
            <a:pPr indent="269875" algn="just">
              <a:lnSpc>
                <a:spcPct val="150000"/>
              </a:lnSpc>
              <a:buNone/>
            </a:pPr>
            <a:r>
              <a:rPr lang="zh-CN" altLang="zh-CN" sz="1800" b="1" kern="100" dirty="0">
                <a:solidFill>
                  <a:srgbClr val="C00000"/>
                </a:solidFill>
                <a:effectLst/>
                <a:latin typeface="Times New Roman" panose="02020603050405020304" pitchFamily="18" charset="0"/>
                <a:ea typeface="楷体" panose="02010609060101010101" pitchFamily="49" charset="-122"/>
              </a:rPr>
              <a:t>（</a:t>
            </a:r>
            <a:r>
              <a:rPr lang="en-US" altLang="zh-CN" sz="1800" b="1" kern="100" dirty="0">
                <a:solidFill>
                  <a:srgbClr val="C00000"/>
                </a:solidFill>
                <a:effectLst/>
                <a:latin typeface="Times New Roman" panose="02020603050405020304" pitchFamily="18" charset="0"/>
                <a:ea typeface="楷体" panose="02010609060101010101" pitchFamily="49" charset="-122"/>
              </a:rPr>
              <a:t>2</a:t>
            </a:r>
            <a:r>
              <a:rPr lang="zh-CN" altLang="zh-CN" sz="1800" b="1" kern="100" dirty="0">
                <a:solidFill>
                  <a:srgbClr val="C00000"/>
                </a:solidFill>
                <a:effectLst/>
                <a:latin typeface="Times New Roman" panose="02020603050405020304" pitchFamily="18" charset="0"/>
                <a:ea typeface="楷体" panose="02010609060101010101" pitchFamily="49" charset="-122"/>
              </a:rPr>
              <a:t>）数字分析法</a:t>
            </a:r>
            <a:endParaRPr lang="zh-CN" altLang="zh-CN" sz="1800" kern="100" dirty="0">
              <a:solidFill>
                <a:srgbClr val="C00000"/>
              </a:solidFill>
              <a:effectLst/>
              <a:latin typeface="Times New Roman" panose="02020603050405020304" pitchFamily="18" charset="0"/>
              <a:ea typeface="宋体" panose="02010600030101010101" pitchFamily="2" charset="-122"/>
            </a:endParaRPr>
          </a:p>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假设关键字是以</a:t>
            </a:r>
            <a:r>
              <a:rPr lang="en-US" altLang="zh-CN" sz="1800" kern="100" dirty="0">
                <a:effectLst/>
                <a:latin typeface="Times New Roman" panose="02020603050405020304" pitchFamily="18" charset="0"/>
                <a:ea typeface="宋体" panose="02010600030101010101" pitchFamily="2" charset="-122"/>
              </a:rPr>
              <a:t>r</a:t>
            </a:r>
            <a:r>
              <a:rPr lang="zh-CN" altLang="zh-CN" sz="1800" kern="100" dirty="0">
                <a:effectLst/>
                <a:latin typeface="Times New Roman" panose="02020603050405020304" pitchFamily="18" charset="0"/>
                <a:ea typeface="宋体" panose="02010600030101010101" pitchFamily="2" charset="-122"/>
              </a:rPr>
              <a:t>为基的数（比如以</a:t>
            </a:r>
            <a:r>
              <a:rPr lang="en-US" altLang="zh-CN" sz="1800" kern="100" dirty="0">
                <a:effectLst/>
                <a:latin typeface="Times New Roman" panose="02020603050405020304" pitchFamily="18" charset="0"/>
                <a:ea typeface="宋体" panose="02010600030101010101" pitchFamily="2" charset="-122"/>
              </a:rPr>
              <a:t>10</a:t>
            </a:r>
            <a:r>
              <a:rPr lang="zh-CN" altLang="zh-CN" sz="1800" kern="100" dirty="0">
                <a:effectLst/>
                <a:latin typeface="Times New Roman" panose="02020603050405020304" pitchFamily="18" charset="0"/>
                <a:ea typeface="宋体" panose="02010600030101010101" pitchFamily="2" charset="-122"/>
              </a:rPr>
              <a:t>为基的十进制数），且散列表中可能出现的关键字事先</a:t>
            </a:r>
            <a:r>
              <a:rPr lang="zh-CN" altLang="en-US" sz="1800" kern="100" dirty="0">
                <a:effectLst/>
                <a:latin typeface="Times New Roman" panose="02020603050405020304" pitchFamily="18" charset="0"/>
                <a:ea typeface="宋体" panose="02010600030101010101" pitchFamily="2" charset="-122"/>
              </a:rPr>
              <a:t>已</a:t>
            </a:r>
            <a:r>
              <a:rPr lang="zh-CN" altLang="zh-CN" sz="1800" kern="100" dirty="0">
                <a:effectLst/>
                <a:latin typeface="Times New Roman" panose="02020603050405020304" pitchFamily="18" charset="0"/>
                <a:ea typeface="宋体" panose="02010600030101010101" pitchFamily="2" charset="-122"/>
              </a:rPr>
              <a:t>知，可根据散列表的长度取关键字的若干数位组成散列地址。</a:t>
            </a:r>
          </a:p>
        </p:txBody>
      </p:sp>
      <p:sp>
        <p:nvSpPr>
          <p:cNvPr id="10" name="文本框 9">
            <a:extLst>
              <a:ext uri="{FF2B5EF4-FFF2-40B4-BE49-F238E27FC236}">
                <a16:creationId xmlns:a16="http://schemas.microsoft.com/office/drawing/2014/main" id="{D645431E-82B5-ADA5-FD29-CA798EF8136E}"/>
              </a:ext>
            </a:extLst>
          </p:cNvPr>
          <p:cNvSpPr txBox="1"/>
          <p:nvPr/>
        </p:nvSpPr>
        <p:spPr>
          <a:xfrm>
            <a:off x="300733" y="4707352"/>
            <a:ext cx="5641489" cy="1753685"/>
          </a:xfrm>
          <a:prstGeom prst="rect">
            <a:avLst/>
          </a:prstGeom>
          <a:noFill/>
        </p:spPr>
        <p:txBody>
          <a:bodyPr wrap="square">
            <a:spAutoFit/>
          </a:bodyPr>
          <a:lstStyle/>
          <a:p>
            <a:pPr indent="269875" algn="just">
              <a:lnSpc>
                <a:spcPct val="150000"/>
              </a:lnSpc>
              <a:buNone/>
            </a:pPr>
            <a:r>
              <a:rPr lang="zh-CN" altLang="zh-CN" sz="1800" b="1" kern="100" dirty="0">
                <a:solidFill>
                  <a:srgbClr val="C00000"/>
                </a:solidFill>
                <a:effectLst/>
                <a:latin typeface="Times New Roman" panose="02020603050405020304" pitchFamily="18" charset="0"/>
                <a:ea typeface="楷体" panose="02010609060101010101" pitchFamily="49" charset="-122"/>
              </a:rPr>
              <a:t>（</a:t>
            </a:r>
            <a:r>
              <a:rPr lang="en-US" altLang="zh-CN" sz="1800" b="1" kern="100" dirty="0">
                <a:solidFill>
                  <a:srgbClr val="C00000"/>
                </a:solidFill>
                <a:effectLst/>
                <a:latin typeface="Times New Roman" panose="02020603050405020304" pitchFamily="18" charset="0"/>
                <a:ea typeface="楷体" panose="02010609060101010101" pitchFamily="49" charset="-122"/>
              </a:rPr>
              <a:t>3</a:t>
            </a:r>
            <a:r>
              <a:rPr lang="zh-CN" altLang="zh-CN" sz="1800" b="1" kern="100" dirty="0">
                <a:solidFill>
                  <a:srgbClr val="C00000"/>
                </a:solidFill>
                <a:effectLst/>
                <a:latin typeface="Times New Roman" panose="02020603050405020304" pitchFamily="18" charset="0"/>
                <a:ea typeface="楷体" panose="02010609060101010101" pitchFamily="49" charset="-122"/>
              </a:rPr>
              <a:t>）平方取中法</a:t>
            </a:r>
            <a:endParaRPr lang="zh-CN" altLang="zh-CN" sz="1800" kern="100" dirty="0">
              <a:solidFill>
                <a:srgbClr val="C00000"/>
              </a:solidFill>
              <a:effectLst/>
              <a:latin typeface="Times New Roman" panose="02020603050405020304" pitchFamily="18" charset="0"/>
              <a:ea typeface="宋体" panose="02010600030101010101" pitchFamily="2" charset="-122"/>
            </a:endParaRPr>
          </a:p>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取关键字平方值的中间若干位作为散列地址。一个数的平方值的中间几位与数的每一位都相关，由随机分布的关键字得到的这种散列地址也是随机的。求平方后取的位数由散列表的长度决定。</a:t>
            </a:r>
          </a:p>
        </p:txBody>
      </p:sp>
      <p:sp>
        <p:nvSpPr>
          <p:cNvPr id="12" name="文本框 11">
            <a:extLst>
              <a:ext uri="{FF2B5EF4-FFF2-40B4-BE49-F238E27FC236}">
                <a16:creationId xmlns:a16="http://schemas.microsoft.com/office/drawing/2014/main" id="{9929DAC0-C841-2468-86DE-BD7F7373FAC3}"/>
              </a:ext>
            </a:extLst>
          </p:cNvPr>
          <p:cNvSpPr txBox="1"/>
          <p:nvPr/>
        </p:nvSpPr>
        <p:spPr>
          <a:xfrm>
            <a:off x="6299747" y="443071"/>
            <a:ext cx="5641488" cy="2072234"/>
          </a:xfrm>
          <a:prstGeom prst="rect">
            <a:avLst/>
          </a:prstGeom>
          <a:noFill/>
        </p:spPr>
        <p:txBody>
          <a:bodyPr wrap="square">
            <a:spAutoFit/>
          </a:bodyPr>
          <a:lstStyle/>
          <a:p>
            <a:pPr indent="269875" algn="just">
              <a:lnSpc>
                <a:spcPct val="150000"/>
              </a:lnSpc>
              <a:buNone/>
            </a:pPr>
            <a:r>
              <a:rPr lang="zh-CN" altLang="zh-CN" sz="1800" b="1" kern="100" dirty="0">
                <a:solidFill>
                  <a:srgbClr val="C00000"/>
                </a:solidFill>
                <a:effectLst/>
                <a:latin typeface="Times New Roman" panose="02020603050405020304" pitchFamily="18" charset="0"/>
                <a:ea typeface="楷体" panose="02010609060101010101" pitchFamily="49" charset="-122"/>
              </a:rPr>
              <a:t>（</a:t>
            </a:r>
            <a:r>
              <a:rPr lang="en-US" altLang="zh-CN" sz="1800" b="1" kern="100" dirty="0">
                <a:solidFill>
                  <a:srgbClr val="C00000"/>
                </a:solidFill>
                <a:effectLst/>
                <a:latin typeface="Times New Roman" panose="02020603050405020304" pitchFamily="18" charset="0"/>
                <a:ea typeface="楷体" panose="02010609060101010101" pitchFamily="49" charset="-122"/>
              </a:rPr>
              <a:t>4</a:t>
            </a:r>
            <a:r>
              <a:rPr lang="zh-CN" altLang="zh-CN" sz="1800" b="1" kern="100" dirty="0">
                <a:solidFill>
                  <a:srgbClr val="C00000"/>
                </a:solidFill>
                <a:effectLst/>
                <a:latin typeface="Times New Roman" panose="02020603050405020304" pitchFamily="18" charset="0"/>
                <a:ea typeface="楷体" panose="02010609060101010101" pitchFamily="49" charset="-122"/>
              </a:rPr>
              <a:t>）折叠法</a:t>
            </a:r>
            <a:endParaRPr lang="zh-CN" altLang="zh-CN" sz="1800" kern="100" dirty="0">
              <a:solidFill>
                <a:srgbClr val="C00000"/>
              </a:solidFill>
              <a:effectLst/>
              <a:latin typeface="Times New Roman" panose="02020603050405020304" pitchFamily="18" charset="0"/>
              <a:ea typeface="宋体" panose="02010600030101010101" pitchFamily="2" charset="-122"/>
            </a:endParaRPr>
          </a:p>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将关键字分割成位数相同的几部分（最后一部分的位数可以不同），然后取这几部分的叠加和（舍去最高位进位）作为散列地址，这种方法称为</a:t>
            </a:r>
            <a:r>
              <a:rPr lang="zh-CN" altLang="zh-CN" sz="1800" kern="100" dirty="0">
                <a:effectLst/>
                <a:latin typeface="Times New Roman" panose="02020603050405020304" pitchFamily="18" charset="0"/>
                <a:ea typeface="黑体" panose="02010609060101010101" pitchFamily="49" charset="-122"/>
              </a:rPr>
              <a:t>折叠法</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folding</a:t>
            </a:r>
            <a:r>
              <a:rPr lang="zh-CN" altLang="zh-CN" sz="1800" kern="100" dirty="0">
                <a:effectLst/>
                <a:latin typeface="Times New Roman" panose="02020603050405020304" pitchFamily="18" charset="0"/>
                <a:ea typeface="宋体" panose="02010600030101010101" pitchFamily="2" charset="-122"/>
              </a:rPr>
              <a:t>）。当关键字位数很多，而且每位数字分布大致均匀时，可以采用此法求散列地址。</a:t>
            </a:r>
          </a:p>
        </p:txBody>
      </p:sp>
      <p:sp>
        <p:nvSpPr>
          <p:cNvPr id="14" name="文本框 13">
            <a:extLst>
              <a:ext uri="{FF2B5EF4-FFF2-40B4-BE49-F238E27FC236}">
                <a16:creationId xmlns:a16="http://schemas.microsoft.com/office/drawing/2014/main" id="{9D5896F2-33D6-0062-EC42-F1C7BC94906F}"/>
              </a:ext>
            </a:extLst>
          </p:cNvPr>
          <p:cNvSpPr txBox="1"/>
          <p:nvPr/>
        </p:nvSpPr>
        <p:spPr>
          <a:xfrm>
            <a:off x="6299747" y="2515305"/>
            <a:ext cx="5641488" cy="2072234"/>
          </a:xfrm>
          <a:prstGeom prst="rect">
            <a:avLst/>
          </a:prstGeom>
          <a:noFill/>
        </p:spPr>
        <p:txBody>
          <a:bodyPr wrap="square">
            <a:spAutoFit/>
          </a:bodyPr>
          <a:lstStyle/>
          <a:p>
            <a:pPr indent="269875" algn="just">
              <a:lnSpc>
                <a:spcPct val="150000"/>
              </a:lnSpc>
              <a:buNone/>
            </a:pPr>
            <a:r>
              <a:rPr lang="zh-CN" altLang="zh-CN" sz="1800" b="1" kern="100" dirty="0">
                <a:solidFill>
                  <a:srgbClr val="C00000"/>
                </a:solidFill>
                <a:effectLst/>
                <a:latin typeface="Times New Roman" panose="02020603050405020304" pitchFamily="18" charset="0"/>
                <a:ea typeface="楷体" panose="02010609060101010101" pitchFamily="49" charset="-122"/>
              </a:rPr>
              <a:t>（</a:t>
            </a:r>
            <a:r>
              <a:rPr lang="en-US" altLang="zh-CN" sz="1800" b="1" kern="100" dirty="0">
                <a:solidFill>
                  <a:srgbClr val="C00000"/>
                </a:solidFill>
                <a:effectLst/>
                <a:latin typeface="Times New Roman" panose="02020603050405020304" pitchFamily="18" charset="0"/>
                <a:ea typeface="楷体" panose="02010609060101010101" pitchFamily="49" charset="-122"/>
              </a:rPr>
              <a:t>5</a:t>
            </a:r>
            <a:r>
              <a:rPr lang="zh-CN" altLang="zh-CN" sz="1800" b="1" kern="100" dirty="0">
                <a:solidFill>
                  <a:srgbClr val="C00000"/>
                </a:solidFill>
                <a:effectLst/>
                <a:latin typeface="Times New Roman" panose="02020603050405020304" pitchFamily="18" charset="0"/>
                <a:ea typeface="楷体" panose="02010609060101010101" pitchFamily="49" charset="-122"/>
              </a:rPr>
              <a:t>）随机数法</a:t>
            </a:r>
            <a:endParaRPr lang="zh-CN" altLang="zh-CN" sz="1800" kern="100" dirty="0">
              <a:solidFill>
                <a:srgbClr val="C00000"/>
              </a:solidFill>
              <a:effectLst/>
              <a:latin typeface="Times New Roman" panose="02020603050405020304" pitchFamily="18" charset="0"/>
              <a:ea typeface="宋体" panose="02010600030101010101" pitchFamily="2" charset="-122"/>
            </a:endParaRPr>
          </a:p>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选择一个随机函数，取关键字的随机函数值为其散列地址，即</a:t>
            </a:r>
          </a:p>
          <a:p>
            <a:pPr algn="ctr">
              <a:lnSpc>
                <a:spcPct val="115000"/>
              </a:lnSpc>
              <a:buNone/>
            </a:pPr>
            <a:r>
              <a:rPr lang="en-US" altLang="zh-CN" sz="1800" i="1" kern="100" dirty="0">
                <a:effectLst/>
                <a:latin typeface="Times New Roman" panose="02020603050405020304" pitchFamily="18" charset="0"/>
                <a:ea typeface="宋体" panose="02010600030101010101" pitchFamily="2"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key</a:t>
            </a:r>
            <a:r>
              <a:rPr lang="en-US" altLang="zh-CN" sz="1800" kern="100" dirty="0">
                <a:effectLst/>
                <a:latin typeface="Times New Roman" panose="02020603050405020304" pitchFamily="18" charset="0"/>
                <a:ea typeface="宋体" panose="02010600030101010101" pitchFamily="2" charset="-122"/>
              </a:rPr>
              <a:t>) = random(</a:t>
            </a:r>
            <a:r>
              <a:rPr lang="en-US" altLang="zh-CN" sz="1800" i="1" kern="100" dirty="0">
                <a:effectLst/>
                <a:latin typeface="Times New Roman" panose="02020603050405020304" pitchFamily="18" charset="0"/>
                <a:ea typeface="宋体" panose="02010600030101010101" pitchFamily="2" charset="-122"/>
              </a:rPr>
              <a:t>key</a:t>
            </a:r>
            <a:r>
              <a:rPr lang="en-US" altLang="zh-CN" sz="1800" kern="100" dirty="0">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rPr>
              <a:t>其中</a:t>
            </a:r>
            <a:r>
              <a:rPr lang="en-US" altLang="zh-CN" sz="1800" kern="100" dirty="0">
                <a:effectLst/>
                <a:latin typeface="Times New Roman" panose="02020603050405020304" pitchFamily="18" charset="0"/>
                <a:ea typeface="宋体" panose="02010600030101010101" pitchFamily="2" charset="-122"/>
              </a:rPr>
              <a:t>random</a:t>
            </a:r>
            <a:r>
              <a:rPr lang="zh-CN" altLang="zh-CN" sz="1800" kern="100" dirty="0">
                <a:effectLst/>
                <a:latin typeface="Times New Roman" panose="02020603050405020304" pitchFamily="18" charset="0"/>
                <a:ea typeface="宋体" panose="02010600030101010101" pitchFamily="2" charset="-122"/>
              </a:rPr>
              <a:t>为随机函数。当关键字长度不等时，通常采用此法构造散列函数较恰当。</a:t>
            </a:r>
          </a:p>
        </p:txBody>
      </p:sp>
      <p:sp>
        <p:nvSpPr>
          <p:cNvPr id="16" name="文本框 15">
            <a:extLst>
              <a:ext uri="{FF2B5EF4-FFF2-40B4-BE49-F238E27FC236}">
                <a16:creationId xmlns:a16="http://schemas.microsoft.com/office/drawing/2014/main" id="{60DF81DC-6366-8341-6A22-7EB3F3EE91F2}"/>
              </a:ext>
            </a:extLst>
          </p:cNvPr>
          <p:cNvSpPr txBox="1"/>
          <p:nvPr/>
        </p:nvSpPr>
        <p:spPr>
          <a:xfrm>
            <a:off x="6299747" y="4587539"/>
            <a:ext cx="5641488" cy="1756506"/>
          </a:xfrm>
          <a:prstGeom prst="rect">
            <a:avLst/>
          </a:prstGeom>
          <a:noFill/>
        </p:spPr>
        <p:txBody>
          <a:bodyPr wrap="square">
            <a:spAutoFit/>
          </a:bodyPr>
          <a:lstStyle/>
          <a:p>
            <a:pPr indent="269875" algn="just">
              <a:lnSpc>
                <a:spcPct val="150000"/>
              </a:lnSpc>
              <a:buNone/>
            </a:pPr>
            <a:r>
              <a:rPr lang="zh-CN" altLang="zh-CN" sz="1800" b="1" kern="100" dirty="0">
                <a:solidFill>
                  <a:srgbClr val="C00000"/>
                </a:solidFill>
                <a:effectLst/>
                <a:latin typeface="Times New Roman" panose="02020603050405020304" pitchFamily="18" charset="0"/>
                <a:ea typeface="楷体" panose="02010609060101010101" pitchFamily="49" charset="-122"/>
              </a:rPr>
              <a:t>（</a:t>
            </a:r>
            <a:r>
              <a:rPr lang="en-US" altLang="zh-CN" sz="1800" b="1" kern="100" dirty="0">
                <a:solidFill>
                  <a:srgbClr val="C00000"/>
                </a:solidFill>
                <a:effectLst/>
                <a:latin typeface="Times New Roman" panose="02020603050405020304" pitchFamily="18" charset="0"/>
                <a:ea typeface="楷体" panose="02010609060101010101" pitchFamily="49" charset="-122"/>
              </a:rPr>
              <a:t>6</a:t>
            </a:r>
            <a:r>
              <a:rPr lang="zh-CN" altLang="zh-CN" sz="1800" b="1" kern="100" dirty="0">
                <a:solidFill>
                  <a:srgbClr val="C00000"/>
                </a:solidFill>
                <a:effectLst/>
                <a:latin typeface="Times New Roman" panose="02020603050405020304" pitchFamily="18" charset="0"/>
                <a:ea typeface="楷体" panose="02010609060101010101" pitchFamily="49" charset="-122"/>
              </a:rPr>
              <a:t>）除留余数法</a:t>
            </a:r>
            <a:endParaRPr lang="zh-CN" altLang="zh-CN" sz="1800" kern="100" dirty="0">
              <a:solidFill>
                <a:srgbClr val="C00000"/>
              </a:solidFill>
              <a:effectLst/>
              <a:latin typeface="Times New Roman" panose="02020603050405020304" pitchFamily="18" charset="0"/>
              <a:ea typeface="宋体" panose="02010600030101010101" pitchFamily="2" charset="-122"/>
            </a:endParaRPr>
          </a:p>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被散列表表长</a:t>
            </a:r>
            <a:r>
              <a:rPr lang="en-US" altLang="zh-CN" sz="1800" i="1" kern="100" dirty="0">
                <a:effectLst/>
                <a:latin typeface="Times New Roman" panose="02020603050405020304" pitchFamily="18" charset="0"/>
                <a:ea typeface="楷体" panose="02010609060101010101" pitchFamily="49" charset="-122"/>
              </a:rPr>
              <a:t>m</a:t>
            </a:r>
            <a:r>
              <a:rPr lang="zh-CN" altLang="zh-CN" sz="1800" kern="100" dirty="0">
                <a:effectLst/>
                <a:latin typeface="Times New Roman" panose="02020603050405020304" pitchFamily="18" charset="0"/>
                <a:ea typeface="宋体" panose="02010600030101010101" pitchFamily="2" charset="-122"/>
              </a:rPr>
              <a:t>除后所得余数作为散列地址，称为模散列函数。前</a:t>
            </a:r>
            <a:r>
              <a:rPr lang="en-US" altLang="zh-CN" sz="1800" kern="100" dirty="0">
                <a:effectLst/>
                <a:latin typeface="Times New Roman" panose="02020603050405020304" pitchFamily="18" charset="0"/>
                <a:ea typeface="宋体" panose="02010600030101010101" pitchFamily="2" charset="-122"/>
              </a:rPr>
              <a:t>5</a:t>
            </a:r>
            <a:r>
              <a:rPr lang="zh-CN" altLang="zh-CN" sz="1800" kern="100" dirty="0">
                <a:effectLst/>
                <a:latin typeface="Times New Roman" panose="02020603050405020304" pitchFamily="18" charset="0"/>
                <a:ea typeface="宋体" panose="02010600030101010101" pitchFamily="2" charset="-122"/>
              </a:rPr>
              <a:t>种方法构造的散列函数所求的散列值都必须对表长</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取模才能成为散列表的合法地址。</a:t>
            </a:r>
          </a:p>
          <a:p>
            <a:pPr indent="1980565" algn="just">
              <a:lnSpc>
                <a:spcPct val="115000"/>
              </a:lnSpc>
              <a:buNone/>
            </a:pPr>
            <a:r>
              <a:rPr lang="en-US" altLang="zh-CN" sz="1800" i="1" kern="100" dirty="0">
                <a:effectLst/>
                <a:latin typeface="Times New Roman" panose="02020603050405020304" pitchFamily="18" charset="0"/>
                <a:ea typeface="楷体" panose="02010609060101010101" pitchFamily="49"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楷体" panose="02010609060101010101" pitchFamily="49" charset="-122"/>
              </a:rPr>
              <a:t>key</a:t>
            </a:r>
            <a:r>
              <a:rPr lang="en-US" altLang="zh-CN" sz="1800" kern="100" dirty="0">
                <a:effectLst/>
                <a:latin typeface="Times New Roman" panose="02020603050405020304" pitchFamily="18" charset="0"/>
                <a:ea typeface="宋体" panose="02010600030101010101" pitchFamily="2" charset="-122"/>
              </a:rPr>
              <a:t>) = </a:t>
            </a:r>
            <a:r>
              <a:rPr lang="en-US" altLang="zh-CN" sz="1800" i="1" kern="100" dirty="0">
                <a:effectLst/>
                <a:latin typeface="Times New Roman" panose="02020603050405020304" pitchFamily="18" charset="0"/>
                <a:ea typeface="楷体" panose="02010609060101010101" pitchFamily="49" charset="-122"/>
              </a:rPr>
              <a:t>key </a:t>
            </a:r>
            <a:r>
              <a:rPr lang="en-US" altLang="zh-CN" sz="1800" kern="100" dirty="0">
                <a:effectLst/>
                <a:latin typeface="Times New Roman" panose="02020603050405020304" pitchFamily="18" charset="0"/>
                <a:ea typeface="楷体" panose="02010609060101010101" pitchFamily="49" charset="-122"/>
              </a:rPr>
              <a:t>MOD </a:t>
            </a:r>
            <a:r>
              <a:rPr lang="en-US" altLang="zh-CN" sz="1800" i="1" kern="100" dirty="0">
                <a:effectLst/>
                <a:latin typeface="Times New Roman" panose="02020603050405020304" pitchFamily="18" charset="0"/>
                <a:ea typeface="楷体" panose="02010609060101010101" pitchFamily="49" charset="-122"/>
              </a:rPr>
              <a:t>m</a:t>
            </a:r>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27200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anim calcmode="lin" valueType="num">
                                      <p:cBhvr>
                                        <p:cTn id="43" dur="1000" fill="hold"/>
                                        <p:tgtEl>
                                          <p:spTgt spid="16"/>
                                        </p:tgtEl>
                                        <p:attrNameLst>
                                          <p:attrName>ppt_x</p:attrName>
                                        </p:attrNameLst>
                                      </p:cBhvr>
                                      <p:tavLst>
                                        <p:tav tm="0">
                                          <p:val>
                                            <p:strVal val="#ppt_x"/>
                                          </p:val>
                                        </p:tav>
                                        <p:tav tm="100000">
                                          <p:val>
                                            <p:strVal val="#ppt_x"/>
                                          </p:val>
                                        </p:tav>
                                      </p:tavLst>
                                    </p:anim>
                                    <p:anim calcmode="lin" valueType="num">
                                      <p:cBhvr>
                                        <p:cTn id="4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P spid="12" grpId="0"/>
      <p:bldP spid="14" grpId="0"/>
      <p:bldP spid="1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AE472AC-F1A5-9221-F618-910168C366FF}"/>
              </a:ext>
            </a:extLst>
          </p:cNvPr>
          <p:cNvSpPr>
            <a:spLocks noGrp="1"/>
          </p:cNvSpPr>
          <p:nvPr>
            <p:ph type="sldNum" sz="quarter" idx="12"/>
          </p:nvPr>
        </p:nvSpPr>
        <p:spPr/>
        <p:txBody>
          <a:bodyPr/>
          <a:lstStyle/>
          <a:p>
            <a:fld id="{D7C0FE0B-717B-41AE-9FA2-CA4BF851D1C3}" type="slidenum">
              <a:rPr lang="zh-CN" altLang="en-US" smtClean="0"/>
              <a:t>53</a:t>
            </a:fld>
            <a:endParaRPr lang="zh-CN" altLang="en-US"/>
          </a:p>
        </p:txBody>
      </p:sp>
      <p:sp>
        <p:nvSpPr>
          <p:cNvPr id="4" name="文本框 3">
            <a:extLst>
              <a:ext uri="{FF2B5EF4-FFF2-40B4-BE49-F238E27FC236}">
                <a16:creationId xmlns:a16="http://schemas.microsoft.com/office/drawing/2014/main" id="{5D8523EA-1CED-EF9C-4A58-3B5CC59EA4B1}"/>
              </a:ext>
            </a:extLst>
          </p:cNvPr>
          <p:cNvSpPr txBox="1"/>
          <p:nvPr/>
        </p:nvSpPr>
        <p:spPr>
          <a:xfrm>
            <a:off x="404648" y="798315"/>
            <a:ext cx="4803228" cy="5923160"/>
          </a:xfrm>
          <a:prstGeom prst="rect">
            <a:avLst/>
          </a:prstGeom>
          <a:noFill/>
        </p:spPr>
        <p:txBody>
          <a:bodyPr wrap="square">
            <a:spAutoFit/>
          </a:bodyPr>
          <a:lstStyle/>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下面分别讨论关键字</a:t>
            </a:r>
            <a:r>
              <a:rPr lang="en-US" altLang="zh-CN" sz="1800" i="1" kern="100" dirty="0">
                <a:effectLst/>
                <a:latin typeface="Times New Roman" panose="02020603050405020304" pitchFamily="18" charset="0"/>
                <a:ea typeface="宋体" panose="02010600030101010101" pitchFamily="2" charset="-122"/>
              </a:rPr>
              <a:t>key</a:t>
            </a:r>
            <a:r>
              <a:rPr lang="zh-CN" altLang="zh-CN" sz="1800" kern="100" dirty="0">
                <a:effectLst/>
                <a:latin typeface="Times New Roman" panose="02020603050405020304" pitchFamily="18" charset="0"/>
                <a:ea typeface="宋体" panose="02010600030101010101" pitchFamily="2" charset="-122"/>
              </a:rPr>
              <a:t>和表长</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对构造散列函数的影响。</a:t>
            </a:r>
          </a:p>
          <a:p>
            <a:pPr indent="270510" algn="just">
              <a:lnSpc>
                <a:spcPct val="115000"/>
              </a:lnSpc>
              <a:buNone/>
            </a:pPr>
            <a:r>
              <a:rPr lang="zh-CN" altLang="zh-CN" sz="1800" kern="100" dirty="0">
                <a:effectLst/>
                <a:latin typeface="Times New Roman" panose="02020603050405020304" pitchFamily="18" charset="0"/>
                <a:ea typeface="宋体" panose="02010600030101010101" pitchFamily="2" charset="-122"/>
              </a:rPr>
              <a:t>先看关键字。严格地说，对于每一种可能用到的关键字的类型，需要选择相应的运算。出于效率的考虑，通常希望避免显式类型转换，将机器码中关键字的二进制表示看作进行算术计算的数。</a:t>
            </a:r>
          </a:p>
          <a:p>
            <a:pPr indent="267970" algn="just">
              <a:buNone/>
            </a:pPr>
            <a:r>
              <a:rPr lang="zh-CN" altLang="zh-CN" sz="1800" b="1" kern="100" dirty="0">
                <a:effectLst/>
                <a:latin typeface="Times New Roman" panose="02020603050405020304" pitchFamily="18" charset="0"/>
                <a:ea typeface="楷体" panose="02010609060101010101" pitchFamily="49" charset="-122"/>
              </a:rPr>
              <a:t>浮点数关键字</a:t>
            </a:r>
            <a:r>
              <a:rPr lang="zh-CN" altLang="zh-CN" sz="1800" kern="100" dirty="0">
                <a:effectLst/>
                <a:latin typeface="Times New Roman" panose="02020603050405020304" pitchFamily="18" charset="0"/>
                <a:ea typeface="宋体" panose="02010600030101010101" pitchFamily="2" charset="-122"/>
              </a:rPr>
              <a:t>。最简单的情况可能是将固定范围内已知的浮点数作为关键字。例如，关键字是</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rPr>
              <a:t>到</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之间的实数，可以把每一个数乘以表长</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，然后取最接近的整数，得到</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rPr>
              <a:t>到</a:t>
            </a:r>
            <a:r>
              <a:rPr lang="en-US" altLang="zh-CN" sz="1800" i="1" kern="100" dirty="0">
                <a:effectLst/>
                <a:latin typeface="Times New Roman" panose="02020603050405020304" pitchFamily="18" charset="0"/>
                <a:ea typeface="宋体" panose="02010600030101010101" pitchFamily="2" charset="-122"/>
              </a:rPr>
              <a:t>m</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之间的整数地址。如果关键字</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都落在区间</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宋体" panose="02010600030101010101" pitchFamily="2" charset="-122"/>
              </a:rPr>
              <a:t>s</a:t>
            </a:r>
            <a:r>
              <a:rPr lang="en-US" altLang="zh-CN" sz="1800" kern="100" dirty="0" err="1">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宋体" panose="02010600030101010101" pitchFamily="2" charset="-122"/>
              </a:rPr>
              <a:t>t</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，则可以通过</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减</a:t>
            </a:r>
            <a:r>
              <a:rPr lang="en-US" altLang="zh-CN" sz="1800" i="1" kern="100" dirty="0">
                <a:effectLst/>
                <a:latin typeface="Times New Roman" panose="02020603050405020304" pitchFamily="18" charset="0"/>
                <a:ea typeface="宋体" panose="02010600030101010101" pitchFamily="2" charset="-122"/>
              </a:rPr>
              <a:t>s</a:t>
            </a:r>
            <a:r>
              <a:rPr lang="zh-CN" altLang="zh-CN" sz="1800" kern="100" dirty="0">
                <a:effectLst/>
                <a:latin typeface="Times New Roman" panose="02020603050405020304" pitchFamily="18" charset="0"/>
                <a:ea typeface="宋体" panose="02010600030101010101" pitchFamily="2" charset="-122"/>
              </a:rPr>
              <a:t>再除以</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t-s</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，可得到</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rPr>
              <a:t>和</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之间的实数，然后乘以</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就得到一个表中地址。</a:t>
            </a:r>
          </a:p>
          <a:p>
            <a:pPr indent="267970" algn="just">
              <a:buNone/>
            </a:pPr>
            <a:r>
              <a:rPr lang="zh-CN" altLang="zh-CN" sz="1800" b="1" kern="100" dirty="0">
                <a:effectLst/>
                <a:latin typeface="Times New Roman" panose="02020603050405020304" pitchFamily="18" charset="0"/>
                <a:ea typeface="楷体" panose="02010609060101010101" pitchFamily="49" charset="-122"/>
              </a:rPr>
              <a:t>整数关键字</a:t>
            </a:r>
            <a:r>
              <a:rPr lang="zh-CN"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n</a:t>
            </a:r>
            <a:r>
              <a:rPr lang="zh-CN" altLang="zh-CN" sz="1800" kern="100" dirty="0">
                <a:effectLst/>
                <a:latin typeface="Times New Roman" panose="02020603050405020304" pitchFamily="18" charset="0"/>
                <a:ea typeface="宋体" panose="02010600030101010101" pitchFamily="2" charset="-122"/>
              </a:rPr>
              <a:t>位整数关键字最常用的散列方法是选择表长</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为素数，对于任何整数关键字</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，计算</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除以</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的余数，即计算</a:t>
            </a:r>
            <a:r>
              <a:rPr lang="en-US" altLang="zh-CN" sz="1800" i="1" kern="100" dirty="0">
                <a:effectLst/>
                <a:latin typeface="Times New Roman" panose="02020603050405020304" pitchFamily="18" charset="0"/>
                <a:ea typeface="宋体" panose="02010600030101010101" pitchFamily="2"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a:t>
            </a:r>
            <a:r>
              <a:rPr lang="en-US" altLang="zh-CN" sz="1800" kern="100" dirty="0">
                <a:effectLst/>
                <a:latin typeface="Times New Roman" panose="02020603050405020304" pitchFamily="18" charset="0"/>
                <a:ea typeface="宋体" panose="02010600030101010101" pitchFamily="2" charset="-122"/>
              </a:rPr>
              <a:t>) = </a:t>
            </a:r>
            <a:r>
              <a:rPr lang="en-US" altLang="zh-CN" sz="1800" i="1" kern="100" dirty="0">
                <a:effectLst/>
                <a:latin typeface="Times New Roman" panose="02020603050405020304" pitchFamily="18" charset="0"/>
                <a:ea typeface="宋体" panose="02010600030101010101" pitchFamily="2" charset="-122"/>
              </a:rPr>
              <a:t>k</a:t>
            </a:r>
            <a:r>
              <a:rPr lang="en-US" altLang="zh-CN" sz="1800" kern="100" dirty="0">
                <a:effectLst/>
                <a:latin typeface="Times New Roman" panose="02020603050405020304" pitchFamily="18" charset="0"/>
                <a:ea typeface="宋体" panose="02010600030101010101" pitchFamily="2" charset="-122"/>
              </a:rPr>
              <a:t> mod </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就是</a:t>
            </a:r>
            <a:r>
              <a:rPr lang="zh-CN" altLang="zh-CN" sz="1800" kern="100" dirty="0">
                <a:effectLst/>
                <a:latin typeface="Times New Roman" panose="02020603050405020304" pitchFamily="18" charset="0"/>
                <a:ea typeface="黑体" panose="02010609060101010101" pitchFamily="49" charset="-122"/>
              </a:rPr>
              <a:t>模</a:t>
            </a:r>
            <a:r>
              <a:rPr lang="zh-CN" altLang="zh-CN" sz="1800" kern="100" dirty="0">
                <a:effectLst/>
                <a:latin typeface="Times New Roman" panose="02020603050405020304" pitchFamily="18" charset="0"/>
                <a:ea typeface="宋体" panose="02010600030101010101" pitchFamily="2" charset="-122"/>
              </a:rPr>
              <a:t>散列函数。这种运算易于实现（在</a:t>
            </a:r>
            <a:r>
              <a:rPr lang="en-US" altLang="zh-CN" sz="1800" kern="100" dirty="0">
                <a:effectLst/>
                <a:latin typeface="Times New Roman" panose="02020603050405020304" pitchFamily="18" charset="0"/>
                <a:ea typeface="宋体" panose="02010600030101010101" pitchFamily="2" charset="-122"/>
              </a:rPr>
              <a:t>C</a:t>
            </a:r>
            <a:r>
              <a:rPr lang="zh-CN" altLang="zh-CN" sz="1800" kern="100" dirty="0">
                <a:effectLst/>
                <a:latin typeface="Times New Roman" panose="02020603050405020304" pitchFamily="18" charset="0"/>
                <a:ea typeface="宋体" panose="02010600030101010101" pitchFamily="2" charset="-122"/>
              </a:rPr>
              <a:t>语言中为</a:t>
            </a:r>
            <a:r>
              <a:rPr lang="en-US" altLang="zh-CN" sz="1800" i="1" kern="100" dirty="0" err="1">
                <a:effectLst/>
                <a:latin typeface="Times New Roman" panose="02020603050405020304" pitchFamily="18" charset="0"/>
                <a:ea typeface="宋体" panose="02010600030101010101" pitchFamily="2" charset="-122"/>
              </a:rPr>
              <a:t>k</a:t>
            </a:r>
            <a:r>
              <a:rPr lang="en-US" altLang="zh-CN" sz="1800" kern="100" dirty="0" err="1">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宋体" panose="02010600030101010101" pitchFamily="2" charset="-122"/>
              </a:rPr>
              <a:t>m</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，而且可以高效地将整型关键字均匀打散。</a:t>
            </a:r>
          </a:p>
        </p:txBody>
      </p:sp>
      <p:sp>
        <p:nvSpPr>
          <p:cNvPr id="6" name="文本框 5">
            <a:extLst>
              <a:ext uri="{FF2B5EF4-FFF2-40B4-BE49-F238E27FC236}">
                <a16:creationId xmlns:a16="http://schemas.microsoft.com/office/drawing/2014/main" id="{3A8C9829-3C3C-93E2-9AE9-5D9D1796942A}"/>
              </a:ext>
            </a:extLst>
          </p:cNvPr>
          <p:cNvSpPr txBox="1"/>
          <p:nvPr/>
        </p:nvSpPr>
        <p:spPr>
          <a:xfrm>
            <a:off x="945931" y="274623"/>
            <a:ext cx="6096000" cy="461665"/>
          </a:xfrm>
          <a:prstGeom prst="rect">
            <a:avLst/>
          </a:prstGeom>
          <a:noFill/>
        </p:spPr>
        <p:txBody>
          <a:bodyPr wrap="square">
            <a:spAutoFit/>
          </a:bodyPr>
          <a:lstStyle/>
          <a:p>
            <a:pPr marL="270510" algn="just">
              <a:spcBef>
                <a:spcPts val="1400"/>
              </a:spcBef>
              <a:spcAft>
                <a:spcPts val="1450"/>
              </a:spcAft>
              <a:buNone/>
            </a:pPr>
            <a:r>
              <a:rPr lang="zh-CN" altLang="zh-CN" sz="24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关键字和表长对构造散列函数的影响</a:t>
            </a:r>
            <a:endParaRPr lang="zh-CN" altLang="zh-CN" sz="2400" b="1" kern="100" dirty="0">
              <a:solidFill>
                <a:srgbClr val="C00000"/>
              </a:solidFill>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87F7820-4E3A-54EE-53E2-8001BF494EE4}"/>
              </a:ext>
            </a:extLst>
          </p:cNvPr>
          <p:cNvSpPr txBox="1"/>
          <p:nvPr/>
        </p:nvSpPr>
        <p:spPr>
          <a:xfrm>
            <a:off x="5381297" y="814803"/>
            <a:ext cx="6542689" cy="4524315"/>
          </a:xfrm>
          <a:prstGeom prst="rect">
            <a:avLst/>
          </a:prstGeom>
          <a:noFill/>
        </p:spPr>
        <p:txBody>
          <a:bodyPr wrap="square">
            <a:spAutoFit/>
          </a:bodyPr>
          <a:lstStyle/>
          <a:p>
            <a:pPr indent="267970" algn="just">
              <a:buNone/>
            </a:pPr>
            <a:r>
              <a:rPr lang="zh-CN" altLang="zh-CN" sz="1800" b="1" kern="100" dirty="0">
                <a:effectLst/>
                <a:latin typeface="Times New Roman" panose="02020603050405020304" pitchFamily="18" charset="0"/>
                <a:ea typeface="楷体" panose="02010609060101010101" pitchFamily="49" charset="-122"/>
              </a:rPr>
              <a:t>字符串关键字</a:t>
            </a:r>
            <a:r>
              <a:rPr lang="zh-CN" altLang="zh-CN" sz="1800" kern="100" dirty="0">
                <a:effectLst/>
                <a:latin typeface="Times New Roman" panose="02020603050405020304" pitchFamily="18" charset="0"/>
                <a:ea typeface="宋体" panose="02010600030101010101" pitchFamily="2" charset="-122"/>
              </a:rPr>
              <a:t>。在很多符号表和大数据应用中，关键字不是整数，而是较长的字母序列（或字节序列）。如何计算字符串</a:t>
            </a:r>
            <a:r>
              <a:rPr lang="en-US" altLang="zh-CN" sz="1800" kern="100" dirty="0" err="1">
                <a:effectLst/>
                <a:latin typeface="Times New Roman" panose="02020603050405020304" pitchFamily="18" charset="0"/>
                <a:ea typeface="宋体" panose="02010600030101010101" pitchFamily="2" charset="-122"/>
              </a:rPr>
              <a:t>averylongkey</a:t>
            </a:r>
            <a:r>
              <a:rPr lang="zh-CN" altLang="zh-CN" sz="1800" kern="100" dirty="0">
                <a:effectLst/>
                <a:latin typeface="Times New Roman" panose="02020603050405020304" pitchFamily="18" charset="0"/>
                <a:ea typeface="宋体" panose="02010600030101010101" pitchFamily="2" charset="-122"/>
              </a:rPr>
              <a:t>的散列值呢？在</a:t>
            </a:r>
            <a:r>
              <a:rPr lang="en-US" altLang="zh-CN" sz="1800" kern="100" dirty="0">
                <a:effectLst/>
                <a:latin typeface="Times New Roman" panose="02020603050405020304" pitchFamily="18" charset="0"/>
                <a:ea typeface="宋体" panose="02010600030101010101" pitchFamily="2" charset="-122"/>
              </a:rPr>
              <a:t>7</a:t>
            </a:r>
            <a:r>
              <a:rPr lang="zh-CN" altLang="zh-CN" sz="1800" kern="100" dirty="0">
                <a:effectLst/>
                <a:latin typeface="Times New Roman" panose="02020603050405020304" pitchFamily="18" charset="0"/>
                <a:ea typeface="宋体" panose="02010600030101010101" pitchFamily="2" charset="-122"/>
              </a:rPr>
              <a:t>位</a:t>
            </a:r>
            <a:r>
              <a:rPr lang="en-US" altLang="zh-CN" sz="1800" kern="100" dirty="0">
                <a:effectLst/>
                <a:latin typeface="Times New Roman" panose="02020603050405020304" pitchFamily="18" charset="0"/>
                <a:ea typeface="宋体" panose="02010600030101010101" pitchFamily="2" charset="-122"/>
              </a:rPr>
              <a:t>ASCII</a:t>
            </a:r>
            <a:r>
              <a:rPr lang="zh-CN" altLang="zh-CN" sz="1800" kern="100" dirty="0">
                <a:effectLst/>
                <a:latin typeface="Times New Roman" panose="02020603050405020304" pitchFamily="18" charset="0"/>
                <a:ea typeface="宋体" panose="02010600030101010101" pitchFamily="2" charset="-122"/>
              </a:rPr>
              <a:t>码中，该关键字对应于如下</a:t>
            </a:r>
            <a:r>
              <a:rPr lang="en-US" altLang="zh-CN" sz="1800" kern="100" dirty="0">
                <a:effectLst/>
                <a:latin typeface="Times New Roman" panose="02020603050405020304" pitchFamily="18" charset="0"/>
                <a:ea typeface="宋体" panose="02010600030101010101" pitchFamily="2" charset="-122"/>
              </a:rPr>
              <a:t>84</a:t>
            </a:r>
            <a:r>
              <a:rPr lang="zh-CN" altLang="zh-CN" sz="1800" kern="100" dirty="0">
                <a:effectLst/>
                <a:latin typeface="Times New Roman" panose="02020603050405020304" pitchFamily="18" charset="0"/>
                <a:ea typeface="宋体" panose="02010600030101010101" pitchFamily="2" charset="-122"/>
              </a:rPr>
              <a:t>位整数：</a:t>
            </a:r>
          </a:p>
          <a:p>
            <a:pPr marL="361315" algn="just">
              <a:buNone/>
            </a:pPr>
            <a:r>
              <a:rPr lang="en-US" altLang="zh-CN" sz="1800" kern="100" dirty="0">
                <a:effectLst/>
                <a:latin typeface="Times New Roman" panose="02020603050405020304" pitchFamily="18" charset="0"/>
                <a:ea typeface="宋体" panose="02010600030101010101" pitchFamily="2" charset="-122"/>
              </a:rPr>
              <a:t>97</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11</a:t>
            </a:r>
            <a:r>
              <a:rPr lang="en-US" altLang="zh-CN" sz="1800" i="1"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+ 118</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10</a:t>
            </a:r>
            <a:r>
              <a:rPr lang="en-US" altLang="zh-CN" sz="1800" kern="100" dirty="0">
                <a:effectLst/>
                <a:latin typeface="Times New Roman" panose="02020603050405020304" pitchFamily="18" charset="0"/>
                <a:ea typeface="宋体" panose="02010600030101010101" pitchFamily="2" charset="-122"/>
              </a:rPr>
              <a:t> + 101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9</a:t>
            </a:r>
            <a:r>
              <a:rPr lang="en-US" altLang="zh-CN" sz="1800" kern="100" dirty="0">
                <a:effectLst/>
                <a:latin typeface="Times New Roman" panose="02020603050405020304" pitchFamily="18" charset="0"/>
                <a:ea typeface="宋体" panose="02010600030101010101" pitchFamily="2" charset="-122"/>
              </a:rPr>
              <a:t> + 114</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8</a:t>
            </a:r>
            <a:r>
              <a:rPr lang="en-US" altLang="zh-CN" sz="1800" kern="100" dirty="0">
                <a:effectLst/>
                <a:latin typeface="Times New Roman" panose="02020603050405020304" pitchFamily="18" charset="0"/>
                <a:ea typeface="宋体" panose="02010600030101010101" pitchFamily="2" charset="-122"/>
              </a:rPr>
              <a:t> + 121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7</a:t>
            </a:r>
            <a:r>
              <a:rPr lang="en-US" altLang="zh-CN" sz="1800" kern="100" dirty="0">
                <a:effectLst/>
                <a:latin typeface="Times New Roman" panose="02020603050405020304" pitchFamily="18" charset="0"/>
                <a:ea typeface="宋体" panose="02010600030101010101" pitchFamily="2" charset="-122"/>
              </a:rPr>
              <a:t> </a:t>
            </a:r>
          </a:p>
          <a:p>
            <a:pPr marL="361315" algn="just">
              <a:buNone/>
            </a:pP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+ 108</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6</a:t>
            </a:r>
            <a:r>
              <a:rPr lang="en-US" altLang="zh-CN" sz="1800" kern="100" dirty="0">
                <a:effectLst/>
                <a:latin typeface="Times New Roman" panose="02020603050405020304" pitchFamily="18" charset="0"/>
                <a:ea typeface="宋体" panose="02010600030101010101" pitchFamily="2" charset="-122"/>
              </a:rPr>
              <a:t> + 111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5</a:t>
            </a:r>
            <a:r>
              <a:rPr lang="en-US" altLang="zh-CN" kern="100" baseline="300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+ 110</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4</a:t>
            </a:r>
            <a:r>
              <a:rPr lang="en-US" altLang="zh-CN" sz="1800" kern="100" dirty="0">
                <a:effectLst/>
                <a:latin typeface="Times New Roman" panose="02020603050405020304" pitchFamily="18" charset="0"/>
                <a:ea typeface="宋体" panose="02010600030101010101" pitchFamily="2" charset="-122"/>
              </a:rPr>
              <a:t> + 103</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3</a:t>
            </a:r>
          </a:p>
          <a:p>
            <a:pPr marL="361315" algn="just">
              <a:buNone/>
            </a:pPr>
            <a:r>
              <a:rPr lang="en-US" altLang="zh-CN" kern="100" baseline="300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 + 107</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2</a:t>
            </a:r>
            <a:r>
              <a:rPr lang="en-US" altLang="zh-CN" sz="1800" kern="100" dirty="0">
                <a:effectLst/>
                <a:latin typeface="Times New Roman" panose="02020603050405020304" pitchFamily="18" charset="0"/>
                <a:ea typeface="宋体" panose="02010600030101010101" pitchFamily="2" charset="-122"/>
              </a:rPr>
              <a:t> + 101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1</a:t>
            </a:r>
            <a:r>
              <a:rPr lang="en-US" altLang="zh-CN" sz="1800" kern="100" dirty="0">
                <a:effectLst/>
                <a:latin typeface="Times New Roman" panose="02020603050405020304" pitchFamily="18" charset="0"/>
                <a:ea typeface="宋体" panose="02010600030101010101" pitchFamily="2" charset="-122"/>
              </a:rPr>
              <a:t> + 121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sz="1800" kern="100" baseline="30000" dirty="0">
                <a:effectLst/>
                <a:latin typeface="Times New Roman" panose="02020603050405020304" pitchFamily="18" charset="0"/>
                <a:ea typeface="宋体" panose="02010600030101010101" pitchFamily="2" charset="-122"/>
              </a:rPr>
              <a:t>0</a:t>
            </a:r>
            <a:endParaRPr lang="zh-CN" altLang="zh-CN" sz="1800" kern="100" dirty="0">
              <a:effectLst/>
              <a:latin typeface="Times New Roman" panose="02020603050405020304" pitchFamily="18" charset="0"/>
              <a:ea typeface="宋体" panose="02010600030101010101" pitchFamily="2" charset="-122"/>
            </a:endParaRPr>
          </a:p>
          <a:p>
            <a:pPr algn="just">
              <a:buNone/>
            </a:pPr>
            <a:r>
              <a:rPr lang="zh-CN" altLang="zh-CN" sz="1800" kern="100" dirty="0">
                <a:effectLst/>
                <a:latin typeface="Times New Roman" panose="02020603050405020304" pitchFamily="18" charset="0"/>
                <a:ea typeface="宋体" panose="02010600030101010101" pitchFamily="2" charset="-122"/>
              </a:rPr>
              <a:t>该数太大，无法在大多数计算机中用普通算术函数表示。但在实际应用中，还可能需处理更长位数的关键字。</a:t>
            </a:r>
          </a:p>
          <a:p>
            <a:pPr indent="266700" algn="just">
              <a:buNone/>
            </a:pPr>
            <a:r>
              <a:rPr lang="zh-CN" altLang="zh-CN" sz="1800" kern="100" dirty="0">
                <a:effectLst/>
                <a:latin typeface="Times New Roman" panose="02020603050405020304" pitchFamily="18" charset="0"/>
                <a:ea typeface="宋体" panose="02010600030101010101" pitchFamily="2" charset="-122"/>
              </a:rPr>
              <a:t>可以通过分段转化关键字来计算长关键字的模散列函数值，就是利用</a:t>
            </a:r>
            <a:r>
              <a:rPr lang="en-US" altLang="zh-CN" sz="1800" kern="100" dirty="0">
                <a:effectLst/>
                <a:latin typeface="Times New Roman" panose="02020603050405020304" pitchFamily="18" charset="0"/>
                <a:ea typeface="宋体" panose="02010600030101010101" pitchFamily="2" charset="-122"/>
              </a:rPr>
              <a:t>mod</a:t>
            </a:r>
            <a:r>
              <a:rPr lang="zh-CN" altLang="zh-CN" sz="1800" kern="100" dirty="0">
                <a:effectLst/>
                <a:latin typeface="Times New Roman" panose="02020603050405020304" pitchFamily="18" charset="0"/>
                <a:ea typeface="宋体" panose="02010600030101010101" pitchFamily="2" charset="-122"/>
              </a:rPr>
              <a:t>函数的算术性质并使用霍纳（</a:t>
            </a:r>
            <a:r>
              <a:rPr lang="en-US" altLang="zh-CN" sz="1800" kern="100" dirty="0">
                <a:effectLst/>
                <a:latin typeface="Times New Roman" panose="02020603050405020304" pitchFamily="18" charset="0"/>
                <a:ea typeface="宋体" panose="02010600030101010101" pitchFamily="2" charset="-122"/>
              </a:rPr>
              <a:t>Horner</a:t>
            </a:r>
            <a:r>
              <a:rPr lang="zh-CN" altLang="zh-CN" sz="1800" kern="100" dirty="0">
                <a:effectLst/>
                <a:latin typeface="Times New Roman" panose="02020603050405020304" pitchFamily="18" charset="0"/>
                <a:ea typeface="宋体" panose="02010600030101010101" pitchFamily="2" charset="-122"/>
              </a:rPr>
              <a:t>）算法。这种算法是基于关键字的另一种表示来求散列值的方法。例如，上述式子可写成如下表达式（</a:t>
            </a:r>
            <a:r>
              <a:rPr lang="en-US" altLang="zh-CN" sz="1800" kern="100" dirty="0">
                <a:effectLst/>
                <a:latin typeface="Times New Roman" panose="02020603050405020304" pitchFamily="18" charset="0"/>
                <a:ea typeface="宋体" panose="02010600030101010101" pitchFamily="2" charset="-122"/>
              </a:rPr>
              <a:t>10</a:t>
            </a:r>
            <a:r>
              <a:rPr lang="zh-CN" altLang="zh-CN" sz="1800" kern="100" dirty="0">
                <a:effectLst/>
                <a:latin typeface="Times New Roman" panose="02020603050405020304" pitchFamily="18" charset="0"/>
                <a:ea typeface="宋体" panose="02010600030101010101" pitchFamily="2" charset="-122"/>
              </a:rPr>
              <a:t>层括号）：</a:t>
            </a:r>
          </a:p>
          <a:p>
            <a:pPr marL="180000" algn="just">
              <a:buNone/>
            </a:pPr>
            <a:r>
              <a:rPr lang="en-US" altLang="zh-CN" sz="1800" kern="100" dirty="0">
                <a:effectLst/>
                <a:latin typeface="Times New Roman" panose="02020603050405020304" pitchFamily="18" charset="0"/>
                <a:ea typeface="宋体" panose="02010600030101010101" pitchFamily="2" charset="-122"/>
              </a:rPr>
              <a:t>   (((((((((( 97</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+ 118)</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+ 101)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+ 114)</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p>
          <a:p>
            <a:pPr marL="180000" algn="just">
              <a:buNone/>
            </a:pP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 + 121)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+ 108)</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+ 111)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+ 110)</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a:t>
            </a:r>
          </a:p>
          <a:p>
            <a:pPr marL="180000" algn="just">
              <a:buNone/>
            </a:pP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 + 103)</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+ 107)</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128+ 101)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128 + 121</a:t>
            </a:r>
            <a:endParaRPr lang="zh-CN" altLang="zh-CN" sz="1800" kern="100" dirty="0">
              <a:effectLst/>
              <a:latin typeface="Times New Roman" panose="020206030504050203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23DBD99A-0A8E-3786-675A-E6B4F664E3E1}"/>
              </a:ext>
            </a:extLst>
          </p:cNvPr>
          <p:cNvSpPr txBox="1"/>
          <p:nvPr/>
        </p:nvSpPr>
        <p:spPr>
          <a:xfrm>
            <a:off x="5381297" y="5307412"/>
            <a:ext cx="6542689" cy="1200329"/>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我们不是要计算该数，而是它除以</a:t>
            </a:r>
            <a:r>
              <a:rPr lang="en-US" altLang="zh-CN" sz="1800" i="1" dirty="0">
                <a:effectLst/>
                <a:latin typeface="Times New Roman" panose="02020603050405020304" pitchFamily="18" charset="0"/>
                <a:ea typeface="宋体" panose="02010600030101010101" pitchFamily="2" charset="-122"/>
              </a:rPr>
              <a:t>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后的余数。可在运算每一步都去掉</a:t>
            </a:r>
            <a:r>
              <a:rPr lang="en-US" altLang="zh-CN" sz="1800" i="1" dirty="0">
                <a:effectLst/>
                <a:latin typeface="Times New Roman" panose="02020603050405020304" pitchFamily="18" charset="0"/>
                <a:ea typeface="宋体" panose="02010600030101010101" pitchFamily="2" charset="-122"/>
              </a:rPr>
              <a:t>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的倍数，即在每次乘加运算之后只保存模</a:t>
            </a:r>
            <a:r>
              <a:rPr lang="en-US" altLang="zh-CN" sz="1800" i="1" dirty="0">
                <a:effectLst/>
                <a:latin typeface="Times New Roman" panose="02020603050405020304" pitchFamily="18" charset="0"/>
                <a:ea typeface="宋体" panose="02010600030101010101" pitchFamily="2" charset="-122"/>
              </a:rPr>
              <a:t>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的值。这相当于计算了长整数之后再对</a:t>
            </a:r>
            <a:r>
              <a:rPr lang="en-US" altLang="zh-CN" sz="1800" i="1" dirty="0">
                <a:effectLst/>
                <a:latin typeface="Times New Roman" panose="02020603050405020304" pitchFamily="18" charset="0"/>
                <a:ea typeface="宋体" panose="02010600030101010101" pitchFamily="2" charset="-122"/>
              </a:rPr>
              <a:t>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求模。这就</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直接使用算术方法计算长字符串的模散列函数</a:t>
            </a:r>
            <a:r>
              <a:rPr lang="en-US" altLang="zh-CN" sz="1800" dirty="0">
                <a:effectLst/>
                <a:latin typeface="Courier New" panose="02070309020205020404" pitchFamily="49" charset="0"/>
                <a:ea typeface="宋体" panose="02010600030101010101" pitchFamily="2" charset="-122"/>
              </a:rPr>
              <a:t>hash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用素数</a:t>
            </a:r>
            <a:r>
              <a:rPr lang="en-US" altLang="zh-CN" sz="1800" dirty="0">
                <a:effectLst/>
                <a:latin typeface="Times New Roman" panose="02020603050405020304" pitchFamily="18" charset="0"/>
                <a:ea typeface="宋体" panose="02010600030101010101" pitchFamily="2" charset="-122"/>
              </a:rPr>
              <a:t>127</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代替</a:t>
            </a:r>
            <a:r>
              <a:rPr lang="en-US" altLang="zh-CN" sz="1800" dirty="0">
                <a:effectLst/>
                <a:latin typeface="Times New Roman" panose="02020603050405020304" pitchFamily="18" charset="0"/>
                <a:ea typeface="宋体" panose="02010600030101010101" pitchFamily="2" charset="-122"/>
              </a:rPr>
              <a:t>128</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做基数。</a:t>
            </a:r>
            <a:endParaRPr lang="zh-CN" altLang="en-US" dirty="0"/>
          </a:p>
        </p:txBody>
      </p:sp>
    </p:spTree>
    <p:extLst>
      <p:ext uri="{BB962C8B-B14F-4D97-AF65-F5344CB8AC3E}">
        <p14:creationId xmlns:p14="http://schemas.microsoft.com/office/powerpoint/2010/main" val="5326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1000"/>
                                        <p:tgtEl>
                                          <p:spTgt spid="8">
                                            <p:txEl>
                                              <p:pRg st="0" end="0"/>
                                            </p:txEl>
                                          </p:spTgt>
                                        </p:tgtEl>
                                      </p:cBhvr>
                                    </p:animEffect>
                                    <p:anim calcmode="lin" valueType="num">
                                      <p:cBhvr>
                                        <p:cTn id="3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0" end="0"/>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xEl>
                                              <p:pRg st="1" end="1"/>
                                            </p:txEl>
                                          </p:spTgt>
                                        </p:tgtEl>
                                        <p:attrNameLst>
                                          <p:attrName>style.visibility</p:attrName>
                                        </p:attrNameLst>
                                      </p:cBhvr>
                                      <p:to>
                                        <p:strVal val="visible"/>
                                      </p:to>
                                    </p:set>
                                    <p:animEffect transition="in" filter="fade">
                                      <p:cBhvr>
                                        <p:cTn id="38" dur="1000"/>
                                        <p:tgtEl>
                                          <p:spTgt spid="8">
                                            <p:txEl>
                                              <p:pRg st="1" end="1"/>
                                            </p:txEl>
                                          </p:spTgt>
                                        </p:tgtEl>
                                      </p:cBhvr>
                                    </p:animEffect>
                                    <p:anim calcmode="lin" valueType="num">
                                      <p:cBhvr>
                                        <p:cTn id="39"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1" end="1"/>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animEffect transition="in" filter="fade">
                                      <p:cBhvr>
                                        <p:cTn id="43" dur="1000"/>
                                        <p:tgtEl>
                                          <p:spTgt spid="8">
                                            <p:txEl>
                                              <p:pRg st="2" end="2"/>
                                            </p:txEl>
                                          </p:spTgt>
                                        </p:tgtEl>
                                      </p:cBhvr>
                                    </p:animEffect>
                                    <p:anim calcmode="lin" valueType="num">
                                      <p:cBhvr>
                                        <p:cTn id="44"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2" end="2"/>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8">
                                            <p:txEl>
                                              <p:pRg st="3" end="3"/>
                                            </p:txEl>
                                          </p:spTgt>
                                        </p:tgtEl>
                                        <p:attrNameLst>
                                          <p:attrName>style.visibility</p:attrName>
                                        </p:attrNameLst>
                                      </p:cBhvr>
                                      <p:to>
                                        <p:strVal val="visible"/>
                                      </p:to>
                                    </p:set>
                                    <p:animEffect transition="in" filter="fade">
                                      <p:cBhvr>
                                        <p:cTn id="48" dur="1000"/>
                                        <p:tgtEl>
                                          <p:spTgt spid="8">
                                            <p:txEl>
                                              <p:pRg st="3" end="3"/>
                                            </p:txEl>
                                          </p:spTgt>
                                        </p:tgtEl>
                                      </p:cBhvr>
                                    </p:animEffect>
                                    <p:anim calcmode="lin" valueType="num">
                                      <p:cBhvr>
                                        <p:cTn id="4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3" end="3"/>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8">
                                            <p:txEl>
                                              <p:pRg st="4" end="4"/>
                                            </p:txEl>
                                          </p:spTgt>
                                        </p:tgtEl>
                                        <p:attrNameLst>
                                          <p:attrName>style.visibility</p:attrName>
                                        </p:attrNameLst>
                                      </p:cBhvr>
                                      <p:to>
                                        <p:strVal val="visible"/>
                                      </p:to>
                                    </p:set>
                                    <p:animEffect transition="in" filter="fade">
                                      <p:cBhvr>
                                        <p:cTn id="53" dur="1000"/>
                                        <p:tgtEl>
                                          <p:spTgt spid="8">
                                            <p:txEl>
                                              <p:pRg st="4" end="4"/>
                                            </p:txEl>
                                          </p:spTgt>
                                        </p:tgtEl>
                                      </p:cBhvr>
                                    </p:animEffect>
                                    <p:anim calcmode="lin" valueType="num">
                                      <p:cBhvr>
                                        <p:cTn id="54"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55"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8">
                                            <p:txEl>
                                              <p:pRg st="5" end="5"/>
                                            </p:txEl>
                                          </p:spTgt>
                                        </p:tgtEl>
                                        <p:attrNameLst>
                                          <p:attrName>style.visibility</p:attrName>
                                        </p:attrNameLst>
                                      </p:cBhvr>
                                      <p:to>
                                        <p:strVal val="visible"/>
                                      </p:to>
                                    </p:set>
                                    <p:animEffect transition="in" filter="fade">
                                      <p:cBhvr>
                                        <p:cTn id="60" dur="1000"/>
                                        <p:tgtEl>
                                          <p:spTgt spid="8">
                                            <p:txEl>
                                              <p:pRg st="5" end="5"/>
                                            </p:txEl>
                                          </p:spTgt>
                                        </p:tgtEl>
                                      </p:cBhvr>
                                    </p:animEffect>
                                    <p:anim calcmode="lin" valueType="num">
                                      <p:cBhvr>
                                        <p:cTn id="61"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62" dur="1000" fill="hold"/>
                                        <p:tgtEl>
                                          <p:spTgt spid="8">
                                            <p:txEl>
                                              <p:pRg st="5" end="5"/>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8">
                                            <p:txEl>
                                              <p:pRg st="6" end="6"/>
                                            </p:txEl>
                                          </p:spTgt>
                                        </p:tgtEl>
                                        <p:attrNameLst>
                                          <p:attrName>style.visibility</p:attrName>
                                        </p:attrNameLst>
                                      </p:cBhvr>
                                      <p:to>
                                        <p:strVal val="visible"/>
                                      </p:to>
                                    </p:set>
                                    <p:animEffect transition="in" filter="fade">
                                      <p:cBhvr>
                                        <p:cTn id="65" dur="1000"/>
                                        <p:tgtEl>
                                          <p:spTgt spid="8">
                                            <p:txEl>
                                              <p:pRg st="6" end="6"/>
                                            </p:txEl>
                                          </p:spTgt>
                                        </p:tgtEl>
                                      </p:cBhvr>
                                    </p:animEffect>
                                    <p:anim calcmode="lin" valueType="num">
                                      <p:cBhvr>
                                        <p:cTn id="6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67" dur="1000" fill="hold"/>
                                        <p:tgtEl>
                                          <p:spTgt spid="8">
                                            <p:txEl>
                                              <p:pRg st="6" end="6"/>
                                            </p:tx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8">
                                            <p:txEl>
                                              <p:pRg st="7" end="7"/>
                                            </p:txEl>
                                          </p:spTgt>
                                        </p:tgtEl>
                                        <p:attrNameLst>
                                          <p:attrName>style.visibility</p:attrName>
                                        </p:attrNameLst>
                                      </p:cBhvr>
                                      <p:to>
                                        <p:strVal val="visible"/>
                                      </p:to>
                                    </p:set>
                                    <p:animEffect transition="in" filter="fade">
                                      <p:cBhvr>
                                        <p:cTn id="70" dur="1000"/>
                                        <p:tgtEl>
                                          <p:spTgt spid="8">
                                            <p:txEl>
                                              <p:pRg st="7" end="7"/>
                                            </p:txEl>
                                          </p:spTgt>
                                        </p:tgtEl>
                                      </p:cBhvr>
                                    </p:animEffect>
                                    <p:anim calcmode="lin" valueType="num">
                                      <p:cBhvr>
                                        <p:cTn id="71"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8">
                                            <p:txEl>
                                              <p:pRg st="7" end="7"/>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8">
                                            <p:txEl>
                                              <p:pRg st="8" end="8"/>
                                            </p:txEl>
                                          </p:spTgt>
                                        </p:tgtEl>
                                        <p:attrNameLst>
                                          <p:attrName>style.visibility</p:attrName>
                                        </p:attrNameLst>
                                      </p:cBhvr>
                                      <p:to>
                                        <p:strVal val="visible"/>
                                      </p:to>
                                    </p:set>
                                    <p:animEffect transition="in" filter="fade">
                                      <p:cBhvr>
                                        <p:cTn id="75" dur="1000"/>
                                        <p:tgtEl>
                                          <p:spTgt spid="8">
                                            <p:txEl>
                                              <p:pRg st="8" end="8"/>
                                            </p:txEl>
                                          </p:spTgt>
                                        </p:tgtEl>
                                      </p:cBhvr>
                                    </p:animEffect>
                                    <p:anim calcmode="lin" valueType="num">
                                      <p:cBhvr>
                                        <p:cTn id="76"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77"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1000"/>
                                        <p:tgtEl>
                                          <p:spTgt spid="10"/>
                                        </p:tgtEl>
                                      </p:cBhvr>
                                    </p:animEffect>
                                    <p:anim calcmode="lin" valueType="num">
                                      <p:cBhvr>
                                        <p:cTn id="83" dur="1000" fill="hold"/>
                                        <p:tgtEl>
                                          <p:spTgt spid="10"/>
                                        </p:tgtEl>
                                        <p:attrNameLst>
                                          <p:attrName>ppt_x</p:attrName>
                                        </p:attrNameLst>
                                      </p:cBhvr>
                                      <p:tavLst>
                                        <p:tav tm="0">
                                          <p:val>
                                            <p:strVal val="#ppt_x"/>
                                          </p:val>
                                        </p:tav>
                                        <p:tav tm="100000">
                                          <p:val>
                                            <p:strVal val="#ppt_x"/>
                                          </p:val>
                                        </p:tav>
                                      </p:tavLst>
                                    </p:anim>
                                    <p:anim calcmode="lin" valueType="num">
                                      <p:cBhvr>
                                        <p:cTn id="8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uiExpand="1" build="p"/>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2FE58AD-E175-DA26-BEAA-9AE10ADA20FE}"/>
              </a:ext>
            </a:extLst>
          </p:cNvPr>
          <p:cNvSpPr>
            <a:spLocks noGrp="1"/>
          </p:cNvSpPr>
          <p:nvPr>
            <p:ph type="sldNum" sz="quarter" idx="12"/>
          </p:nvPr>
        </p:nvSpPr>
        <p:spPr/>
        <p:txBody>
          <a:bodyPr/>
          <a:lstStyle/>
          <a:p>
            <a:fld id="{D7C0FE0B-717B-41AE-9FA2-CA4BF851D1C3}" type="slidenum">
              <a:rPr lang="zh-CN" altLang="en-US" smtClean="0"/>
              <a:t>54</a:t>
            </a:fld>
            <a:endParaRPr lang="zh-CN" altLang="en-US"/>
          </a:p>
        </p:txBody>
      </p:sp>
      <p:sp>
        <p:nvSpPr>
          <p:cNvPr id="4" name="文本框 3">
            <a:extLst>
              <a:ext uri="{FF2B5EF4-FFF2-40B4-BE49-F238E27FC236}">
                <a16:creationId xmlns:a16="http://schemas.microsoft.com/office/drawing/2014/main" id="{20332240-8D95-5C67-2B33-D1F98BC0D62A}"/>
              </a:ext>
            </a:extLst>
          </p:cNvPr>
          <p:cNvSpPr txBox="1"/>
          <p:nvPr/>
        </p:nvSpPr>
        <p:spPr>
          <a:xfrm>
            <a:off x="510540" y="2291595"/>
            <a:ext cx="11170920" cy="4241867"/>
          </a:xfrm>
          <a:prstGeom prst="rect">
            <a:avLst/>
          </a:prstGeom>
          <a:noFill/>
        </p:spPr>
        <p:txBody>
          <a:bodyPr wrap="square">
            <a:spAutoFit/>
          </a:bodyPr>
          <a:lstStyle/>
          <a:p>
            <a:pPr indent="266700" algn="just">
              <a:lnSpc>
                <a:spcPct val="114000"/>
              </a:lnSpc>
              <a:buNone/>
            </a:pPr>
            <a:r>
              <a:rPr lang="zh-CN" altLang="zh-CN" kern="100" dirty="0">
                <a:effectLst/>
                <a:latin typeface="Times New Roman" panose="02020603050405020304" pitchFamily="18" charset="0"/>
                <a:ea typeface="宋体" panose="02010600030101010101" pitchFamily="2" charset="-122"/>
              </a:rPr>
              <a:t>采用素数作为基数，而不是与字符串的</a:t>
            </a:r>
            <a:r>
              <a:rPr lang="en-US" altLang="zh-CN" kern="100" dirty="0">
                <a:effectLst/>
                <a:latin typeface="Times New Roman" panose="02020603050405020304" pitchFamily="18" charset="0"/>
                <a:ea typeface="宋体" panose="02010600030101010101" pitchFamily="2" charset="-122"/>
              </a:rPr>
              <a:t>ASCII</a:t>
            </a:r>
            <a:r>
              <a:rPr lang="zh-CN" altLang="zh-CN" kern="100" dirty="0">
                <a:effectLst/>
                <a:latin typeface="Times New Roman" panose="02020603050405020304" pitchFamily="18" charset="0"/>
                <a:ea typeface="宋体" panose="02010600030101010101" pitchFamily="2" charset="-122"/>
              </a:rPr>
              <a:t>表示对应的整数定义中要求的</a:t>
            </a:r>
            <a:r>
              <a:rPr lang="en-US" altLang="zh-CN" kern="100" dirty="0">
                <a:effectLst/>
                <a:latin typeface="Times New Roman" panose="02020603050405020304" pitchFamily="18" charset="0"/>
                <a:ea typeface="宋体" panose="02010600030101010101" pitchFamily="2" charset="-122"/>
              </a:rPr>
              <a:t>2</a:t>
            </a:r>
            <a:r>
              <a:rPr lang="zh-CN" altLang="zh-CN" kern="100" dirty="0">
                <a:effectLst/>
                <a:latin typeface="Times New Roman" panose="02020603050405020304" pitchFamily="18" charset="0"/>
                <a:ea typeface="宋体" panose="02010600030101010101" pitchFamily="2" charset="-122"/>
              </a:rPr>
              <a:t>的幂作为基数。但是，由这个</a:t>
            </a:r>
            <a:r>
              <a:rPr lang="en-US" altLang="zh-CN" kern="100" dirty="0">
                <a:effectLst/>
                <a:latin typeface="Courier New" panose="02070309020205020404" pitchFamily="49" charset="0"/>
                <a:ea typeface="宋体" panose="02010600030101010101" pitchFamily="2" charset="-122"/>
              </a:rPr>
              <a:t>hash</a:t>
            </a:r>
            <a:r>
              <a:rPr lang="zh-CN" altLang="zh-CN" kern="100" dirty="0">
                <a:effectLst/>
                <a:latin typeface="Times New Roman" panose="02020603050405020304" pitchFamily="18" charset="0"/>
                <a:ea typeface="宋体" panose="02010600030101010101" pitchFamily="2" charset="-122"/>
              </a:rPr>
              <a:t>产生的散列值对表长为</a:t>
            </a:r>
            <a:r>
              <a:rPr lang="en-US" altLang="zh-CN" kern="100" dirty="0">
                <a:effectLst/>
                <a:latin typeface="Times New Roman" panose="02020603050405020304" pitchFamily="18" charset="0"/>
                <a:ea typeface="宋体" panose="02010600030101010101" pitchFamily="2" charset="-122"/>
              </a:rPr>
              <a:t>127</a:t>
            </a:r>
            <a:r>
              <a:rPr lang="zh-CN" altLang="zh-CN" kern="100" dirty="0">
                <a:effectLst/>
                <a:latin typeface="Times New Roman" panose="02020603050405020304" pitchFamily="18" charset="0"/>
                <a:ea typeface="宋体" panose="02010600030101010101" pitchFamily="2" charset="-122"/>
              </a:rPr>
              <a:t>的倍数的表性能可能不佳。改进的方法是在计算中使用随机系数，并且对关键字中每位的系数采用不同的随机值。这种算法称为通用散列算法。</a:t>
            </a:r>
          </a:p>
          <a:p>
            <a:pPr indent="266700" algn="just">
              <a:lnSpc>
                <a:spcPct val="114000"/>
              </a:lnSpc>
              <a:buNone/>
            </a:pPr>
            <a:r>
              <a:rPr lang="zh-CN" altLang="zh-CN" kern="100" dirty="0">
                <a:effectLst/>
                <a:latin typeface="Times New Roman" panose="02020603050405020304" pitchFamily="18" charset="0"/>
                <a:ea typeface="宋体" panose="02010600030101010101" pitchFamily="2" charset="-122"/>
              </a:rPr>
              <a:t>一个理想的通用散列函数使得表中两个不同关键字产生冲突的机率为表长度</a:t>
            </a:r>
            <a:r>
              <a:rPr lang="en-US" altLang="zh-CN" i="1" kern="100" dirty="0">
                <a:effectLst/>
                <a:latin typeface="Times New Roman" panose="02020603050405020304" pitchFamily="18" charset="0"/>
                <a:ea typeface="宋体" panose="02010600030101010101" pitchFamily="2" charset="-122"/>
              </a:rPr>
              <a:t>m</a:t>
            </a:r>
            <a:r>
              <a:rPr lang="zh-CN" altLang="zh-CN" kern="100" dirty="0">
                <a:effectLst/>
                <a:latin typeface="Times New Roman" panose="02020603050405020304" pitchFamily="18" charset="0"/>
                <a:ea typeface="宋体" panose="02010600030101010101" pitchFamily="2" charset="-122"/>
              </a:rPr>
              <a:t>的倒数，即</a:t>
            </a:r>
            <a:r>
              <a:rPr lang="en-US" altLang="zh-CN" kern="100" dirty="0">
                <a:effectLst/>
                <a:latin typeface="Times New Roman" panose="02020603050405020304" pitchFamily="18" charset="0"/>
                <a:ea typeface="宋体" panose="02010600030101010101" pitchFamily="2" charset="-122"/>
              </a:rPr>
              <a:t>1/</a:t>
            </a:r>
            <a:r>
              <a:rPr lang="en-US" altLang="zh-CN" i="1" kern="100" dirty="0">
                <a:effectLst/>
                <a:latin typeface="Times New Roman" panose="02020603050405020304" pitchFamily="18" charset="0"/>
                <a:ea typeface="宋体" panose="02010600030101010101" pitchFamily="2" charset="-122"/>
              </a:rPr>
              <a:t>m</a:t>
            </a:r>
            <a:r>
              <a:rPr lang="zh-CN" altLang="zh-CN" kern="100" dirty="0">
                <a:effectLst/>
                <a:latin typeface="Times New Roman" panose="02020603050405020304" pitchFamily="18" charset="0"/>
                <a:ea typeface="宋体" panose="02010600030101010101" pitchFamily="2" charset="-122"/>
              </a:rPr>
              <a:t>。可以证明，采用一个不同随机值，而非固定值的序列作为</a:t>
            </a:r>
            <a:r>
              <a:rPr lang="en-US" altLang="zh-CN" kern="100" dirty="0">
                <a:effectLst/>
                <a:latin typeface="Courier New" panose="02070309020205020404" pitchFamily="49" charset="0"/>
                <a:ea typeface="宋体" panose="02010600030101010101" pitchFamily="2" charset="-122"/>
              </a:rPr>
              <a:t>hash</a:t>
            </a:r>
            <a:r>
              <a:rPr lang="zh-CN" altLang="zh-CN" kern="100" dirty="0">
                <a:effectLst/>
                <a:latin typeface="Times New Roman" panose="02020603050405020304" pitchFamily="18" charset="0"/>
                <a:ea typeface="宋体" panose="02010600030101010101" pitchFamily="2" charset="-122"/>
              </a:rPr>
              <a:t>中的系数，可使模散列函数成为一种通用散列函数。这可以通过使用一个简单的伪随机序列对应一个关键字的字符位置的系数，将</a:t>
            </a:r>
            <a:r>
              <a:rPr lang="en-US" altLang="zh-CN" kern="100" dirty="0">
                <a:effectLst/>
                <a:latin typeface="Courier New" panose="02070309020205020404" pitchFamily="49" charset="0"/>
                <a:ea typeface="宋体" panose="02010600030101010101" pitchFamily="2" charset="-122"/>
              </a:rPr>
              <a:t>hash</a:t>
            </a:r>
            <a:r>
              <a:rPr lang="zh-CN" altLang="zh-CN" kern="100" dirty="0">
                <a:effectLst/>
                <a:latin typeface="Times New Roman" panose="02020603050405020304" pitchFamily="18" charset="0"/>
                <a:ea typeface="宋体" panose="02010600030101010101" pitchFamily="2" charset="-122"/>
              </a:rPr>
              <a:t>改进为字符串通用模散列函数</a:t>
            </a:r>
            <a:r>
              <a:rPr lang="en-US" altLang="zh-CN" kern="100" dirty="0" err="1">
                <a:effectLst/>
                <a:latin typeface="Courier New" panose="02070309020205020404" pitchFamily="49" charset="0"/>
                <a:ea typeface="宋体" panose="02010600030101010101" pitchFamily="2" charset="-122"/>
              </a:rPr>
              <a:t>hashU</a:t>
            </a:r>
            <a:r>
              <a:rPr lang="zh-CN" altLang="zh-CN" kern="100" dirty="0">
                <a:effectLst/>
                <a:latin typeface="Times New Roman" panose="02020603050405020304" pitchFamily="18" charset="0"/>
                <a:ea typeface="宋体" panose="02010600030101010101" pitchFamily="2" charset="-122"/>
              </a:rPr>
              <a:t>，如</a:t>
            </a:r>
            <a:r>
              <a:rPr lang="zh-CN" altLang="zh-CN" kern="100" dirty="0">
                <a:solidFill>
                  <a:srgbClr val="C00000"/>
                </a:solidFill>
                <a:effectLst/>
                <a:latin typeface="Times New Roman" panose="02020603050405020304" pitchFamily="18" charset="0"/>
                <a:ea typeface="宋体" panose="02010600030101010101" pitchFamily="2" charset="-122"/>
              </a:rPr>
              <a:t>算法</a:t>
            </a:r>
            <a:r>
              <a:rPr lang="en-US" altLang="zh-CN" kern="100" dirty="0">
                <a:solidFill>
                  <a:srgbClr val="C00000"/>
                </a:solidFill>
                <a:effectLst/>
                <a:latin typeface="Times New Roman" panose="02020603050405020304" pitchFamily="18" charset="0"/>
                <a:ea typeface="宋体" panose="02010600030101010101" pitchFamily="2" charset="-122"/>
              </a:rPr>
              <a:t>9.30</a:t>
            </a:r>
            <a:r>
              <a:rPr lang="zh-CN" altLang="zh-CN" kern="100" dirty="0">
                <a:effectLst/>
                <a:latin typeface="Times New Roman" panose="02020603050405020304" pitchFamily="18" charset="0"/>
                <a:ea typeface="宋体" panose="02010600030101010101" pitchFamily="2" charset="-122"/>
              </a:rPr>
              <a:t>所示。</a:t>
            </a:r>
          </a:p>
          <a:p>
            <a:pPr marL="449580" algn="just"/>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hashU</a:t>
            </a:r>
            <a:r>
              <a:rPr lang="en-US" altLang="zh-CN" kern="100" dirty="0">
                <a:effectLst/>
                <a:latin typeface="Courier New" panose="02070309020205020404" pitchFamily="49" charset="0"/>
                <a:ea typeface="宋体" panose="02010600030101010101" pitchFamily="2" charset="-122"/>
              </a:rPr>
              <a:t>(</a:t>
            </a:r>
            <a:r>
              <a:rPr lang="en-US" altLang="zh-CN" b="1" kern="100" dirty="0">
                <a:effectLst/>
                <a:latin typeface="Courier New" panose="02070309020205020404" pitchFamily="49" charset="0"/>
                <a:ea typeface="宋体" panose="02010600030101010101" pitchFamily="2" charset="-122"/>
              </a:rPr>
              <a:t>char</a:t>
            </a:r>
            <a:r>
              <a:rPr lang="en-US" altLang="zh-CN" kern="100" dirty="0">
                <a:effectLst/>
                <a:latin typeface="Courier New" panose="02070309020205020404" pitchFamily="49" charset="0"/>
                <a:ea typeface="宋体" panose="02010600030101010101" pitchFamily="2" charset="-122"/>
              </a:rPr>
              <a:t> *v,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m) </a:t>
            </a:r>
            <a:r>
              <a:rPr lang="en-US" altLang="zh-CN" b="1" kern="100" dirty="0">
                <a:effectLst/>
                <a:latin typeface="Courier New" panose="02070309020205020404" pitchFamily="49" charset="0"/>
                <a:ea typeface="宋体" panose="02010600030101010101" pitchFamily="2" charset="-122"/>
              </a:rPr>
              <a:t>{</a:t>
            </a:r>
            <a:r>
              <a:rPr lang="en-US" altLang="zh-CN"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a:t>
            </a:r>
            <a:r>
              <a:rPr lang="en-US" altLang="zh-CN" kern="100" dirty="0">
                <a:latin typeface="Courier New" panose="02070309020205020404" pitchFamily="49" charset="0"/>
                <a:ea typeface="宋体" panose="02010600030101010101" pitchFamily="2" charset="-122"/>
              </a:rPr>
              <a:t> </a:t>
            </a:r>
            <a:r>
              <a:rPr lang="zh-CN" altLang="zh-CN" kern="100" dirty="0">
                <a:solidFill>
                  <a:srgbClr val="C00000"/>
                </a:solidFill>
                <a:latin typeface="Times New Roman" panose="02020603050405020304" pitchFamily="18" charset="0"/>
                <a:ea typeface="黑体" panose="02010609060101010101" pitchFamily="49" charset="-122"/>
                <a:cs typeface="Courier New" panose="02070309020205020404" pitchFamily="49" charset="0"/>
              </a:rPr>
              <a:t>算法 </a:t>
            </a:r>
            <a:r>
              <a:rPr lang="en-US" altLang="zh-CN" kern="100" dirty="0">
                <a:solidFill>
                  <a:srgbClr val="C00000"/>
                </a:solidFill>
                <a:latin typeface="Times New Roman" panose="02020603050405020304" pitchFamily="18" charset="0"/>
                <a:ea typeface="黑体" panose="02010609060101010101" pitchFamily="49" charset="-122"/>
                <a:cs typeface="Courier New" panose="02070309020205020404" pitchFamily="49" charset="0"/>
              </a:rPr>
              <a:t> 9.30</a:t>
            </a:r>
            <a:endParaRPr lang="zh-CN" altLang="zh-CN" kern="100" dirty="0">
              <a:solidFill>
                <a:srgbClr val="C00000"/>
              </a:solidFill>
              <a:effectLst/>
              <a:latin typeface="Times New Roman" panose="02020603050405020304" pitchFamily="18" charset="0"/>
              <a:ea typeface="宋体" panose="02010600030101010101" pitchFamily="2" charset="-122"/>
            </a:endParaRPr>
          </a:p>
          <a:p>
            <a:pPr marL="449580" indent="203835" algn="just">
              <a:buNone/>
            </a:pPr>
            <a:r>
              <a:rPr lang="en-US" altLang="zh-CN" b="1" kern="100" dirty="0">
                <a:effectLst/>
                <a:latin typeface="Courier New" panose="02070309020205020404" pitchFamily="49" charset="0"/>
                <a:ea typeface="宋体" panose="02010600030101010101" pitchFamily="2" charset="-122"/>
              </a:rPr>
              <a:t> int</a:t>
            </a:r>
            <a:r>
              <a:rPr lang="en-US" altLang="zh-CN" kern="100" dirty="0">
                <a:effectLst/>
                <a:latin typeface="Courier New" panose="02070309020205020404" pitchFamily="49" charset="0"/>
                <a:ea typeface="宋体" panose="02010600030101010101" pitchFamily="2" charset="-122"/>
              </a:rPr>
              <a:t> h, a = 31415, b =27183;</a:t>
            </a:r>
            <a:endParaRPr lang="zh-CN" altLang="zh-CN" kern="100" dirty="0">
              <a:effectLst/>
              <a:latin typeface="Times New Roman" panose="02020603050405020304" pitchFamily="18" charset="0"/>
              <a:ea typeface="宋体" panose="02010600030101010101" pitchFamily="2" charset="-122"/>
            </a:endParaRPr>
          </a:p>
          <a:p>
            <a:pPr marL="449580" indent="203835" algn="just">
              <a:buNone/>
            </a:pPr>
            <a:r>
              <a:rPr lang="en-US" altLang="zh-CN" b="1" kern="100" dirty="0">
                <a:effectLst/>
                <a:latin typeface="Courier New" panose="02070309020205020404" pitchFamily="49" charset="0"/>
                <a:ea typeface="宋体" panose="02010600030101010101" pitchFamily="2" charset="-122"/>
              </a:rPr>
              <a:t> for</a:t>
            </a:r>
            <a:r>
              <a:rPr lang="en-US" altLang="zh-CN" kern="100" dirty="0">
                <a:effectLst/>
                <a:latin typeface="Courier New" panose="02070309020205020404" pitchFamily="49" charset="0"/>
                <a:ea typeface="宋体" panose="02010600030101010101" pitchFamily="2" charset="-122"/>
              </a:rPr>
              <a:t>(h=0;  *v</a:t>
            </a:r>
            <a:r>
              <a:rPr lang="en-US" altLang="zh-CN" b="1" kern="100" dirty="0">
                <a:effectLst/>
                <a:latin typeface="Courier New" panose="02070309020205020404" pitchFamily="49" charset="0"/>
                <a:ea typeface="宋体" panose="02010600030101010101" pitchFamily="2" charset="-122"/>
              </a:rPr>
              <a:t>!</a:t>
            </a:r>
            <a:r>
              <a:rPr lang="en-US" altLang="zh-CN" kern="100" dirty="0">
                <a:effectLst/>
                <a:latin typeface="Courier New" panose="02070309020205020404" pitchFamily="49" charset="0"/>
                <a:ea typeface="宋体" panose="02010600030101010101" pitchFamily="2" charset="-122"/>
              </a:rPr>
              <a:t>='\0';  v++, a=a*b</a:t>
            </a:r>
            <a:r>
              <a:rPr lang="en-US" altLang="zh-CN" b="1" kern="100" dirty="0">
                <a:effectLst/>
                <a:latin typeface="Courier New" panose="02070309020205020404" pitchFamily="49" charset="0"/>
                <a:ea typeface="宋体" panose="02010600030101010101" pitchFamily="2" charset="-122"/>
              </a:rPr>
              <a:t>%</a:t>
            </a:r>
            <a:r>
              <a:rPr lang="en-US" altLang="zh-CN" kern="100" dirty="0">
                <a:effectLst/>
                <a:latin typeface="Courier New" panose="02070309020205020404" pitchFamily="49" charset="0"/>
                <a:ea typeface="宋体" panose="02010600030101010101" pitchFamily="2" charset="-122"/>
              </a:rPr>
              <a:t>(m-1))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 </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每次计算下一个伪随机系数</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a</a:t>
            </a:r>
            <a:endParaRPr lang="zh-CN" altLang="zh-CN" kern="100" dirty="0">
              <a:solidFill>
                <a:schemeClr val="accent6">
                  <a:lumMod val="75000"/>
                </a:schemeClr>
              </a:solidFill>
              <a:effectLst/>
              <a:latin typeface="Times New Roman" panose="02020603050405020304" pitchFamily="18" charset="0"/>
              <a:ea typeface="宋体" panose="02010600030101010101" pitchFamily="2" charset="-122"/>
            </a:endParaRPr>
          </a:p>
          <a:p>
            <a:pPr marL="449580" indent="406400" algn="just">
              <a:buNone/>
            </a:pPr>
            <a:r>
              <a:rPr lang="en-US" altLang="zh-CN" kern="100" dirty="0">
                <a:effectLst/>
                <a:latin typeface="Courier New" panose="02070309020205020404" pitchFamily="49" charset="0"/>
                <a:ea typeface="宋体" panose="02010600030101010101" pitchFamily="2" charset="-122"/>
              </a:rPr>
              <a:t>  h = (a*h + *v) </a:t>
            </a:r>
            <a:r>
              <a:rPr lang="en-US" altLang="zh-CN" b="1" kern="100" dirty="0">
                <a:effectLst/>
                <a:latin typeface="Courier New" panose="02070309020205020404" pitchFamily="49" charset="0"/>
                <a:ea typeface="宋体" panose="02010600030101010101" pitchFamily="2" charset="-122"/>
              </a:rPr>
              <a:t>%</a:t>
            </a:r>
            <a:r>
              <a:rPr lang="en-US" altLang="zh-CN" kern="100" dirty="0">
                <a:effectLst/>
                <a:latin typeface="Courier New" panose="02070309020205020404" pitchFamily="49" charset="0"/>
                <a:ea typeface="宋体" panose="02010600030101010101" pitchFamily="2" charset="-122"/>
              </a:rPr>
              <a:t> m;</a:t>
            </a:r>
            <a:endParaRPr lang="zh-CN" altLang="zh-CN" kern="100" dirty="0">
              <a:effectLst/>
              <a:latin typeface="Times New Roman" panose="02020603050405020304" pitchFamily="18" charset="0"/>
              <a:ea typeface="宋体" panose="02010600030101010101" pitchFamily="2" charset="-122"/>
            </a:endParaRPr>
          </a:p>
          <a:p>
            <a:pPr marL="449580" indent="203835" algn="just">
              <a:buNone/>
            </a:pPr>
            <a:r>
              <a:rPr lang="en-US" altLang="zh-CN" b="1" kern="100" dirty="0">
                <a:effectLst/>
                <a:latin typeface="Courier New" panose="02070309020205020404" pitchFamily="49" charset="0"/>
                <a:ea typeface="宋体" panose="02010600030101010101" pitchFamily="2" charset="-122"/>
              </a:rPr>
              <a:t> return</a:t>
            </a:r>
            <a:r>
              <a:rPr lang="en-US" altLang="zh-CN" kern="100" dirty="0">
                <a:effectLst/>
                <a:latin typeface="Courier New" panose="02070309020205020404" pitchFamily="49" charset="0"/>
                <a:ea typeface="宋体" panose="02010600030101010101" pitchFamily="2" charset="-122"/>
              </a:rPr>
              <a:t> h;</a:t>
            </a:r>
            <a:endParaRPr lang="zh-CN" altLang="zh-CN" kern="100" dirty="0">
              <a:effectLst/>
              <a:latin typeface="Times New Roman" panose="02020603050405020304" pitchFamily="18" charset="0"/>
              <a:ea typeface="宋体" panose="02010600030101010101" pitchFamily="2" charset="-122"/>
            </a:endParaRPr>
          </a:p>
          <a:p>
            <a:pPr indent="452120" algn="just">
              <a:buNone/>
            </a:pPr>
            <a:r>
              <a:rPr lang="en-US" altLang="zh-CN" b="1" kern="100" dirty="0">
                <a:effectLst/>
                <a:latin typeface="Courier New" panose="02070309020205020404" pitchFamily="49" charset="0"/>
                <a:ea typeface="宋体" panose="02010600030101010101" pitchFamily="2" charset="-122"/>
              </a:rPr>
              <a:t>}</a:t>
            </a:r>
            <a:endParaRPr lang="en-US" altLang="zh-CN" b="1" kern="100" dirty="0">
              <a:latin typeface="Times New Roman" panose="02020603050405020304" pitchFamily="18" charset="0"/>
              <a:ea typeface="宋体" panose="02010600030101010101" pitchFamily="2" charset="-122"/>
            </a:endParaRPr>
          </a:p>
          <a:p>
            <a:pPr algn="just">
              <a:buNone/>
            </a:pPr>
            <a:r>
              <a:rPr lang="en-US" altLang="zh-CN" kern="100" dirty="0" err="1">
                <a:effectLst/>
                <a:latin typeface="Courier New" panose="02070309020205020404" pitchFamily="49" charset="0"/>
                <a:ea typeface="宋体" panose="02010600030101010101" pitchFamily="2" charset="-122"/>
              </a:rPr>
              <a:t>hashU</a:t>
            </a:r>
            <a:r>
              <a:rPr lang="zh-CN" altLang="zh-CN" kern="100" dirty="0">
                <a:effectLst/>
                <a:latin typeface="Times New Roman" panose="02020603050405020304" pitchFamily="18" charset="0"/>
                <a:ea typeface="宋体" panose="02010600030101010101" pitchFamily="2" charset="-122"/>
              </a:rPr>
              <a:t>的计算与</a:t>
            </a:r>
            <a:r>
              <a:rPr lang="en-US" altLang="zh-CN" kern="100" dirty="0">
                <a:effectLst/>
                <a:latin typeface="Courier New" panose="02070309020205020404" pitchFamily="49" charset="0"/>
                <a:ea typeface="宋体" panose="02010600030101010101" pitchFamily="2" charset="-122"/>
              </a:rPr>
              <a:t>hash</a:t>
            </a:r>
            <a:r>
              <a:rPr lang="zh-CN" altLang="zh-CN" kern="100" dirty="0">
                <a:effectLst/>
                <a:latin typeface="Times New Roman" panose="02020603050405020304" pitchFamily="18" charset="0"/>
                <a:ea typeface="宋体" panose="02010600030101010101" pitchFamily="2" charset="-122"/>
              </a:rPr>
              <a:t>相同。但使用伪随机系数代替固定基数，以便两个不等关键字</a:t>
            </a:r>
            <a:r>
              <a:rPr lang="zh-CN" altLang="en-US" kern="100" dirty="0">
                <a:effectLst/>
                <a:latin typeface="Times New Roman" panose="02020603050405020304" pitchFamily="18" charset="0"/>
                <a:ea typeface="宋体" panose="02010600030101010101" pitchFamily="2" charset="-122"/>
              </a:rPr>
              <a:t>的</a:t>
            </a:r>
            <a:r>
              <a:rPr lang="zh-CN" altLang="zh-CN" kern="100" dirty="0">
                <a:effectLst/>
                <a:latin typeface="Times New Roman" panose="02020603050405020304" pitchFamily="18" charset="0"/>
                <a:ea typeface="宋体" panose="02010600030101010101" pitchFamily="2" charset="-122"/>
              </a:rPr>
              <a:t>冲突概率近似为</a:t>
            </a:r>
            <a:r>
              <a:rPr lang="en-US" altLang="zh-CN" kern="100" dirty="0">
                <a:effectLst/>
                <a:latin typeface="Times New Roman" panose="02020603050405020304" pitchFamily="18" charset="0"/>
                <a:ea typeface="宋体" panose="02010600030101010101" pitchFamily="2" charset="-122"/>
              </a:rPr>
              <a:t>1/m</a:t>
            </a:r>
            <a:r>
              <a:rPr lang="zh-CN" altLang="zh-CN" kern="100" dirty="0">
                <a:effectLst/>
                <a:latin typeface="Times New Roman" panose="02020603050405020304" pitchFamily="18" charset="0"/>
                <a:ea typeface="宋体" panose="02010600030101010101" pitchFamily="2" charset="-122"/>
              </a:rPr>
              <a:t>。</a:t>
            </a:r>
          </a:p>
        </p:txBody>
      </p:sp>
      <p:sp>
        <p:nvSpPr>
          <p:cNvPr id="6" name="文本框 5">
            <a:extLst>
              <a:ext uri="{FF2B5EF4-FFF2-40B4-BE49-F238E27FC236}">
                <a16:creationId xmlns:a16="http://schemas.microsoft.com/office/drawing/2014/main" id="{18DFCB49-DB86-86ED-7494-FCCEAC36B3E7}"/>
              </a:ext>
            </a:extLst>
          </p:cNvPr>
          <p:cNvSpPr txBox="1"/>
          <p:nvPr/>
        </p:nvSpPr>
        <p:spPr>
          <a:xfrm>
            <a:off x="4480560" y="429574"/>
            <a:ext cx="5191760" cy="1754326"/>
          </a:xfrm>
          <a:prstGeom prst="rect">
            <a:avLst/>
          </a:prstGeom>
          <a:solidFill>
            <a:srgbClr val="FFFAEB"/>
          </a:solidFill>
        </p:spPr>
        <p:txBody>
          <a:bodyPr wrap="square">
            <a:spAutoFit/>
          </a:bodyPr>
          <a:lstStyle/>
          <a:p>
            <a:pPr algn="just">
              <a:buNone/>
            </a:pP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hash(</a:t>
            </a:r>
            <a:r>
              <a:rPr lang="en-US" altLang="zh-CN" b="1" kern="100" dirty="0">
                <a:effectLst/>
                <a:latin typeface="Courier New" panose="02070309020205020404" pitchFamily="49" charset="0"/>
                <a:ea typeface="宋体" panose="02010600030101010101" pitchFamily="2" charset="-122"/>
              </a:rPr>
              <a:t>char</a:t>
            </a:r>
            <a:r>
              <a:rPr lang="en-US" altLang="zh-CN" kern="100" dirty="0">
                <a:effectLst/>
                <a:latin typeface="Courier New" panose="02070309020205020404" pitchFamily="49" charset="0"/>
                <a:ea typeface="宋体" panose="02010600030101010101" pitchFamily="2" charset="-122"/>
              </a:rPr>
              <a:t> *k,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M) </a:t>
            </a:r>
            <a:r>
              <a:rPr lang="en-US" altLang="zh-CN" b="1" kern="100" dirty="0">
                <a:effectLst/>
                <a:latin typeface="Courier New" panose="02070309020205020404" pitchFamily="49" charset="0"/>
                <a:ea typeface="宋体" panose="02010600030101010101" pitchFamily="2" charset="-122"/>
              </a:rPr>
              <a:t>{</a:t>
            </a:r>
            <a:endParaRPr lang="zh-CN" altLang="zh-CN" kern="100" dirty="0">
              <a:effectLst/>
              <a:latin typeface="Times New Roman" panose="02020603050405020304" pitchFamily="18" charset="0"/>
              <a:ea typeface="宋体" panose="02010600030101010101" pitchFamily="2" charset="-122"/>
            </a:endParaRPr>
          </a:p>
          <a:p>
            <a:pPr algn="just">
              <a:buNone/>
            </a:pPr>
            <a:r>
              <a:rPr lang="en-US" altLang="zh-CN" b="1" kern="100" dirty="0">
                <a:effectLst/>
                <a:latin typeface="Courier New" panose="02070309020205020404" pitchFamily="49" charset="0"/>
                <a:ea typeface="宋体" panose="02010600030101010101" pitchFamily="2" charset="-122"/>
              </a:rPr>
              <a:t>   int </a:t>
            </a:r>
            <a:r>
              <a:rPr lang="en-US" altLang="zh-CN" kern="100" dirty="0">
                <a:effectLst/>
                <a:latin typeface="Courier New" panose="02070309020205020404" pitchFamily="49" charset="0"/>
                <a:ea typeface="宋体" panose="02010600030101010101" pitchFamily="2" charset="-122"/>
              </a:rPr>
              <a:t>h, a;</a:t>
            </a:r>
            <a:endParaRPr lang="zh-CN" altLang="zh-CN" kern="100" dirty="0">
              <a:effectLst/>
              <a:latin typeface="Times New Roman" panose="02020603050405020304" pitchFamily="18" charset="0"/>
              <a:ea typeface="宋体" panose="02010600030101010101" pitchFamily="2" charset="-122"/>
            </a:endParaRPr>
          </a:p>
          <a:p>
            <a:pPr algn="just">
              <a:buNone/>
            </a:pPr>
            <a:r>
              <a:rPr lang="en-US" altLang="zh-CN" b="1" kern="100" dirty="0">
                <a:effectLst/>
                <a:latin typeface="Courier New" panose="02070309020205020404" pitchFamily="49" charset="0"/>
                <a:ea typeface="宋体" panose="02010600030101010101" pitchFamily="2" charset="-122"/>
              </a:rPr>
              <a:t>   for</a:t>
            </a:r>
            <a:r>
              <a:rPr lang="en-US" altLang="zh-CN" kern="100" dirty="0">
                <a:effectLst/>
                <a:latin typeface="Courier New" panose="02070309020205020404" pitchFamily="49" charset="0"/>
                <a:ea typeface="宋体" panose="02010600030101010101" pitchFamily="2" charset="-122"/>
              </a:rPr>
              <a:t> (h=0, a=127;  *k</a:t>
            </a:r>
            <a:r>
              <a:rPr lang="en-US" altLang="zh-CN" b="1" kern="100" dirty="0">
                <a:effectLst/>
                <a:latin typeface="Courier New" panose="02070309020205020404" pitchFamily="49" charset="0"/>
                <a:ea typeface="宋体" panose="02010600030101010101" pitchFamily="2" charset="-122"/>
              </a:rPr>
              <a:t>!</a:t>
            </a:r>
            <a:r>
              <a:rPr lang="en-US" altLang="zh-CN" kern="100" dirty="0">
                <a:effectLst/>
                <a:latin typeface="Courier New" panose="02070309020205020404" pitchFamily="49" charset="0"/>
                <a:ea typeface="宋体" panose="02010600030101010101" pitchFamily="2" charset="-122"/>
              </a:rPr>
              <a:t>='\0';  k++)</a:t>
            </a:r>
            <a:endParaRPr lang="zh-CN" altLang="zh-CN" kern="100" dirty="0">
              <a:effectLst/>
              <a:latin typeface="Times New Roman" panose="02020603050405020304" pitchFamily="18" charset="0"/>
              <a:ea typeface="宋体" panose="02010600030101010101" pitchFamily="2" charset="-122"/>
            </a:endParaRPr>
          </a:p>
          <a:p>
            <a:pPr algn="just">
              <a:buNone/>
            </a:pPr>
            <a:r>
              <a:rPr lang="en-US" altLang="zh-CN" kern="100" dirty="0">
                <a:effectLst/>
                <a:latin typeface="Courier New" panose="02070309020205020404" pitchFamily="49" charset="0"/>
                <a:ea typeface="宋体" panose="02010600030101010101" pitchFamily="2" charset="-122"/>
              </a:rPr>
              <a:t>      h = (a*h + *k) </a:t>
            </a:r>
            <a:r>
              <a:rPr lang="en-US" altLang="zh-CN" b="1" kern="100" dirty="0">
                <a:effectLst/>
                <a:latin typeface="Courier New" panose="02070309020205020404" pitchFamily="49" charset="0"/>
                <a:ea typeface="宋体" panose="02010600030101010101" pitchFamily="2" charset="-122"/>
              </a:rPr>
              <a:t>%</a:t>
            </a:r>
            <a:r>
              <a:rPr lang="en-US" altLang="zh-CN" kern="100" dirty="0">
                <a:effectLst/>
                <a:latin typeface="Courier New" panose="02070309020205020404" pitchFamily="49" charset="0"/>
                <a:ea typeface="宋体" panose="02010600030101010101" pitchFamily="2" charset="-122"/>
              </a:rPr>
              <a:t> M;</a:t>
            </a:r>
            <a:endParaRPr lang="en-US" altLang="zh-CN" kern="100" dirty="0">
              <a:latin typeface="Times New Roman" panose="02020603050405020304" pitchFamily="18" charset="0"/>
              <a:ea typeface="宋体" panose="02010600030101010101" pitchFamily="2" charset="-122"/>
            </a:endParaRPr>
          </a:p>
          <a:p>
            <a:pPr algn="just">
              <a:buNone/>
            </a:pPr>
            <a:r>
              <a:rPr lang="en-US" altLang="zh-CN" b="1" kern="100" dirty="0">
                <a:effectLst/>
                <a:latin typeface="Courier New" panose="02070309020205020404" pitchFamily="49" charset="0"/>
                <a:ea typeface="宋体" panose="02010600030101010101" pitchFamily="2" charset="-122"/>
              </a:rPr>
              <a:t>   return</a:t>
            </a:r>
            <a:r>
              <a:rPr lang="en-US" altLang="zh-CN" kern="100" dirty="0">
                <a:effectLst/>
                <a:latin typeface="Courier New" panose="02070309020205020404" pitchFamily="49" charset="0"/>
                <a:ea typeface="宋体" panose="02010600030101010101" pitchFamily="2" charset="-122"/>
              </a:rPr>
              <a:t> h;</a:t>
            </a:r>
            <a:endParaRPr lang="zh-CN" altLang="zh-CN" kern="100" dirty="0">
              <a:effectLst/>
              <a:latin typeface="Times New Roman" panose="02020603050405020304" pitchFamily="18" charset="0"/>
              <a:ea typeface="宋体" panose="02010600030101010101" pitchFamily="2" charset="-122"/>
            </a:endParaRPr>
          </a:p>
          <a:p>
            <a:pPr algn="just">
              <a:buNone/>
            </a:pPr>
            <a:r>
              <a:rPr lang="en-US" altLang="zh-CN" b="1" kern="100" dirty="0">
                <a:effectLst/>
                <a:latin typeface="Courier New" panose="02070309020205020404" pitchFamily="49" charset="0"/>
                <a:ea typeface="宋体" panose="02010600030101010101" pitchFamily="2" charset="-122"/>
              </a:rPr>
              <a:t>}</a:t>
            </a:r>
            <a:endParaRPr lang="zh-CN" altLang="zh-CN" kern="100" dirty="0">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5D5BA597-D759-5BF0-C785-735747E8A025}"/>
              </a:ext>
            </a:extLst>
          </p:cNvPr>
          <p:cNvSpPr txBox="1"/>
          <p:nvPr/>
        </p:nvSpPr>
        <p:spPr>
          <a:xfrm>
            <a:off x="751840" y="581974"/>
            <a:ext cx="3581400" cy="400110"/>
          </a:xfrm>
          <a:prstGeom prst="rect">
            <a:avLst/>
          </a:prstGeom>
          <a:noFill/>
        </p:spPr>
        <p:txBody>
          <a:bodyPr wrap="square">
            <a:spAutoFit/>
          </a:bodyPr>
          <a:lstStyle/>
          <a:p>
            <a:r>
              <a:rPr lang="zh-CN" altLang="zh-CN" sz="2000" b="1" dirty="0">
                <a:solidFill>
                  <a:srgbClr val="3B11EF"/>
                </a:solidFill>
                <a:effectLst/>
                <a:latin typeface="Times New Roman" panose="02020603050405020304" pitchFamily="18" charset="0"/>
                <a:ea typeface="宋体" panose="02010600030101010101" pitchFamily="2" charset="-122"/>
                <a:cs typeface="Times New Roman" panose="02020603050405020304" pitchFamily="18" charset="0"/>
              </a:rPr>
              <a:t>长字符串的模散列函数</a:t>
            </a:r>
            <a:r>
              <a:rPr lang="en-US" altLang="zh-CN" sz="2000" b="1" dirty="0">
                <a:solidFill>
                  <a:srgbClr val="3B11EF"/>
                </a:solidFill>
                <a:effectLst/>
                <a:latin typeface="Courier New" panose="02070309020205020404" pitchFamily="49" charset="0"/>
                <a:ea typeface="宋体" panose="02010600030101010101" pitchFamily="2" charset="-122"/>
              </a:rPr>
              <a:t>hash</a:t>
            </a:r>
            <a:endParaRPr lang="zh-CN" altLang="en-US" sz="2000" b="1" dirty="0">
              <a:solidFill>
                <a:srgbClr val="3B11EF"/>
              </a:solidFill>
            </a:endParaRPr>
          </a:p>
        </p:txBody>
      </p:sp>
    </p:spTree>
    <p:extLst>
      <p:ext uri="{BB962C8B-B14F-4D97-AF65-F5344CB8AC3E}">
        <p14:creationId xmlns:p14="http://schemas.microsoft.com/office/powerpoint/2010/main" val="204239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1000"/>
                                        <p:tgtEl>
                                          <p:spTgt spid="4">
                                            <p:txEl>
                                              <p:pRg st="8" end="8"/>
                                            </p:txEl>
                                          </p:spTgt>
                                        </p:tgtEl>
                                      </p:cBhvr>
                                    </p:animEffect>
                                    <p:anim calcmode="lin" valueType="num">
                                      <p:cBhvr>
                                        <p:cTn id="5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62BB745-EB9B-A2C9-5A98-9A888E1D0E3D}"/>
              </a:ext>
            </a:extLst>
          </p:cNvPr>
          <p:cNvSpPr>
            <a:spLocks noGrp="1"/>
          </p:cNvSpPr>
          <p:nvPr>
            <p:ph type="sldNum" sz="quarter" idx="12"/>
          </p:nvPr>
        </p:nvSpPr>
        <p:spPr/>
        <p:txBody>
          <a:bodyPr/>
          <a:lstStyle/>
          <a:p>
            <a:fld id="{D7C0FE0B-717B-41AE-9FA2-CA4BF851D1C3}" type="slidenum">
              <a:rPr lang="zh-CN" altLang="en-US" smtClean="0"/>
              <a:t>55</a:t>
            </a:fld>
            <a:endParaRPr lang="zh-CN" altLang="en-US"/>
          </a:p>
        </p:txBody>
      </p:sp>
      <p:sp>
        <p:nvSpPr>
          <p:cNvPr id="4" name="文本框 3">
            <a:extLst>
              <a:ext uri="{FF2B5EF4-FFF2-40B4-BE49-F238E27FC236}">
                <a16:creationId xmlns:a16="http://schemas.microsoft.com/office/drawing/2014/main" id="{5826869A-BDF2-FCC7-A8B9-CCC8983F748B}"/>
              </a:ext>
            </a:extLst>
          </p:cNvPr>
          <p:cNvSpPr txBox="1"/>
          <p:nvPr/>
        </p:nvSpPr>
        <p:spPr>
          <a:xfrm>
            <a:off x="1432560" y="617343"/>
            <a:ext cx="8280400" cy="5739007"/>
          </a:xfrm>
          <a:prstGeom prst="rect">
            <a:avLst/>
          </a:prstGeom>
          <a:noFill/>
        </p:spPr>
        <p:txBody>
          <a:bodyPr wrap="square">
            <a:spAutoFit/>
          </a:bodyPr>
          <a:lstStyle/>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再来看模散列函数的模</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。构造散列表时，要注意对表的长度</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的选择。若</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选不好，容易产生同义词。</a:t>
            </a:r>
          </a:p>
          <a:p>
            <a:pPr indent="270510" algn="just">
              <a:lnSpc>
                <a:spcPct val="120000"/>
              </a:lnSpc>
              <a:spcBef>
                <a:spcPts val="600"/>
              </a:spcBef>
              <a:buNone/>
            </a:pPr>
            <a:r>
              <a:rPr lang="zh-CN" altLang="zh-CN" sz="1800" kern="100" dirty="0">
                <a:solidFill>
                  <a:srgbClr val="C00000"/>
                </a:solidFill>
                <a:effectLst/>
                <a:latin typeface="Times New Roman" panose="02020603050405020304" pitchFamily="18" charset="0"/>
                <a:ea typeface="黑体" panose="02010609060101010101" pitchFamily="49" charset="-122"/>
              </a:rPr>
              <a:t>例</a:t>
            </a:r>
            <a:r>
              <a:rPr lang="en-US" altLang="zh-CN" sz="1800" kern="100" dirty="0">
                <a:solidFill>
                  <a:srgbClr val="C00000"/>
                </a:solidFill>
                <a:effectLst/>
                <a:latin typeface="Times New Roman" panose="02020603050405020304" pitchFamily="18" charset="0"/>
                <a:ea typeface="黑体" panose="02010609060101010101" pitchFamily="49" charset="-122"/>
              </a:rPr>
              <a:t>9-9 </a:t>
            </a:r>
            <a:r>
              <a:rPr lang="en-US" altLang="zh-CN" sz="1800" kern="100" dirty="0">
                <a:solidFill>
                  <a:srgbClr val="C00000"/>
                </a:solidFill>
                <a:effectLst/>
                <a:latin typeface="楷体" panose="02010609060101010101" pitchFamily="49" charset="-122"/>
                <a:ea typeface="宋体" panose="02010600030101010101" pitchFamily="2" charset="-122"/>
              </a:rPr>
              <a:t> </a:t>
            </a:r>
            <a:r>
              <a:rPr lang="zh-CN" altLang="zh-CN" sz="1800" kern="100" dirty="0">
                <a:solidFill>
                  <a:srgbClr val="000000"/>
                </a:solidFill>
                <a:effectLst/>
                <a:latin typeface="Times New Roman" panose="02020603050405020304" pitchFamily="18" charset="0"/>
                <a:ea typeface="楷体" panose="02010609060101010101" pitchFamily="49" charset="-122"/>
              </a:rPr>
              <a:t>当</a:t>
            </a:r>
            <a:r>
              <a:rPr lang="en-US" altLang="zh-CN" sz="1800" i="1" kern="100" dirty="0">
                <a:solidFill>
                  <a:srgbClr val="000000"/>
                </a:solidFill>
                <a:effectLst/>
                <a:latin typeface="Times New Roman" panose="02020603050405020304" pitchFamily="18" charset="0"/>
                <a:ea typeface="楷体" panose="02010609060101010101" pitchFamily="49" charset="-122"/>
              </a:rPr>
              <a:t>m</a:t>
            </a:r>
            <a:r>
              <a:rPr lang="en-US" altLang="zh-CN" sz="1800" kern="100" dirty="0">
                <a:solidFill>
                  <a:srgbClr val="000000"/>
                </a:solidFill>
                <a:effectLst/>
                <a:latin typeface="Times New Roman" panose="02020603050405020304" pitchFamily="18" charset="0"/>
                <a:ea typeface="楷体" panose="02010609060101010101" pitchFamily="49" charset="-122"/>
              </a:rPr>
              <a:t>=21</a:t>
            </a:r>
            <a:r>
              <a:rPr lang="zh-CN" altLang="zh-CN" sz="1800" kern="100" dirty="0">
                <a:solidFill>
                  <a:srgbClr val="000000"/>
                </a:solidFill>
                <a:effectLst/>
                <a:latin typeface="Times New Roman" panose="02020603050405020304" pitchFamily="18" charset="0"/>
                <a:ea typeface="楷体" panose="02010609060101010101" pitchFamily="49" charset="-122"/>
              </a:rPr>
              <a:t>（</a:t>
            </a:r>
            <a:r>
              <a:rPr lang="en-US" altLang="zh-CN" sz="1800" kern="100" dirty="0">
                <a:solidFill>
                  <a:srgbClr val="000000"/>
                </a:solidFill>
                <a:effectLst/>
                <a:latin typeface="Times New Roman" panose="02020603050405020304" pitchFamily="18" charset="0"/>
                <a:ea typeface="楷体" panose="02010609060101010101" pitchFamily="49" charset="-122"/>
              </a:rPr>
              <a:t>=3</a:t>
            </a:r>
            <a:r>
              <a:rPr lang="en-US" altLang="zh-CN" sz="1800" kern="100" dirty="0">
                <a:solidFill>
                  <a:srgbClr val="000000"/>
                </a:solidFill>
                <a:effectLst/>
                <a:latin typeface="Times New Roman" panose="02020603050405020304" pitchFamily="18" charset="0"/>
                <a:ea typeface="楷体" panose="02010609060101010101" pitchFamily="49" charset="-122"/>
                <a:sym typeface="Symbol" panose="05050102010706020507" pitchFamily="18" charset="2"/>
              </a:rPr>
              <a:t></a:t>
            </a:r>
            <a:r>
              <a:rPr lang="en-US" altLang="zh-CN" sz="1800" kern="100" dirty="0">
                <a:solidFill>
                  <a:srgbClr val="000000"/>
                </a:solidFill>
                <a:effectLst/>
                <a:latin typeface="Times New Roman" panose="02020603050405020304" pitchFamily="18" charset="0"/>
                <a:ea typeface="楷体" panose="02010609060101010101" pitchFamily="49" charset="-122"/>
              </a:rPr>
              <a:t>7</a:t>
            </a:r>
            <a:r>
              <a:rPr lang="zh-CN" altLang="zh-CN" sz="1800" kern="100" dirty="0">
                <a:solidFill>
                  <a:srgbClr val="000000"/>
                </a:solidFill>
                <a:effectLst/>
                <a:latin typeface="Times New Roman" panose="02020603050405020304" pitchFamily="18" charset="0"/>
                <a:ea typeface="楷体" panose="02010609060101010101" pitchFamily="49" charset="-122"/>
              </a:rPr>
              <a:t>）时，下列含因子</a:t>
            </a:r>
            <a:r>
              <a:rPr lang="en-US" altLang="zh-CN" sz="1800" kern="100" dirty="0">
                <a:solidFill>
                  <a:srgbClr val="000000"/>
                </a:solidFill>
                <a:effectLst/>
                <a:latin typeface="Times New Roman" panose="02020603050405020304" pitchFamily="18" charset="0"/>
                <a:ea typeface="楷体" panose="02010609060101010101" pitchFamily="49" charset="-122"/>
              </a:rPr>
              <a:t>7</a:t>
            </a:r>
            <a:r>
              <a:rPr lang="zh-CN" altLang="zh-CN" sz="1800" kern="100" dirty="0">
                <a:solidFill>
                  <a:srgbClr val="000000"/>
                </a:solidFill>
                <a:effectLst/>
                <a:latin typeface="Times New Roman" panose="02020603050405020304" pitchFamily="18" charset="0"/>
                <a:ea typeface="楷体" panose="02010609060101010101" pitchFamily="49" charset="-122"/>
              </a:rPr>
              <a:t>的值对</a:t>
            </a:r>
            <a:r>
              <a:rPr lang="en-US" altLang="zh-CN" sz="1800" kern="100" dirty="0">
                <a:solidFill>
                  <a:srgbClr val="000000"/>
                </a:solidFill>
                <a:effectLst/>
                <a:latin typeface="Times New Roman" panose="02020603050405020304" pitchFamily="18" charset="0"/>
                <a:ea typeface="楷体" panose="02010609060101010101" pitchFamily="49" charset="-122"/>
              </a:rPr>
              <a:t>21</a:t>
            </a:r>
            <a:r>
              <a:rPr lang="zh-CN" altLang="zh-CN" sz="1800" kern="100" dirty="0">
                <a:solidFill>
                  <a:srgbClr val="000000"/>
                </a:solidFill>
                <a:effectLst/>
                <a:latin typeface="Times New Roman" panose="02020603050405020304" pitchFamily="18" charset="0"/>
                <a:ea typeface="楷体" panose="02010609060101010101" pitchFamily="49" charset="-122"/>
              </a:rPr>
              <a:t>取模所得到的散列地址均为</a:t>
            </a:r>
            <a:r>
              <a:rPr lang="en-US" altLang="zh-CN" sz="1800" kern="100" dirty="0">
                <a:solidFill>
                  <a:srgbClr val="000000"/>
                </a:solidFill>
                <a:effectLst/>
                <a:latin typeface="Times New Roman" panose="02020603050405020304" pitchFamily="18" charset="0"/>
                <a:ea typeface="楷体" panose="02010609060101010101" pitchFamily="49" charset="-122"/>
              </a:rPr>
              <a:t>7</a:t>
            </a:r>
            <a:r>
              <a:rPr lang="zh-CN" altLang="zh-CN" sz="1800" kern="100" dirty="0">
                <a:solidFill>
                  <a:srgbClr val="000000"/>
                </a:solidFill>
                <a:effectLst/>
                <a:latin typeface="Times New Roman" panose="02020603050405020304" pitchFamily="18" charset="0"/>
                <a:ea typeface="楷体" panose="02010609060101010101" pitchFamily="49" charset="-122"/>
              </a:rPr>
              <a:t>的倍数：</a:t>
            </a:r>
            <a:endParaRPr lang="zh-CN" altLang="zh-CN" sz="1800" kern="100" dirty="0">
              <a:effectLst/>
              <a:latin typeface="Times New Roman" panose="02020603050405020304" pitchFamily="18" charset="0"/>
              <a:ea typeface="宋体" panose="02010600030101010101" pitchFamily="2" charset="-122"/>
            </a:endParaRPr>
          </a:p>
          <a:p>
            <a:pPr indent="270510" algn="just">
              <a:lnSpc>
                <a:spcPct val="120000"/>
              </a:lnSpc>
              <a:buNone/>
            </a:pPr>
            <a:r>
              <a:rPr lang="en-US" altLang="zh-CN" sz="1800" kern="100" dirty="0">
                <a:effectLst/>
                <a:latin typeface="Times New Roman" panose="02020603050405020304" pitchFamily="18" charset="0"/>
                <a:ea typeface="楷体" panose="02010609060101010101" pitchFamily="49" charset="-122"/>
              </a:rPr>
              <a:t>           </a:t>
            </a:r>
            <a:r>
              <a:rPr lang="zh-CN" altLang="zh-CN" sz="1800" kern="100" dirty="0">
                <a:effectLst/>
                <a:latin typeface="Times New Roman" panose="02020603050405020304" pitchFamily="18" charset="0"/>
                <a:ea typeface="楷体" panose="02010609060101010101" pitchFamily="49" charset="-122"/>
              </a:rPr>
              <a:t>关 键 字</a:t>
            </a:r>
            <a:r>
              <a:rPr lang="en-US" altLang="zh-CN" sz="1800" kern="100" dirty="0">
                <a:effectLst/>
                <a:latin typeface="Times New Roman" panose="02020603050405020304" pitchFamily="18" charset="0"/>
                <a:ea typeface="楷体" panose="02010609060101010101" pitchFamily="49" charset="-122"/>
              </a:rPr>
              <a:t>    28    35    63    77   105</a:t>
            </a:r>
            <a:endParaRPr lang="zh-CN" altLang="zh-CN" sz="1800" kern="100" dirty="0">
              <a:effectLst/>
              <a:latin typeface="Times New Roman" panose="02020603050405020304" pitchFamily="18" charset="0"/>
              <a:ea typeface="宋体" panose="02010600030101010101" pitchFamily="2" charset="-122"/>
            </a:endParaRPr>
          </a:p>
          <a:p>
            <a:pPr indent="270510" algn="just">
              <a:lnSpc>
                <a:spcPct val="120000"/>
              </a:lnSpc>
              <a:buNone/>
            </a:pPr>
            <a:r>
              <a:rPr lang="en-US" altLang="zh-CN" sz="1800" kern="100" dirty="0">
                <a:effectLst/>
                <a:latin typeface="Times New Roman" panose="02020603050405020304" pitchFamily="18" charset="0"/>
                <a:ea typeface="楷体" panose="02010609060101010101" pitchFamily="49" charset="-122"/>
              </a:rPr>
              <a:t>           </a:t>
            </a:r>
            <a:r>
              <a:rPr lang="zh-CN" altLang="zh-CN" sz="1800" kern="100" dirty="0">
                <a:effectLst/>
                <a:latin typeface="Times New Roman" panose="02020603050405020304" pitchFamily="18" charset="0"/>
                <a:ea typeface="楷体" panose="02010609060101010101" pitchFamily="49" charset="-122"/>
              </a:rPr>
              <a:t>散列地址</a:t>
            </a:r>
            <a:r>
              <a:rPr lang="en-US" altLang="zh-CN" sz="1800" kern="100" dirty="0">
                <a:effectLst/>
                <a:latin typeface="Times New Roman" panose="02020603050405020304" pitchFamily="18" charset="0"/>
                <a:ea typeface="楷体" panose="02010609060101010101" pitchFamily="49" charset="-122"/>
              </a:rPr>
              <a:t>     7    14     0    14     0</a:t>
            </a:r>
            <a:endParaRPr lang="zh-CN" altLang="zh-CN" sz="1800" kern="100" dirty="0">
              <a:effectLst/>
              <a:latin typeface="Times New Roman" panose="02020603050405020304" pitchFamily="18" charset="0"/>
              <a:ea typeface="宋体" panose="02010600030101010101" pitchFamily="2" charset="-122"/>
            </a:endParaRPr>
          </a:p>
          <a:p>
            <a:pPr indent="270510"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rPr>
              <a:t>此例说明，若</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含有质因子</a:t>
            </a:r>
            <a:r>
              <a:rPr lang="en-US" altLang="zh-CN" sz="1800" i="1" kern="100" dirty="0">
                <a:effectLst/>
                <a:latin typeface="Times New Roman" panose="02020603050405020304" pitchFamily="18" charset="0"/>
                <a:ea typeface="宋体" panose="02010600030101010101" pitchFamily="2" charset="-122"/>
              </a:rPr>
              <a:t>pf</a:t>
            </a:r>
            <a:r>
              <a:rPr lang="zh-CN" altLang="zh-CN" sz="1800" kern="100" dirty="0">
                <a:effectLst/>
                <a:latin typeface="Times New Roman" panose="02020603050405020304" pitchFamily="18" charset="0"/>
                <a:ea typeface="宋体" panose="02010600030101010101" pitchFamily="2" charset="-122"/>
              </a:rPr>
              <a:t>，则所有含有</a:t>
            </a:r>
            <a:r>
              <a:rPr lang="en-US" altLang="zh-CN" sz="1800" i="1" kern="100" dirty="0">
                <a:effectLst/>
                <a:latin typeface="Times New Roman" panose="02020603050405020304" pitchFamily="18" charset="0"/>
                <a:ea typeface="宋体" panose="02010600030101010101" pitchFamily="2" charset="-122"/>
              </a:rPr>
              <a:t>pf</a:t>
            </a:r>
            <a:r>
              <a:rPr lang="zh-CN" altLang="zh-CN" sz="1800" kern="100" dirty="0">
                <a:effectLst/>
                <a:latin typeface="Times New Roman" panose="02020603050405020304" pitchFamily="18" charset="0"/>
                <a:ea typeface="宋体" panose="02010600030101010101" pitchFamily="2" charset="-122"/>
              </a:rPr>
              <a:t>因子的关键字的散列地址均为</a:t>
            </a:r>
            <a:r>
              <a:rPr lang="en-US" altLang="zh-CN" sz="1800" i="1" kern="100" dirty="0">
                <a:effectLst/>
                <a:latin typeface="Times New Roman" panose="02020603050405020304" pitchFamily="18" charset="0"/>
                <a:ea typeface="宋体" panose="02010600030101010101" pitchFamily="2" charset="-122"/>
              </a:rPr>
              <a:t>pf</a:t>
            </a:r>
            <a:r>
              <a:rPr lang="zh-CN" altLang="zh-CN" sz="1800" kern="100" dirty="0">
                <a:effectLst/>
                <a:latin typeface="Times New Roman" panose="02020603050405020304" pitchFamily="18" charset="0"/>
                <a:ea typeface="宋体" panose="02010600030101010101" pitchFamily="2" charset="-122"/>
              </a:rPr>
              <a:t>的倍数。一般情况下，可以选取表长</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为素数或者不含小于</a:t>
            </a:r>
            <a:r>
              <a:rPr lang="en-US" altLang="zh-CN" sz="1800" kern="100" dirty="0">
                <a:effectLst/>
                <a:latin typeface="Times New Roman" panose="02020603050405020304" pitchFamily="18" charset="0"/>
                <a:ea typeface="宋体" panose="02010600030101010101" pitchFamily="2" charset="-122"/>
              </a:rPr>
              <a:t>20</a:t>
            </a:r>
            <a:r>
              <a:rPr lang="zh-CN" altLang="zh-CN" sz="1800" kern="100" dirty="0">
                <a:effectLst/>
                <a:latin typeface="Times New Roman" panose="02020603050405020304" pitchFamily="18" charset="0"/>
                <a:ea typeface="宋体" panose="02010600030101010101" pitchFamily="2" charset="-122"/>
              </a:rPr>
              <a:t>的质因子的合数。</a:t>
            </a:r>
          </a:p>
          <a:p>
            <a:pPr indent="270510"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rPr>
              <a:t>在实际应用中，应视不同情况采用不同的散列函数。考虑的主要因素有：</a:t>
            </a:r>
          </a:p>
          <a:p>
            <a:pPr indent="270510" algn="just">
              <a:lnSpc>
                <a:spcPct val="120000"/>
              </a:lnSpc>
              <a:spcBef>
                <a:spcPts val="600"/>
              </a:spcBef>
              <a:buNone/>
            </a:pPr>
            <a:r>
              <a:rPr lang="en-US" altLang="zh-CN" sz="1800" kern="100" dirty="0">
                <a:effectLst/>
                <a:latin typeface="Times New Roman" panose="02020603050405020304" pitchFamily="18" charset="0"/>
                <a:ea typeface="宋体" panose="02010600030101010101" pitchFamily="2" charset="-122"/>
              </a:rPr>
              <a:t>(1) </a:t>
            </a:r>
            <a:r>
              <a:rPr lang="zh-CN" altLang="zh-CN" sz="1800" kern="100" dirty="0">
                <a:effectLst/>
                <a:latin typeface="Times New Roman" panose="02020603050405020304" pitchFamily="18" charset="0"/>
                <a:ea typeface="宋体" panose="02010600030101010101" pitchFamily="2" charset="-122"/>
              </a:rPr>
              <a:t>计算散列函数所需时间（包括硬件指令的因素）；</a:t>
            </a:r>
          </a:p>
          <a:p>
            <a:pPr indent="270510" algn="just">
              <a:lnSpc>
                <a:spcPct val="120000"/>
              </a:lnSpc>
              <a:spcBef>
                <a:spcPts val="600"/>
              </a:spcBef>
              <a:buNone/>
            </a:pPr>
            <a:r>
              <a:rPr lang="en-US" altLang="zh-CN" sz="1800" kern="100" dirty="0">
                <a:effectLst/>
                <a:latin typeface="Times New Roman" panose="02020603050405020304" pitchFamily="18" charset="0"/>
                <a:ea typeface="宋体" panose="02010600030101010101" pitchFamily="2" charset="-122"/>
              </a:rPr>
              <a:t>(2) </a:t>
            </a:r>
            <a:r>
              <a:rPr lang="zh-CN" altLang="zh-CN" sz="1800" kern="100" dirty="0">
                <a:effectLst/>
                <a:latin typeface="Times New Roman" panose="02020603050405020304" pitchFamily="18" charset="0"/>
                <a:ea typeface="宋体" panose="02010600030101010101" pitchFamily="2" charset="-122"/>
              </a:rPr>
              <a:t>关键字类型；</a:t>
            </a:r>
          </a:p>
          <a:p>
            <a:pPr indent="270510" algn="just">
              <a:lnSpc>
                <a:spcPct val="120000"/>
              </a:lnSpc>
              <a:spcBef>
                <a:spcPts val="600"/>
              </a:spcBef>
              <a:buNone/>
            </a:pPr>
            <a:r>
              <a:rPr lang="en-US" altLang="zh-CN" sz="1800" kern="100" dirty="0">
                <a:effectLst/>
                <a:latin typeface="Times New Roman" panose="02020603050405020304" pitchFamily="18" charset="0"/>
                <a:ea typeface="宋体" panose="02010600030101010101" pitchFamily="2" charset="-122"/>
              </a:rPr>
              <a:t>(3) </a:t>
            </a:r>
            <a:r>
              <a:rPr lang="zh-CN" altLang="zh-CN" sz="1800" kern="100" dirty="0">
                <a:effectLst/>
                <a:latin typeface="Times New Roman" panose="02020603050405020304" pitchFamily="18" charset="0"/>
                <a:ea typeface="宋体" panose="02010600030101010101" pitchFamily="2" charset="-122"/>
              </a:rPr>
              <a:t>关键字长度；</a:t>
            </a:r>
          </a:p>
          <a:p>
            <a:pPr indent="270510" algn="just">
              <a:lnSpc>
                <a:spcPct val="120000"/>
              </a:lnSpc>
              <a:spcBef>
                <a:spcPts val="600"/>
              </a:spcBef>
              <a:buNone/>
            </a:pPr>
            <a:r>
              <a:rPr lang="en-US" altLang="zh-CN" sz="1800" kern="100" dirty="0">
                <a:effectLst/>
                <a:latin typeface="Times New Roman" panose="02020603050405020304" pitchFamily="18" charset="0"/>
                <a:ea typeface="宋体" panose="02010600030101010101" pitchFamily="2" charset="-122"/>
              </a:rPr>
              <a:t>(4) </a:t>
            </a:r>
            <a:r>
              <a:rPr lang="zh-CN" altLang="zh-CN" sz="1800" kern="100" dirty="0">
                <a:effectLst/>
                <a:latin typeface="Times New Roman" panose="02020603050405020304" pitchFamily="18" charset="0"/>
                <a:ea typeface="宋体" panose="02010600030101010101" pitchFamily="2" charset="-122"/>
              </a:rPr>
              <a:t>散列表大小；</a:t>
            </a:r>
          </a:p>
          <a:p>
            <a:pPr indent="270510" algn="just">
              <a:lnSpc>
                <a:spcPct val="120000"/>
              </a:lnSpc>
              <a:spcBef>
                <a:spcPts val="600"/>
              </a:spcBef>
              <a:buNone/>
            </a:pPr>
            <a:r>
              <a:rPr lang="en-US" altLang="zh-CN" sz="1800" kern="100" dirty="0">
                <a:effectLst/>
                <a:latin typeface="Times New Roman" panose="02020603050405020304" pitchFamily="18" charset="0"/>
                <a:ea typeface="宋体" panose="02010600030101010101" pitchFamily="2" charset="-122"/>
              </a:rPr>
              <a:t>(5) </a:t>
            </a:r>
            <a:r>
              <a:rPr lang="zh-CN" altLang="zh-CN" sz="1800" kern="100" dirty="0">
                <a:effectLst/>
                <a:latin typeface="Times New Roman" panose="02020603050405020304" pitchFamily="18" charset="0"/>
                <a:ea typeface="宋体" panose="02010600030101010101" pitchFamily="2" charset="-122"/>
              </a:rPr>
              <a:t>关键字的分布情况；</a:t>
            </a:r>
          </a:p>
          <a:p>
            <a:pPr indent="270510" algn="just">
              <a:lnSpc>
                <a:spcPct val="120000"/>
              </a:lnSpc>
              <a:spcBef>
                <a:spcPts val="600"/>
              </a:spcBef>
              <a:buNone/>
            </a:pPr>
            <a:r>
              <a:rPr lang="en-US" altLang="zh-CN" sz="1800" kern="100" dirty="0">
                <a:effectLst/>
                <a:latin typeface="Times New Roman" panose="02020603050405020304" pitchFamily="18" charset="0"/>
                <a:ea typeface="宋体" panose="02010600030101010101" pitchFamily="2" charset="-122"/>
              </a:rPr>
              <a:t>(6) </a:t>
            </a:r>
            <a:r>
              <a:rPr lang="zh-CN" altLang="zh-CN" sz="1800" kern="100" dirty="0">
                <a:effectLst/>
                <a:latin typeface="Times New Roman" panose="02020603050405020304" pitchFamily="18" charset="0"/>
                <a:ea typeface="宋体" panose="02010600030101010101" pitchFamily="2" charset="-122"/>
              </a:rPr>
              <a:t>数据元素的查找频率。</a:t>
            </a:r>
          </a:p>
        </p:txBody>
      </p:sp>
    </p:spTree>
    <p:extLst>
      <p:ext uri="{BB962C8B-B14F-4D97-AF65-F5344CB8AC3E}">
        <p14:creationId xmlns:p14="http://schemas.microsoft.com/office/powerpoint/2010/main" val="393484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fade">
                                      <p:cBhvr>
                                        <p:cTn id="41" dur="1000"/>
                                        <p:tgtEl>
                                          <p:spTgt spid="4">
                                            <p:txEl>
                                              <p:pRg st="6" end="6"/>
                                            </p:txEl>
                                          </p:spTgt>
                                        </p:tgtEl>
                                      </p:cBhvr>
                                    </p:animEffect>
                                    <p:anim calcmode="lin" valueType="num">
                                      <p:cBhvr>
                                        <p:cTn id="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4">
                                            <p:txEl>
                                              <p:pRg st="11" end="11"/>
                                            </p:txEl>
                                          </p:spTgt>
                                        </p:tgtEl>
                                        <p:attrNameLst>
                                          <p:attrName>style.visibility</p:attrName>
                                        </p:attrNameLst>
                                      </p:cBhvr>
                                      <p:to>
                                        <p:strVal val="visible"/>
                                      </p:to>
                                    </p:set>
                                    <p:animEffect transition="in" filter="fade">
                                      <p:cBhvr>
                                        <p:cTn id="66" dur="1000"/>
                                        <p:tgtEl>
                                          <p:spTgt spid="4">
                                            <p:txEl>
                                              <p:pRg st="11" end="11"/>
                                            </p:txEl>
                                          </p:spTgt>
                                        </p:tgtEl>
                                      </p:cBhvr>
                                    </p:animEffect>
                                    <p:anim calcmode="lin" valueType="num">
                                      <p:cBhvr>
                                        <p:cTn id="6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19F6AE5-64C5-5349-7259-33FCA4F65E8F}"/>
              </a:ext>
            </a:extLst>
          </p:cNvPr>
          <p:cNvSpPr>
            <a:spLocks noGrp="1"/>
          </p:cNvSpPr>
          <p:nvPr>
            <p:ph type="sldNum" sz="quarter" idx="12"/>
          </p:nvPr>
        </p:nvSpPr>
        <p:spPr/>
        <p:txBody>
          <a:bodyPr/>
          <a:lstStyle/>
          <a:p>
            <a:fld id="{D7C0FE0B-717B-41AE-9FA2-CA4BF851D1C3}" type="slidenum">
              <a:rPr lang="zh-CN" altLang="en-US" smtClean="0"/>
              <a:t>56</a:t>
            </a:fld>
            <a:endParaRPr lang="zh-CN" altLang="en-US"/>
          </a:p>
        </p:txBody>
      </p:sp>
      <p:sp>
        <p:nvSpPr>
          <p:cNvPr id="4" name="文本框 3">
            <a:extLst>
              <a:ext uri="{FF2B5EF4-FFF2-40B4-BE49-F238E27FC236}">
                <a16:creationId xmlns:a16="http://schemas.microsoft.com/office/drawing/2014/main" id="{B4B6892B-E673-859C-FD05-5405A4B61426}"/>
              </a:ext>
            </a:extLst>
          </p:cNvPr>
          <p:cNvSpPr txBox="1"/>
          <p:nvPr/>
        </p:nvSpPr>
        <p:spPr>
          <a:xfrm>
            <a:off x="1097280" y="243677"/>
            <a:ext cx="5354320" cy="461665"/>
          </a:xfrm>
          <a:prstGeom prst="rect">
            <a:avLst/>
          </a:prstGeom>
          <a:noFill/>
        </p:spPr>
        <p:txBody>
          <a:bodyPr wrap="square">
            <a:spAutoFit/>
          </a:bodyPr>
          <a:lstStyle/>
          <a:p>
            <a:pPr marL="270510" algn="just">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黑体" panose="02010609060101010101" pitchFamily="49" charset="-122"/>
                <a:ea typeface="宋体" panose="02010600030101010101" pitchFamily="2" charset="-122"/>
              </a:rPr>
              <a:t>9.3.3  </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冲突处理方法和散列表构造</a:t>
            </a:r>
            <a:endPar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E26EDE3F-8B4E-FE07-D562-94790D82E954}"/>
              </a:ext>
            </a:extLst>
          </p:cNvPr>
          <p:cNvSpPr txBox="1"/>
          <p:nvPr/>
        </p:nvSpPr>
        <p:spPr>
          <a:xfrm>
            <a:off x="645160" y="1184501"/>
            <a:ext cx="4546600" cy="4205126"/>
          </a:xfrm>
          <a:prstGeom prst="rect">
            <a:avLst/>
          </a:prstGeom>
          <a:noFill/>
        </p:spPr>
        <p:txBody>
          <a:bodyPr wrap="square">
            <a:spAutoFit/>
          </a:bodyPr>
          <a:lstStyle/>
          <a:p>
            <a:pPr indent="274320" algn="just">
              <a:lnSpc>
                <a:spcPct val="115000"/>
              </a:lnSpc>
              <a:buNone/>
            </a:pPr>
            <a:r>
              <a:rPr lang="zh-CN" altLang="zh-CN" sz="1800" kern="100" dirty="0">
                <a:effectLst/>
                <a:latin typeface="Times New Roman" panose="02020603050405020304" pitchFamily="18" charset="0"/>
                <a:ea typeface="宋体" panose="02010600030101010101" pitchFamily="2" charset="-122"/>
              </a:rPr>
              <a:t>假设散列表的地址区间为</a:t>
            </a:r>
            <a:r>
              <a:rPr lang="en-US" altLang="zh-CN" sz="1800" kern="100" dirty="0">
                <a:effectLst/>
                <a:latin typeface="宋体" panose="02010600030101010101" pitchFamily="2" charset="-122"/>
                <a:ea typeface="宋体" panose="02010600030101010101" pitchFamily="2" charset="-122"/>
              </a:rPr>
              <a:t>[</a:t>
            </a:r>
            <a:r>
              <a:rPr lang="en-US" altLang="zh-CN" sz="1800" kern="100" dirty="0" err="1">
                <a:effectLst/>
                <a:latin typeface="Times New Roman" panose="02020603050405020304" pitchFamily="18" charset="0"/>
                <a:ea typeface="宋体" panose="02010600030101010101" pitchFamily="2" charset="-122"/>
              </a:rPr>
              <a:t>0</a:t>
            </a:r>
            <a:r>
              <a:rPr lang="en-US" altLang="zh-CN" sz="1800" kern="100" dirty="0" err="1">
                <a:effectLst/>
                <a:latin typeface="宋体" panose="02010600030101010101" pitchFamily="2" charset="-122"/>
                <a:ea typeface="宋体" panose="02010600030101010101" pitchFamily="2" charset="-122"/>
              </a:rPr>
              <a:t>,</a:t>
            </a:r>
            <a:r>
              <a:rPr lang="en-US" altLang="zh-CN" sz="1800" i="1" kern="100" dirty="0" err="1">
                <a:effectLst/>
                <a:latin typeface="Times New Roman" panose="02020603050405020304" pitchFamily="18" charset="0"/>
                <a:ea typeface="宋体" panose="02010600030101010101" pitchFamily="2" charset="-122"/>
              </a:rPr>
              <a:t>m</a:t>
            </a:r>
            <a:r>
              <a:rPr lang="en-US" altLang="zh-CN" sz="1800" kern="100" dirty="0">
                <a:effectLst/>
                <a:latin typeface="Times New Roman" panose="02020603050405020304" pitchFamily="18" charset="0"/>
                <a:ea typeface="宋体" panose="02010600030101010101" pitchFamily="2" charset="-122"/>
              </a:rPr>
              <a:t>-1</a:t>
            </a:r>
            <a:r>
              <a:rPr lang="en-US" altLang="zh-CN" sz="1800" kern="100" dirty="0">
                <a:effectLst/>
                <a:latin typeface="宋体" panose="02010600030101010101" pitchFamily="2" charset="-122"/>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，冲突是指由关键字得到的散列地址为</a:t>
            </a:r>
            <a:r>
              <a:rPr lang="en-US" altLang="zh-CN" sz="1800" i="1" kern="100" dirty="0">
                <a:effectLst/>
                <a:latin typeface="Times New Roman" panose="02020603050405020304" pitchFamily="18" charset="0"/>
                <a:ea typeface="宋体" panose="02010600030101010101" pitchFamily="2" charset="-122"/>
              </a:rPr>
              <a:t>j</a:t>
            </a:r>
            <a:r>
              <a:rPr lang="en-US" altLang="zh-CN" sz="1800" kern="100" dirty="0">
                <a:effectLst/>
                <a:latin typeface="Times New Roman" panose="02020603050405020304" pitchFamily="18" charset="0"/>
                <a:ea typeface="宋体" panose="02010600030101010101" pitchFamily="2" charset="-122"/>
              </a:rPr>
              <a:t>(</a:t>
            </a:r>
            <a:r>
              <a:rPr lang="en-US" altLang="zh-CN" sz="1800" kern="100" dirty="0" err="1">
                <a:effectLst/>
                <a:latin typeface="Times New Roman" panose="02020603050405020304" pitchFamily="18" charset="0"/>
                <a:ea typeface="宋体" panose="02010600030101010101" pitchFamily="2" charset="-122"/>
              </a:rPr>
              <a:t>0</a:t>
            </a:r>
            <a:r>
              <a:rPr lang="en-US" altLang="zh-CN" sz="1800" kern="100" dirty="0" err="1">
                <a:effectLst/>
                <a:latin typeface="Times New Roman" panose="02020603050405020304" pitchFamily="18" charset="0"/>
                <a:ea typeface="宋体" panose="02010600030101010101" pitchFamily="2" charset="-122"/>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rPr>
              <a:t>j</a:t>
            </a:r>
            <a:r>
              <a:rPr lang="en-US" altLang="zh-CN" sz="1800" kern="100" dirty="0" err="1">
                <a:effectLst/>
                <a:latin typeface="Times New Roman" panose="02020603050405020304" pitchFamily="18" charset="0"/>
                <a:ea typeface="宋体" panose="02010600030101010101" pitchFamily="2" charset="-122"/>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rPr>
              <a:t>m</a:t>
            </a:r>
            <a:r>
              <a:rPr lang="en-US" altLang="zh-CN" sz="1800" kern="100" dirty="0" err="1">
                <a:effectLst/>
                <a:latin typeface="Times New Roman" panose="02020603050405020304" pitchFamily="18" charset="0"/>
                <a:ea typeface="宋体" panose="02010600030101010101" pitchFamily="2" charset="-122"/>
              </a:rPr>
              <a:t>-1</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的位置上已存有另一关键字不同的元素。“处理冲突”就是为该关键字的元素找到另一个“空单元”的散列地址。</a:t>
            </a:r>
            <a:r>
              <a:rPr lang="zh-CN" altLang="zh-CN" sz="1800" kern="100" dirty="0">
                <a:solidFill>
                  <a:srgbClr val="000000"/>
                </a:solidFill>
                <a:effectLst/>
                <a:latin typeface="Times New Roman" panose="02020603050405020304" pitchFamily="18" charset="0"/>
                <a:ea typeface="宋体" panose="02010600030101010101" pitchFamily="2" charset="-122"/>
              </a:rPr>
              <a:t>在处理冲突的过程中，可能得到一个地址序列 </a:t>
            </a:r>
            <a:r>
              <a:rPr lang="en-US" altLang="zh-CN" sz="1800" i="1" kern="100" dirty="0">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a:solidFill>
                  <a:srgbClr val="000000"/>
                </a:solidFill>
                <a:effectLst/>
                <a:latin typeface="Times New Roman" panose="02020603050405020304" pitchFamily="18" charset="0"/>
                <a:ea typeface="宋体" panose="02010600030101010101" pitchFamily="2" charset="-122"/>
              </a:rPr>
              <a:t>i</a:t>
            </a:r>
            <a:r>
              <a:rPr lang="zh-CN"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sz="1800" i="1" kern="100" dirty="0" err="1">
                <a:solidFill>
                  <a:srgbClr val="000000"/>
                </a:solidFill>
                <a:effectLst/>
                <a:latin typeface="Times New Roman" panose="02020603050405020304" pitchFamily="18" charset="0"/>
                <a:ea typeface="宋体" panose="02010600030101010101" pitchFamily="2" charset="-122"/>
              </a:rPr>
              <a:t>i</a:t>
            </a:r>
            <a:r>
              <a:rPr lang="en-US" altLang="zh-CN" sz="1800" kern="100" dirty="0">
                <a:solidFill>
                  <a:srgbClr val="000000"/>
                </a:solidFill>
                <a:effectLst/>
                <a:latin typeface="Times New Roman" panose="02020603050405020304" pitchFamily="18" charset="0"/>
                <a:ea typeface="宋体" panose="02010600030101010101" pitchFamily="2" charset="-122"/>
              </a:rPr>
              <a:t>=1,2,</a:t>
            </a:r>
            <a:r>
              <a:rPr lang="zh-CN" altLang="zh-CN" sz="1800" kern="100" dirty="0">
                <a:solidFill>
                  <a:srgbClr val="000000"/>
                </a:solidFill>
                <a:effectLst/>
                <a:latin typeface="Times New Roman" panose="02020603050405020304" pitchFamily="18" charset="0"/>
                <a:ea typeface="等线" panose="02010600030101010101" pitchFamily="2" charset="-122"/>
              </a:rPr>
              <a:t>…</a:t>
            </a:r>
            <a:r>
              <a:rPr lang="en-US"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sz="1800" i="1" kern="100" dirty="0">
                <a:solidFill>
                  <a:srgbClr val="000000"/>
                </a:solidFill>
                <a:effectLst/>
                <a:latin typeface="Times New Roman" panose="02020603050405020304" pitchFamily="18" charset="0"/>
                <a:ea typeface="宋体" panose="02010600030101010101" pitchFamily="2" charset="-122"/>
              </a:rPr>
              <a:t>k</a:t>
            </a:r>
            <a:r>
              <a:rPr lang="en-US" altLang="zh-CN" sz="1800" kern="100" dirty="0">
                <a:solidFill>
                  <a:srgbClr val="000000"/>
                </a:solidFill>
                <a:effectLst/>
                <a:latin typeface="Times New Roman" panose="02020603050405020304" pitchFamily="18" charset="0"/>
                <a:ea typeface="宋体" panose="02010600030101010101" pitchFamily="2" charset="-122"/>
              </a:rPr>
              <a:t>, </a:t>
            </a:r>
            <a:r>
              <a:rPr lang="en-US" altLang="zh-CN" sz="1800" i="1" kern="100" dirty="0">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a:solidFill>
                  <a:srgbClr val="000000"/>
                </a:solidFill>
                <a:effectLst/>
                <a:latin typeface="Times New Roman" panose="02020603050405020304" pitchFamily="18" charset="0"/>
                <a:ea typeface="宋体" panose="02010600030101010101" pitchFamily="2" charset="-122"/>
              </a:rPr>
              <a:t>i</a:t>
            </a:r>
            <a:r>
              <a:rPr lang="en-US" altLang="zh-CN" sz="1800" kern="10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sz="1800" kern="100" dirty="0" err="1">
                <a:solidFill>
                  <a:srgbClr val="000000"/>
                </a:solidFill>
                <a:effectLst/>
                <a:latin typeface="Times New Roman" panose="02020603050405020304" pitchFamily="18" charset="0"/>
                <a:ea typeface="宋体" panose="02010600030101010101" pitchFamily="2" charset="-122"/>
              </a:rPr>
              <a:t>0,</a:t>
            </a:r>
            <a:r>
              <a:rPr lang="en-US" altLang="zh-CN" sz="1800" i="1" kern="100" dirty="0" err="1">
                <a:solidFill>
                  <a:srgbClr val="000000"/>
                </a:solidFill>
                <a:effectLst/>
                <a:latin typeface="Times New Roman" panose="02020603050405020304" pitchFamily="18" charset="0"/>
                <a:ea typeface="宋体" panose="02010600030101010101" pitchFamily="2" charset="-122"/>
              </a:rPr>
              <a:t>m</a:t>
            </a:r>
            <a:r>
              <a:rPr lang="en-US" altLang="zh-CN" sz="1800" kern="100" dirty="0">
                <a:solidFill>
                  <a:srgbClr val="000000"/>
                </a:solidFill>
                <a:effectLst/>
                <a:latin typeface="Times New Roman" panose="02020603050405020304" pitchFamily="18" charset="0"/>
                <a:ea typeface="宋体" panose="02010600030101010101" pitchFamily="2" charset="-122"/>
              </a:rPr>
              <a:t>-1]</a:t>
            </a:r>
            <a:r>
              <a:rPr lang="zh-CN" altLang="zh-CN" sz="1800" kern="100" dirty="0">
                <a:solidFill>
                  <a:srgbClr val="000000"/>
                </a:solidFill>
                <a:effectLst/>
                <a:latin typeface="Times New Roman" panose="02020603050405020304" pitchFamily="18" charset="0"/>
                <a:ea typeface="宋体" panose="02010600030101010101" pitchFamily="2" charset="-122"/>
              </a:rPr>
              <a:t>）。即在处理散列地址的冲突时，若得到的下一个散列地址</a:t>
            </a:r>
            <a:r>
              <a:rPr lang="en-US" altLang="zh-CN" sz="1800" i="1" kern="100" dirty="0">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a:solidFill>
                  <a:srgbClr val="000000"/>
                </a:solidFill>
                <a:effectLst/>
                <a:latin typeface="Times New Roman" panose="02020603050405020304" pitchFamily="18" charset="0"/>
                <a:ea typeface="宋体" panose="02010600030101010101" pitchFamily="2" charset="-122"/>
              </a:rPr>
              <a:t>i</a:t>
            </a:r>
            <a:r>
              <a:rPr lang="zh-CN" altLang="zh-CN" sz="1800" kern="100" dirty="0">
                <a:solidFill>
                  <a:srgbClr val="000000"/>
                </a:solidFill>
                <a:effectLst/>
                <a:latin typeface="Times New Roman" panose="02020603050405020304" pitchFamily="18" charset="0"/>
                <a:ea typeface="宋体" panose="02010600030101010101" pitchFamily="2" charset="-122"/>
              </a:rPr>
              <a:t>仍然发生冲突，则再求下一个地址</a:t>
            </a:r>
            <a:r>
              <a:rPr lang="en-US" altLang="zh-CN" sz="1800" i="1" kern="100" dirty="0">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a:solidFill>
                  <a:srgbClr val="000000"/>
                </a:solidFill>
                <a:effectLst/>
                <a:latin typeface="Times New Roman" panose="02020603050405020304" pitchFamily="18" charset="0"/>
                <a:ea typeface="宋体" panose="02010600030101010101" pitchFamily="2" charset="-122"/>
              </a:rPr>
              <a:t>i</a:t>
            </a:r>
            <a:r>
              <a:rPr lang="zh-CN" altLang="zh-CN" sz="1800" kern="100" baseline="-25000" dirty="0">
                <a:solidFill>
                  <a:srgbClr val="000000"/>
                </a:solidFill>
                <a:effectLst/>
                <a:latin typeface="Times New Roman" panose="02020603050405020304" pitchFamily="18" charset="0"/>
                <a:ea typeface="宋体" panose="02010600030101010101" pitchFamily="2" charset="-122"/>
              </a:rPr>
              <a:t>＋</a:t>
            </a:r>
            <a:r>
              <a:rPr lang="en-US" altLang="zh-CN" sz="1800" kern="100" baseline="-25000" dirty="0">
                <a:solidFill>
                  <a:srgbClr val="000000"/>
                </a:solidFill>
                <a:effectLst/>
                <a:latin typeface="Times New Roman" panose="02020603050405020304" pitchFamily="18" charset="0"/>
                <a:ea typeface="宋体" panose="02010600030101010101" pitchFamily="2" charset="-122"/>
              </a:rPr>
              <a:t>1</a:t>
            </a:r>
            <a:r>
              <a:rPr lang="zh-CN" altLang="zh-CN" sz="1800" kern="100" dirty="0">
                <a:solidFill>
                  <a:srgbClr val="000000"/>
                </a:solidFill>
                <a:effectLst/>
                <a:latin typeface="Times New Roman" panose="02020603050405020304" pitchFamily="18" charset="0"/>
                <a:ea typeface="宋体" panose="02010600030101010101" pitchFamily="2" charset="-122"/>
              </a:rPr>
              <a:t>。依次类推，直到</a:t>
            </a:r>
            <a:r>
              <a:rPr lang="en-US" altLang="zh-CN" sz="1800" i="1" kern="100" dirty="0" err="1">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err="1">
                <a:solidFill>
                  <a:srgbClr val="000000"/>
                </a:solidFill>
                <a:effectLst/>
                <a:latin typeface="Times New Roman" panose="02020603050405020304" pitchFamily="18" charset="0"/>
                <a:ea typeface="宋体" panose="02010600030101010101" pitchFamily="2" charset="-122"/>
              </a:rPr>
              <a:t>k</a:t>
            </a:r>
            <a:r>
              <a:rPr lang="zh-CN" altLang="zh-CN" sz="1800" kern="100" dirty="0">
                <a:solidFill>
                  <a:srgbClr val="000000"/>
                </a:solidFill>
                <a:effectLst/>
                <a:latin typeface="Times New Roman" panose="02020603050405020304" pitchFamily="18" charset="0"/>
                <a:ea typeface="宋体" panose="02010600030101010101" pitchFamily="2" charset="-122"/>
              </a:rPr>
              <a:t>不发生冲突为止，</a:t>
            </a:r>
            <a:r>
              <a:rPr lang="en-US" altLang="zh-CN" sz="1800" i="1" kern="100" dirty="0" err="1">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err="1">
                <a:solidFill>
                  <a:srgbClr val="000000"/>
                </a:solidFill>
                <a:effectLst/>
                <a:latin typeface="Times New Roman" panose="02020603050405020304" pitchFamily="18" charset="0"/>
                <a:ea typeface="宋体" panose="02010600030101010101" pitchFamily="2" charset="-122"/>
              </a:rPr>
              <a:t>k</a:t>
            </a:r>
            <a:r>
              <a:rPr lang="zh-CN" altLang="zh-CN" sz="1800" kern="100" dirty="0">
                <a:solidFill>
                  <a:srgbClr val="000000"/>
                </a:solidFill>
                <a:effectLst/>
                <a:latin typeface="Times New Roman" panose="02020603050405020304" pitchFamily="18" charset="0"/>
                <a:ea typeface="宋体" panose="02010600030101010101" pitchFamily="2" charset="-122"/>
              </a:rPr>
              <a:t>即为元素在表中的地址。</a:t>
            </a:r>
            <a:endParaRPr lang="zh-CN" altLang="zh-CN" sz="1800" kern="100" dirty="0">
              <a:effectLst/>
              <a:latin typeface="Times New Roman" panose="02020603050405020304" pitchFamily="18" charset="0"/>
              <a:ea typeface="宋体" panose="02010600030101010101" pitchFamily="2" charset="-122"/>
            </a:endParaRPr>
          </a:p>
          <a:p>
            <a:pPr indent="274320" algn="just">
              <a:lnSpc>
                <a:spcPct val="115000"/>
              </a:lnSpc>
              <a:buNone/>
            </a:pPr>
            <a:r>
              <a:rPr lang="zh-CN" altLang="zh-CN" sz="1800" kern="100" dirty="0">
                <a:effectLst/>
                <a:latin typeface="Times New Roman" panose="02020603050405020304" pitchFamily="18" charset="0"/>
                <a:ea typeface="宋体" panose="02010600030101010101" pitchFamily="2" charset="-122"/>
              </a:rPr>
              <a:t>处理冲突的常用方法有下列几种，散列表的相应存储结构也有所不同。</a:t>
            </a:r>
          </a:p>
        </p:txBody>
      </p:sp>
      <p:sp>
        <p:nvSpPr>
          <p:cNvPr id="8" name="文本框 7">
            <a:extLst>
              <a:ext uri="{FF2B5EF4-FFF2-40B4-BE49-F238E27FC236}">
                <a16:creationId xmlns:a16="http://schemas.microsoft.com/office/drawing/2014/main" id="{8FB0F48E-1BF6-F586-7C03-DB08F3A62323}"/>
              </a:ext>
            </a:extLst>
          </p:cNvPr>
          <p:cNvSpPr txBox="1"/>
          <p:nvPr/>
        </p:nvSpPr>
        <p:spPr>
          <a:xfrm>
            <a:off x="5689600" y="1184501"/>
            <a:ext cx="5400040" cy="3925049"/>
          </a:xfrm>
          <a:prstGeom prst="rect">
            <a:avLst/>
          </a:prstGeom>
          <a:noFill/>
        </p:spPr>
        <p:txBody>
          <a:bodyPr wrap="square">
            <a:spAutoFit/>
          </a:bodyPr>
          <a:lstStyle/>
          <a:p>
            <a:pPr marL="270510" algn="just">
              <a:lnSpc>
                <a:spcPct val="157000"/>
              </a:lnSpc>
              <a:spcBef>
                <a:spcPts val="1400"/>
              </a:spcBef>
              <a:spcAft>
                <a:spcPts val="1450"/>
              </a:spcAft>
              <a:buNone/>
            </a:pPr>
            <a:r>
              <a:rPr lang="en-US"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拉链法</a:t>
            </a:r>
            <a:endParaRPr lang="zh-CN" altLang="zh-CN" sz="2000" b="1" kern="100" dirty="0">
              <a:solidFill>
                <a:srgbClr val="C00000"/>
              </a:solidFill>
              <a:effectLst>
                <a:outerShdw blurRad="38100" dist="38100" dir="2700000" algn="tl">
                  <a:srgbClr val="000000">
                    <a:alpha val="43137"/>
                  </a:srgbClr>
                </a:outerShdw>
              </a:effectLst>
              <a:latin typeface="等线 Light" panose="02010600030101010101" pitchFamily="2" charset="-122"/>
              <a:ea typeface="等线 Light" panose="02010600030101010101" pitchFamily="2" charset="-122"/>
              <a:cs typeface="Times New Roman" panose="02020603050405020304" pitchFamily="18" charset="0"/>
            </a:endParaRPr>
          </a:p>
          <a:p>
            <a:pPr indent="270510" algn="just">
              <a:lnSpc>
                <a:spcPct val="115000"/>
              </a:lnSpc>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拉链法也称为链地址法，将所有关键字为同义词的元素存储在同一个双向链表中（该链表也称为“桶”，若采用双向链表，便于实现删除操作）。</a:t>
            </a:r>
            <a:r>
              <a:rPr lang="zh-CN" altLang="zh-CN" sz="1800" kern="100" dirty="0">
                <a:effectLst/>
                <a:latin typeface="Times New Roman" panose="02020603050405020304" pitchFamily="18" charset="0"/>
                <a:ea typeface="宋体" panose="02010600030101010101" pitchFamily="2" charset="-122"/>
              </a:rPr>
              <a:t>采用链地址法处理冲突的散列表简称为</a:t>
            </a:r>
            <a:r>
              <a:rPr lang="zh-CN" altLang="zh-CN" sz="1800" kern="100" dirty="0">
                <a:effectLst/>
                <a:latin typeface="Times New Roman" panose="02020603050405020304" pitchFamily="18" charset="0"/>
                <a:ea typeface="黑体" panose="02010609060101010101" pitchFamily="49" charset="-122"/>
              </a:rPr>
              <a:t>拉链散列表</a:t>
            </a:r>
            <a:r>
              <a:rPr lang="zh-CN"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存储结构定义如下。其中，函数</a:t>
            </a:r>
            <a:r>
              <a:rPr lang="en-US" altLang="zh-CN" sz="1800" kern="100" dirty="0" err="1">
                <a:effectLst/>
                <a:latin typeface="Courier New" panose="02070309020205020404" pitchFamily="49" charset="0"/>
                <a:ea typeface="宋体" panose="02010600030101010101" pitchFamily="2" charset="-122"/>
              </a:rPr>
              <a:t>InitChainHT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构造并返回空的拉链散列表，向量的长度为</a:t>
            </a:r>
            <a:r>
              <a:rPr lang="en-US" altLang="zh-CN" sz="1800" kern="100" dirty="0" err="1">
                <a:effectLst/>
                <a:latin typeface="Courier New" panose="02070309020205020404" pitchFamily="49" charset="0"/>
                <a:ea typeface="宋体" panose="02010600030101010101" pitchFamily="2" charset="-122"/>
              </a:rPr>
              <a:t>hashsize</a:t>
            </a:r>
            <a:r>
              <a:rPr lang="en-US" altLang="zh-CN" sz="1800" kern="100" dirty="0">
                <a:effectLst/>
                <a:latin typeface="Courier New" panose="02070309020205020404" pitchFamily="49" charset="0"/>
                <a:ea typeface="宋体" panose="02010600030101010101" pitchFamily="2" charset="-122"/>
              </a:rPr>
              <a:t>[</a:t>
            </a:r>
            <a:r>
              <a:rPr lang="en-US" altLang="zh-CN" sz="1800" kern="100" dirty="0" err="1">
                <a:effectLst/>
                <a:latin typeface="Courier New" panose="02070309020205020404" pitchFamily="49" charset="0"/>
                <a:ea typeface="宋体" panose="02010600030101010101" pitchFamily="2" charset="-122"/>
              </a:rPr>
              <a:t>sizeIdx</a:t>
            </a:r>
            <a:r>
              <a:rPr lang="en-US" altLang="zh-CN" sz="1800" kern="100" dirty="0">
                <a:effectLst/>
                <a:latin typeface="Courier New" panose="02070309020205020404" pitchFamily="49" charset="0"/>
                <a:ea typeface="宋体" panose="02010600030101010101" pitchFamily="2" charset="-122"/>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err="1">
                <a:effectLst/>
                <a:latin typeface="Courier New" panose="02070309020205020404" pitchFamily="49" charset="0"/>
                <a:ea typeface="宋体" panose="02010600030101010101" pitchFamily="2" charset="-122"/>
              </a:rPr>
              <a:t>hashsize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是一个可根据需求预设的递增素数表，</a:t>
            </a:r>
            <a:r>
              <a:rPr lang="en-US" altLang="zh-CN" sz="1800" kern="100" dirty="0" err="1">
                <a:effectLst/>
                <a:latin typeface="Courier New" panose="02070309020205020404" pitchFamily="49" charset="0"/>
                <a:ea typeface="宋体" panose="02010600030101010101" pitchFamily="2" charset="-122"/>
              </a:rPr>
              <a:t>sizeIdx</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保存了当前长度的素数索引，在扩容重建时，可利用它取得下一个素数作为新的向量长度。</a:t>
            </a:r>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0213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3A38700-A45E-1842-E0E6-9F0BF258B606}"/>
              </a:ext>
            </a:extLst>
          </p:cNvPr>
          <p:cNvSpPr>
            <a:spLocks noGrp="1"/>
          </p:cNvSpPr>
          <p:nvPr>
            <p:ph type="sldNum" sz="quarter" idx="12"/>
          </p:nvPr>
        </p:nvSpPr>
        <p:spPr/>
        <p:txBody>
          <a:bodyPr/>
          <a:lstStyle/>
          <a:p>
            <a:fld id="{D7C0FE0B-717B-41AE-9FA2-CA4BF851D1C3}" type="slidenum">
              <a:rPr lang="zh-CN" altLang="en-US" smtClean="0"/>
              <a:t>57</a:t>
            </a:fld>
            <a:endParaRPr lang="zh-CN" altLang="en-US"/>
          </a:p>
        </p:txBody>
      </p:sp>
      <p:sp>
        <p:nvSpPr>
          <p:cNvPr id="4" name="文本框 3">
            <a:extLst>
              <a:ext uri="{FF2B5EF4-FFF2-40B4-BE49-F238E27FC236}">
                <a16:creationId xmlns:a16="http://schemas.microsoft.com/office/drawing/2014/main" id="{E0ED3544-52CE-AB47-723C-EDF74E1A7E35}"/>
              </a:ext>
            </a:extLst>
          </p:cNvPr>
          <p:cNvSpPr txBox="1"/>
          <p:nvPr/>
        </p:nvSpPr>
        <p:spPr>
          <a:xfrm>
            <a:off x="310356" y="946150"/>
            <a:ext cx="6299200" cy="4524315"/>
          </a:xfrm>
          <a:prstGeom prst="rect">
            <a:avLst/>
          </a:prstGeom>
          <a:noFill/>
        </p:spPr>
        <p:txBody>
          <a:bodyPr wrap="square">
            <a:spAutoFit/>
          </a:bodyPr>
          <a:lstStyle/>
          <a:p>
            <a:pPr marL="1080770" indent="-810260" algn="just">
              <a:spcBef>
                <a:spcPts val="600"/>
              </a:spcBef>
              <a:buNone/>
            </a:pPr>
            <a:r>
              <a:rPr lang="en-US" altLang="zh-CN" sz="1800" b="1" kern="100" dirty="0">
                <a:effectLst/>
                <a:latin typeface="Courier New" panose="02070309020205020404" pitchFamily="49" charset="0"/>
                <a:ea typeface="宋体" panose="02010600030101010101" pitchFamily="2" charset="-122"/>
              </a:rPr>
              <a:t>int </a:t>
            </a:r>
            <a:r>
              <a:rPr lang="en-US" altLang="zh-CN" sz="1800" kern="100" dirty="0" err="1">
                <a:effectLst/>
                <a:latin typeface="Courier New" panose="02070309020205020404" pitchFamily="49" charset="0"/>
                <a:ea typeface="宋体" panose="02010600030101010101" pitchFamily="2" charset="-122"/>
              </a:rPr>
              <a:t>hashsize</a:t>
            </a:r>
            <a:r>
              <a:rPr lang="en-US" altLang="zh-CN" sz="1800" kern="100" dirty="0">
                <a:effectLst/>
                <a:latin typeface="Courier New" panose="02070309020205020404" pitchFamily="49" charset="0"/>
                <a:ea typeface="宋体" panose="02010600030101010101" pitchFamily="2" charset="-122"/>
              </a:rPr>
              <a:t>[] = </a:t>
            </a:r>
            <a:r>
              <a:rPr lang="en-US" altLang="zh-CN" sz="1800" b="1" kern="100" dirty="0">
                <a:effectLst/>
                <a:latin typeface="Courier New" panose="02070309020205020404" pitchFamily="49" charset="0"/>
                <a:ea typeface="宋体" panose="02010600030101010101" pitchFamily="2" charset="-122"/>
              </a:rPr>
              <a:t>{</a:t>
            </a:r>
            <a:r>
              <a:rPr lang="en-US" altLang="zh-CN" sz="1800" kern="100" dirty="0">
                <a:effectLst/>
                <a:latin typeface="Courier New" panose="02070309020205020404" pitchFamily="49" charset="0"/>
                <a:ea typeface="宋体" panose="02010600030101010101" pitchFamily="2" charset="-122"/>
              </a:rPr>
              <a:t>7, 13, 23, 47, 83, 127,</a:t>
            </a:r>
            <a:endParaRPr lang="zh-CN" altLang="zh-CN" sz="2800" kern="100" dirty="0">
              <a:effectLst/>
              <a:latin typeface="Times New Roman" panose="02020603050405020304" pitchFamily="18" charset="0"/>
              <a:ea typeface="宋体" panose="02010600030101010101" pitchFamily="2" charset="-122"/>
            </a:endParaRPr>
          </a:p>
          <a:p>
            <a:pPr marL="1080770" indent="-810260" algn="just">
              <a:buNone/>
            </a:pPr>
            <a:r>
              <a:rPr lang="en-US" altLang="zh-CN" sz="1800" kern="100" dirty="0">
                <a:effectLst/>
                <a:latin typeface="Courier New" panose="02070309020205020404" pitchFamily="49" charset="0"/>
                <a:ea typeface="宋体" panose="02010600030101010101" pitchFamily="2" charset="-122"/>
              </a:rPr>
              <a:t>                 251, 509, 1021, 2039, </a:t>
            </a:r>
            <a:r>
              <a:rPr lang="zh-CN" altLang="zh-CN" sz="1800" kern="100" dirty="0">
                <a:effectLst/>
                <a:latin typeface="Times New Roman" panose="02020603050405020304" pitchFamily="18" charset="0"/>
                <a:ea typeface="等线" panose="02010600030101010101" pitchFamily="2" charset="-122"/>
                <a:cs typeface="Courier New" panose="02070309020205020404" pitchFamily="49" charset="0"/>
              </a:rPr>
              <a:t>…</a:t>
            </a:r>
            <a:r>
              <a:rPr lang="zh-CN" altLang="zh-CN" sz="1800" kern="100" dirty="0">
                <a:effectLst/>
                <a:latin typeface="Times New Roman" panose="02020603050405020304" pitchFamily="18" charset="0"/>
                <a:ea typeface="Courier New" panose="02070309020205020404" pitchFamily="49" charset="0"/>
              </a:rPr>
              <a:t> </a:t>
            </a:r>
            <a:r>
              <a:rPr lang="en-US" altLang="zh-CN" b="1" kern="100" dirty="0">
                <a:latin typeface="Courier New" panose="02070309020205020404" pitchFamily="49" charset="0"/>
                <a:ea typeface="宋体" panose="02010600030101010101" pitchFamily="2" charset="-122"/>
              </a:rPr>
              <a:t>};</a:t>
            </a:r>
            <a:endParaRPr lang="zh-CN" altLang="zh-CN" b="1" kern="100" dirty="0">
              <a:latin typeface="Courier New" panose="02070309020205020404" pitchFamily="49" charset="0"/>
              <a:ea typeface="宋体" panose="02010600030101010101" pitchFamily="2" charset="-122"/>
            </a:endParaRPr>
          </a:p>
          <a:p>
            <a:pPr indent="269875" algn="just">
              <a:buNone/>
            </a:pPr>
            <a:r>
              <a:rPr lang="en-US" altLang="zh-CN" sz="1800" b="1" kern="100" dirty="0">
                <a:effectLst/>
                <a:latin typeface="Courier New" panose="02070309020205020404" pitchFamily="49" charset="0"/>
                <a:ea typeface="宋体" panose="02010600030101010101" pitchFamily="2" charset="-122"/>
              </a:rPr>
              <a:t>typedef</a:t>
            </a: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struct</a:t>
            </a: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a:t>
            </a:r>
            <a:endParaRPr lang="zh-CN" altLang="zh-CN" sz="2800" kern="100" dirty="0">
              <a:effectLst/>
              <a:latin typeface="Times New Roman" panose="02020603050405020304" pitchFamily="18" charset="0"/>
              <a:ea typeface="宋体" panose="02010600030101010101" pitchFamily="2" charset="-122"/>
            </a:endParaRPr>
          </a:p>
          <a:p>
            <a:pPr indent="269875" algn="just">
              <a:buNone/>
            </a:pP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int</a:t>
            </a:r>
            <a:r>
              <a:rPr lang="en-US" altLang="zh-CN" sz="1800" kern="100" dirty="0">
                <a:effectLst/>
                <a:latin typeface="Courier New" panose="02070309020205020404" pitchFamily="49" charset="0"/>
                <a:ea typeface="宋体" panose="02010600030101010101" pitchFamily="2" charset="-122"/>
              </a:rPr>
              <a:t>    key;     </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rPr>
              <a:t>//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关键字</a:t>
            </a:r>
            <a:endParaRPr lang="zh-CN" altLang="zh-CN" sz="2800" kern="100" dirty="0">
              <a:solidFill>
                <a:schemeClr val="accent6">
                  <a:lumMod val="75000"/>
                </a:schemeClr>
              </a:solidFill>
              <a:effectLst/>
              <a:latin typeface="Times New Roman" panose="02020603050405020304" pitchFamily="18" charset="0"/>
              <a:ea typeface="宋体" panose="02010600030101010101" pitchFamily="2" charset="-122"/>
            </a:endParaRPr>
          </a:p>
          <a:p>
            <a:pPr indent="269875" algn="just">
              <a:buNone/>
            </a:pP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char</a:t>
            </a:r>
            <a:r>
              <a:rPr lang="en-US" altLang="zh-CN" sz="1800" kern="100" dirty="0">
                <a:effectLst/>
                <a:latin typeface="Courier New" panose="02070309020205020404" pitchFamily="49" charset="0"/>
                <a:ea typeface="宋体" panose="02010600030101010101" pitchFamily="2" charset="-122"/>
              </a:rPr>
              <a:t>  *s;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元素信息，此设为</a:t>
            </a:r>
            <a:r>
              <a:rPr lang="en-US" altLang="zh-CN" kern="100" dirty="0">
                <a:solidFill>
                  <a:schemeClr val="accent6">
                    <a:lumMod val="75000"/>
                  </a:schemeClr>
                </a:solidFill>
                <a:latin typeface="Courier New" panose="02070309020205020404" pitchFamily="49" charset="0"/>
                <a:ea typeface="宋体" panose="02010600030101010101" pitchFamily="2" charset="-122"/>
              </a:rPr>
              <a:t>C</a:t>
            </a:r>
            <a:r>
              <a:rPr lang="zh-CN" altLang="zh-CN" kern="100" dirty="0">
                <a:solidFill>
                  <a:schemeClr val="accent6">
                    <a:lumMod val="75000"/>
                  </a:schemeClr>
                </a:solidFill>
                <a:latin typeface="Courier New" panose="02070309020205020404" pitchFamily="49" charset="0"/>
                <a:ea typeface="宋体" panose="02010600030101010101" pitchFamily="2" charset="-122"/>
              </a:rPr>
              <a:t>串</a:t>
            </a:r>
          </a:p>
          <a:p>
            <a:pPr indent="269875" algn="just">
              <a:buNone/>
            </a:pPr>
            <a:r>
              <a:rPr lang="en-US" altLang="zh-CN" sz="1800" b="1" kern="100" dirty="0">
                <a:effectLst/>
                <a:latin typeface="Courier New" panose="02070309020205020404" pitchFamily="49" charset="0"/>
                <a:ea typeface="宋体" panose="02010600030101010101" pitchFamily="2" charset="-122"/>
              </a:rPr>
              <a:t>}</a:t>
            </a: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ElemType</a:t>
            </a:r>
            <a:r>
              <a:rPr lang="en-US" altLang="zh-CN" sz="1800"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元素类型</a:t>
            </a:r>
          </a:p>
          <a:p>
            <a:pPr indent="269875" algn="just">
              <a:buNone/>
            </a:pPr>
            <a:r>
              <a:rPr lang="en-US" altLang="zh-CN" sz="1800" b="1" kern="100" dirty="0">
                <a:effectLst/>
                <a:latin typeface="Courier New" panose="02070309020205020404" pitchFamily="49" charset="0"/>
                <a:ea typeface="宋体" panose="02010600030101010101" pitchFamily="2" charset="-122"/>
              </a:rPr>
              <a:t>typedef</a:t>
            </a: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struct</a:t>
            </a: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LNode</a:t>
            </a: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a:t>
            </a:r>
            <a:endParaRPr lang="zh-CN" altLang="zh-CN" sz="2800" kern="100" dirty="0">
              <a:effectLst/>
              <a:latin typeface="Times New Roman" panose="02020603050405020304" pitchFamily="18" charset="0"/>
              <a:ea typeface="宋体" panose="02010600030101010101" pitchFamily="2" charset="-122"/>
            </a:endParaRPr>
          </a:p>
          <a:p>
            <a:pPr indent="269875" algn="just">
              <a:buNone/>
            </a:pP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ElemType</a:t>
            </a:r>
            <a:r>
              <a:rPr lang="en-US" altLang="zh-CN" sz="1800" kern="100" dirty="0">
                <a:effectLst/>
                <a:latin typeface="Courier New" panose="02070309020205020404" pitchFamily="49" charset="0"/>
                <a:ea typeface="宋体" panose="02010600030101010101" pitchFamily="2" charset="-122"/>
              </a:rPr>
              <a:t>        data;</a:t>
            </a:r>
            <a:endParaRPr lang="zh-CN" altLang="zh-CN" sz="2800" kern="100" dirty="0">
              <a:effectLst/>
              <a:latin typeface="Times New Roman" panose="02020603050405020304" pitchFamily="18" charset="0"/>
              <a:ea typeface="宋体" panose="02010600030101010101" pitchFamily="2" charset="-122"/>
            </a:endParaRPr>
          </a:p>
          <a:p>
            <a:pPr indent="269875" algn="just">
              <a:buNone/>
            </a:pP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struct</a:t>
            </a: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LNode</a:t>
            </a:r>
            <a:r>
              <a:rPr lang="en-US" altLang="zh-CN" sz="1800" kern="100" dirty="0">
                <a:effectLst/>
                <a:latin typeface="Courier New" panose="02070309020205020404" pitchFamily="49" charset="0"/>
                <a:ea typeface="宋体" panose="02010600030101010101" pitchFamily="2" charset="-122"/>
              </a:rPr>
              <a:t>  *next;</a:t>
            </a:r>
            <a:endParaRPr lang="zh-CN" altLang="zh-CN" sz="2800" kern="100" dirty="0">
              <a:effectLst/>
              <a:latin typeface="Times New Roman" panose="02020603050405020304" pitchFamily="18" charset="0"/>
              <a:ea typeface="宋体" panose="02010600030101010101" pitchFamily="2" charset="-122"/>
            </a:endParaRPr>
          </a:p>
          <a:p>
            <a:pPr indent="269875" algn="just">
              <a:buNone/>
            </a:pPr>
            <a:r>
              <a:rPr lang="en-US" altLang="zh-CN" sz="1800" b="1"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LNode</a:t>
            </a: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LinkList</a:t>
            </a:r>
            <a:r>
              <a:rPr lang="en-US" altLang="zh-CN" sz="1800"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单链表类型</a:t>
            </a:r>
          </a:p>
          <a:p>
            <a:pPr indent="269875" algn="just">
              <a:buNone/>
            </a:pPr>
            <a:r>
              <a:rPr lang="en-US" altLang="zh-CN" sz="1800" b="1" kern="100" dirty="0">
                <a:effectLst/>
                <a:latin typeface="Courier New" panose="02070309020205020404" pitchFamily="49" charset="0"/>
                <a:ea typeface="宋体" panose="02010600030101010101" pitchFamily="2" charset="-122"/>
              </a:rPr>
              <a:t>typedef</a:t>
            </a: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struct</a:t>
            </a: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a:t>
            </a:r>
            <a:endParaRPr lang="zh-CN" altLang="zh-CN" sz="2800" kern="100" dirty="0">
              <a:effectLst/>
              <a:latin typeface="Times New Roman" panose="02020603050405020304" pitchFamily="18" charset="0"/>
              <a:ea typeface="宋体" panose="02010600030101010101" pitchFamily="2" charset="-122"/>
            </a:endParaRPr>
          </a:p>
          <a:p>
            <a:pPr indent="269875" algn="just">
              <a:buNone/>
            </a:pP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LinkList</a:t>
            </a:r>
            <a:r>
              <a:rPr lang="en-US" altLang="zh-CN" sz="1800" kern="100" dirty="0">
                <a:effectLst/>
                <a:latin typeface="Courier New" panose="02070309020205020404" pitchFamily="49" charset="0"/>
                <a:ea typeface="宋体" panose="02010600030101010101" pitchFamily="2" charset="-122"/>
              </a:rPr>
              <a:t> *lists;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链表指针向量</a:t>
            </a:r>
          </a:p>
          <a:p>
            <a:pPr indent="269875" algn="just">
              <a:buNone/>
            </a:pP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int</a:t>
            </a:r>
            <a:r>
              <a:rPr lang="en-US" altLang="zh-CN" sz="1800" kern="100" dirty="0">
                <a:effectLst/>
                <a:latin typeface="Courier New" panose="02070309020205020404" pitchFamily="49" charset="0"/>
                <a:ea typeface="宋体" panose="02010600030101010101" pitchFamily="2" charset="-122"/>
              </a:rPr>
              <a:t>       size;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向量长度</a:t>
            </a:r>
          </a:p>
          <a:p>
            <a:pPr indent="269875" algn="just">
              <a:buNone/>
            </a:pPr>
            <a:r>
              <a:rPr lang="en-US" altLang="zh-CN" sz="1800" b="1" kern="100" dirty="0">
                <a:effectLst/>
                <a:latin typeface="Courier New" panose="02070309020205020404" pitchFamily="49" charset="0"/>
                <a:ea typeface="宋体" panose="02010600030101010101" pitchFamily="2" charset="-122"/>
              </a:rPr>
              <a:t>   int      </a:t>
            </a: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sizeIdx</a:t>
            </a:r>
            <a:r>
              <a:rPr lang="en-US" altLang="zh-CN" sz="1800"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向量长度索引</a:t>
            </a:r>
          </a:p>
          <a:p>
            <a:pPr indent="269875" algn="just">
              <a:buNone/>
            </a:pPr>
            <a:r>
              <a:rPr lang="en-US" altLang="zh-CN" sz="1800" kern="100" dirty="0">
                <a:effectLst/>
                <a:latin typeface="Courier New" panose="02070309020205020404" pitchFamily="49" charset="0"/>
                <a:ea typeface="宋体" panose="02010600030101010101" pitchFamily="2" charset="-122"/>
              </a:rPr>
              <a:t>   </a:t>
            </a:r>
            <a:r>
              <a:rPr lang="en-US" altLang="zh-CN" sz="1800" b="1" kern="100" dirty="0">
                <a:effectLst/>
                <a:latin typeface="Courier New" panose="02070309020205020404" pitchFamily="49" charset="0"/>
                <a:ea typeface="宋体" panose="02010600030101010101" pitchFamily="2" charset="-122"/>
              </a:rPr>
              <a:t>int</a:t>
            </a:r>
            <a:r>
              <a:rPr lang="en-US" altLang="zh-CN" sz="1800" kern="100" dirty="0">
                <a:effectLst/>
                <a:latin typeface="Courier New" panose="02070309020205020404" pitchFamily="49" charset="0"/>
                <a:ea typeface="宋体" panose="02010600030101010101" pitchFamily="2" charset="-122"/>
              </a:rPr>
              <a:t>       count;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表中元素个数</a:t>
            </a:r>
          </a:p>
          <a:p>
            <a:pPr indent="269875" algn="just">
              <a:spcAft>
                <a:spcPts val="600"/>
              </a:spcAft>
              <a:buNone/>
            </a:pPr>
            <a:r>
              <a:rPr lang="en-US" altLang="zh-CN" sz="1800" b="1" kern="100" dirty="0">
                <a:effectLst/>
                <a:latin typeface="Courier New" panose="02070309020205020404" pitchFamily="49" charset="0"/>
                <a:ea typeface="宋体" panose="02010600030101010101" pitchFamily="2" charset="-122"/>
              </a:rPr>
              <a:t>}</a:t>
            </a:r>
            <a:r>
              <a:rPr lang="en-US" altLang="zh-CN" sz="1800" kern="100" dirty="0">
                <a:effectLst/>
                <a:latin typeface="Courier New" panose="02070309020205020404" pitchFamily="49" charset="0"/>
                <a:ea typeface="宋体" panose="02010600030101010101" pitchFamily="2" charset="-122"/>
              </a:rPr>
              <a:t> *</a:t>
            </a:r>
            <a:r>
              <a:rPr lang="en-US" altLang="zh-CN" sz="1800" kern="100" dirty="0" err="1">
                <a:effectLst/>
                <a:latin typeface="Courier New" panose="02070309020205020404" pitchFamily="49" charset="0"/>
                <a:ea typeface="宋体" panose="02010600030101010101" pitchFamily="2" charset="-122"/>
              </a:rPr>
              <a:t>ChainHT</a:t>
            </a:r>
            <a:r>
              <a:rPr lang="en-US" altLang="zh-CN" sz="1800"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拉链散列表指针类型</a:t>
            </a:r>
          </a:p>
        </p:txBody>
      </p:sp>
      <p:pic>
        <p:nvPicPr>
          <p:cNvPr id="57" name="图片 56">
            <a:extLst>
              <a:ext uri="{FF2B5EF4-FFF2-40B4-BE49-F238E27FC236}">
                <a16:creationId xmlns:a16="http://schemas.microsoft.com/office/drawing/2014/main" id="{E26053E2-81D5-3386-6503-07CD20581732}"/>
              </a:ext>
            </a:extLst>
          </p:cNvPr>
          <p:cNvPicPr>
            <a:picLocks noChangeAspect="1"/>
          </p:cNvPicPr>
          <p:nvPr/>
        </p:nvPicPr>
        <p:blipFill>
          <a:blip r:embed="rId2"/>
          <a:stretch>
            <a:fillRect/>
          </a:stretch>
        </p:blipFill>
        <p:spPr>
          <a:xfrm>
            <a:off x="7406481" y="766763"/>
            <a:ext cx="3485894" cy="4025609"/>
          </a:xfrm>
          <a:prstGeom prst="rect">
            <a:avLst/>
          </a:prstGeom>
        </p:spPr>
      </p:pic>
      <p:sp>
        <p:nvSpPr>
          <p:cNvPr id="60" name="文本框 59">
            <a:extLst>
              <a:ext uri="{FF2B5EF4-FFF2-40B4-BE49-F238E27FC236}">
                <a16:creationId xmlns:a16="http://schemas.microsoft.com/office/drawing/2014/main" id="{D2CBC70F-5DC5-D8A7-5286-B5A424A2CC68}"/>
              </a:ext>
            </a:extLst>
          </p:cNvPr>
          <p:cNvSpPr txBox="1"/>
          <p:nvPr/>
        </p:nvSpPr>
        <p:spPr>
          <a:xfrm>
            <a:off x="7218680" y="4840088"/>
            <a:ext cx="4196080" cy="369332"/>
          </a:xfrm>
          <a:prstGeom prst="rect">
            <a:avLst/>
          </a:prstGeom>
          <a:noFill/>
        </p:spPr>
        <p:txBody>
          <a:bodyPr wrap="square">
            <a:spAutoFit/>
          </a:bodyPr>
          <a:lstStyle/>
          <a:p>
            <a:r>
              <a:rPr lang="zh-CN" altLang="en-US" sz="1800" kern="100" dirty="0">
                <a:effectLst/>
              </a:rPr>
              <a:t>图</a:t>
            </a:r>
            <a:r>
              <a:rPr lang="en-US" altLang="zh-CN" sz="1800" kern="100" dirty="0">
                <a:effectLst/>
              </a:rPr>
              <a:t>9.37   </a:t>
            </a:r>
            <a:r>
              <a:rPr lang="zh-CN" altLang="zh-CN" sz="1800" kern="100" dirty="0">
                <a:effectLst/>
              </a:rPr>
              <a:t>链地址法处理冲突时的散列表</a:t>
            </a:r>
            <a:endParaRPr lang="zh-CN" altLang="en-US" dirty="0"/>
          </a:p>
        </p:txBody>
      </p:sp>
      <p:sp>
        <p:nvSpPr>
          <p:cNvPr id="62" name="文本框 61">
            <a:extLst>
              <a:ext uri="{FF2B5EF4-FFF2-40B4-BE49-F238E27FC236}">
                <a16:creationId xmlns:a16="http://schemas.microsoft.com/office/drawing/2014/main" id="{1853AE4B-CE18-A3A2-6A3F-41A7A1995717}"/>
              </a:ext>
            </a:extLst>
          </p:cNvPr>
          <p:cNvSpPr txBox="1"/>
          <p:nvPr/>
        </p:nvSpPr>
        <p:spPr>
          <a:xfrm>
            <a:off x="1419226" y="275273"/>
            <a:ext cx="3143883" cy="461665"/>
          </a:xfrm>
          <a:prstGeom prst="rect">
            <a:avLst/>
          </a:prstGeom>
          <a:noFill/>
        </p:spPr>
        <p:txBody>
          <a:bodyPr wrap="square">
            <a:spAutoFit/>
          </a:bodyPr>
          <a:lstStyle/>
          <a:p>
            <a:r>
              <a:rPr lang="zh-CN" altLang="zh-CN" sz="2400"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拉链散列表</a:t>
            </a:r>
            <a:r>
              <a:rPr lang="zh-CN" altLang="en-US" sz="2400"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类型定义</a:t>
            </a:r>
            <a:endParaRPr lang="zh-CN" altLang="en-US" sz="2400" dirty="0">
              <a:solidFill>
                <a:srgbClr val="3B11EF"/>
              </a:solidFill>
              <a:effectLst>
                <a:outerShdw blurRad="38100" dist="38100" dir="2700000" algn="tl">
                  <a:srgbClr val="000000">
                    <a:alpha val="43137"/>
                  </a:srgbClr>
                </a:outerShdw>
              </a:effectLst>
            </a:endParaRPr>
          </a:p>
        </p:txBody>
      </p:sp>
      <p:sp>
        <p:nvSpPr>
          <p:cNvPr id="63" name="文本框 62">
            <a:extLst>
              <a:ext uri="{FF2B5EF4-FFF2-40B4-BE49-F238E27FC236}">
                <a16:creationId xmlns:a16="http://schemas.microsoft.com/office/drawing/2014/main" id="{F6FF0CBC-4CEB-C02F-4F3A-A175842758D6}"/>
              </a:ext>
            </a:extLst>
          </p:cNvPr>
          <p:cNvSpPr txBox="1"/>
          <p:nvPr/>
        </p:nvSpPr>
        <p:spPr>
          <a:xfrm>
            <a:off x="310356" y="5648464"/>
            <a:ext cx="6208554" cy="707886"/>
          </a:xfrm>
          <a:prstGeom prst="rect">
            <a:avLst/>
          </a:prstGeom>
          <a:solidFill>
            <a:schemeClr val="accent2">
              <a:lumMod val="20000"/>
              <a:lumOff val="80000"/>
            </a:schemeClr>
          </a:solidFill>
        </p:spPr>
        <p:txBody>
          <a:bodyPr wrap="square" rtlCol="0">
            <a:spAutoFit/>
          </a:bodyPr>
          <a:lstStyle/>
          <a:p>
            <a:r>
              <a:rPr lang="zh-CN" altLang="en-US" sz="2000" b="1" dirty="0">
                <a:solidFill>
                  <a:srgbClr val="3B11EF"/>
                </a:solidFill>
              </a:rPr>
              <a:t>对拉链散列表的构建、查找和插入算法的学习，</a:t>
            </a:r>
            <a:endParaRPr lang="en-US" altLang="zh-CN" sz="2000" b="1" dirty="0">
              <a:solidFill>
                <a:srgbClr val="3B11EF"/>
              </a:solidFill>
            </a:endParaRPr>
          </a:p>
          <a:p>
            <a:r>
              <a:rPr lang="zh-CN" altLang="en-US" sz="2000" b="1" dirty="0">
                <a:solidFill>
                  <a:srgbClr val="3B11EF"/>
                </a:solidFill>
              </a:rPr>
              <a:t>可在</a:t>
            </a:r>
            <a:r>
              <a:rPr lang="en-US" altLang="zh-CN" sz="2000" b="1" dirty="0" err="1">
                <a:solidFill>
                  <a:srgbClr val="C00000"/>
                </a:solidFill>
                <a:effectLst>
                  <a:outerShdw blurRad="38100" dist="38100" dir="2700000" algn="tl">
                    <a:srgbClr val="000000">
                      <a:alpha val="43137"/>
                    </a:srgbClr>
                  </a:outerShdw>
                </a:effectLst>
              </a:rPr>
              <a:t>AnyviewC</a:t>
            </a:r>
            <a:r>
              <a:rPr lang="zh-CN" altLang="en-US" sz="2000" b="1" dirty="0">
                <a:solidFill>
                  <a:srgbClr val="3B11EF"/>
                </a:solidFill>
              </a:rPr>
              <a:t>进行可视交互跟踪观察树形的动态变化</a:t>
            </a:r>
          </a:p>
        </p:txBody>
      </p:sp>
      <p:sp>
        <p:nvSpPr>
          <p:cNvPr id="65" name="文本框 64">
            <a:extLst>
              <a:ext uri="{FF2B5EF4-FFF2-40B4-BE49-F238E27FC236}">
                <a16:creationId xmlns:a16="http://schemas.microsoft.com/office/drawing/2014/main" id="{B4A1881B-3A86-9A63-6862-BB6B1A16972A}"/>
              </a:ext>
            </a:extLst>
          </p:cNvPr>
          <p:cNvSpPr txBox="1"/>
          <p:nvPr/>
        </p:nvSpPr>
        <p:spPr>
          <a:xfrm>
            <a:off x="6764020" y="5470465"/>
            <a:ext cx="5219700" cy="1033616"/>
          </a:xfrm>
          <a:prstGeom prst="rect">
            <a:avLst/>
          </a:prstGeom>
          <a:noFill/>
        </p:spPr>
        <p:txBody>
          <a:bodyPr wrap="square">
            <a:spAutoFit/>
          </a:bodyPr>
          <a:lstStyle/>
          <a:p>
            <a:pPr algn="just">
              <a:lnSpc>
                <a:spcPct val="115000"/>
              </a:lnSpc>
              <a:buNone/>
            </a:pPr>
            <a:r>
              <a:rPr lang="zh-CN" altLang="en-US" sz="1800" b="1" kern="10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对</a:t>
            </a:r>
            <a:r>
              <a:rPr lang="zh-CN" altLang="zh-CN" sz="1800" b="1" kern="10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冲突较多的大数据应用，拉链法的桶可以变型为用红黑树或跳跃表替代链表。如果链表长度很小</a:t>
            </a:r>
            <a:r>
              <a:rPr lang="en-US" altLang="zh-CN"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a:t>
            </a:r>
            <a:r>
              <a:rPr lang="zh-CN" altLang="zh-CN" sz="1800" b="1" kern="10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比如</a:t>
            </a:r>
            <a:r>
              <a:rPr lang="en-US" altLang="zh-CN" sz="1800" b="1" kern="100" dirty="0">
                <a:solidFill>
                  <a:srgbClr val="C00000"/>
                </a:solidFill>
                <a:effectLst/>
                <a:latin typeface="Courier New" panose="02070309020205020404" pitchFamily="49" charset="0"/>
                <a:ea typeface="宋体" panose="02010600030101010101" pitchFamily="2" charset="-122"/>
              </a:rPr>
              <a:t>10</a:t>
            </a:r>
            <a:r>
              <a:rPr lang="zh-CN" altLang="zh-CN" sz="1800" b="1" kern="10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以内</a:t>
            </a:r>
            <a:r>
              <a:rPr lang="en-US" altLang="zh-CN" sz="1800" b="1" kern="10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a:t>
            </a:r>
            <a:r>
              <a:rPr lang="zh-CN" altLang="zh-CN" sz="1800" b="1" kern="10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，用链表作为桶仍更简单有效。</a:t>
            </a:r>
            <a:endParaRPr lang="zh-CN" altLang="zh-CN" sz="1800" b="1" kern="100" dirty="0">
              <a:solidFill>
                <a:srgbClr val="C00000"/>
              </a:solidFill>
              <a:effectLst/>
              <a:latin typeface="Times New Roman" panose="02020603050405020304" pitchFamily="18" charset="0"/>
              <a:ea typeface="宋体" panose="02010600030101010101" pitchFamily="2" charset="-122"/>
            </a:endParaRPr>
          </a:p>
        </p:txBody>
      </p:sp>
      <p:grpSp>
        <p:nvGrpSpPr>
          <p:cNvPr id="2049" name="组合 1"/>
          <p:cNvGrpSpPr>
            <a:grpSpLocks/>
          </p:cNvGrpSpPr>
          <p:nvPr/>
        </p:nvGrpSpPr>
        <p:grpSpPr bwMode="auto">
          <a:xfrm>
            <a:off x="214313" y="7938"/>
            <a:ext cx="2009775" cy="2509837"/>
            <a:chOff x="6036" y="6291"/>
            <a:chExt cx="3165" cy="3953"/>
          </a:xfrm>
        </p:grpSpPr>
      </p:grpSp>
    </p:spTree>
    <p:extLst>
      <p:ext uri="{BB962C8B-B14F-4D97-AF65-F5344CB8AC3E}">
        <p14:creationId xmlns:p14="http://schemas.microsoft.com/office/powerpoint/2010/main" val="263653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1000"/>
                                        <p:tgtEl>
                                          <p:spTgt spid="57"/>
                                        </p:tgtEl>
                                      </p:cBhvr>
                                    </p:animEffect>
                                    <p:anim calcmode="lin" valueType="num">
                                      <p:cBhvr>
                                        <p:cTn id="8" dur="1000" fill="hold"/>
                                        <p:tgtEl>
                                          <p:spTgt spid="57"/>
                                        </p:tgtEl>
                                        <p:attrNameLst>
                                          <p:attrName>ppt_x</p:attrName>
                                        </p:attrNameLst>
                                      </p:cBhvr>
                                      <p:tavLst>
                                        <p:tav tm="0">
                                          <p:val>
                                            <p:strVal val="#ppt_x"/>
                                          </p:val>
                                        </p:tav>
                                        <p:tav tm="100000">
                                          <p:val>
                                            <p:strVal val="#ppt_x"/>
                                          </p:val>
                                        </p:tav>
                                      </p:tavLst>
                                    </p:anim>
                                    <p:anim calcmode="lin" valueType="num">
                                      <p:cBhvr>
                                        <p:cTn id="9" dur="1000" fill="hold"/>
                                        <p:tgtEl>
                                          <p:spTgt spid="5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1000"/>
                                        <p:tgtEl>
                                          <p:spTgt spid="60"/>
                                        </p:tgtEl>
                                      </p:cBhvr>
                                    </p:animEffect>
                                    <p:anim calcmode="lin" valueType="num">
                                      <p:cBhvr>
                                        <p:cTn id="13" dur="1000" fill="hold"/>
                                        <p:tgtEl>
                                          <p:spTgt spid="60"/>
                                        </p:tgtEl>
                                        <p:attrNameLst>
                                          <p:attrName>ppt_x</p:attrName>
                                        </p:attrNameLst>
                                      </p:cBhvr>
                                      <p:tavLst>
                                        <p:tav tm="0">
                                          <p:val>
                                            <p:strVal val="#ppt_x"/>
                                          </p:val>
                                        </p:tav>
                                        <p:tav tm="100000">
                                          <p:val>
                                            <p:strVal val="#ppt_x"/>
                                          </p:val>
                                        </p:tav>
                                      </p:tavLst>
                                    </p:anim>
                                    <p:anim calcmode="lin" valueType="num">
                                      <p:cBhvr>
                                        <p:cTn id="1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1000"/>
                                        <p:tgtEl>
                                          <p:spTgt spid="63"/>
                                        </p:tgtEl>
                                      </p:cBhvr>
                                    </p:animEffect>
                                    <p:anim calcmode="lin" valueType="num">
                                      <p:cBhvr>
                                        <p:cTn id="20" dur="1000" fill="hold"/>
                                        <p:tgtEl>
                                          <p:spTgt spid="63"/>
                                        </p:tgtEl>
                                        <p:attrNameLst>
                                          <p:attrName>ppt_x</p:attrName>
                                        </p:attrNameLst>
                                      </p:cBhvr>
                                      <p:tavLst>
                                        <p:tav tm="0">
                                          <p:val>
                                            <p:strVal val="#ppt_x"/>
                                          </p:val>
                                        </p:tav>
                                        <p:tav tm="100000">
                                          <p:val>
                                            <p:strVal val="#ppt_x"/>
                                          </p:val>
                                        </p:tav>
                                      </p:tavLst>
                                    </p:anim>
                                    <p:anim calcmode="lin" valueType="num">
                                      <p:cBhvr>
                                        <p:cTn id="21"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fade">
                                      <p:cBhvr>
                                        <p:cTn id="26" dur="1000"/>
                                        <p:tgtEl>
                                          <p:spTgt spid="65"/>
                                        </p:tgtEl>
                                      </p:cBhvr>
                                    </p:animEffect>
                                    <p:anim calcmode="lin" valueType="num">
                                      <p:cBhvr>
                                        <p:cTn id="27" dur="1000" fill="hold"/>
                                        <p:tgtEl>
                                          <p:spTgt spid="65"/>
                                        </p:tgtEl>
                                        <p:attrNameLst>
                                          <p:attrName>ppt_x</p:attrName>
                                        </p:attrNameLst>
                                      </p:cBhvr>
                                      <p:tavLst>
                                        <p:tav tm="0">
                                          <p:val>
                                            <p:strVal val="#ppt_x"/>
                                          </p:val>
                                        </p:tav>
                                        <p:tav tm="100000">
                                          <p:val>
                                            <p:strVal val="#ppt_x"/>
                                          </p:val>
                                        </p:tav>
                                      </p:tavLst>
                                    </p:anim>
                                    <p:anim calcmode="lin" valueType="num">
                                      <p:cBhvr>
                                        <p:cTn id="28"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3" grpId="0" animBg="1"/>
      <p:bldP spid="6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2AF80EC-A4F6-A047-B961-BC300E7A7456}"/>
              </a:ext>
            </a:extLst>
          </p:cNvPr>
          <p:cNvSpPr>
            <a:spLocks noGrp="1"/>
          </p:cNvSpPr>
          <p:nvPr>
            <p:ph type="sldNum" sz="quarter" idx="12"/>
          </p:nvPr>
        </p:nvSpPr>
        <p:spPr/>
        <p:txBody>
          <a:bodyPr/>
          <a:lstStyle/>
          <a:p>
            <a:fld id="{D7C0FE0B-717B-41AE-9FA2-CA4BF851D1C3}" type="slidenum">
              <a:rPr lang="zh-CN" altLang="en-US" smtClean="0"/>
              <a:t>58</a:t>
            </a:fld>
            <a:endParaRPr lang="zh-CN" altLang="en-US"/>
          </a:p>
        </p:txBody>
      </p:sp>
      <p:sp>
        <p:nvSpPr>
          <p:cNvPr id="4" name="文本框 3">
            <a:extLst>
              <a:ext uri="{FF2B5EF4-FFF2-40B4-BE49-F238E27FC236}">
                <a16:creationId xmlns:a16="http://schemas.microsoft.com/office/drawing/2014/main" id="{79525ADE-4BF2-8313-A29A-ABDD3D5BA4C5}"/>
              </a:ext>
            </a:extLst>
          </p:cNvPr>
          <p:cNvSpPr txBox="1"/>
          <p:nvPr/>
        </p:nvSpPr>
        <p:spPr>
          <a:xfrm>
            <a:off x="1107440" y="194043"/>
            <a:ext cx="2611120" cy="518091"/>
          </a:xfrm>
          <a:prstGeom prst="rect">
            <a:avLst/>
          </a:prstGeom>
          <a:noFill/>
        </p:spPr>
        <p:txBody>
          <a:bodyPr wrap="square">
            <a:spAutoFit/>
          </a:bodyPr>
          <a:lstStyle/>
          <a:p>
            <a:pPr marL="270510" algn="just">
              <a:lnSpc>
                <a:spcPct val="157000"/>
              </a:lnSpc>
              <a:spcBef>
                <a:spcPts val="1400"/>
              </a:spcBef>
              <a:spcAft>
                <a:spcPts val="1450"/>
              </a:spcAft>
              <a:buNone/>
            </a:pPr>
            <a:r>
              <a:rPr lang="en-US"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开放定址法</a:t>
            </a:r>
            <a:endParaRPr lang="zh-CN" altLang="zh-CN" sz="2000" b="1" kern="100" dirty="0">
              <a:solidFill>
                <a:srgbClr val="C00000"/>
              </a:solidFill>
              <a:effectLst>
                <a:outerShdw blurRad="38100" dist="38100" dir="2700000" algn="tl">
                  <a:srgbClr val="000000">
                    <a:alpha val="43137"/>
                  </a:srgbClr>
                </a:outerShdw>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E1917B00-DBC1-C007-41BA-DAECC3E06650}"/>
              </a:ext>
            </a:extLst>
          </p:cNvPr>
          <p:cNvSpPr txBox="1"/>
          <p:nvPr/>
        </p:nvSpPr>
        <p:spPr>
          <a:xfrm>
            <a:off x="909320" y="861266"/>
            <a:ext cx="7284720" cy="3052118"/>
          </a:xfrm>
          <a:prstGeom prst="rect">
            <a:avLst/>
          </a:prstGeom>
          <a:noFill/>
        </p:spPr>
        <p:txBody>
          <a:bodyPr wrap="square">
            <a:spAutoFit/>
          </a:bodyPr>
          <a:lstStyle/>
          <a:p>
            <a:pPr indent="274320" algn="just">
              <a:lnSpc>
                <a:spcPct val="120000"/>
              </a:lnSpc>
              <a:buNone/>
            </a:pPr>
            <a:r>
              <a:rPr lang="zh-CN" altLang="zh-CN" sz="1800" kern="100" dirty="0">
                <a:solidFill>
                  <a:srgbClr val="000000"/>
                </a:solidFill>
                <a:effectLst/>
                <a:latin typeface="Times New Roman" panose="02020603050405020304" pitchFamily="18" charset="0"/>
                <a:ea typeface="宋体" panose="02010600030101010101" pitchFamily="2" charset="-122"/>
              </a:rPr>
              <a:t>开放定址法是在散列地址区间内探查可用的空位置。在处理散列地址冲突时，若得到的下一个散列地址</a:t>
            </a:r>
            <a:r>
              <a:rPr lang="en-US" altLang="zh-CN" sz="1800" i="1" kern="100" dirty="0">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a:solidFill>
                  <a:srgbClr val="000000"/>
                </a:solidFill>
                <a:effectLst/>
                <a:latin typeface="Times New Roman" panose="02020603050405020304" pitchFamily="18" charset="0"/>
                <a:ea typeface="宋体" panose="02010600030101010101" pitchFamily="2" charset="-122"/>
              </a:rPr>
              <a:t>i</a:t>
            </a:r>
            <a:r>
              <a:rPr lang="zh-CN" altLang="zh-CN" sz="1800" kern="100" dirty="0">
                <a:solidFill>
                  <a:srgbClr val="000000"/>
                </a:solidFill>
                <a:effectLst/>
                <a:latin typeface="Times New Roman" panose="02020603050405020304" pitchFamily="18" charset="0"/>
                <a:ea typeface="宋体" panose="02010600030101010101" pitchFamily="2" charset="-122"/>
              </a:rPr>
              <a:t>仍然发生冲突，则再求下一个地址</a:t>
            </a:r>
            <a:r>
              <a:rPr lang="en-US" altLang="zh-CN" sz="1800" i="1" kern="100" dirty="0">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a:solidFill>
                  <a:srgbClr val="000000"/>
                </a:solidFill>
                <a:effectLst/>
                <a:latin typeface="Times New Roman" panose="02020603050405020304" pitchFamily="18" charset="0"/>
                <a:ea typeface="宋体" panose="02010600030101010101" pitchFamily="2" charset="-122"/>
              </a:rPr>
              <a:t>i</a:t>
            </a:r>
            <a:r>
              <a:rPr lang="zh-CN" altLang="zh-CN" sz="1800" kern="100" baseline="-25000" dirty="0">
                <a:solidFill>
                  <a:srgbClr val="000000"/>
                </a:solidFill>
                <a:effectLst/>
                <a:latin typeface="Times New Roman" panose="02020603050405020304" pitchFamily="18" charset="0"/>
                <a:ea typeface="宋体" panose="02010600030101010101" pitchFamily="2" charset="-122"/>
              </a:rPr>
              <a:t>＋</a:t>
            </a:r>
            <a:r>
              <a:rPr lang="en-US" altLang="zh-CN" sz="1800" kern="100" baseline="-25000" dirty="0">
                <a:solidFill>
                  <a:srgbClr val="000000"/>
                </a:solidFill>
                <a:effectLst/>
                <a:latin typeface="Times New Roman" panose="02020603050405020304" pitchFamily="18" charset="0"/>
                <a:ea typeface="宋体" panose="02010600030101010101" pitchFamily="2" charset="-122"/>
              </a:rPr>
              <a:t>1</a:t>
            </a:r>
            <a:r>
              <a:rPr lang="zh-CN" altLang="zh-CN" sz="1800" kern="100" dirty="0">
                <a:solidFill>
                  <a:srgbClr val="000000"/>
                </a:solidFill>
                <a:effectLst/>
                <a:latin typeface="Times New Roman" panose="02020603050405020304" pitchFamily="18" charset="0"/>
                <a:ea typeface="宋体" panose="02010600030101010101" pitchFamily="2" charset="-122"/>
              </a:rPr>
              <a:t>。依次类推，直到</a:t>
            </a:r>
            <a:r>
              <a:rPr lang="en-US" altLang="zh-CN" sz="1800" i="1" kern="100" dirty="0" err="1">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err="1">
                <a:solidFill>
                  <a:srgbClr val="000000"/>
                </a:solidFill>
                <a:effectLst/>
                <a:latin typeface="Times New Roman" panose="02020603050405020304" pitchFamily="18" charset="0"/>
                <a:ea typeface="宋体" panose="02010600030101010101" pitchFamily="2" charset="-122"/>
              </a:rPr>
              <a:t>k</a:t>
            </a:r>
            <a:r>
              <a:rPr lang="zh-CN" altLang="zh-CN" sz="1800" kern="100" dirty="0">
                <a:solidFill>
                  <a:srgbClr val="000000"/>
                </a:solidFill>
                <a:effectLst/>
                <a:latin typeface="Times New Roman" panose="02020603050405020304" pitchFamily="18" charset="0"/>
                <a:ea typeface="宋体" panose="02010600030101010101" pitchFamily="2" charset="-122"/>
              </a:rPr>
              <a:t>不发生冲突为止，</a:t>
            </a:r>
            <a:r>
              <a:rPr lang="en-US" altLang="zh-CN" sz="1800" i="1" kern="100" dirty="0" err="1">
                <a:solidFill>
                  <a:srgbClr val="000000"/>
                </a:solidFill>
                <a:effectLst/>
                <a:latin typeface="Times New Roman" panose="02020603050405020304" pitchFamily="18" charset="0"/>
                <a:ea typeface="宋体" panose="02010600030101010101" pitchFamily="2" charset="-122"/>
              </a:rPr>
              <a:t>H</a:t>
            </a:r>
            <a:r>
              <a:rPr lang="en-US" altLang="zh-CN" sz="1800" i="1" kern="100" baseline="-25000" dirty="0" err="1">
                <a:solidFill>
                  <a:srgbClr val="000000"/>
                </a:solidFill>
                <a:effectLst/>
                <a:latin typeface="Times New Roman" panose="02020603050405020304" pitchFamily="18" charset="0"/>
                <a:ea typeface="宋体" panose="02010600030101010101" pitchFamily="2" charset="-122"/>
              </a:rPr>
              <a:t>k</a:t>
            </a:r>
            <a:r>
              <a:rPr lang="zh-CN" altLang="zh-CN" sz="1800" kern="100" dirty="0">
                <a:solidFill>
                  <a:srgbClr val="000000"/>
                </a:solidFill>
                <a:effectLst/>
                <a:latin typeface="Times New Roman" panose="02020603050405020304" pitchFamily="18" charset="0"/>
                <a:ea typeface="宋体" panose="02010600030101010101" pitchFamily="2" charset="-122"/>
              </a:rPr>
              <a:t>即为元素在表中的地址。</a:t>
            </a:r>
            <a:endParaRPr lang="zh-CN" altLang="zh-CN" sz="1800" kern="100" dirty="0">
              <a:effectLst/>
              <a:latin typeface="Times New Roman" panose="02020603050405020304" pitchFamily="18" charset="0"/>
              <a:ea typeface="宋体" panose="02010600030101010101" pitchFamily="2" charset="-122"/>
            </a:endParaRPr>
          </a:p>
          <a:p>
            <a:pPr algn="r">
              <a:lnSpc>
                <a:spcPct val="120000"/>
              </a:lnSpc>
              <a:buNone/>
            </a:pPr>
            <a:r>
              <a:rPr lang="en-US" altLang="zh-CN" sz="1800" i="1" kern="100" dirty="0">
                <a:effectLst/>
                <a:latin typeface="Times New Roman" panose="02020603050405020304" pitchFamily="18" charset="0"/>
                <a:ea typeface="宋体" panose="02010600030101010101" pitchFamily="2" charset="-122"/>
              </a:rPr>
              <a:t>H</a:t>
            </a:r>
            <a:r>
              <a:rPr lang="en-US" altLang="zh-CN" sz="1800" i="1" kern="100" baseline="-25000" dirty="0">
                <a:effectLst/>
                <a:latin typeface="Times New Roman" panose="02020603050405020304" pitchFamily="18" charset="0"/>
                <a:ea typeface="宋体" panose="02010600030101010101" pitchFamily="2" charset="-122"/>
              </a:rPr>
              <a:t>i</a:t>
            </a:r>
            <a:r>
              <a:rPr lang="en-US" altLang="zh-CN" sz="1800" kern="100" dirty="0">
                <a:effectLst/>
                <a:latin typeface="Times New Roman" panose="02020603050405020304" pitchFamily="18" charset="0"/>
                <a:ea typeface="宋体" panose="02010600030101010101" pitchFamily="2" charset="-122"/>
              </a:rPr>
              <a:t> = (</a:t>
            </a:r>
            <a:r>
              <a:rPr lang="en-US" altLang="zh-CN" sz="1800" i="1" kern="100" dirty="0">
                <a:effectLst/>
                <a:latin typeface="Times New Roman" panose="02020603050405020304" pitchFamily="18" charset="0"/>
                <a:ea typeface="宋体" panose="02010600030101010101" pitchFamily="2"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key</a:t>
            </a:r>
            <a:r>
              <a:rPr lang="en-US" altLang="zh-CN" sz="1800" kern="100" dirty="0">
                <a:effectLst/>
                <a:latin typeface="Times New Roman" panose="02020603050405020304" pitchFamily="18" charset="0"/>
                <a:ea typeface="宋体" panose="02010600030101010101" pitchFamily="2" charset="-122"/>
              </a:rPr>
              <a:t>) + </a:t>
            </a:r>
            <a:r>
              <a:rPr lang="en-US" altLang="zh-CN" sz="1800" i="1" kern="100" dirty="0">
                <a:effectLst/>
                <a:latin typeface="Times New Roman" panose="02020603050405020304" pitchFamily="18" charset="0"/>
                <a:ea typeface="宋体" panose="02010600030101010101" pitchFamily="2" charset="-122"/>
              </a:rPr>
              <a:t>d</a:t>
            </a:r>
            <a:r>
              <a:rPr lang="en-US" altLang="zh-CN" sz="1800" i="1" kern="100" baseline="-25000" dirty="0">
                <a:effectLst/>
                <a:latin typeface="Times New Roman" panose="02020603050405020304" pitchFamily="18" charset="0"/>
                <a:ea typeface="宋体" panose="02010600030101010101" pitchFamily="2" charset="-122"/>
              </a:rPr>
              <a:t>i</a:t>
            </a:r>
            <a:r>
              <a:rPr lang="en-US" altLang="zh-CN" sz="1800" kern="100" dirty="0">
                <a:effectLst/>
                <a:latin typeface="Times New Roman" panose="02020603050405020304" pitchFamily="18" charset="0"/>
                <a:ea typeface="宋体" panose="02010600030101010101" pitchFamily="2" charset="-122"/>
              </a:rPr>
              <a:t>) MOD </a:t>
            </a:r>
            <a:r>
              <a:rPr lang="en-US" altLang="zh-CN" sz="1800" i="1" kern="100" dirty="0">
                <a:effectLst/>
                <a:latin typeface="Times New Roman" panose="02020603050405020304" pitchFamily="18" charset="0"/>
                <a:ea typeface="宋体" panose="02010600030101010101" pitchFamily="2" charset="-122"/>
              </a:rPr>
              <a:t>m</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宋体" panose="02010600030101010101" pitchFamily="2" charset="-122"/>
              </a:rPr>
              <a:t>i</a:t>
            </a:r>
            <a:r>
              <a:rPr lang="en-US" altLang="zh-CN" sz="1800" kern="100" dirty="0">
                <a:effectLst/>
                <a:latin typeface="Times New Roman" panose="02020603050405020304" pitchFamily="18" charset="0"/>
                <a:ea typeface="宋体" panose="02010600030101010101" pitchFamily="2" charset="-122"/>
              </a:rPr>
              <a:t>=1,2, </a:t>
            </a:r>
            <a:r>
              <a:rPr lang="zh-CN" altLang="zh-CN" sz="1400" kern="100" dirty="0">
                <a:effectLst/>
                <a:latin typeface="Times New Roman" panose="02020603050405020304" pitchFamily="18" charset="0"/>
                <a:ea typeface="等线"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a:t>
            </a:r>
            <a:r>
              <a:rPr lang="en-US" altLang="zh-CN" sz="1800" kern="100" dirty="0">
                <a:effectLst/>
                <a:latin typeface="Times New Roman" panose="02020603050405020304" pitchFamily="18" charset="0"/>
                <a:ea typeface="宋体" panose="02010600030101010101" pitchFamily="2" charset="-122"/>
              </a:rPr>
              <a:t>,  </a:t>
            </a:r>
            <a:r>
              <a:rPr lang="en-US" altLang="zh-CN" sz="1800" i="1" kern="100" dirty="0" err="1">
                <a:effectLst/>
                <a:latin typeface="Times New Roman" panose="02020603050405020304" pitchFamily="18" charset="0"/>
                <a:ea typeface="宋体" panose="02010600030101010101" pitchFamily="2" charset="-122"/>
              </a:rPr>
              <a:t>k</a:t>
            </a:r>
            <a:r>
              <a:rPr lang="en-US" altLang="zh-CN" sz="1800" kern="100" dirty="0" err="1">
                <a:effectLst/>
                <a:latin typeface="宋体" panose="02010600030101010101" pitchFamily="2" charset="-122"/>
                <a:ea typeface="宋体" panose="02010600030101010101" pitchFamily="2" charset="-122"/>
                <a:sym typeface="Symbol" panose="05050102010706020507" pitchFamily="18" charset="2"/>
              </a:rPr>
              <a:t></a:t>
            </a:r>
            <a:r>
              <a:rPr lang="en-US" altLang="zh-CN" sz="1800" i="1" kern="100" dirty="0" err="1">
                <a:effectLst/>
                <a:latin typeface="宋体" panose="02010600030101010101" pitchFamily="2" charset="-122"/>
                <a:ea typeface="宋体" panose="02010600030101010101" pitchFamily="2" charset="-122"/>
              </a:rPr>
              <a:t>m</a:t>
            </a:r>
            <a:r>
              <a:rPr lang="en-US" altLang="zh-CN" sz="1800" kern="100" dirty="0" err="1">
                <a:effectLst/>
                <a:latin typeface="宋体" panose="02010600030101010101" pitchFamily="2" charset="-122"/>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            (9-25)</a:t>
            </a:r>
            <a:endParaRPr lang="zh-CN" altLang="zh-CN" sz="1800" kern="100" dirty="0">
              <a:effectLst/>
              <a:latin typeface="Times New Roman" panose="02020603050405020304" pitchFamily="18" charset="0"/>
              <a:ea typeface="宋体" panose="02010600030101010101" pitchFamily="2" charset="-122"/>
            </a:endParaRPr>
          </a:p>
          <a:p>
            <a:pPr algn="just">
              <a:lnSpc>
                <a:spcPct val="120000"/>
              </a:lnSpc>
              <a:buNone/>
            </a:pPr>
            <a:r>
              <a:rPr lang="zh-CN" altLang="zh-CN" sz="1800" kern="100" dirty="0">
                <a:effectLst/>
                <a:latin typeface="Times New Roman" panose="02020603050405020304" pitchFamily="18" charset="0"/>
                <a:ea typeface="宋体" panose="02010600030101010101" pitchFamily="2" charset="-122"/>
              </a:rPr>
              <a:t>其中，</a:t>
            </a:r>
            <a:r>
              <a:rPr lang="en-US" altLang="zh-CN" sz="1800" i="1" kern="100" dirty="0">
                <a:effectLst/>
                <a:latin typeface="Times New Roman" panose="02020603050405020304" pitchFamily="18" charset="0"/>
                <a:ea typeface="宋体" panose="02010600030101010101" pitchFamily="2" charset="-122"/>
              </a:rPr>
              <a:t>H</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a:effectLst/>
                <a:latin typeface="Times New Roman" panose="02020603050405020304" pitchFamily="18" charset="0"/>
                <a:ea typeface="宋体" panose="02010600030101010101" pitchFamily="2" charset="-122"/>
              </a:rPr>
              <a:t>key</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为散列函数；</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为散列表容量；</a:t>
            </a:r>
            <a:r>
              <a:rPr lang="en-US" altLang="zh-CN" sz="1800" i="1" kern="100" dirty="0">
                <a:effectLst/>
                <a:latin typeface="Times New Roman" panose="02020603050405020304" pitchFamily="18" charset="0"/>
                <a:ea typeface="宋体" panose="02010600030101010101" pitchFamily="2" charset="-122"/>
              </a:rPr>
              <a:t>d</a:t>
            </a:r>
            <a:r>
              <a:rPr lang="en-US" altLang="zh-CN" sz="1800" i="1" kern="100" baseline="-25000" dirty="0">
                <a:effectLst/>
                <a:latin typeface="Times New Roman" panose="02020603050405020304" pitchFamily="18" charset="0"/>
                <a:ea typeface="宋体" panose="02010600030101010101" pitchFamily="2" charset="-122"/>
              </a:rPr>
              <a:t>i</a:t>
            </a:r>
            <a:r>
              <a:rPr lang="zh-CN" altLang="zh-CN" sz="1800" kern="100" dirty="0">
                <a:effectLst/>
                <a:latin typeface="Times New Roman" panose="02020603050405020304" pitchFamily="18" charset="0"/>
                <a:ea typeface="宋体" panose="02010600030101010101" pitchFamily="2" charset="-122"/>
              </a:rPr>
              <a:t>为地址增量序列，常用下列三种：</a:t>
            </a:r>
          </a:p>
          <a:p>
            <a:pPr marL="270510" algn="just">
              <a:lnSpc>
                <a:spcPct val="120000"/>
              </a:lnSpc>
              <a:buNone/>
            </a:pPr>
            <a:r>
              <a:rPr lang="zh-CN" altLang="zh-CN" sz="1800" kern="100" dirty="0">
                <a:effectLst/>
                <a:latin typeface="Times New Roman" panose="02020603050405020304" pitchFamily="18" charset="0"/>
                <a:ea typeface="等线" panose="02010600030101010101" pitchFamily="2" charset="-122"/>
              </a:rPr>
              <a:t>①</a:t>
            </a:r>
            <a:r>
              <a:rPr lang="zh-CN" altLang="zh-CN" sz="1800" kern="100" dirty="0">
                <a:effectLst/>
                <a:latin typeface="Times New Roman" panose="02020603050405020304" pitchFamily="18" charset="0"/>
                <a:ea typeface="宋体" panose="02010600030101010101" pitchFamily="2" charset="-122"/>
              </a:rPr>
              <a:t> </a:t>
            </a:r>
            <a:r>
              <a:rPr lang="en-US" altLang="zh-CN" sz="1800" i="1" kern="100" dirty="0">
                <a:effectLst/>
                <a:latin typeface="Times New Roman" panose="02020603050405020304" pitchFamily="18" charset="0"/>
                <a:ea typeface="宋体" panose="02010600030101010101" pitchFamily="2" charset="-122"/>
              </a:rPr>
              <a:t>d</a:t>
            </a:r>
            <a:r>
              <a:rPr lang="en-US" altLang="zh-CN" sz="1800" i="1" kern="100" baseline="-25000" dirty="0">
                <a:effectLst/>
                <a:latin typeface="Times New Roman" panose="02020603050405020304" pitchFamily="18" charset="0"/>
                <a:ea typeface="宋体" panose="02010600030101010101" pitchFamily="2" charset="-122"/>
              </a:rPr>
              <a:t>i</a:t>
            </a:r>
            <a:r>
              <a:rPr lang="en-US" altLang="zh-CN" sz="1800" kern="100" dirty="0">
                <a:effectLst/>
                <a:latin typeface="Times New Roman" panose="02020603050405020304" pitchFamily="18" charset="0"/>
                <a:ea typeface="宋体" panose="02010600030101010101" pitchFamily="2" charset="-122"/>
              </a:rPr>
              <a:t> = 1,2, </a:t>
            </a:r>
            <a:r>
              <a:rPr lang="zh-CN" altLang="zh-CN" sz="1400" kern="100" dirty="0">
                <a:effectLst/>
                <a:latin typeface="Times New Roman" panose="02020603050405020304" pitchFamily="18" charset="0"/>
                <a:ea typeface="等线"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 </a:t>
            </a:r>
            <a:r>
              <a:rPr lang="en-US" altLang="zh-CN" sz="1800" i="1" kern="100" dirty="0">
                <a:effectLst/>
                <a:latin typeface="Times New Roman" panose="02020603050405020304" pitchFamily="18" charset="0"/>
                <a:ea typeface="宋体" panose="02010600030101010101" pitchFamily="2" charset="-122"/>
              </a:rPr>
              <a:t>m</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，称为线性探查增量序列；</a:t>
            </a:r>
          </a:p>
          <a:p>
            <a:pPr indent="270510" algn="just">
              <a:lnSpc>
                <a:spcPct val="120000"/>
              </a:lnSpc>
              <a:buNone/>
            </a:pPr>
            <a:r>
              <a:rPr lang="zh-CN" altLang="zh-CN" sz="1800" kern="100" dirty="0">
                <a:effectLst/>
                <a:latin typeface="Times New Roman" panose="02020603050405020304" pitchFamily="18" charset="0"/>
                <a:ea typeface="宋体" panose="02010600030101010101" pitchFamily="2" charset="-122"/>
              </a:rPr>
              <a:t>② </a:t>
            </a:r>
            <a:r>
              <a:rPr lang="en-US" altLang="zh-CN" sz="1800" i="1" kern="100" dirty="0">
                <a:effectLst/>
                <a:latin typeface="Times New Roman" panose="02020603050405020304" pitchFamily="18" charset="0"/>
                <a:ea typeface="宋体" panose="02010600030101010101" pitchFamily="2" charset="-122"/>
              </a:rPr>
              <a:t>d</a:t>
            </a:r>
            <a:r>
              <a:rPr lang="en-US" altLang="zh-CN" sz="1800" i="1" kern="100" baseline="-25000" dirty="0">
                <a:effectLst/>
                <a:latin typeface="Times New Roman" panose="02020603050405020304" pitchFamily="18" charset="0"/>
                <a:ea typeface="宋体" panose="02010600030101010101" pitchFamily="2" charset="-122"/>
              </a:rPr>
              <a:t>i</a:t>
            </a:r>
            <a:r>
              <a:rPr lang="en-US" altLang="zh-CN" sz="1800" kern="100" dirty="0">
                <a:effectLst/>
                <a:latin typeface="Times New Roman" panose="02020603050405020304" pitchFamily="18" charset="0"/>
                <a:ea typeface="宋体" panose="02010600030101010101" pitchFamily="2" charset="-122"/>
              </a:rPr>
              <a:t> = 1</a:t>
            </a:r>
            <a:r>
              <a:rPr lang="en-US" altLang="zh-CN" sz="1800" kern="100" baseline="30000" dirty="0">
                <a:effectLst/>
                <a:latin typeface="Times New Roman" panose="02020603050405020304" pitchFamily="18" charset="0"/>
                <a:ea typeface="宋体" panose="02010600030101010101" pitchFamily="2" charset="-122"/>
              </a:rPr>
              <a:t>2</a:t>
            </a:r>
            <a:r>
              <a:rPr lang="en-US" altLang="zh-CN" sz="1800" kern="100" dirty="0">
                <a:effectLst/>
                <a:latin typeface="Times New Roman" panose="02020603050405020304" pitchFamily="18" charset="0"/>
                <a:ea typeface="宋体" panose="02010600030101010101" pitchFamily="2" charset="-122"/>
              </a:rPr>
              <a:t>,-1</a:t>
            </a:r>
            <a:r>
              <a:rPr lang="en-US" altLang="zh-CN" sz="1800" kern="100" baseline="30000" dirty="0">
                <a:effectLst/>
                <a:latin typeface="Times New Roman" panose="02020603050405020304" pitchFamily="18" charset="0"/>
                <a:ea typeface="宋体" panose="02010600030101010101" pitchFamily="2" charset="-122"/>
              </a:rPr>
              <a:t>2</a:t>
            </a:r>
            <a:r>
              <a:rPr lang="en-US" altLang="zh-CN" sz="1800" kern="100" dirty="0">
                <a:effectLst/>
                <a:latin typeface="Times New Roman" panose="02020603050405020304" pitchFamily="18" charset="0"/>
                <a:ea typeface="宋体" panose="02010600030101010101" pitchFamily="2" charset="-122"/>
              </a:rPr>
              <a:t>,2</a:t>
            </a:r>
            <a:r>
              <a:rPr lang="en-US" altLang="zh-CN" sz="1800" kern="100" baseline="30000" dirty="0">
                <a:effectLst/>
                <a:latin typeface="Times New Roman" panose="02020603050405020304" pitchFamily="18" charset="0"/>
                <a:ea typeface="宋体" panose="02010600030101010101" pitchFamily="2" charset="-122"/>
              </a:rPr>
              <a:t>2</a:t>
            </a:r>
            <a:r>
              <a:rPr lang="en-US" altLang="zh-CN" sz="1800" kern="100" dirty="0">
                <a:effectLst/>
                <a:latin typeface="Times New Roman" panose="02020603050405020304" pitchFamily="18" charset="0"/>
                <a:ea typeface="宋体" panose="02010600030101010101" pitchFamily="2" charset="-122"/>
              </a:rPr>
              <a:t>,-2</a:t>
            </a:r>
            <a:r>
              <a:rPr lang="en-US" altLang="zh-CN" sz="1800" kern="100" baseline="30000" dirty="0">
                <a:effectLst/>
                <a:latin typeface="Times New Roman" panose="02020603050405020304" pitchFamily="18" charset="0"/>
                <a:ea typeface="宋体" panose="02010600030101010101" pitchFamily="2" charset="-122"/>
              </a:rPr>
              <a:t>2</a:t>
            </a:r>
            <a:r>
              <a:rPr lang="en-US" altLang="zh-CN" sz="1800" kern="100" dirty="0">
                <a:effectLst/>
                <a:latin typeface="Times New Roman" panose="02020603050405020304" pitchFamily="18" charset="0"/>
                <a:ea typeface="宋体" panose="02010600030101010101" pitchFamily="2" charset="-122"/>
              </a:rPr>
              <a:t>, </a:t>
            </a:r>
            <a:r>
              <a:rPr lang="zh-CN" altLang="zh-CN" sz="1400" kern="100" dirty="0">
                <a:effectLst/>
                <a:latin typeface="Times New Roman" panose="02020603050405020304" pitchFamily="18" charset="0"/>
                <a:ea typeface="等线"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sym typeface="Symbol" panose="05050102010706020507" pitchFamily="18" charset="2"/>
              </a:rPr>
              <a:t></a:t>
            </a:r>
            <a:r>
              <a:rPr lang="en-US" altLang="zh-CN" sz="1800" i="1" kern="100" dirty="0" err="1">
                <a:effectLst/>
                <a:latin typeface="Times New Roman" panose="02020603050405020304" pitchFamily="18" charset="0"/>
                <a:ea typeface="宋体" panose="02010600030101010101" pitchFamily="2" charset="-122"/>
              </a:rPr>
              <a:t>k</a:t>
            </a:r>
            <a:r>
              <a:rPr lang="en-US" altLang="zh-CN" sz="1800" kern="100" baseline="30000" dirty="0" err="1">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宋体" panose="02010600030101010101" pitchFamily="2" charset="-122"/>
              </a:rPr>
              <a:t>k</a:t>
            </a:r>
            <a:r>
              <a:rPr lang="en-US" altLang="zh-CN" sz="1800" kern="100" dirty="0" err="1">
                <a:effectLst/>
                <a:latin typeface="宋体" panose="02010600030101010101" pitchFamily="2" charset="-122"/>
                <a:ea typeface="宋体" panose="02010600030101010101" pitchFamily="2" charset="-122"/>
                <a:sym typeface="Symbol" panose="05050102010706020507" pitchFamily="18" charset="2"/>
              </a:rPr>
              <a:t></a:t>
            </a:r>
            <a:r>
              <a:rPr lang="en-US" altLang="zh-CN" sz="1800" i="1" kern="100" dirty="0" err="1">
                <a:effectLst/>
                <a:latin typeface="宋体" panose="02010600030101010101" pitchFamily="2" charset="-122"/>
                <a:ea typeface="宋体" panose="02010600030101010101" pitchFamily="2" charset="-122"/>
              </a:rPr>
              <a:t>m</a:t>
            </a:r>
            <a:r>
              <a:rPr lang="en-US" altLang="zh-CN" sz="1800" kern="100" dirty="0">
                <a:effectLst/>
                <a:latin typeface="宋体" panose="02010600030101010101" pitchFamily="2" charset="-122"/>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），称为二次探查增量序列；</a:t>
            </a:r>
          </a:p>
          <a:p>
            <a:pPr indent="270510" algn="just">
              <a:lnSpc>
                <a:spcPct val="120000"/>
              </a:lnSpc>
              <a:buNone/>
            </a:pPr>
            <a:r>
              <a:rPr lang="zh-CN" altLang="zh-CN" sz="1800" kern="100" dirty="0">
                <a:effectLst/>
                <a:latin typeface="Times New Roman" panose="02020603050405020304" pitchFamily="18" charset="0"/>
                <a:ea typeface="宋体" panose="02010600030101010101" pitchFamily="2" charset="-122"/>
              </a:rPr>
              <a:t>③ </a:t>
            </a:r>
            <a:r>
              <a:rPr lang="en-US" altLang="zh-CN" sz="1800" i="1" kern="100" dirty="0">
                <a:effectLst/>
                <a:latin typeface="Times New Roman" panose="02020603050405020304" pitchFamily="18" charset="0"/>
                <a:ea typeface="宋体" panose="02010600030101010101" pitchFamily="2" charset="-122"/>
              </a:rPr>
              <a:t>d</a:t>
            </a:r>
            <a:r>
              <a:rPr lang="en-US" altLang="zh-CN" sz="1800" i="1" kern="100" baseline="-25000" dirty="0">
                <a:effectLst/>
                <a:latin typeface="Times New Roman" panose="02020603050405020304" pitchFamily="18" charset="0"/>
                <a:ea typeface="宋体" panose="02010600030101010101" pitchFamily="2" charset="-122"/>
              </a:rPr>
              <a:t>i</a:t>
            </a:r>
            <a:r>
              <a:rPr lang="en-US" altLang="zh-CN" sz="1800" kern="100" dirty="0">
                <a:effectLst/>
                <a:latin typeface="Times New Roman" panose="02020603050405020304" pitchFamily="18" charset="0"/>
                <a:ea typeface="宋体" panose="02010600030101010101" pitchFamily="2" charset="-122"/>
              </a:rPr>
              <a:t> = </a:t>
            </a:r>
            <a:r>
              <a:rPr lang="zh-CN" altLang="zh-CN" sz="1800" kern="100" dirty="0">
                <a:effectLst/>
                <a:latin typeface="Times New Roman" panose="02020603050405020304" pitchFamily="18" charset="0"/>
                <a:ea typeface="宋体" panose="02010600030101010101" pitchFamily="2" charset="-122"/>
              </a:rPr>
              <a:t>伪随机数序列，称为伪随机探查增量序列。</a:t>
            </a:r>
          </a:p>
        </p:txBody>
      </p:sp>
      <p:sp>
        <p:nvSpPr>
          <p:cNvPr id="8" name="文本框 7">
            <a:extLst>
              <a:ext uri="{FF2B5EF4-FFF2-40B4-BE49-F238E27FC236}">
                <a16:creationId xmlns:a16="http://schemas.microsoft.com/office/drawing/2014/main" id="{BF1B03E3-638C-58D0-B333-F35569F542D7}"/>
              </a:ext>
            </a:extLst>
          </p:cNvPr>
          <p:cNvSpPr txBox="1"/>
          <p:nvPr/>
        </p:nvSpPr>
        <p:spPr>
          <a:xfrm>
            <a:off x="909320" y="4062516"/>
            <a:ext cx="7284720" cy="2054922"/>
          </a:xfrm>
          <a:prstGeom prst="rect">
            <a:avLst/>
          </a:prstGeom>
          <a:noFill/>
        </p:spPr>
        <p:txBody>
          <a:bodyPr wrap="square">
            <a:spAutoFit/>
          </a:bodyPr>
          <a:lstStyle/>
          <a:p>
            <a:pPr indent="270510" algn="just">
              <a:lnSpc>
                <a:spcPct val="120000"/>
              </a:lnSpc>
              <a:buNone/>
            </a:pPr>
            <a:r>
              <a:rPr lang="zh-CN" altLang="zh-CN" sz="1800" kern="100" dirty="0">
                <a:effectLst/>
                <a:latin typeface="Times New Roman" panose="02020603050405020304" pitchFamily="18" charset="0"/>
                <a:ea typeface="宋体" panose="02010600030101010101" pitchFamily="2" charset="-122"/>
              </a:rPr>
              <a:t>采用开放定址法处理冲突的散列表称为</a:t>
            </a:r>
            <a:r>
              <a:rPr lang="zh-CN" altLang="zh-CN" sz="1800" kern="100" dirty="0">
                <a:effectLst/>
                <a:latin typeface="Times New Roman" panose="02020603050405020304" pitchFamily="18" charset="0"/>
                <a:ea typeface="黑体" panose="02010609060101010101" pitchFamily="49" charset="-122"/>
              </a:rPr>
              <a:t>开放定址散列表</a:t>
            </a:r>
            <a:r>
              <a:rPr lang="zh-CN" altLang="zh-CN" sz="1800" kern="100" dirty="0">
                <a:effectLst/>
                <a:latin typeface="Times New Roman" panose="02020603050405020304" pitchFamily="18" charset="0"/>
                <a:ea typeface="宋体" panose="02010600030101010101" pitchFamily="2" charset="-122"/>
              </a:rPr>
              <a:t>或者</a:t>
            </a:r>
            <a:r>
              <a:rPr lang="zh-CN" altLang="zh-CN" sz="1800" kern="100" dirty="0">
                <a:effectLst/>
                <a:latin typeface="Times New Roman" panose="02020603050405020304" pitchFamily="18" charset="0"/>
                <a:ea typeface="黑体" panose="02010609060101010101" pitchFamily="49" charset="-122"/>
              </a:rPr>
              <a:t>分散表</a:t>
            </a:r>
            <a:r>
              <a:rPr lang="zh-CN" altLang="zh-CN" sz="1800" kern="100" dirty="0">
                <a:effectLst/>
                <a:latin typeface="Times New Roman" panose="02020603050405020304" pitchFamily="18" charset="0"/>
                <a:ea typeface="宋体" panose="02010600030101010101" pitchFamily="2" charset="-122"/>
              </a:rPr>
              <a:t>，存储结构定义如下，与拉链法不同，向量单元是元素类型，并增设两个域</a:t>
            </a:r>
            <a:r>
              <a:rPr lang="en-US" altLang="zh-CN" sz="1800" kern="100" dirty="0">
                <a:effectLst/>
                <a:latin typeface="Courier New" panose="02070309020205020404" pitchFamily="49" charset="0"/>
                <a:ea typeface="宋体" panose="02010600030101010101" pitchFamily="2" charset="-122"/>
              </a:rPr>
              <a:t>hi</a:t>
            </a:r>
            <a:r>
              <a:rPr lang="zh-CN" altLang="zh-CN" sz="1800" kern="100" dirty="0">
                <a:effectLst/>
                <a:latin typeface="Times New Roman" panose="02020603050405020304" pitchFamily="18" charset="0"/>
                <a:ea typeface="宋体" panose="02010600030101010101" pitchFamily="2" charset="-122"/>
              </a:rPr>
              <a:t>（当前散列地址）和</a:t>
            </a:r>
            <a:r>
              <a:rPr lang="en-US" altLang="zh-CN" sz="1800" kern="100" dirty="0" err="1">
                <a:effectLst/>
                <a:latin typeface="Courier New" panose="02070309020205020404" pitchFamily="49" charset="0"/>
                <a:ea typeface="宋体" panose="02010600030101010101" pitchFamily="2" charset="-122"/>
              </a:rPr>
              <a:t>lf</a:t>
            </a:r>
            <a:r>
              <a:rPr lang="zh-CN" altLang="zh-CN" sz="1800" kern="100" dirty="0">
                <a:effectLst/>
                <a:latin typeface="Times New Roman" panose="02020603050405020304" pitchFamily="18" charset="0"/>
                <a:ea typeface="宋体" panose="02010600030101010101" pitchFamily="2" charset="-122"/>
              </a:rPr>
              <a:t>（装载因子）。初始化可指定素数表</a:t>
            </a:r>
            <a:r>
              <a:rPr lang="en-US" altLang="zh-CN" sz="1800" kern="100" dirty="0" err="1">
                <a:effectLst/>
                <a:latin typeface="Courier New" panose="02070309020205020404" pitchFamily="49" charset="0"/>
                <a:ea typeface="宋体" panose="02010600030101010101" pitchFamily="2" charset="-122"/>
              </a:rPr>
              <a:t>hashsize</a:t>
            </a:r>
            <a:r>
              <a:rPr lang="en-US" altLang="zh-CN" sz="1800" kern="100" dirty="0">
                <a:effectLst/>
                <a:latin typeface="Courier New" panose="02070309020205020404" pitchFamily="49"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中某个值作为向量长度。一旦散列表的元素个数超过容量与装载因子的乘积，就取</a:t>
            </a:r>
            <a:r>
              <a:rPr lang="en-US" altLang="zh-CN" sz="1800" kern="100" dirty="0" err="1">
                <a:effectLst/>
                <a:latin typeface="Courier New" panose="02070309020205020404" pitchFamily="49" charset="0"/>
                <a:ea typeface="宋体" panose="02010600030101010101" pitchFamily="2" charset="-122"/>
              </a:rPr>
              <a:t>hashsize</a:t>
            </a:r>
            <a:r>
              <a:rPr lang="en-US" altLang="zh-CN" sz="1800" kern="100" dirty="0">
                <a:effectLst/>
                <a:latin typeface="Courier New" panose="02070309020205020404" pitchFamily="49" charset="0"/>
                <a:ea typeface="宋体" panose="02010600030101010101" pitchFamily="2" charset="-122"/>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中</a:t>
            </a:r>
            <a:r>
              <a:rPr lang="zh-CN" altLang="zh-CN" sz="1800" kern="100" dirty="0">
                <a:effectLst/>
                <a:latin typeface="Times New Roman" panose="02020603050405020304" pitchFamily="18" charset="0"/>
                <a:ea typeface="宋体" panose="02010600030101010101" pitchFamily="2" charset="-122"/>
              </a:rPr>
              <a:t>下一个素数作为向量长度重建散列表。</a:t>
            </a:r>
          </a:p>
        </p:txBody>
      </p:sp>
    </p:spTree>
    <p:extLst>
      <p:ext uri="{BB962C8B-B14F-4D97-AF65-F5344CB8AC3E}">
        <p14:creationId xmlns:p14="http://schemas.microsoft.com/office/powerpoint/2010/main" val="274293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文本框 49"/>
          <p:cNvSpPr>
            <a:spLocks noChangeArrowheads="1"/>
          </p:cNvSpPr>
          <p:nvPr/>
        </p:nvSpPr>
        <p:spPr bwMode="auto">
          <a:xfrm>
            <a:off x="1148887" y="856695"/>
            <a:ext cx="5614460" cy="116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46800" rIns="36000"/>
          <a:lstStyle>
            <a:lvl1pPr marL="285750" indent="-285750">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indent="0" eaLnBrk="1" hangingPunct="1">
              <a:lnSpc>
                <a:spcPct val="120000"/>
              </a:lnSpc>
              <a:spcBef>
                <a:spcPct val="0"/>
              </a:spcBef>
              <a:buNone/>
            </a:pPr>
            <a:r>
              <a:rPr lang="en-US" altLang="zh-CN" sz="1800" dirty="0">
                <a:solidFill>
                  <a:srgbClr val="000000"/>
                </a:solidFill>
                <a:sym typeface="微软雅黑" panose="020B0503020204020204" pitchFamily="34" charset="-122"/>
              </a:rPr>
              <a:t>1. </a:t>
            </a:r>
            <a:r>
              <a:rPr lang="zh-CN" altLang="en-US" sz="1800" dirty="0">
                <a:solidFill>
                  <a:srgbClr val="000000"/>
                </a:solidFill>
                <a:sym typeface="微软雅黑" panose="020B0503020204020204" pitchFamily="34" charset="-122"/>
              </a:rPr>
              <a:t>查找</a:t>
            </a:r>
            <a:r>
              <a:rPr lang="en-US" altLang="zh-CN" sz="1800" dirty="0">
                <a:solidFill>
                  <a:srgbClr val="C00000"/>
                </a:solidFill>
                <a:sym typeface="微软雅黑" panose="020B0503020204020204" pitchFamily="34" charset="-122"/>
              </a:rPr>
              <a:t>12</a:t>
            </a:r>
            <a:r>
              <a:rPr lang="zh-CN" altLang="en-US" sz="1800" dirty="0">
                <a:solidFill>
                  <a:srgbClr val="000000"/>
                </a:solidFill>
                <a:sym typeface="微软雅黑" panose="020B0503020204020204" pitchFamily="34" charset="-122"/>
              </a:rPr>
              <a:t>过程：计算散列值，沿着探测地址顺序查找</a:t>
            </a:r>
            <a:endParaRPr lang="en-US" altLang="zh-CN" sz="1800" dirty="0">
              <a:solidFill>
                <a:srgbClr val="000000"/>
              </a:solidFill>
              <a:sym typeface="微软雅黑" panose="020B0503020204020204" pitchFamily="34" charset="-122"/>
            </a:endParaRPr>
          </a:p>
          <a:p>
            <a:pPr marL="0" indent="0" eaLnBrk="1" hangingPunct="1">
              <a:lnSpc>
                <a:spcPct val="120000"/>
              </a:lnSpc>
              <a:spcBef>
                <a:spcPct val="0"/>
              </a:spcBef>
              <a:buNone/>
            </a:pPr>
            <a:r>
              <a:rPr lang="en-US" altLang="zh-CN" sz="1800" dirty="0">
                <a:solidFill>
                  <a:srgbClr val="000000"/>
                </a:solidFill>
                <a:sym typeface="微软雅黑" panose="020B0503020204020204" pitchFamily="34" charset="-122"/>
              </a:rPr>
              <a:t>2. </a:t>
            </a:r>
            <a:r>
              <a:rPr lang="zh-CN" altLang="en-US" sz="1800" dirty="0">
                <a:solidFill>
                  <a:srgbClr val="000000"/>
                </a:solidFill>
                <a:sym typeface="微软雅黑" panose="020B0503020204020204" pitchFamily="34" charset="-122"/>
              </a:rPr>
              <a:t>查找关键字</a:t>
            </a:r>
            <a:r>
              <a:rPr lang="en-US" altLang="zh-CN" sz="1800" dirty="0">
                <a:solidFill>
                  <a:srgbClr val="C00000"/>
                </a:solidFill>
                <a:sym typeface="微软雅黑" panose="020B0503020204020204" pitchFamily="34" charset="-122"/>
              </a:rPr>
              <a:t>30</a:t>
            </a:r>
          </a:p>
          <a:p>
            <a:pPr marL="0" indent="0" eaLnBrk="1" hangingPunct="1">
              <a:lnSpc>
                <a:spcPct val="120000"/>
              </a:lnSpc>
              <a:spcBef>
                <a:spcPct val="0"/>
              </a:spcBef>
              <a:buNone/>
            </a:pPr>
            <a:r>
              <a:rPr lang="en-US" altLang="zh-CN" sz="1800" dirty="0">
                <a:solidFill>
                  <a:srgbClr val="000000"/>
                </a:solidFill>
                <a:sym typeface="微软雅黑" panose="020B0503020204020204" pitchFamily="34" charset="-122"/>
              </a:rPr>
              <a:t>    </a:t>
            </a:r>
            <a:r>
              <a:rPr lang="zh-CN" altLang="en-US" sz="1800" dirty="0">
                <a:solidFill>
                  <a:srgbClr val="000000"/>
                </a:solidFill>
                <a:sym typeface="微软雅黑" panose="020B0503020204020204" pitchFamily="34" charset="-122"/>
              </a:rPr>
              <a:t>查找失败时，</a:t>
            </a:r>
            <a:r>
              <a:rPr lang="en-US" altLang="zh-CN" sz="1800" dirty="0">
                <a:solidFill>
                  <a:srgbClr val="000000"/>
                </a:solidFill>
                <a:sym typeface="微软雅黑" panose="020B0503020204020204" pitchFamily="34" charset="-122"/>
              </a:rPr>
              <a:t>p</a:t>
            </a:r>
            <a:r>
              <a:rPr lang="zh-CN" altLang="en-US" sz="1800" dirty="0">
                <a:solidFill>
                  <a:srgbClr val="000000"/>
                </a:solidFill>
                <a:sym typeface="微软雅黑" panose="020B0503020204020204" pitchFamily="34" charset="-122"/>
              </a:rPr>
              <a:t>的值就是关键字</a:t>
            </a:r>
            <a:r>
              <a:rPr lang="en-US" altLang="zh-CN" sz="1800" dirty="0">
                <a:solidFill>
                  <a:srgbClr val="000000"/>
                </a:solidFill>
                <a:sym typeface="微软雅黑" panose="020B0503020204020204" pitchFamily="34" charset="-122"/>
              </a:rPr>
              <a:t>30</a:t>
            </a:r>
            <a:r>
              <a:rPr lang="zh-CN" altLang="en-US" sz="1800" dirty="0">
                <a:solidFill>
                  <a:srgbClr val="000000"/>
                </a:solidFill>
                <a:sym typeface="微软雅黑" panose="020B0503020204020204" pitchFamily="34" charset="-122"/>
              </a:rPr>
              <a:t>插入的位置</a:t>
            </a:r>
            <a:endParaRPr lang="en-US" altLang="zh-CN" sz="1800" dirty="0">
              <a:solidFill>
                <a:srgbClr val="000000"/>
              </a:solidFill>
              <a:sym typeface="微软雅黑" panose="020B0503020204020204" pitchFamily="34" charset="-122"/>
            </a:endParaRPr>
          </a:p>
        </p:txBody>
      </p:sp>
      <p:sp>
        <p:nvSpPr>
          <p:cNvPr id="52230" name="文本框 49"/>
          <p:cNvSpPr>
            <a:spLocks noChangeArrowheads="1"/>
          </p:cNvSpPr>
          <p:nvPr/>
        </p:nvSpPr>
        <p:spPr bwMode="auto">
          <a:xfrm>
            <a:off x="119336" y="3610288"/>
            <a:ext cx="9461543" cy="286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46800" rIns="36000"/>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Status</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Search(</a:t>
            </a:r>
            <a:r>
              <a:rPr lang="en-US" altLang="zh-CN" sz="1800" b="1" dirty="0" err="1">
                <a:latin typeface="Courier New" panose="02070309020205020404" pitchFamily="49" charset="0"/>
                <a:cs typeface="Courier New" panose="02070309020205020404" pitchFamily="49" charset="0"/>
                <a:sym typeface="Calibri" panose="020F0502020204030204" pitchFamily="34" charset="0"/>
              </a:rPr>
              <a:t>OpenHT</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HT, </a:t>
            </a:r>
            <a:r>
              <a:rPr lang="en-US" altLang="zh-CN" sz="1800" b="1" dirty="0" err="1">
                <a:latin typeface="Courier New" panose="02070309020205020404" pitchFamily="49" charset="0"/>
                <a:cs typeface="Courier New" panose="02070309020205020404" pitchFamily="49" charset="0"/>
                <a:sym typeface="Calibri" panose="020F0502020204030204" pitchFamily="34" charset="0"/>
              </a:rPr>
              <a:t>KeyType</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K)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a:t>
            </a:r>
            <a:r>
              <a:rPr lang="en-US" altLang="zh-CN"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solidFill>
                  <a:schemeClr val="accent6">
                    <a:lumMod val="75000"/>
                  </a:schemeClr>
                </a:solidFill>
                <a:latin typeface="Courier New" panose="02070309020205020404" pitchFamily="49" charset="0"/>
                <a:cs typeface="Courier New" panose="02070309020205020404" pitchFamily="49" charset="0"/>
                <a:sym typeface="Calibri" panose="020F0502020204030204" pitchFamily="34" charset="0"/>
              </a:rPr>
              <a:t>//</a:t>
            </a:r>
            <a:r>
              <a:rPr lang="en-US" altLang="zh-CN"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 </a:t>
            </a:r>
            <a:r>
              <a:rPr lang="zh-CN" altLang="en-US" sz="18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算法</a:t>
            </a:r>
            <a:r>
              <a:rPr lang="en-US" altLang="zh-CN" sz="18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9.35</a:t>
            </a:r>
          </a:p>
          <a:p>
            <a:pPr eaLnBrk="1" hangingPunct="1">
              <a:lnSpc>
                <a:spcPct val="120000"/>
              </a:lnSpc>
              <a:spcBef>
                <a:spcPct val="0"/>
              </a:spcBef>
              <a:buClrTx/>
              <a:buSzTx/>
              <a:buFont typeface="Arial" panose="020B0604020202020204" pitchFamily="34" charset="0"/>
              <a:buNone/>
            </a:pPr>
            <a:r>
              <a:rPr lang="en-US" altLang="zh-CN"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int</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hi = Hash(HT, K);</a:t>
            </a:r>
            <a:r>
              <a:rPr lang="zh-CN" altLang="en-US"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HT-&gt;</a:t>
            </a:r>
            <a:r>
              <a:rPr lang="en-US" altLang="zh-CN" sz="1800" b="1" dirty="0" err="1">
                <a:latin typeface="Courier New" panose="02070309020205020404" pitchFamily="49" charset="0"/>
                <a:cs typeface="Courier New" panose="02070309020205020404" pitchFamily="49" charset="0"/>
                <a:sym typeface="Calibri" panose="020F0502020204030204" pitchFamily="34" charset="0"/>
              </a:rPr>
              <a:t>i</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 0;  </a:t>
            </a:r>
            <a:r>
              <a:rPr lang="en-US" altLang="zh-CN" sz="1800" b="1" dirty="0">
                <a:solidFill>
                  <a:srgbClr val="008000"/>
                </a:solidFill>
                <a:latin typeface="Courier New" panose="02070309020205020404" pitchFamily="49" charset="0"/>
                <a:cs typeface="Courier New" panose="02070309020205020404" pitchFamily="49" charset="0"/>
                <a:sym typeface="Calibri" panose="020F0502020204030204" pitchFamily="34" charset="0"/>
              </a:rPr>
              <a:t>// </a:t>
            </a:r>
            <a:r>
              <a:rPr lang="zh-CN" altLang="en-US" sz="1800" b="1" dirty="0">
                <a:solidFill>
                  <a:srgbClr val="008000"/>
                </a:solidFill>
                <a:latin typeface="Courier New" panose="02070309020205020404" pitchFamily="49" charset="0"/>
                <a:cs typeface="Courier New" panose="02070309020205020404" pitchFamily="49" charset="0"/>
                <a:sym typeface="Calibri" panose="020F0502020204030204" pitchFamily="34" charset="0"/>
              </a:rPr>
              <a:t>求得散列地址</a:t>
            </a:r>
          </a:p>
          <a:p>
            <a:pPr>
              <a:lnSpc>
                <a:spcPct val="120000"/>
              </a:lnSpc>
              <a:spcBef>
                <a:spcPct val="0"/>
              </a:spcBef>
              <a:buClrTx/>
              <a:buSzTx/>
              <a:buNone/>
            </a:pPr>
            <a:r>
              <a:rPr lang="en-US" altLang="zh-CN"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while </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((H-&gt;es[hi].key!=NULLKEY &amp;&amp; !EQ(K, H-&gt;es[hi].key))</a:t>
            </a:r>
          </a:p>
          <a:p>
            <a:pPr>
              <a:lnSpc>
                <a:spcPct val="120000"/>
              </a:lnSpc>
              <a:spcBef>
                <a:spcPct val="0"/>
              </a:spcBef>
              <a:buClrTx/>
              <a:buSzTx/>
              <a:buNone/>
            </a:pPr>
            <a:r>
              <a:rPr lang="en-US" altLang="zh-CN"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if</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((hi = Probe(HT)) &lt; 0)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return</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UNSUCCESS; </a:t>
            </a:r>
            <a:r>
              <a:rPr lang="en-US" altLang="zh-CN" sz="1800" b="1" dirty="0">
                <a:solidFill>
                  <a:srgbClr val="008000"/>
                </a:solidFill>
                <a:latin typeface="Courier New" panose="02070309020205020404" pitchFamily="49" charset="0"/>
                <a:cs typeface="Courier New" panose="02070309020205020404" pitchFamily="49" charset="0"/>
                <a:sym typeface="Calibri" panose="020F0502020204030204" pitchFamily="34" charset="0"/>
              </a:rPr>
              <a:t>// </a:t>
            </a:r>
            <a:r>
              <a:rPr lang="zh-CN" altLang="en-US" sz="1800" b="1" dirty="0">
                <a:solidFill>
                  <a:srgbClr val="008000"/>
                </a:solidFill>
                <a:latin typeface="Courier New" panose="02070309020205020404" pitchFamily="49" charset="0"/>
                <a:cs typeface="Courier New" panose="02070309020205020404" pitchFamily="49" charset="0"/>
                <a:sym typeface="Calibri" panose="020F0502020204030204" pitchFamily="34" charset="0"/>
              </a:rPr>
              <a:t>探测，若失败则返回</a:t>
            </a:r>
            <a:endParaRPr lang="en-US" altLang="zh-CN" sz="1800" b="1" dirty="0">
              <a:solidFill>
                <a:srgbClr val="C00000"/>
              </a:solidFill>
              <a:latin typeface="Courier New" panose="02070309020205020404" pitchFamily="49" charset="0"/>
              <a:cs typeface="Courier New" panose="02070309020205020404" pitchFamily="49" charset="0"/>
              <a:sym typeface="Calibri" panose="020F0502020204030204" pitchFamily="34" charset="0"/>
            </a:endParaRPr>
          </a:p>
          <a:p>
            <a:pPr eaLnBrk="1" hangingPunct="1">
              <a:lnSpc>
                <a:spcPct val="120000"/>
              </a:lnSpc>
              <a:spcBef>
                <a:spcPct val="0"/>
              </a:spcBef>
              <a:buClrTx/>
              <a:buSzTx/>
              <a:buFont typeface="Arial" panose="020B0604020202020204" pitchFamily="34" charset="0"/>
              <a:buNone/>
            </a:pPr>
            <a:r>
              <a:rPr lang="en-US" altLang="zh-CN"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if </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(EQ(K, HT-&gt;es[hi].key)) </a:t>
            </a:r>
          </a:p>
          <a:p>
            <a:pPr eaLnBrk="1" hangingPunct="1">
              <a:lnSpc>
                <a:spcPct val="120000"/>
              </a:lnSpc>
              <a:spcBef>
                <a:spcPct val="0"/>
              </a:spcBef>
              <a:buClrTx/>
              <a:buSzTx/>
              <a:buFont typeface="Arial" panose="020B0604020202020204" pitchFamily="34" charset="0"/>
              <a:buNone/>
            </a:pPr>
            <a:r>
              <a:rPr lang="en-US" altLang="zh-CN"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return</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SUCCESS; </a:t>
            </a:r>
            <a:endParaRPr lang="zh-CN" altLang="en-US" sz="1800" b="1" dirty="0">
              <a:solidFill>
                <a:srgbClr val="008000"/>
              </a:solidFill>
              <a:latin typeface="Courier New" panose="02070309020205020404" pitchFamily="49" charset="0"/>
              <a:cs typeface="Courier New" panose="02070309020205020404" pitchFamily="49" charset="0"/>
              <a:sym typeface="Calibri" panose="020F0502020204030204" pitchFamily="34" charset="0"/>
            </a:endParaRPr>
          </a:p>
          <a:p>
            <a:pPr eaLnBrk="1" hangingPunct="1">
              <a:lnSpc>
                <a:spcPct val="120000"/>
              </a:lnSpc>
              <a:spcBef>
                <a:spcPct val="0"/>
              </a:spcBef>
              <a:buClrTx/>
              <a:buSzTx/>
              <a:buFont typeface="Arial" panose="020B0604020202020204" pitchFamily="34" charset="0"/>
              <a:buNone/>
            </a:pPr>
            <a:r>
              <a:rPr lang="en-US" altLang="zh-CN"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else</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return</a:t>
            </a:r>
            <a:r>
              <a:rPr lang="en-US" altLang="zh-CN" sz="1800" b="1" dirty="0">
                <a:latin typeface="Courier New" panose="02070309020205020404" pitchFamily="49" charset="0"/>
                <a:cs typeface="Courier New" panose="02070309020205020404" pitchFamily="49" charset="0"/>
                <a:sym typeface="Calibri" panose="020F0502020204030204" pitchFamily="34" charset="0"/>
              </a:rPr>
              <a:t> UNSUCCESS; </a:t>
            </a:r>
          </a:p>
          <a:p>
            <a:pPr eaLnBrk="1" hangingPunct="1">
              <a:lnSpc>
                <a:spcPct val="120000"/>
              </a:lnSpc>
              <a:spcBef>
                <a:spcPct val="0"/>
              </a:spcBef>
              <a:buClrTx/>
              <a:buSzTx/>
              <a:buFont typeface="Arial" panose="020B0604020202020204" pitchFamily="34" charset="0"/>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a:t>
            </a:r>
            <a:endParaRPr lang="zh-CN" altLang="en-US"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endParaRPr>
          </a:p>
        </p:txBody>
      </p:sp>
      <p:sp>
        <p:nvSpPr>
          <p:cNvPr id="52237" name="Rectangle 14"/>
          <p:cNvSpPr>
            <a:spLocks noChangeArrowheads="1"/>
          </p:cNvSpPr>
          <p:nvPr/>
        </p:nvSpPr>
        <p:spPr bwMode="auto">
          <a:xfrm>
            <a:off x="1921194" y="1943176"/>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0</a:t>
            </a:r>
          </a:p>
        </p:txBody>
      </p:sp>
      <p:sp>
        <p:nvSpPr>
          <p:cNvPr id="52239" name="Rectangle 16"/>
          <p:cNvSpPr>
            <a:spLocks noChangeArrowheads="1"/>
          </p:cNvSpPr>
          <p:nvPr/>
        </p:nvSpPr>
        <p:spPr bwMode="auto">
          <a:xfrm>
            <a:off x="2545081" y="1943176"/>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1</a:t>
            </a:r>
          </a:p>
        </p:txBody>
      </p:sp>
      <p:sp>
        <p:nvSpPr>
          <p:cNvPr id="52240" name="Rectangle 17"/>
          <p:cNvSpPr>
            <a:spLocks noChangeArrowheads="1"/>
          </p:cNvSpPr>
          <p:nvPr/>
        </p:nvSpPr>
        <p:spPr bwMode="auto">
          <a:xfrm>
            <a:off x="3119756" y="1943176"/>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2</a:t>
            </a:r>
          </a:p>
        </p:txBody>
      </p:sp>
      <p:sp>
        <p:nvSpPr>
          <p:cNvPr id="52241" name="Rectangle 18"/>
          <p:cNvSpPr>
            <a:spLocks noChangeArrowheads="1"/>
          </p:cNvSpPr>
          <p:nvPr/>
        </p:nvSpPr>
        <p:spPr bwMode="auto">
          <a:xfrm>
            <a:off x="3692844" y="1941588"/>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3</a:t>
            </a:r>
          </a:p>
        </p:txBody>
      </p:sp>
      <p:sp>
        <p:nvSpPr>
          <p:cNvPr id="52242" name="Rectangle 19"/>
          <p:cNvSpPr>
            <a:spLocks noChangeArrowheads="1"/>
          </p:cNvSpPr>
          <p:nvPr/>
        </p:nvSpPr>
        <p:spPr bwMode="auto">
          <a:xfrm>
            <a:off x="4267519" y="1941588"/>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4</a:t>
            </a:r>
          </a:p>
        </p:txBody>
      </p:sp>
      <p:sp>
        <p:nvSpPr>
          <p:cNvPr id="52243" name="Rectangle 20"/>
          <p:cNvSpPr>
            <a:spLocks noChangeArrowheads="1"/>
          </p:cNvSpPr>
          <p:nvPr/>
        </p:nvSpPr>
        <p:spPr bwMode="auto">
          <a:xfrm>
            <a:off x="4885056" y="1943176"/>
            <a:ext cx="4937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5</a:t>
            </a:r>
          </a:p>
        </p:txBody>
      </p:sp>
      <p:sp>
        <p:nvSpPr>
          <p:cNvPr id="52244" name="Rectangle 21"/>
          <p:cNvSpPr>
            <a:spLocks noChangeArrowheads="1"/>
          </p:cNvSpPr>
          <p:nvPr/>
        </p:nvSpPr>
        <p:spPr bwMode="auto">
          <a:xfrm>
            <a:off x="1924369" y="2301951"/>
            <a:ext cx="574675" cy="431800"/>
          </a:xfrm>
          <a:prstGeom prst="rect">
            <a:avLst/>
          </a:prstGeom>
          <a:solidFill>
            <a:schemeClr val="accent4">
              <a:lumMod val="40000"/>
              <a:lumOff val="6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zh-CN" sz="1800" b="1">
              <a:latin typeface="Calibri" panose="020F0502020204030204" pitchFamily="34" charset="0"/>
            </a:endParaRPr>
          </a:p>
        </p:txBody>
      </p:sp>
      <p:sp>
        <p:nvSpPr>
          <p:cNvPr id="52245" name="Rectangle 22"/>
          <p:cNvSpPr>
            <a:spLocks noChangeArrowheads="1"/>
          </p:cNvSpPr>
          <p:nvPr/>
        </p:nvSpPr>
        <p:spPr bwMode="auto">
          <a:xfrm>
            <a:off x="2499044" y="2301951"/>
            <a:ext cx="574675" cy="431800"/>
          </a:xfrm>
          <a:prstGeom prst="rect">
            <a:avLst/>
          </a:prstGeom>
          <a:solidFill>
            <a:schemeClr val="accent3">
              <a:lumMod val="20000"/>
              <a:lumOff val="8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zh-CN" sz="1800">
              <a:solidFill>
                <a:srgbClr val="000000"/>
              </a:solidFill>
              <a:latin typeface="Calibri" panose="020F0502020204030204" pitchFamily="34" charset="0"/>
            </a:endParaRPr>
          </a:p>
        </p:txBody>
      </p:sp>
      <p:sp>
        <p:nvSpPr>
          <p:cNvPr id="52246" name="Rectangle 23"/>
          <p:cNvSpPr>
            <a:spLocks noChangeArrowheads="1"/>
          </p:cNvSpPr>
          <p:nvPr/>
        </p:nvSpPr>
        <p:spPr bwMode="auto">
          <a:xfrm>
            <a:off x="3075306" y="2301951"/>
            <a:ext cx="574675" cy="431800"/>
          </a:xfrm>
          <a:prstGeom prst="rect">
            <a:avLst/>
          </a:prstGeom>
          <a:solidFill>
            <a:schemeClr val="accent4">
              <a:lumMod val="40000"/>
              <a:lumOff val="6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zh-CN" sz="2000" b="1" dirty="0"/>
          </a:p>
        </p:txBody>
      </p:sp>
      <p:sp>
        <p:nvSpPr>
          <p:cNvPr id="52247" name="Rectangle 24"/>
          <p:cNvSpPr>
            <a:spLocks noChangeArrowheads="1"/>
          </p:cNvSpPr>
          <p:nvPr/>
        </p:nvSpPr>
        <p:spPr bwMode="auto">
          <a:xfrm>
            <a:off x="3636536" y="2301951"/>
            <a:ext cx="574675" cy="431800"/>
          </a:xfrm>
          <a:prstGeom prst="rect">
            <a:avLst/>
          </a:prstGeom>
          <a:solidFill>
            <a:schemeClr val="accent2">
              <a:lumMod val="20000"/>
              <a:lumOff val="8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zh-CN" sz="1800">
              <a:solidFill>
                <a:srgbClr val="000000"/>
              </a:solidFill>
            </a:endParaRPr>
          </a:p>
        </p:txBody>
      </p:sp>
      <p:sp>
        <p:nvSpPr>
          <p:cNvPr id="52248" name="Rectangle 25"/>
          <p:cNvSpPr>
            <a:spLocks noChangeArrowheads="1"/>
          </p:cNvSpPr>
          <p:nvPr/>
        </p:nvSpPr>
        <p:spPr bwMode="auto">
          <a:xfrm>
            <a:off x="4212600" y="2301951"/>
            <a:ext cx="574675" cy="431800"/>
          </a:xfrm>
          <a:prstGeom prst="rect">
            <a:avLst/>
          </a:prstGeom>
          <a:solidFill>
            <a:schemeClr val="accent4">
              <a:lumMod val="40000"/>
              <a:lumOff val="6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zh-CN" sz="2000" b="1"/>
          </a:p>
        </p:txBody>
      </p:sp>
      <p:sp>
        <p:nvSpPr>
          <p:cNvPr id="52249" name="Rectangle 26"/>
          <p:cNvSpPr>
            <a:spLocks noChangeArrowheads="1"/>
          </p:cNvSpPr>
          <p:nvPr/>
        </p:nvSpPr>
        <p:spPr bwMode="auto">
          <a:xfrm>
            <a:off x="4788664" y="2301951"/>
            <a:ext cx="574675" cy="431800"/>
          </a:xfrm>
          <a:prstGeom prst="rect">
            <a:avLst/>
          </a:prstGeom>
          <a:solidFill>
            <a:schemeClr val="accent4">
              <a:lumMod val="40000"/>
              <a:lumOff val="6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zh-CN" sz="2000" b="1"/>
          </a:p>
        </p:txBody>
      </p:sp>
      <p:sp>
        <p:nvSpPr>
          <p:cNvPr id="52251" name="Rectangle 29"/>
          <p:cNvSpPr>
            <a:spLocks noChangeArrowheads="1"/>
          </p:cNvSpPr>
          <p:nvPr/>
        </p:nvSpPr>
        <p:spPr bwMode="auto">
          <a:xfrm>
            <a:off x="1214754" y="2280372"/>
            <a:ext cx="645059"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 typeface="Arial" panose="020B0604020202020204" pitchFamily="34" charset="0"/>
              <a:buNone/>
            </a:pPr>
            <a:r>
              <a:rPr lang="en-US" altLang="zh-CN" sz="1800" b="1" dirty="0">
                <a:solidFill>
                  <a:srgbClr val="000000"/>
                </a:solidFill>
                <a:latin typeface="Courier New" panose="02070309020205020404" pitchFamily="49" charset="0"/>
                <a:cs typeface="Courier New" panose="02070309020205020404" pitchFamily="49" charset="0"/>
              </a:rPr>
              <a:t>         key</a:t>
            </a:r>
          </a:p>
        </p:txBody>
      </p:sp>
      <p:sp>
        <p:nvSpPr>
          <p:cNvPr id="52264" name="Rectangle 42"/>
          <p:cNvSpPr>
            <a:spLocks noChangeArrowheads="1"/>
          </p:cNvSpPr>
          <p:nvPr/>
        </p:nvSpPr>
        <p:spPr bwMode="auto">
          <a:xfrm>
            <a:off x="5397819" y="1943176"/>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6</a:t>
            </a:r>
          </a:p>
        </p:txBody>
      </p:sp>
      <p:sp>
        <p:nvSpPr>
          <p:cNvPr id="52265" name="Rectangle 43"/>
          <p:cNvSpPr>
            <a:spLocks noChangeArrowheads="1"/>
          </p:cNvSpPr>
          <p:nvPr/>
        </p:nvSpPr>
        <p:spPr bwMode="auto">
          <a:xfrm>
            <a:off x="5972494" y="1943176"/>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7</a:t>
            </a:r>
          </a:p>
        </p:txBody>
      </p:sp>
      <p:sp>
        <p:nvSpPr>
          <p:cNvPr id="52266" name="Rectangle 44"/>
          <p:cNvSpPr>
            <a:spLocks noChangeArrowheads="1"/>
          </p:cNvSpPr>
          <p:nvPr/>
        </p:nvSpPr>
        <p:spPr bwMode="auto">
          <a:xfrm>
            <a:off x="6545581" y="1927301"/>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8</a:t>
            </a:r>
          </a:p>
        </p:txBody>
      </p:sp>
      <p:sp>
        <p:nvSpPr>
          <p:cNvPr id="52267" name="Rectangle 45"/>
          <p:cNvSpPr>
            <a:spLocks noChangeArrowheads="1"/>
          </p:cNvSpPr>
          <p:nvPr/>
        </p:nvSpPr>
        <p:spPr bwMode="auto">
          <a:xfrm>
            <a:off x="7656831" y="1927301"/>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10</a:t>
            </a:r>
          </a:p>
        </p:txBody>
      </p:sp>
      <p:sp>
        <p:nvSpPr>
          <p:cNvPr id="52268" name="Rectangle 46"/>
          <p:cNvSpPr>
            <a:spLocks noChangeArrowheads="1"/>
          </p:cNvSpPr>
          <p:nvPr/>
        </p:nvSpPr>
        <p:spPr bwMode="auto">
          <a:xfrm>
            <a:off x="5336351" y="2301951"/>
            <a:ext cx="574675" cy="431800"/>
          </a:xfrm>
          <a:prstGeom prst="rect">
            <a:avLst/>
          </a:prstGeom>
          <a:solidFill>
            <a:schemeClr val="accent4">
              <a:lumMod val="40000"/>
              <a:lumOff val="6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zh-CN" sz="2000" b="1">
              <a:latin typeface="Calibri" panose="020F0502020204030204" pitchFamily="34" charset="0"/>
            </a:endParaRPr>
          </a:p>
        </p:txBody>
      </p:sp>
      <p:sp>
        <p:nvSpPr>
          <p:cNvPr id="52269" name="Rectangle 47"/>
          <p:cNvSpPr>
            <a:spLocks noChangeArrowheads="1"/>
          </p:cNvSpPr>
          <p:nvPr/>
        </p:nvSpPr>
        <p:spPr bwMode="auto">
          <a:xfrm>
            <a:off x="5912614" y="2301951"/>
            <a:ext cx="574675" cy="431800"/>
          </a:xfrm>
          <a:prstGeom prst="rect">
            <a:avLst/>
          </a:prstGeom>
          <a:solidFill>
            <a:schemeClr val="accent4">
              <a:lumMod val="40000"/>
              <a:lumOff val="6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zh-CN" sz="2000" b="1"/>
          </a:p>
        </p:txBody>
      </p:sp>
      <p:sp>
        <p:nvSpPr>
          <p:cNvPr id="52270" name="Rectangle 48"/>
          <p:cNvSpPr>
            <a:spLocks noChangeArrowheads="1"/>
          </p:cNvSpPr>
          <p:nvPr/>
        </p:nvSpPr>
        <p:spPr bwMode="auto">
          <a:xfrm>
            <a:off x="6488876" y="2301951"/>
            <a:ext cx="574675" cy="431800"/>
          </a:xfrm>
          <a:prstGeom prst="rect">
            <a:avLst/>
          </a:prstGeom>
          <a:solidFill>
            <a:schemeClr val="accent4">
              <a:lumMod val="40000"/>
              <a:lumOff val="6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zh-CN" sz="2000" b="1"/>
          </a:p>
        </p:txBody>
      </p:sp>
      <p:sp>
        <p:nvSpPr>
          <p:cNvPr id="52271" name="Rectangle 49"/>
          <p:cNvSpPr>
            <a:spLocks noChangeArrowheads="1"/>
          </p:cNvSpPr>
          <p:nvPr/>
        </p:nvSpPr>
        <p:spPr bwMode="auto">
          <a:xfrm>
            <a:off x="7065139" y="2301951"/>
            <a:ext cx="574675" cy="431800"/>
          </a:xfrm>
          <a:prstGeom prst="rect">
            <a:avLst/>
          </a:prstGeom>
          <a:solidFill>
            <a:schemeClr val="accent3">
              <a:lumMod val="20000"/>
              <a:lumOff val="8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zh-CN" sz="1800">
              <a:solidFill>
                <a:srgbClr val="000000"/>
              </a:solidFill>
            </a:endParaRPr>
          </a:p>
        </p:txBody>
      </p:sp>
      <p:sp>
        <p:nvSpPr>
          <p:cNvPr id="52272" name="Rectangle 50"/>
          <p:cNvSpPr>
            <a:spLocks noChangeArrowheads="1"/>
          </p:cNvSpPr>
          <p:nvPr/>
        </p:nvSpPr>
        <p:spPr bwMode="auto">
          <a:xfrm>
            <a:off x="7641401" y="2301951"/>
            <a:ext cx="574675" cy="431800"/>
          </a:xfrm>
          <a:prstGeom prst="rect">
            <a:avLst/>
          </a:prstGeom>
          <a:solidFill>
            <a:schemeClr val="accent3">
              <a:lumMod val="20000"/>
              <a:lumOff val="80000"/>
            </a:schemeClr>
          </a:solidFill>
          <a:ln w="25400">
            <a:solidFill>
              <a:schemeClr val="tx1"/>
            </a:solidFill>
            <a:miter lim="800000"/>
          </a:ln>
          <a:effectLst/>
        </p:spPr>
        <p:txBody>
          <a:bodyPr lIns="90170" tIns="46990" rIns="90170" bIns="4699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zh-CN" sz="1800">
              <a:solidFill>
                <a:srgbClr val="000000"/>
              </a:solidFill>
            </a:endParaRPr>
          </a:p>
        </p:txBody>
      </p:sp>
      <p:sp>
        <p:nvSpPr>
          <p:cNvPr id="52278" name="Rectangle 56"/>
          <p:cNvSpPr>
            <a:spLocks noChangeArrowheads="1"/>
          </p:cNvSpPr>
          <p:nvPr/>
        </p:nvSpPr>
        <p:spPr bwMode="auto">
          <a:xfrm>
            <a:off x="7053581" y="1941588"/>
            <a:ext cx="5746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a:solidFill>
                  <a:srgbClr val="000000"/>
                </a:solidFill>
              </a:rPr>
              <a:t>9</a:t>
            </a:r>
          </a:p>
        </p:txBody>
      </p:sp>
      <p:sp>
        <p:nvSpPr>
          <p:cNvPr id="52279" name="Rectangle 60"/>
          <p:cNvSpPr>
            <a:spLocks noChangeArrowheads="1"/>
          </p:cNvSpPr>
          <p:nvPr/>
        </p:nvSpPr>
        <p:spPr bwMode="auto">
          <a:xfrm>
            <a:off x="1906905" y="2287663"/>
            <a:ext cx="5476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rPr>
              <a:t>22</a:t>
            </a:r>
          </a:p>
        </p:txBody>
      </p:sp>
      <p:sp>
        <p:nvSpPr>
          <p:cNvPr id="52281" name="Rectangle 74"/>
          <p:cNvSpPr>
            <a:spLocks noChangeArrowheads="1"/>
          </p:cNvSpPr>
          <p:nvPr/>
        </p:nvSpPr>
        <p:spPr bwMode="auto">
          <a:xfrm>
            <a:off x="3056256" y="2287663"/>
            <a:ext cx="6207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rPr>
              <a:t>41</a:t>
            </a:r>
          </a:p>
        </p:txBody>
      </p:sp>
      <p:sp>
        <p:nvSpPr>
          <p:cNvPr id="52282" name="Rectangle 79"/>
          <p:cNvSpPr>
            <a:spLocks noChangeArrowheads="1"/>
          </p:cNvSpPr>
          <p:nvPr/>
        </p:nvSpPr>
        <p:spPr bwMode="auto">
          <a:xfrm>
            <a:off x="4906139" y="2303538"/>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rPr>
              <a:t>53</a:t>
            </a:r>
          </a:p>
        </p:txBody>
      </p:sp>
      <p:sp>
        <p:nvSpPr>
          <p:cNvPr id="52283" name="Rectangle 86"/>
          <p:cNvSpPr>
            <a:spLocks noChangeArrowheads="1"/>
          </p:cNvSpPr>
          <p:nvPr/>
        </p:nvSpPr>
        <p:spPr bwMode="auto">
          <a:xfrm>
            <a:off x="5474464" y="2287663"/>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46</a:t>
            </a:r>
          </a:p>
        </p:txBody>
      </p:sp>
      <p:sp>
        <p:nvSpPr>
          <p:cNvPr id="52285" name="Rectangle 91"/>
          <p:cNvSpPr>
            <a:spLocks noChangeArrowheads="1"/>
          </p:cNvSpPr>
          <p:nvPr/>
        </p:nvSpPr>
        <p:spPr bwMode="auto">
          <a:xfrm>
            <a:off x="3803969" y="2301951"/>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dirty="0">
                <a:solidFill>
                  <a:srgbClr val="3B11EF"/>
                </a:solidFill>
                <a:latin typeface="Times New Roman" panose="02020603050405020304" pitchFamily="18" charset="0"/>
              </a:rPr>
              <a:t>DK</a:t>
            </a:r>
          </a:p>
        </p:txBody>
      </p:sp>
      <p:sp>
        <p:nvSpPr>
          <p:cNvPr id="52286" name="Rectangle 96"/>
          <p:cNvSpPr>
            <a:spLocks noChangeArrowheads="1"/>
          </p:cNvSpPr>
          <p:nvPr/>
        </p:nvSpPr>
        <p:spPr bwMode="auto">
          <a:xfrm>
            <a:off x="6039614" y="2301951"/>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13</a:t>
            </a:r>
          </a:p>
        </p:txBody>
      </p:sp>
      <p:sp>
        <p:nvSpPr>
          <p:cNvPr id="52287" name="Rectangle 102"/>
          <p:cNvSpPr>
            <a:spLocks noChangeArrowheads="1"/>
          </p:cNvSpPr>
          <p:nvPr/>
        </p:nvSpPr>
        <p:spPr bwMode="auto">
          <a:xfrm>
            <a:off x="4335781" y="2287663"/>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12</a:t>
            </a:r>
          </a:p>
        </p:txBody>
      </p:sp>
      <p:sp>
        <p:nvSpPr>
          <p:cNvPr id="52288" name="Rectangle 106"/>
          <p:cNvSpPr>
            <a:spLocks noChangeArrowheads="1"/>
          </p:cNvSpPr>
          <p:nvPr/>
        </p:nvSpPr>
        <p:spPr bwMode="auto">
          <a:xfrm>
            <a:off x="6663501" y="2287663"/>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000000"/>
                </a:solidFill>
                <a:latin typeface="Times New Roman" panose="02020603050405020304" pitchFamily="18" charset="0"/>
              </a:rPr>
              <a:t>67</a:t>
            </a:r>
          </a:p>
        </p:txBody>
      </p:sp>
      <p:sp>
        <p:nvSpPr>
          <p:cNvPr id="52289" name="Line 105"/>
          <p:cNvSpPr>
            <a:spLocks noChangeShapeType="1"/>
          </p:cNvSpPr>
          <p:nvPr/>
        </p:nvSpPr>
        <p:spPr bwMode="auto">
          <a:xfrm flipV="1">
            <a:off x="3933497" y="2734074"/>
            <a:ext cx="0" cy="360363"/>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0" name="Line 105"/>
          <p:cNvSpPr>
            <a:spLocks noChangeShapeType="1"/>
          </p:cNvSpPr>
          <p:nvPr/>
        </p:nvSpPr>
        <p:spPr bwMode="auto">
          <a:xfrm flipV="1">
            <a:off x="7381547" y="2733751"/>
            <a:ext cx="0" cy="360363"/>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1" name="Line 105"/>
          <p:cNvSpPr>
            <a:spLocks noChangeShapeType="1"/>
          </p:cNvSpPr>
          <p:nvPr/>
        </p:nvSpPr>
        <p:spPr bwMode="auto">
          <a:xfrm flipV="1">
            <a:off x="4487535" y="2733751"/>
            <a:ext cx="0" cy="360363"/>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2" name="Line 105"/>
          <p:cNvSpPr>
            <a:spLocks noChangeShapeType="1"/>
          </p:cNvSpPr>
          <p:nvPr/>
        </p:nvSpPr>
        <p:spPr bwMode="auto">
          <a:xfrm flipV="1">
            <a:off x="5071735" y="2732163"/>
            <a:ext cx="0" cy="360362"/>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3" name="Line 105"/>
          <p:cNvSpPr>
            <a:spLocks noChangeShapeType="1"/>
          </p:cNvSpPr>
          <p:nvPr/>
        </p:nvSpPr>
        <p:spPr bwMode="auto">
          <a:xfrm flipV="1">
            <a:off x="5652760" y="2734074"/>
            <a:ext cx="0" cy="360363"/>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4" name="Line 105"/>
          <p:cNvSpPr>
            <a:spLocks noChangeShapeType="1"/>
          </p:cNvSpPr>
          <p:nvPr/>
        </p:nvSpPr>
        <p:spPr bwMode="auto">
          <a:xfrm flipV="1">
            <a:off x="6206797" y="2733751"/>
            <a:ext cx="0" cy="360363"/>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5" name="Line 105"/>
          <p:cNvSpPr>
            <a:spLocks noChangeShapeType="1"/>
          </p:cNvSpPr>
          <p:nvPr/>
        </p:nvSpPr>
        <p:spPr bwMode="auto">
          <a:xfrm flipV="1">
            <a:off x="6798935" y="2733751"/>
            <a:ext cx="0" cy="360363"/>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7" name="Line 105"/>
          <p:cNvSpPr>
            <a:spLocks noChangeShapeType="1"/>
          </p:cNvSpPr>
          <p:nvPr/>
        </p:nvSpPr>
        <p:spPr bwMode="auto">
          <a:xfrm flipV="1">
            <a:off x="3368347" y="2734074"/>
            <a:ext cx="0" cy="360363"/>
          </a:xfrm>
          <a:prstGeom prst="line">
            <a:avLst/>
          </a:prstGeom>
          <a:noFill/>
          <a:ln w="25400">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9" name="文本框 49"/>
          <p:cNvSpPr>
            <a:spLocks noChangeArrowheads="1"/>
          </p:cNvSpPr>
          <p:nvPr/>
        </p:nvSpPr>
        <p:spPr bwMode="auto">
          <a:xfrm>
            <a:off x="7464152" y="3227200"/>
            <a:ext cx="4536501" cy="1072889"/>
          </a:xfrm>
          <a:prstGeom prst="rect">
            <a:avLst/>
          </a:prstGeom>
          <a:solidFill>
            <a:srgbClr val="FFFAEB"/>
          </a:solidFill>
          <a:ln>
            <a:noFill/>
          </a:ln>
        </p:spPr>
        <p:txBody>
          <a:bodyPr lIns="180000" tIns="46800" rIns="36000"/>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buNone/>
            </a:pPr>
            <a:r>
              <a:rPr lang="en-US" altLang="zh-CN" sz="1800" b="1" dirty="0">
                <a:solidFill>
                  <a:srgbClr val="1D15BD"/>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800" b="1" dirty="0">
                <a:solidFill>
                  <a:srgbClr val="1D15BD"/>
                </a:solidFill>
                <a:latin typeface="Courier New" panose="02070309020205020404" pitchFamily="49" charset="0"/>
                <a:cs typeface="Courier New" panose="02070309020205020404" pitchFamily="49" charset="0"/>
              </a:rPr>
              <a:t> Hash(</a:t>
            </a:r>
            <a:r>
              <a:rPr lang="en-US" altLang="zh-CN" sz="1800" b="1" dirty="0" err="1">
                <a:solidFill>
                  <a:schemeClr val="accent2">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OpenHT</a:t>
            </a:r>
            <a:r>
              <a:rPr lang="en-US" altLang="zh-CN" sz="1800" b="1" dirty="0">
                <a:solidFill>
                  <a:schemeClr val="accent2">
                    <a:lumMod val="50000"/>
                  </a:schemeClr>
                </a:solidFill>
                <a:latin typeface="Courier New" panose="02070309020205020404" pitchFamily="49" charset="0"/>
                <a:cs typeface="Courier New" panose="02070309020205020404" pitchFamily="49" charset="0"/>
              </a:rPr>
              <a:t> HT, </a:t>
            </a:r>
            <a:r>
              <a:rPr lang="en-US" altLang="zh-CN" sz="1800" b="1" dirty="0">
                <a:solidFill>
                  <a:srgbClr val="1D15BD"/>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800" b="1" dirty="0">
                <a:solidFill>
                  <a:srgbClr val="1D15BD"/>
                </a:solidFill>
                <a:latin typeface="Courier New" panose="02070309020205020404" pitchFamily="49" charset="0"/>
                <a:cs typeface="Courier New" panose="02070309020205020404" pitchFamily="49" charset="0"/>
              </a:rPr>
              <a:t> K) </a:t>
            </a:r>
            <a:r>
              <a:rPr lang="en-US" altLang="zh-CN" sz="1800" b="1" dirty="0">
                <a:solidFill>
                  <a:srgbClr val="1D15BD"/>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800" b="1" dirty="0">
                <a:solidFill>
                  <a:srgbClr val="1D15BD"/>
                </a:solidFill>
                <a:latin typeface="Courier New" panose="02070309020205020404" pitchFamily="49" charset="0"/>
                <a:cs typeface="Courier New" panose="02070309020205020404" pitchFamily="49" charset="0"/>
              </a:rPr>
              <a:t> </a:t>
            </a:r>
          </a:p>
          <a:p>
            <a:pPr>
              <a:buFont typeface="Wingdings" panose="05000000000000000000" pitchFamily="2" charset="2"/>
              <a:buNone/>
            </a:pPr>
            <a:r>
              <a:rPr lang="en-US" altLang="zh-CN" sz="1800" b="1" dirty="0">
                <a:solidFill>
                  <a:srgbClr val="1D15BD"/>
                </a:solidFill>
                <a:latin typeface="Courier New" panose="02070309020205020404" pitchFamily="49" charset="0"/>
                <a:cs typeface="Courier New" panose="02070309020205020404" pitchFamily="49" charset="0"/>
              </a:rPr>
              <a:t>  </a:t>
            </a:r>
            <a:r>
              <a:rPr lang="en-US" altLang="zh-CN" sz="1800" b="1" dirty="0">
                <a:solidFill>
                  <a:srgbClr val="1D15BD"/>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800" b="1" dirty="0">
                <a:solidFill>
                  <a:srgbClr val="1D15BD"/>
                </a:solidFill>
                <a:latin typeface="Courier New" panose="02070309020205020404" pitchFamily="49" charset="0"/>
                <a:cs typeface="Courier New" panose="02070309020205020404" pitchFamily="49" charset="0"/>
              </a:rPr>
              <a:t> HT-&gt;hi = k % HT-&gt;size;</a:t>
            </a:r>
            <a:endParaRPr lang="zh-CN" altLang="en-US" sz="1800" b="1" dirty="0">
              <a:solidFill>
                <a:srgbClr val="1D15BD"/>
              </a:solidFill>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altLang="zh-CN" sz="1800" b="1" dirty="0">
                <a:solidFill>
                  <a:srgbClr val="1D15BD"/>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800" b="1"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800" b="1"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哈希函数</a:t>
            </a:r>
          </a:p>
        </p:txBody>
      </p:sp>
      <p:sp>
        <p:nvSpPr>
          <p:cNvPr id="52300" name="文本框 49"/>
          <p:cNvSpPr>
            <a:spLocks noChangeArrowheads="1"/>
          </p:cNvSpPr>
          <p:nvPr/>
        </p:nvSpPr>
        <p:spPr bwMode="auto">
          <a:xfrm>
            <a:off x="5482022" y="5168188"/>
            <a:ext cx="6187771" cy="1368152"/>
          </a:xfrm>
          <a:prstGeom prst="rect">
            <a:avLst/>
          </a:prstGeom>
          <a:solidFill>
            <a:schemeClr val="accent6">
              <a:lumMod val="20000"/>
              <a:lumOff val="80000"/>
            </a:schemeClr>
          </a:solidFill>
          <a:ln>
            <a:noFill/>
          </a:ln>
        </p:spPr>
        <p:txBody>
          <a:bodyPr lIns="180000" tIns="46800" rIns="36000"/>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buNone/>
            </a:pPr>
            <a:r>
              <a:rPr lang="en-US" altLang="zh-CN" sz="1800" b="1" dirty="0">
                <a:solidFill>
                  <a:schemeClr val="accent5">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800" b="1" dirty="0">
                <a:solidFill>
                  <a:schemeClr val="accent5">
                    <a:lumMod val="75000"/>
                  </a:schemeClr>
                </a:solidFill>
                <a:latin typeface="Courier New" panose="02070309020205020404" pitchFamily="49" charset="0"/>
                <a:cs typeface="Courier New" panose="02070309020205020404" pitchFamily="49" charset="0"/>
              </a:rPr>
              <a:t> Probe(</a:t>
            </a:r>
            <a:r>
              <a:rPr lang="en-US" altLang="zh-CN" sz="1800" b="1" dirty="0" err="1">
                <a:solidFill>
                  <a:schemeClr val="accent5">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OpenHT</a:t>
            </a:r>
            <a:r>
              <a:rPr lang="en-US" altLang="zh-CN" sz="1800" b="1" dirty="0">
                <a:solidFill>
                  <a:schemeClr val="accent5">
                    <a:lumMod val="75000"/>
                  </a:schemeClr>
                </a:solidFill>
                <a:latin typeface="Courier New" panose="02070309020205020404" pitchFamily="49" charset="0"/>
                <a:cs typeface="Courier New" panose="02070309020205020404" pitchFamily="49" charset="0"/>
              </a:rPr>
              <a:t> HT) </a:t>
            </a:r>
            <a:r>
              <a:rPr lang="en-US" altLang="zh-CN" sz="1800" b="1" dirty="0">
                <a:solidFill>
                  <a:schemeClr val="accent5">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8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8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线性探查函数</a:t>
            </a:r>
            <a:endParaRPr lang="zh-CN" altLang="en-US" sz="1800" b="1" dirty="0">
              <a:solidFill>
                <a:schemeClr val="accent5">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altLang="zh-CN" sz="1800" b="1" dirty="0">
                <a:solidFill>
                  <a:schemeClr val="accent5">
                    <a:lumMod val="75000"/>
                  </a:schemeClr>
                </a:solidFill>
                <a:latin typeface="Courier New" panose="02070309020205020404" pitchFamily="49" charset="0"/>
                <a:cs typeface="Courier New" panose="02070309020205020404" pitchFamily="49" charset="0"/>
              </a:rPr>
              <a:t>   HT-&gt;</a:t>
            </a:r>
            <a:r>
              <a:rPr lang="en-US" altLang="zh-CN" sz="1800" b="1" dirty="0" err="1">
                <a:solidFill>
                  <a:schemeClr val="accent5">
                    <a:lumMod val="75000"/>
                  </a:schemeClr>
                </a:solidFill>
                <a:latin typeface="Courier New" panose="02070309020205020404" pitchFamily="49" charset="0"/>
                <a:cs typeface="Courier New" panose="02070309020205020404" pitchFamily="49" charset="0"/>
              </a:rPr>
              <a:t>i</a:t>
            </a:r>
            <a:r>
              <a:rPr lang="en-US" altLang="zh-CN" sz="1800" b="1" dirty="0">
                <a:solidFill>
                  <a:schemeClr val="accent5">
                    <a:lumMod val="75000"/>
                  </a:schemeClr>
                </a:solidFill>
                <a:latin typeface="Courier New" panose="02070309020205020404" pitchFamily="49" charset="0"/>
                <a:cs typeface="Courier New" panose="02070309020205020404" pitchFamily="49" charset="0"/>
              </a:rPr>
              <a:t>++;</a:t>
            </a:r>
          </a:p>
          <a:p>
            <a:pPr>
              <a:buFont typeface="Wingdings" panose="05000000000000000000" pitchFamily="2" charset="2"/>
              <a:buNone/>
            </a:pPr>
            <a:r>
              <a:rPr lang="en-US" altLang="zh-CN" sz="1800" b="1" dirty="0">
                <a:solidFill>
                  <a:schemeClr val="accent5">
                    <a:lumMod val="75000"/>
                  </a:schemeClr>
                </a:solidFill>
                <a:latin typeface="Courier New" panose="02070309020205020404" pitchFamily="49" charset="0"/>
                <a:cs typeface="Courier New" panose="02070309020205020404" pitchFamily="49" charset="0"/>
              </a:rPr>
              <a:t>   </a:t>
            </a:r>
            <a:r>
              <a:rPr lang="en-US" altLang="zh-CN" sz="1800" b="1" dirty="0">
                <a:solidFill>
                  <a:schemeClr val="accent5">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800" b="1" dirty="0">
                <a:solidFill>
                  <a:schemeClr val="accent5">
                    <a:lumMod val="75000"/>
                  </a:schemeClr>
                </a:solidFill>
                <a:latin typeface="Courier New" panose="02070309020205020404" pitchFamily="49" charset="0"/>
                <a:cs typeface="Courier New" panose="02070309020205020404" pitchFamily="49" charset="0"/>
              </a:rPr>
              <a:t> (HT-&gt;hi = (HT-&gt;</a:t>
            </a:r>
            <a:r>
              <a:rPr lang="en-US" altLang="zh-CN" sz="1800" b="1" dirty="0" err="1">
                <a:solidFill>
                  <a:schemeClr val="accent5">
                    <a:lumMod val="75000"/>
                  </a:schemeClr>
                </a:solidFill>
                <a:latin typeface="Courier New" panose="02070309020205020404" pitchFamily="49" charset="0"/>
                <a:cs typeface="Courier New" panose="02070309020205020404" pitchFamily="49" charset="0"/>
              </a:rPr>
              <a:t>hi+1</a:t>
            </a:r>
            <a:r>
              <a:rPr lang="en-US" altLang="zh-CN" sz="1800" b="1" dirty="0">
                <a:solidFill>
                  <a:schemeClr val="accent5">
                    <a:lumMod val="75000"/>
                  </a:schemeClr>
                </a:solidFill>
                <a:latin typeface="Courier New" panose="02070309020205020404" pitchFamily="49" charset="0"/>
                <a:cs typeface="Courier New" panose="02070309020205020404" pitchFamily="49" charset="0"/>
              </a:rPr>
              <a:t>) % HT-&gt;size);</a:t>
            </a:r>
            <a:endParaRPr lang="zh-CN" altLang="en-US" sz="1800" b="1" dirty="0">
              <a:solidFill>
                <a:schemeClr val="accent5">
                  <a:lumMod val="75000"/>
                </a:schemeClr>
              </a:solidFill>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altLang="zh-CN" sz="1800" b="1" dirty="0">
                <a:solidFill>
                  <a:schemeClr val="accent5">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800" b="1" dirty="0">
              <a:solidFill>
                <a:schemeClr val="accent6">
                  <a:lumMod val="50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77" name="Rectangle 91"/>
          <p:cNvSpPr>
            <a:spLocks noChangeArrowheads="1"/>
          </p:cNvSpPr>
          <p:nvPr/>
        </p:nvSpPr>
        <p:spPr bwMode="auto">
          <a:xfrm>
            <a:off x="2648788" y="2292426"/>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dirty="0">
                <a:solidFill>
                  <a:srgbClr val="3B11EF"/>
                </a:solidFill>
                <a:latin typeface="Times New Roman" panose="02020603050405020304" pitchFamily="18" charset="0"/>
              </a:rPr>
              <a:t>NK</a:t>
            </a:r>
          </a:p>
        </p:txBody>
      </p:sp>
      <p:sp>
        <p:nvSpPr>
          <p:cNvPr id="78" name="Rectangle 91"/>
          <p:cNvSpPr>
            <a:spLocks noChangeArrowheads="1"/>
          </p:cNvSpPr>
          <p:nvPr/>
        </p:nvSpPr>
        <p:spPr bwMode="auto">
          <a:xfrm>
            <a:off x="7185788" y="2322587"/>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dirty="0">
                <a:solidFill>
                  <a:srgbClr val="3B11EF"/>
                </a:solidFill>
                <a:latin typeface="Times New Roman" panose="02020603050405020304" pitchFamily="18" charset="0"/>
              </a:rPr>
              <a:t>NK</a:t>
            </a:r>
          </a:p>
        </p:txBody>
      </p:sp>
      <p:sp>
        <p:nvSpPr>
          <p:cNvPr id="79" name="Rectangle 91"/>
          <p:cNvSpPr>
            <a:spLocks noChangeArrowheads="1"/>
          </p:cNvSpPr>
          <p:nvPr/>
        </p:nvSpPr>
        <p:spPr bwMode="auto">
          <a:xfrm>
            <a:off x="7786395" y="2330526"/>
            <a:ext cx="314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dirty="0">
                <a:solidFill>
                  <a:srgbClr val="3B11EF"/>
                </a:solidFill>
                <a:latin typeface="Times New Roman" panose="02020603050405020304" pitchFamily="18" charset="0"/>
              </a:rPr>
              <a:t>NK</a:t>
            </a:r>
          </a:p>
        </p:txBody>
      </p:sp>
      <p:sp>
        <p:nvSpPr>
          <p:cNvPr id="80" name="Rectangle 91"/>
          <p:cNvSpPr>
            <a:spLocks noChangeArrowheads="1"/>
          </p:cNvSpPr>
          <p:nvPr/>
        </p:nvSpPr>
        <p:spPr bwMode="auto">
          <a:xfrm>
            <a:off x="4650106" y="3370726"/>
            <a:ext cx="43781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dirty="0">
                <a:solidFill>
                  <a:srgbClr val="FF0000"/>
                </a:solidFill>
                <a:latin typeface="Times New Roman" panose="02020603050405020304" pitchFamily="18" charset="0"/>
              </a:rPr>
              <a:t>12</a:t>
            </a:r>
          </a:p>
        </p:txBody>
      </p:sp>
      <p:sp>
        <p:nvSpPr>
          <p:cNvPr id="5" name="椭圆 4"/>
          <p:cNvSpPr/>
          <p:nvPr/>
        </p:nvSpPr>
        <p:spPr>
          <a:xfrm>
            <a:off x="3768102" y="2348782"/>
            <a:ext cx="377826" cy="33813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2601438" y="2330204"/>
            <a:ext cx="377826" cy="33813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7160920" y="2374034"/>
            <a:ext cx="377826" cy="33813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7760463" y="2357429"/>
            <a:ext cx="377826" cy="33813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圆角 1">
            <a:extLst>
              <a:ext uri="{FF2B5EF4-FFF2-40B4-BE49-F238E27FC236}">
                <a16:creationId xmlns:a16="http://schemas.microsoft.com/office/drawing/2014/main" id="{C877D62C-C48A-46F6-B65D-BDB39876FFEB}"/>
              </a:ext>
            </a:extLst>
          </p:cNvPr>
          <p:cNvSpPr/>
          <p:nvPr/>
        </p:nvSpPr>
        <p:spPr>
          <a:xfrm>
            <a:off x="1364732" y="229003"/>
            <a:ext cx="4806740" cy="45324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latin typeface="+mn-ea"/>
              </a:rPr>
              <a:t>算法</a:t>
            </a:r>
            <a:r>
              <a:rPr lang="en-US" altLang="zh-CN" sz="2400" b="1" dirty="0">
                <a:solidFill>
                  <a:srgbClr val="C00000"/>
                </a:solidFill>
                <a:effectLst>
                  <a:outerShdw blurRad="38100" dist="38100" dir="2700000" algn="tl">
                    <a:srgbClr val="000000">
                      <a:alpha val="43137"/>
                    </a:srgbClr>
                  </a:outerShdw>
                </a:effectLst>
                <a:latin typeface="+mn-ea"/>
              </a:rPr>
              <a:t>9.35 </a:t>
            </a:r>
            <a:r>
              <a:rPr lang="zh-CN" altLang="zh-CN" sz="2400" b="1" dirty="0">
                <a:solidFill>
                  <a:srgbClr val="3333FF"/>
                </a:solidFill>
                <a:effectLst>
                  <a:outerShdw blurRad="38100" dist="38100" dir="2700000" algn="tl">
                    <a:srgbClr val="000000">
                      <a:alpha val="43137"/>
                    </a:srgbClr>
                  </a:outerShdw>
                </a:effectLst>
                <a:latin typeface="+mn-ea"/>
              </a:rPr>
              <a:t>开放定址</a:t>
            </a:r>
            <a:r>
              <a:rPr lang="zh-CN" altLang="en-US" sz="24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rPr>
              <a:t>散列</a:t>
            </a:r>
            <a:r>
              <a:rPr lang="zh-CN" altLang="zh-CN" sz="2400" b="1" dirty="0">
                <a:solidFill>
                  <a:srgbClr val="3333FF"/>
                </a:solidFill>
                <a:effectLst>
                  <a:outerShdw blurRad="38100" dist="38100" dir="2700000" algn="tl">
                    <a:srgbClr val="000000">
                      <a:alpha val="43137"/>
                    </a:srgbClr>
                  </a:outerShdw>
                </a:effectLst>
                <a:latin typeface="+mn-ea"/>
                <a:sym typeface="微软雅黑" panose="020B0503020204020204" pitchFamily="34" charset="-122"/>
              </a:rPr>
              <a:t>表的查找</a:t>
            </a:r>
            <a:endParaRPr lang="zh-CN" altLang="en-US" sz="2400" b="1" dirty="0">
              <a:effectLst>
                <a:outerShdw blurRad="38100" dist="38100" dir="2700000" algn="tl">
                  <a:srgbClr val="000000">
                    <a:alpha val="43137"/>
                  </a:srgbClr>
                </a:outerShdw>
              </a:effectLst>
              <a:latin typeface="+mn-ea"/>
            </a:endParaRPr>
          </a:p>
        </p:txBody>
      </p:sp>
      <p:sp>
        <p:nvSpPr>
          <p:cNvPr id="3" name="Rectangle 29">
            <a:extLst>
              <a:ext uri="{FF2B5EF4-FFF2-40B4-BE49-F238E27FC236}">
                <a16:creationId xmlns:a16="http://schemas.microsoft.com/office/drawing/2014/main" id="{B1395BE4-35D8-D07C-6EE3-5E4D75CFFAB9}"/>
              </a:ext>
            </a:extLst>
          </p:cNvPr>
          <p:cNvSpPr>
            <a:spLocks noChangeArrowheads="1"/>
          </p:cNvSpPr>
          <p:nvPr/>
        </p:nvSpPr>
        <p:spPr bwMode="auto">
          <a:xfrm>
            <a:off x="361380" y="1939130"/>
            <a:ext cx="164750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800" b="1" dirty="0">
                <a:solidFill>
                  <a:srgbClr val="000000"/>
                </a:solidFill>
                <a:latin typeface="Courier New" panose="02070309020205020404" pitchFamily="49" charset="0"/>
                <a:cs typeface="Courier New" panose="02070309020205020404" pitchFamily="49" charset="0"/>
              </a:rPr>
              <a:t>H-&gt;</a:t>
            </a:r>
            <a:r>
              <a:rPr lang="en-US" altLang="zh-CN" sz="1800" b="1" dirty="0" err="1">
                <a:solidFill>
                  <a:srgbClr val="000000"/>
                </a:solidFill>
                <a:latin typeface="Courier New" panose="02070309020205020404" pitchFamily="49" charset="0"/>
                <a:cs typeface="Courier New" panose="02070309020205020404" pitchFamily="49" charset="0"/>
              </a:rPr>
              <a:t>elem</a:t>
            </a:r>
            <a:r>
              <a:rPr lang="en-US" altLang="zh-CN" sz="1800" b="1" dirty="0">
                <a:solidFill>
                  <a:srgbClr val="000000"/>
                </a:solidFill>
                <a:latin typeface="Courier New" panose="02070309020205020404" pitchFamily="49" charset="0"/>
                <a:cs typeface="Courier New" panose="02070309020205020404" pitchFamily="49" charset="0"/>
              </a:rPr>
              <a:t>[ ]</a:t>
            </a:r>
          </a:p>
        </p:txBody>
      </p:sp>
      <p:sp>
        <p:nvSpPr>
          <p:cNvPr id="4" name="文本框 3">
            <a:extLst>
              <a:ext uri="{FF2B5EF4-FFF2-40B4-BE49-F238E27FC236}">
                <a16:creationId xmlns:a16="http://schemas.microsoft.com/office/drawing/2014/main" id="{A0AAAE1C-8575-20E8-7643-79A36B44BC65}"/>
              </a:ext>
            </a:extLst>
          </p:cNvPr>
          <p:cNvSpPr txBox="1"/>
          <p:nvPr/>
        </p:nvSpPr>
        <p:spPr>
          <a:xfrm>
            <a:off x="9183165" y="2014462"/>
            <a:ext cx="1595309" cy="369332"/>
          </a:xfrm>
          <a:prstGeom prst="rect">
            <a:avLst/>
          </a:prstGeom>
          <a:noFill/>
        </p:spPr>
        <p:txBody>
          <a:bodyPr wrap="none" rtlCol="0">
            <a:spAutoFit/>
          </a:bodyPr>
          <a:lstStyle/>
          <a:p>
            <a:r>
              <a:rPr lang="en-US" altLang="zh-CN" b="1" dirty="0">
                <a:solidFill>
                  <a:srgbClr val="FF0000"/>
                </a:solidFill>
              </a:rPr>
              <a:t>DK: </a:t>
            </a:r>
            <a:r>
              <a:rPr lang="zh-CN" altLang="en-US" b="1" dirty="0">
                <a:solidFill>
                  <a:srgbClr val="FF0000"/>
                </a:solidFill>
              </a:rPr>
              <a:t>已删除键</a:t>
            </a:r>
          </a:p>
        </p:txBody>
      </p:sp>
      <p:sp>
        <p:nvSpPr>
          <p:cNvPr id="6" name="文本框 5">
            <a:extLst>
              <a:ext uri="{FF2B5EF4-FFF2-40B4-BE49-F238E27FC236}">
                <a16:creationId xmlns:a16="http://schemas.microsoft.com/office/drawing/2014/main" id="{605A1060-EA77-4F98-3244-802AC988B605}"/>
              </a:ext>
            </a:extLst>
          </p:cNvPr>
          <p:cNvSpPr txBox="1"/>
          <p:nvPr/>
        </p:nvSpPr>
        <p:spPr>
          <a:xfrm>
            <a:off x="9183165" y="2448511"/>
            <a:ext cx="1361270" cy="369332"/>
          </a:xfrm>
          <a:prstGeom prst="rect">
            <a:avLst/>
          </a:prstGeom>
          <a:noFill/>
        </p:spPr>
        <p:txBody>
          <a:bodyPr wrap="none" rtlCol="0">
            <a:spAutoFit/>
          </a:bodyPr>
          <a:lstStyle/>
          <a:p>
            <a:r>
              <a:rPr lang="en-US" altLang="zh-CN" b="1" dirty="0">
                <a:solidFill>
                  <a:srgbClr val="FF0000"/>
                </a:solidFill>
              </a:rPr>
              <a:t>NK: “</a:t>
            </a:r>
            <a:r>
              <a:rPr lang="zh-CN" altLang="en-US" b="1" dirty="0">
                <a:solidFill>
                  <a:srgbClr val="FF0000"/>
                </a:solidFill>
              </a:rPr>
              <a:t>空</a:t>
            </a:r>
            <a:r>
              <a:rPr lang="en-US" altLang="zh-CN" b="1" dirty="0">
                <a:solidFill>
                  <a:srgbClr val="FF0000"/>
                </a:solidFill>
              </a:rPr>
              <a:t>”</a:t>
            </a:r>
            <a:r>
              <a:rPr lang="zh-CN" altLang="en-US" b="1" dirty="0">
                <a:solidFill>
                  <a:srgbClr val="FF0000"/>
                </a:solidFill>
              </a:rPr>
              <a:t>键</a:t>
            </a:r>
          </a:p>
        </p:txBody>
      </p:sp>
      <p:sp>
        <p:nvSpPr>
          <p:cNvPr id="7" name="Rectangle 91">
            <a:extLst>
              <a:ext uri="{FF2B5EF4-FFF2-40B4-BE49-F238E27FC236}">
                <a16:creationId xmlns:a16="http://schemas.microsoft.com/office/drawing/2014/main" id="{02A7F58E-9496-1D02-88F1-941373913F55}"/>
              </a:ext>
            </a:extLst>
          </p:cNvPr>
          <p:cNvSpPr>
            <a:spLocks noChangeArrowheads="1"/>
          </p:cNvSpPr>
          <p:nvPr/>
        </p:nvSpPr>
        <p:spPr bwMode="auto">
          <a:xfrm>
            <a:off x="4650105" y="3369139"/>
            <a:ext cx="437814" cy="36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dirty="0">
                <a:solidFill>
                  <a:srgbClr val="C00000"/>
                </a:solidFill>
                <a:latin typeface="Times New Roman" panose="02020603050405020304" pitchFamily="18" charset="0"/>
              </a:rPr>
              <a:t>30</a:t>
            </a:r>
          </a:p>
        </p:txBody>
      </p:sp>
      <p:sp>
        <p:nvSpPr>
          <p:cNvPr id="8" name="文本框 7">
            <a:extLst>
              <a:ext uri="{FF2B5EF4-FFF2-40B4-BE49-F238E27FC236}">
                <a16:creationId xmlns:a16="http://schemas.microsoft.com/office/drawing/2014/main" id="{87F044AE-479A-FC61-5F8B-708CB8DFC494}"/>
              </a:ext>
            </a:extLst>
          </p:cNvPr>
          <p:cNvSpPr txBox="1"/>
          <p:nvPr/>
        </p:nvSpPr>
        <p:spPr>
          <a:xfrm>
            <a:off x="563127" y="853122"/>
            <a:ext cx="700833" cy="400110"/>
          </a:xfrm>
          <a:prstGeom prst="rect">
            <a:avLst/>
          </a:prstGeom>
          <a:noFill/>
        </p:spPr>
        <p:txBody>
          <a:bodyPr wrap="none" rtlCol="0">
            <a:spAutoFit/>
          </a:bodyPr>
          <a:lstStyle/>
          <a:p>
            <a:r>
              <a:rPr lang="zh-CN" altLang="en-US" sz="2000" b="1" dirty="0">
                <a:solidFill>
                  <a:srgbClr val="FF0000"/>
                </a:solidFill>
                <a:effectLst>
                  <a:outerShdw blurRad="38100" dist="38100" dir="2700000" algn="tl">
                    <a:srgbClr val="000000">
                      <a:alpha val="43137"/>
                    </a:srgbClr>
                  </a:outerShdw>
                </a:effectLst>
                <a:latin typeface="+mj-ea"/>
                <a:ea typeface="+mj-ea"/>
              </a:rPr>
              <a:t>示例</a:t>
            </a:r>
          </a:p>
        </p:txBody>
      </p:sp>
      <p:sp>
        <p:nvSpPr>
          <p:cNvPr id="9" name="Rectangle 91">
            <a:extLst>
              <a:ext uri="{FF2B5EF4-FFF2-40B4-BE49-F238E27FC236}">
                <a16:creationId xmlns:a16="http://schemas.microsoft.com/office/drawing/2014/main" id="{67089221-51E7-03EC-D55D-DFD9258BEA3F}"/>
              </a:ext>
            </a:extLst>
          </p:cNvPr>
          <p:cNvSpPr>
            <a:spLocks noChangeArrowheads="1"/>
          </p:cNvSpPr>
          <p:nvPr/>
        </p:nvSpPr>
        <p:spPr bwMode="auto">
          <a:xfrm>
            <a:off x="3073719" y="3369138"/>
            <a:ext cx="437814" cy="36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200" b="1" dirty="0">
                <a:solidFill>
                  <a:srgbClr val="C00000"/>
                </a:solidFill>
                <a:latin typeface="Times New Roman" panose="02020603050405020304" pitchFamily="18" charset="0"/>
              </a:rPr>
              <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2230">
                                            <p:txEl>
                                              <p:pRg st="0" end="0"/>
                                            </p:txEl>
                                          </p:spTgt>
                                        </p:tgtEl>
                                        <p:attrNameLst>
                                          <p:attrName>style.visibility</p:attrName>
                                        </p:attrNameLst>
                                      </p:cBhvr>
                                      <p:to>
                                        <p:strVal val="visible"/>
                                      </p:to>
                                    </p:set>
                                    <p:animEffect transition="in" filter="fade">
                                      <p:cBhvr>
                                        <p:cTn id="7" dur="1000"/>
                                        <p:tgtEl>
                                          <p:spTgt spid="52230">
                                            <p:txEl>
                                              <p:pRg st="0" end="0"/>
                                            </p:txEl>
                                          </p:spTgt>
                                        </p:tgtEl>
                                      </p:cBhvr>
                                    </p:animEffect>
                                    <p:anim calcmode="lin" valueType="num">
                                      <p:cBhvr>
                                        <p:cTn id="8" dur="1000" fill="hold"/>
                                        <p:tgtEl>
                                          <p:spTgt spid="5223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23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2230">
                                            <p:txEl>
                                              <p:pRg st="7" end="7"/>
                                            </p:txEl>
                                          </p:spTgt>
                                        </p:tgtEl>
                                        <p:attrNameLst>
                                          <p:attrName>style.visibility</p:attrName>
                                        </p:attrNameLst>
                                      </p:cBhvr>
                                      <p:to>
                                        <p:strVal val="visible"/>
                                      </p:to>
                                    </p:set>
                                    <p:animEffect transition="in" filter="fade">
                                      <p:cBhvr>
                                        <p:cTn id="12" dur="1000"/>
                                        <p:tgtEl>
                                          <p:spTgt spid="52230">
                                            <p:txEl>
                                              <p:pRg st="7" end="7"/>
                                            </p:txEl>
                                          </p:spTgt>
                                        </p:tgtEl>
                                      </p:cBhvr>
                                    </p:animEffect>
                                    <p:anim calcmode="lin" valueType="num">
                                      <p:cBhvr>
                                        <p:cTn id="13" dur="1000" fill="hold"/>
                                        <p:tgtEl>
                                          <p:spTgt spid="52230">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52230">
                                            <p:txEl>
                                              <p:pRg st="7" end="7"/>
                                            </p:txEl>
                                          </p:spTgt>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52237"/>
                                        </p:tgtEl>
                                        <p:attrNameLst>
                                          <p:attrName>style.visibility</p:attrName>
                                        </p:attrNameLst>
                                      </p:cBhvr>
                                      <p:to>
                                        <p:strVal val="visible"/>
                                      </p:to>
                                    </p:set>
                                    <p:animEffect transition="in" filter="fade">
                                      <p:cBhvr>
                                        <p:cTn id="17" dur="1000"/>
                                        <p:tgtEl>
                                          <p:spTgt spid="52237"/>
                                        </p:tgtEl>
                                      </p:cBhvr>
                                    </p:animEffect>
                                    <p:anim calcmode="lin" valueType="num">
                                      <p:cBhvr>
                                        <p:cTn id="18" dur="1000" fill="hold"/>
                                        <p:tgtEl>
                                          <p:spTgt spid="52237"/>
                                        </p:tgtEl>
                                        <p:attrNameLst>
                                          <p:attrName>ppt_x</p:attrName>
                                        </p:attrNameLst>
                                      </p:cBhvr>
                                      <p:tavLst>
                                        <p:tav tm="0">
                                          <p:val>
                                            <p:strVal val="#ppt_x"/>
                                          </p:val>
                                        </p:tav>
                                        <p:tav tm="100000">
                                          <p:val>
                                            <p:strVal val="#ppt_x"/>
                                          </p:val>
                                        </p:tav>
                                      </p:tavLst>
                                    </p:anim>
                                    <p:anim calcmode="lin" valueType="num">
                                      <p:cBhvr>
                                        <p:cTn id="19" dur="1000" fill="hold"/>
                                        <p:tgtEl>
                                          <p:spTgt spid="52237"/>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52239"/>
                                        </p:tgtEl>
                                        <p:attrNameLst>
                                          <p:attrName>style.visibility</p:attrName>
                                        </p:attrNameLst>
                                      </p:cBhvr>
                                      <p:to>
                                        <p:strVal val="visible"/>
                                      </p:to>
                                    </p:set>
                                    <p:animEffect transition="in" filter="fade">
                                      <p:cBhvr>
                                        <p:cTn id="22" dur="1000"/>
                                        <p:tgtEl>
                                          <p:spTgt spid="52239"/>
                                        </p:tgtEl>
                                      </p:cBhvr>
                                    </p:animEffect>
                                    <p:anim calcmode="lin" valueType="num">
                                      <p:cBhvr>
                                        <p:cTn id="23" dur="1000" fill="hold"/>
                                        <p:tgtEl>
                                          <p:spTgt spid="52239"/>
                                        </p:tgtEl>
                                        <p:attrNameLst>
                                          <p:attrName>ppt_x</p:attrName>
                                        </p:attrNameLst>
                                      </p:cBhvr>
                                      <p:tavLst>
                                        <p:tav tm="0">
                                          <p:val>
                                            <p:strVal val="#ppt_x"/>
                                          </p:val>
                                        </p:tav>
                                        <p:tav tm="100000">
                                          <p:val>
                                            <p:strVal val="#ppt_x"/>
                                          </p:val>
                                        </p:tav>
                                      </p:tavLst>
                                    </p:anim>
                                    <p:anim calcmode="lin" valueType="num">
                                      <p:cBhvr>
                                        <p:cTn id="24" dur="1000" fill="hold"/>
                                        <p:tgtEl>
                                          <p:spTgt spid="52239"/>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52240"/>
                                        </p:tgtEl>
                                        <p:attrNameLst>
                                          <p:attrName>style.visibility</p:attrName>
                                        </p:attrNameLst>
                                      </p:cBhvr>
                                      <p:to>
                                        <p:strVal val="visible"/>
                                      </p:to>
                                    </p:set>
                                    <p:animEffect transition="in" filter="fade">
                                      <p:cBhvr>
                                        <p:cTn id="27" dur="1000"/>
                                        <p:tgtEl>
                                          <p:spTgt spid="52240"/>
                                        </p:tgtEl>
                                      </p:cBhvr>
                                    </p:animEffect>
                                    <p:anim calcmode="lin" valueType="num">
                                      <p:cBhvr>
                                        <p:cTn id="28" dur="1000" fill="hold"/>
                                        <p:tgtEl>
                                          <p:spTgt spid="52240"/>
                                        </p:tgtEl>
                                        <p:attrNameLst>
                                          <p:attrName>ppt_x</p:attrName>
                                        </p:attrNameLst>
                                      </p:cBhvr>
                                      <p:tavLst>
                                        <p:tav tm="0">
                                          <p:val>
                                            <p:strVal val="#ppt_x"/>
                                          </p:val>
                                        </p:tav>
                                        <p:tav tm="100000">
                                          <p:val>
                                            <p:strVal val="#ppt_x"/>
                                          </p:val>
                                        </p:tav>
                                      </p:tavLst>
                                    </p:anim>
                                    <p:anim calcmode="lin" valueType="num">
                                      <p:cBhvr>
                                        <p:cTn id="29" dur="1000" fill="hold"/>
                                        <p:tgtEl>
                                          <p:spTgt spid="52240"/>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52241"/>
                                        </p:tgtEl>
                                        <p:attrNameLst>
                                          <p:attrName>style.visibility</p:attrName>
                                        </p:attrNameLst>
                                      </p:cBhvr>
                                      <p:to>
                                        <p:strVal val="visible"/>
                                      </p:to>
                                    </p:set>
                                    <p:animEffect transition="in" filter="fade">
                                      <p:cBhvr>
                                        <p:cTn id="32" dur="1000"/>
                                        <p:tgtEl>
                                          <p:spTgt spid="52241"/>
                                        </p:tgtEl>
                                      </p:cBhvr>
                                    </p:animEffect>
                                    <p:anim calcmode="lin" valueType="num">
                                      <p:cBhvr>
                                        <p:cTn id="33" dur="1000" fill="hold"/>
                                        <p:tgtEl>
                                          <p:spTgt spid="52241"/>
                                        </p:tgtEl>
                                        <p:attrNameLst>
                                          <p:attrName>ppt_x</p:attrName>
                                        </p:attrNameLst>
                                      </p:cBhvr>
                                      <p:tavLst>
                                        <p:tav tm="0">
                                          <p:val>
                                            <p:strVal val="#ppt_x"/>
                                          </p:val>
                                        </p:tav>
                                        <p:tav tm="100000">
                                          <p:val>
                                            <p:strVal val="#ppt_x"/>
                                          </p:val>
                                        </p:tav>
                                      </p:tavLst>
                                    </p:anim>
                                    <p:anim calcmode="lin" valueType="num">
                                      <p:cBhvr>
                                        <p:cTn id="34" dur="1000" fill="hold"/>
                                        <p:tgtEl>
                                          <p:spTgt spid="52241"/>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52242"/>
                                        </p:tgtEl>
                                        <p:attrNameLst>
                                          <p:attrName>style.visibility</p:attrName>
                                        </p:attrNameLst>
                                      </p:cBhvr>
                                      <p:to>
                                        <p:strVal val="visible"/>
                                      </p:to>
                                    </p:set>
                                    <p:animEffect transition="in" filter="fade">
                                      <p:cBhvr>
                                        <p:cTn id="37" dur="1000"/>
                                        <p:tgtEl>
                                          <p:spTgt spid="52242"/>
                                        </p:tgtEl>
                                      </p:cBhvr>
                                    </p:animEffect>
                                    <p:anim calcmode="lin" valueType="num">
                                      <p:cBhvr>
                                        <p:cTn id="38" dur="1000" fill="hold"/>
                                        <p:tgtEl>
                                          <p:spTgt spid="52242"/>
                                        </p:tgtEl>
                                        <p:attrNameLst>
                                          <p:attrName>ppt_x</p:attrName>
                                        </p:attrNameLst>
                                      </p:cBhvr>
                                      <p:tavLst>
                                        <p:tav tm="0">
                                          <p:val>
                                            <p:strVal val="#ppt_x"/>
                                          </p:val>
                                        </p:tav>
                                        <p:tav tm="100000">
                                          <p:val>
                                            <p:strVal val="#ppt_x"/>
                                          </p:val>
                                        </p:tav>
                                      </p:tavLst>
                                    </p:anim>
                                    <p:anim calcmode="lin" valueType="num">
                                      <p:cBhvr>
                                        <p:cTn id="39" dur="1000" fill="hold"/>
                                        <p:tgtEl>
                                          <p:spTgt spid="52242"/>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0"/>
                                  </p:stCondLst>
                                  <p:childTnLst>
                                    <p:set>
                                      <p:cBhvr>
                                        <p:cTn id="41" dur="1" fill="hold">
                                          <p:stCondLst>
                                            <p:cond delay="0"/>
                                          </p:stCondLst>
                                        </p:cTn>
                                        <p:tgtEl>
                                          <p:spTgt spid="52243"/>
                                        </p:tgtEl>
                                        <p:attrNameLst>
                                          <p:attrName>style.visibility</p:attrName>
                                        </p:attrNameLst>
                                      </p:cBhvr>
                                      <p:to>
                                        <p:strVal val="visible"/>
                                      </p:to>
                                    </p:set>
                                    <p:animEffect transition="in" filter="fade">
                                      <p:cBhvr>
                                        <p:cTn id="42" dur="1000"/>
                                        <p:tgtEl>
                                          <p:spTgt spid="52243"/>
                                        </p:tgtEl>
                                      </p:cBhvr>
                                    </p:animEffect>
                                    <p:anim calcmode="lin" valueType="num">
                                      <p:cBhvr>
                                        <p:cTn id="43" dur="1000" fill="hold"/>
                                        <p:tgtEl>
                                          <p:spTgt spid="52243"/>
                                        </p:tgtEl>
                                        <p:attrNameLst>
                                          <p:attrName>ppt_x</p:attrName>
                                        </p:attrNameLst>
                                      </p:cBhvr>
                                      <p:tavLst>
                                        <p:tav tm="0">
                                          <p:val>
                                            <p:strVal val="#ppt_x"/>
                                          </p:val>
                                        </p:tav>
                                        <p:tav tm="100000">
                                          <p:val>
                                            <p:strVal val="#ppt_x"/>
                                          </p:val>
                                        </p:tav>
                                      </p:tavLst>
                                    </p:anim>
                                    <p:anim calcmode="lin" valueType="num">
                                      <p:cBhvr>
                                        <p:cTn id="44" dur="1000" fill="hold"/>
                                        <p:tgtEl>
                                          <p:spTgt spid="52243"/>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52244"/>
                                        </p:tgtEl>
                                        <p:attrNameLst>
                                          <p:attrName>style.visibility</p:attrName>
                                        </p:attrNameLst>
                                      </p:cBhvr>
                                      <p:to>
                                        <p:strVal val="visible"/>
                                      </p:to>
                                    </p:set>
                                    <p:animEffect transition="in" filter="fade">
                                      <p:cBhvr>
                                        <p:cTn id="47" dur="1000"/>
                                        <p:tgtEl>
                                          <p:spTgt spid="52244"/>
                                        </p:tgtEl>
                                      </p:cBhvr>
                                    </p:animEffect>
                                    <p:anim calcmode="lin" valueType="num">
                                      <p:cBhvr>
                                        <p:cTn id="48" dur="1000" fill="hold"/>
                                        <p:tgtEl>
                                          <p:spTgt spid="52244"/>
                                        </p:tgtEl>
                                        <p:attrNameLst>
                                          <p:attrName>ppt_x</p:attrName>
                                        </p:attrNameLst>
                                      </p:cBhvr>
                                      <p:tavLst>
                                        <p:tav tm="0">
                                          <p:val>
                                            <p:strVal val="#ppt_x"/>
                                          </p:val>
                                        </p:tav>
                                        <p:tav tm="100000">
                                          <p:val>
                                            <p:strVal val="#ppt_x"/>
                                          </p:val>
                                        </p:tav>
                                      </p:tavLst>
                                    </p:anim>
                                    <p:anim calcmode="lin" valueType="num">
                                      <p:cBhvr>
                                        <p:cTn id="49" dur="1000" fill="hold"/>
                                        <p:tgtEl>
                                          <p:spTgt spid="52244"/>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52245"/>
                                        </p:tgtEl>
                                        <p:attrNameLst>
                                          <p:attrName>style.visibility</p:attrName>
                                        </p:attrNameLst>
                                      </p:cBhvr>
                                      <p:to>
                                        <p:strVal val="visible"/>
                                      </p:to>
                                    </p:set>
                                    <p:animEffect transition="in" filter="fade">
                                      <p:cBhvr>
                                        <p:cTn id="52" dur="1000"/>
                                        <p:tgtEl>
                                          <p:spTgt spid="52245"/>
                                        </p:tgtEl>
                                      </p:cBhvr>
                                    </p:animEffect>
                                    <p:anim calcmode="lin" valueType="num">
                                      <p:cBhvr>
                                        <p:cTn id="53" dur="1000" fill="hold"/>
                                        <p:tgtEl>
                                          <p:spTgt spid="52245"/>
                                        </p:tgtEl>
                                        <p:attrNameLst>
                                          <p:attrName>ppt_x</p:attrName>
                                        </p:attrNameLst>
                                      </p:cBhvr>
                                      <p:tavLst>
                                        <p:tav tm="0">
                                          <p:val>
                                            <p:strVal val="#ppt_x"/>
                                          </p:val>
                                        </p:tav>
                                        <p:tav tm="100000">
                                          <p:val>
                                            <p:strVal val="#ppt_x"/>
                                          </p:val>
                                        </p:tav>
                                      </p:tavLst>
                                    </p:anim>
                                    <p:anim calcmode="lin" valueType="num">
                                      <p:cBhvr>
                                        <p:cTn id="54" dur="1000" fill="hold"/>
                                        <p:tgtEl>
                                          <p:spTgt spid="52245"/>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0"/>
                                  </p:stCondLst>
                                  <p:childTnLst>
                                    <p:set>
                                      <p:cBhvr>
                                        <p:cTn id="56" dur="1" fill="hold">
                                          <p:stCondLst>
                                            <p:cond delay="0"/>
                                          </p:stCondLst>
                                        </p:cTn>
                                        <p:tgtEl>
                                          <p:spTgt spid="52246"/>
                                        </p:tgtEl>
                                        <p:attrNameLst>
                                          <p:attrName>style.visibility</p:attrName>
                                        </p:attrNameLst>
                                      </p:cBhvr>
                                      <p:to>
                                        <p:strVal val="visible"/>
                                      </p:to>
                                    </p:set>
                                    <p:animEffect transition="in" filter="fade">
                                      <p:cBhvr>
                                        <p:cTn id="57" dur="1000"/>
                                        <p:tgtEl>
                                          <p:spTgt spid="52246"/>
                                        </p:tgtEl>
                                      </p:cBhvr>
                                    </p:animEffect>
                                    <p:anim calcmode="lin" valueType="num">
                                      <p:cBhvr>
                                        <p:cTn id="58" dur="1000" fill="hold"/>
                                        <p:tgtEl>
                                          <p:spTgt spid="52246"/>
                                        </p:tgtEl>
                                        <p:attrNameLst>
                                          <p:attrName>ppt_x</p:attrName>
                                        </p:attrNameLst>
                                      </p:cBhvr>
                                      <p:tavLst>
                                        <p:tav tm="0">
                                          <p:val>
                                            <p:strVal val="#ppt_x"/>
                                          </p:val>
                                        </p:tav>
                                        <p:tav tm="100000">
                                          <p:val>
                                            <p:strVal val="#ppt_x"/>
                                          </p:val>
                                        </p:tav>
                                      </p:tavLst>
                                    </p:anim>
                                    <p:anim calcmode="lin" valueType="num">
                                      <p:cBhvr>
                                        <p:cTn id="59" dur="1000" fill="hold"/>
                                        <p:tgtEl>
                                          <p:spTgt spid="52246"/>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52247"/>
                                        </p:tgtEl>
                                        <p:attrNameLst>
                                          <p:attrName>style.visibility</p:attrName>
                                        </p:attrNameLst>
                                      </p:cBhvr>
                                      <p:to>
                                        <p:strVal val="visible"/>
                                      </p:to>
                                    </p:set>
                                    <p:animEffect transition="in" filter="fade">
                                      <p:cBhvr>
                                        <p:cTn id="62" dur="1000"/>
                                        <p:tgtEl>
                                          <p:spTgt spid="52247"/>
                                        </p:tgtEl>
                                      </p:cBhvr>
                                    </p:animEffect>
                                    <p:anim calcmode="lin" valueType="num">
                                      <p:cBhvr>
                                        <p:cTn id="63" dur="1000" fill="hold"/>
                                        <p:tgtEl>
                                          <p:spTgt spid="52247"/>
                                        </p:tgtEl>
                                        <p:attrNameLst>
                                          <p:attrName>ppt_x</p:attrName>
                                        </p:attrNameLst>
                                      </p:cBhvr>
                                      <p:tavLst>
                                        <p:tav tm="0">
                                          <p:val>
                                            <p:strVal val="#ppt_x"/>
                                          </p:val>
                                        </p:tav>
                                        <p:tav tm="100000">
                                          <p:val>
                                            <p:strVal val="#ppt_x"/>
                                          </p:val>
                                        </p:tav>
                                      </p:tavLst>
                                    </p:anim>
                                    <p:anim calcmode="lin" valueType="num">
                                      <p:cBhvr>
                                        <p:cTn id="64" dur="1000" fill="hold"/>
                                        <p:tgtEl>
                                          <p:spTgt spid="52247"/>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52248"/>
                                        </p:tgtEl>
                                        <p:attrNameLst>
                                          <p:attrName>style.visibility</p:attrName>
                                        </p:attrNameLst>
                                      </p:cBhvr>
                                      <p:to>
                                        <p:strVal val="visible"/>
                                      </p:to>
                                    </p:set>
                                    <p:animEffect transition="in" filter="fade">
                                      <p:cBhvr>
                                        <p:cTn id="67" dur="1000"/>
                                        <p:tgtEl>
                                          <p:spTgt spid="52248"/>
                                        </p:tgtEl>
                                      </p:cBhvr>
                                    </p:animEffect>
                                    <p:anim calcmode="lin" valueType="num">
                                      <p:cBhvr>
                                        <p:cTn id="68" dur="1000" fill="hold"/>
                                        <p:tgtEl>
                                          <p:spTgt spid="52248"/>
                                        </p:tgtEl>
                                        <p:attrNameLst>
                                          <p:attrName>ppt_x</p:attrName>
                                        </p:attrNameLst>
                                      </p:cBhvr>
                                      <p:tavLst>
                                        <p:tav tm="0">
                                          <p:val>
                                            <p:strVal val="#ppt_x"/>
                                          </p:val>
                                        </p:tav>
                                        <p:tav tm="100000">
                                          <p:val>
                                            <p:strVal val="#ppt_x"/>
                                          </p:val>
                                        </p:tav>
                                      </p:tavLst>
                                    </p:anim>
                                    <p:anim calcmode="lin" valueType="num">
                                      <p:cBhvr>
                                        <p:cTn id="69" dur="1000" fill="hold"/>
                                        <p:tgtEl>
                                          <p:spTgt spid="52248"/>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0"/>
                                  </p:stCondLst>
                                  <p:childTnLst>
                                    <p:set>
                                      <p:cBhvr>
                                        <p:cTn id="71" dur="1" fill="hold">
                                          <p:stCondLst>
                                            <p:cond delay="0"/>
                                          </p:stCondLst>
                                        </p:cTn>
                                        <p:tgtEl>
                                          <p:spTgt spid="52249"/>
                                        </p:tgtEl>
                                        <p:attrNameLst>
                                          <p:attrName>style.visibility</p:attrName>
                                        </p:attrNameLst>
                                      </p:cBhvr>
                                      <p:to>
                                        <p:strVal val="visible"/>
                                      </p:to>
                                    </p:set>
                                    <p:animEffect transition="in" filter="fade">
                                      <p:cBhvr>
                                        <p:cTn id="72" dur="1000"/>
                                        <p:tgtEl>
                                          <p:spTgt spid="52249"/>
                                        </p:tgtEl>
                                      </p:cBhvr>
                                    </p:animEffect>
                                    <p:anim calcmode="lin" valueType="num">
                                      <p:cBhvr>
                                        <p:cTn id="73" dur="1000" fill="hold"/>
                                        <p:tgtEl>
                                          <p:spTgt spid="52249"/>
                                        </p:tgtEl>
                                        <p:attrNameLst>
                                          <p:attrName>ppt_x</p:attrName>
                                        </p:attrNameLst>
                                      </p:cBhvr>
                                      <p:tavLst>
                                        <p:tav tm="0">
                                          <p:val>
                                            <p:strVal val="#ppt_x"/>
                                          </p:val>
                                        </p:tav>
                                        <p:tav tm="100000">
                                          <p:val>
                                            <p:strVal val="#ppt_x"/>
                                          </p:val>
                                        </p:tav>
                                      </p:tavLst>
                                    </p:anim>
                                    <p:anim calcmode="lin" valueType="num">
                                      <p:cBhvr>
                                        <p:cTn id="74" dur="1000" fill="hold"/>
                                        <p:tgtEl>
                                          <p:spTgt spid="52249"/>
                                        </p:tgtEl>
                                        <p:attrNameLst>
                                          <p:attrName>ppt_y</p:attrName>
                                        </p:attrNameLst>
                                      </p:cBhvr>
                                      <p:tavLst>
                                        <p:tav tm="0">
                                          <p:val>
                                            <p:strVal val="#ppt_y-.1"/>
                                          </p:val>
                                        </p:tav>
                                        <p:tav tm="100000">
                                          <p:val>
                                            <p:strVal val="#ppt_y"/>
                                          </p:val>
                                        </p:tav>
                                      </p:tavLst>
                                    </p:anim>
                                  </p:childTnLst>
                                </p:cTn>
                              </p:par>
                              <p:par>
                                <p:cTn id="75" presetID="47" presetClass="entr" presetSubtype="0" fill="hold" grpId="0" nodeType="with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fade">
                                      <p:cBhvr>
                                        <p:cTn id="77" dur="1000"/>
                                        <p:tgtEl>
                                          <p:spTgt spid="3"/>
                                        </p:tgtEl>
                                      </p:cBhvr>
                                    </p:animEffect>
                                    <p:anim calcmode="lin" valueType="num">
                                      <p:cBhvr>
                                        <p:cTn id="78" dur="1000" fill="hold"/>
                                        <p:tgtEl>
                                          <p:spTgt spid="3"/>
                                        </p:tgtEl>
                                        <p:attrNameLst>
                                          <p:attrName>ppt_x</p:attrName>
                                        </p:attrNameLst>
                                      </p:cBhvr>
                                      <p:tavLst>
                                        <p:tav tm="0">
                                          <p:val>
                                            <p:strVal val="#ppt_x"/>
                                          </p:val>
                                        </p:tav>
                                        <p:tav tm="100000">
                                          <p:val>
                                            <p:strVal val="#ppt_x"/>
                                          </p:val>
                                        </p:tav>
                                      </p:tavLst>
                                    </p:anim>
                                    <p:anim calcmode="lin" valueType="num">
                                      <p:cBhvr>
                                        <p:cTn id="79" dur="1000" fill="hold"/>
                                        <p:tgtEl>
                                          <p:spTgt spid="3"/>
                                        </p:tgtEl>
                                        <p:attrNameLst>
                                          <p:attrName>ppt_y</p:attrName>
                                        </p:attrNameLst>
                                      </p:cBhvr>
                                      <p:tavLst>
                                        <p:tav tm="0">
                                          <p:val>
                                            <p:strVal val="#ppt_y-.1"/>
                                          </p:val>
                                        </p:tav>
                                        <p:tav tm="100000">
                                          <p:val>
                                            <p:strVal val="#ppt_y"/>
                                          </p:val>
                                        </p:tav>
                                      </p:tavLst>
                                    </p:anim>
                                  </p:childTnLst>
                                </p:cTn>
                              </p:par>
                              <p:par>
                                <p:cTn id="80" presetID="47" presetClass="entr" presetSubtype="0" fill="hold" grpId="0" nodeType="withEffect">
                                  <p:stCondLst>
                                    <p:cond delay="0"/>
                                  </p:stCondLst>
                                  <p:childTnLst>
                                    <p:set>
                                      <p:cBhvr>
                                        <p:cTn id="81" dur="1" fill="hold">
                                          <p:stCondLst>
                                            <p:cond delay="0"/>
                                          </p:stCondLst>
                                        </p:cTn>
                                        <p:tgtEl>
                                          <p:spTgt spid="52251"/>
                                        </p:tgtEl>
                                        <p:attrNameLst>
                                          <p:attrName>style.visibility</p:attrName>
                                        </p:attrNameLst>
                                      </p:cBhvr>
                                      <p:to>
                                        <p:strVal val="visible"/>
                                      </p:to>
                                    </p:set>
                                    <p:animEffect transition="in" filter="fade">
                                      <p:cBhvr>
                                        <p:cTn id="82" dur="1000"/>
                                        <p:tgtEl>
                                          <p:spTgt spid="52251"/>
                                        </p:tgtEl>
                                      </p:cBhvr>
                                    </p:animEffect>
                                    <p:anim calcmode="lin" valueType="num">
                                      <p:cBhvr>
                                        <p:cTn id="83" dur="1000" fill="hold"/>
                                        <p:tgtEl>
                                          <p:spTgt spid="52251"/>
                                        </p:tgtEl>
                                        <p:attrNameLst>
                                          <p:attrName>ppt_x</p:attrName>
                                        </p:attrNameLst>
                                      </p:cBhvr>
                                      <p:tavLst>
                                        <p:tav tm="0">
                                          <p:val>
                                            <p:strVal val="#ppt_x"/>
                                          </p:val>
                                        </p:tav>
                                        <p:tav tm="100000">
                                          <p:val>
                                            <p:strVal val="#ppt_x"/>
                                          </p:val>
                                        </p:tav>
                                      </p:tavLst>
                                    </p:anim>
                                    <p:anim calcmode="lin" valueType="num">
                                      <p:cBhvr>
                                        <p:cTn id="84" dur="1000" fill="hold"/>
                                        <p:tgtEl>
                                          <p:spTgt spid="52251"/>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52264"/>
                                        </p:tgtEl>
                                        <p:attrNameLst>
                                          <p:attrName>style.visibility</p:attrName>
                                        </p:attrNameLst>
                                      </p:cBhvr>
                                      <p:to>
                                        <p:strVal val="visible"/>
                                      </p:to>
                                    </p:set>
                                    <p:animEffect transition="in" filter="fade">
                                      <p:cBhvr>
                                        <p:cTn id="87" dur="1000"/>
                                        <p:tgtEl>
                                          <p:spTgt spid="52264"/>
                                        </p:tgtEl>
                                      </p:cBhvr>
                                    </p:animEffect>
                                    <p:anim calcmode="lin" valueType="num">
                                      <p:cBhvr>
                                        <p:cTn id="88" dur="1000" fill="hold"/>
                                        <p:tgtEl>
                                          <p:spTgt spid="52264"/>
                                        </p:tgtEl>
                                        <p:attrNameLst>
                                          <p:attrName>ppt_x</p:attrName>
                                        </p:attrNameLst>
                                      </p:cBhvr>
                                      <p:tavLst>
                                        <p:tav tm="0">
                                          <p:val>
                                            <p:strVal val="#ppt_x"/>
                                          </p:val>
                                        </p:tav>
                                        <p:tav tm="100000">
                                          <p:val>
                                            <p:strVal val="#ppt_x"/>
                                          </p:val>
                                        </p:tav>
                                      </p:tavLst>
                                    </p:anim>
                                    <p:anim calcmode="lin" valueType="num">
                                      <p:cBhvr>
                                        <p:cTn id="89" dur="1000" fill="hold"/>
                                        <p:tgtEl>
                                          <p:spTgt spid="52264"/>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52265"/>
                                        </p:tgtEl>
                                        <p:attrNameLst>
                                          <p:attrName>style.visibility</p:attrName>
                                        </p:attrNameLst>
                                      </p:cBhvr>
                                      <p:to>
                                        <p:strVal val="visible"/>
                                      </p:to>
                                    </p:set>
                                    <p:animEffect transition="in" filter="fade">
                                      <p:cBhvr>
                                        <p:cTn id="92" dur="1000"/>
                                        <p:tgtEl>
                                          <p:spTgt spid="52265"/>
                                        </p:tgtEl>
                                      </p:cBhvr>
                                    </p:animEffect>
                                    <p:anim calcmode="lin" valueType="num">
                                      <p:cBhvr>
                                        <p:cTn id="93" dur="1000" fill="hold"/>
                                        <p:tgtEl>
                                          <p:spTgt spid="52265"/>
                                        </p:tgtEl>
                                        <p:attrNameLst>
                                          <p:attrName>ppt_x</p:attrName>
                                        </p:attrNameLst>
                                      </p:cBhvr>
                                      <p:tavLst>
                                        <p:tav tm="0">
                                          <p:val>
                                            <p:strVal val="#ppt_x"/>
                                          </p:val>
                                        </p:tav>
                                        <p:tav tm="100000">
                                          <p:val>
                                            <p:strVal val="#ppt_x"/>
                                          </p:val>
                                        </p:tav>
                                      </p:tavLst>
                                    </p:anim>
                                    <p:anim calcmode="lin" valueType="num">
                                      <p:cBhvr>
                                        <p:cTn id="94" dur="1000" fill="hold"/>
                                        <p:tgtEl>
                                          <p:spTgt spid="52265"/>
                                        </p:tgtEl>
                                        <p:attrNameLst>
                                          <p:attrName>ppt_y</p:attrName>
                                        </p:attrNameLst>
                                      </p:cBhvr>
                                      <p:tavLst>
                                        <p:tav tm="0">
                                          <p:val>
                                            <p:strVal val="#ppt_y-.1"/>
                                          </p:val>
                                        </p:tav>
                                        <p:tav tm="100000">
                                          <p:val>
                                            <p:strVal val="#ppt_y"/>
                                          </p:val>
                                        </p:tav>
                                      </p:tavLst>
                                    </p:anim>
                                  </p:childTnLst>
                                </p:cTn>
                              </p:par>
                              <p:par>
                                <p:cTn id="95" presetID="47" presetClass="entr" presetSubtype="0" fill="hold" grpId="0" nodeType="withEffect">
                                  <p:stCondLst>
                                    <p:cond delay="0"/>
                                  </p:stCondLst>
                                  <p:childTnLst>
                                    <p:set>
                                      <p:cBhvr>
                                        <p:cTn id="96" dur="1" fill="hold">
                                          <p:stCondLst>
                                            <p:cond delay="0"/>
                                          </p:stCondLst>
                                        </p:cTn>
                                        <p:tgtEl>
                                          <p:spTgt spid="52266"/>
                                        </p:tgtEl>
                                        <p:attrNameLst>
                                          <p:attrName>style.visibility</p:attrName>
                                        </p:attrNameLst>
                                      </p:cBhvr>
                                      <p:to>
                                        <p:strVal val="visible"/>
                                      </p:to>
                                    </p:set>
                                    <p:animEffect transition="in" filter="fade">
                                      <p:cBhvr>
                                        <p:cTn id="97" dur="1000"/>
                                        <p:tgtEl>
                                          <p:spTgt spid="52266"/>
                                        </p:tgtEl>
                                      </p:cBhvr>
                                    </p:animEffect>
                                    <p:anim calcmode="lin" valueType="num">
                                      <p:cBhvr>
                                        <p:cTn id="98" dur="1000" fill="hold"/>
                                        <p:tgtEl>
                                          <p:spTgt spid="52266"/>
                                        </p:tgtEl>
                                        <p:attrNameLst>
                                          <p:attrName>ppt_x</p:attrName>
                                        </p:attrNameLst>
                                      </p:cBhvr>
                                      <p:tavLst>
                                        <p:tav tm="0">
                                          <p:val>
                                            <p:strVal val="#ppt_x"/>
                                          </p:val>
                                        </p:tav>
                                        <p:tav tm="100000">
                                          <p:val>
                                            <p:strVal val="#ppt_x"/>
                                          </p:val>
                                        </p:tav>
                                      </p:tavLst>
                                    </p:anim>
                                    <p:anim calcmode="lin" valueType="num">
                                      <p:cBhvr>
                                        <p:cTn id="99" dur="1000" fill="hold"/>
                                        <p:tgtEl>
                                          <p:spTgt spid="52266"/>
                                        </p:tgtEl>
                                        <p:attrNameLst>
                                          <p:attrName>ppt_y</p:attrName>
                                        </p:attrNameLst>
                                      </p:cBhvr>
                                      <p:tavLst>
                                        <p:tav tm="0">
                                          <p:val>
                                            <p:strVal val="#ppt_y-.1"/>
                                          </p:val>
                                        </p:tav>
                                        <p:tav tm="100000">
                                          <p:val>
                                            <p:strVal val="#ppt_y"/>
                                          </p:val>
                                        </p:tav>
                                      </p:tavLst>
                                    </p:anim>
                                  </p:childTnLst>
                                </p:cTn>
                              </p:par>
                              <p:par>
                                <p:cTn id="100" presetID="47" presetClass="entr" presetSubtype="0" fill="hold" grpId="0" nodeType="withEffect">
                                  <p:stCondLst>
                                    <p:cond delay="0"/>
                                  </p:stCondLst>
                                  <p:childTnLst>
                                    <p:set>
                                      <p:cBhvr>
                                        <p:cTn id="101" dur="1" fill="hold">
                                          <p:stCondLst>
                                            <p:cond delay="0"/>
                                          </p:stCondLst>
                                        </p:cTn>
                                        <p:tgtEl>
                                          <p:spTgt spid="52267"/>
                                        </p:tgtEl>
                                        <p:attrNameLst>
                                          <p:attrName>style.visibility</p:attrName>
                                        </p:attrNameLst>
                                      </p:cBhvr>
                                      <p:to>
                                        <p:strVal val="visible"/>
                                      </p:to>
                                    </p:set>
                                    <p:animEffect transition="in" filter="fade">
                                      <p:cBhvr>
                                        <p:cTn id="102" dur="1000"/>
                                        <p:tgtEl>
                                          <p:spTgt spid="52267"/>
                                        </p:tgtEl>
                                      </p:cBhvr>
                                    </p:animEffect>
                                    <p:anim calcmode="lin" valueType="num">
                                      <p:cBhvr>
                                        <p:cTn id="103" dur="1000" fill="hold"/>
                                        <p:tgtEl>
                                          <p:spTgt spid="52267"/>
                                        </p:tgtEl>
                                        <p:attrNameLst>
                                          <p:attrName>ppt_x</p:attrName>
                                        </p:attrNameLst>
                                      </p:cBhvr>
                                      <p:tavLst>
                                        <p:tav tm="0">
                                          <p:val>
                                            <p:strVal val="#ppt_x"/>
                                          </p:val>
                                        </p:tav>
                                        <p:tav tm="100000">
                                          <p:val>
                                            <p:strVal val="#ppt_x"/>
                                          </p:val>
                                        </p:tav>
                                      </p:tavLst>
                                    </p:anim>
                                    <p:anim calcmode="lin" valueType="num">
                                      <p:cBhvr>
                                        <p:cTn id="104" dur="1000" fill="hold"/>
                                        <p:tgtEl>
                                          <p:spTgt spid="52267"/>
                                        </p:tgtEl>
                                        <p:attrNameLst>
                                          <p:attrName>ppt_y</p:attrName>
                                        </p:attrNameLst>
                                      </p:cBhvr>
                                      <p:tavLst>
                                        <p:tav tm="0">
                                          <p:val>
                                            <p:strVal val="#ppt_y-.1"/>
                                          </p:val>
                                        </p:tav>
                                        <p:tav tm="100000">
                                          <p:val>
                                            <p:strVal val="#ppt_y"/>
                                          </p:val>
                                        </p:tav>
                                      </p:tavLst>
                                    </p:anim>
                                  </p:childTnLst>
                                </p:cTn>
                              </p:par>
                              <p:par>
                                <p:cTn id="105" presetID="47" presetClass="entr" presetSubtype="0" fill="hold" grpId="0" nodeType="withEffect">
                                  <p:stCondLst>
                                    <p:cond delay="0"/>
                                  </p:stCondLst>
                                  <p:childTnLst>
                                    <p:set>
                                      <p:cBhvr>
                                        <p:cTn id="106" dur="1" fill="hold">
                                          <p:stCondLst>
                                            <p:cond delay="0"/>
                                          </p:stCondLst>
                                        </p:cTn>
                                        <p:tgtEl>
                                          <p:spTgt spid="52268"/>
                                        </p:tgtEl>
                                        <p:attrNameLst>
                                          <p:attrName>style.visibility</p:attrName>
                                        </p:attrNameLst>
                                      </p:cBhvr>
                                      <p:to>
                                        <p:strVal val="visible"/>
                                      </p:to>
                                    </p:set>
                                    <p:animEffect transition="in" filter="fade">
                                      <p:cBhvr>
                                        <p:cTn id="107" dur="1000"/>
                                        <p:tgtEl>
                                          <p:spTgt spid="52268"/>
                                        </p:tgtEl>
                                      </p:cBhvr>
                                    </p:animEffect>
                                    <p:anim calcmode="lin" valueType="num">
                                      <p:cBhvr>
                                        <p:cTn id="108" dur="1000" fill="hold"/>
                                        <p:tgtEl>
                                          <p:spTgt spid="52268"/>
                                        </p:tgtEl>
                                        <p:attrNameLst>
                                          <p:attrName>ppt_x</p:attrName>
                                        </p:attrNameLst>
                                      </p:cBhvr>
                                      <p:tavLst>
                                        <p:tav tm="0">
                                          <p:val>
                                            <p:strVal val="#ppt_x"/>
                                          </p:val>
                                        </p:tav>
                                        <p:tav tm="100000">
                                          <p:val>
                                            <p:strVal val="#ppt_x"/>
                                          </p:val>
                                        </p:tav>
                                      </p:tavLst>
                                    </p:anim>
                                    <p:anim calcmode="lin" valueType="num">
                                      <p:cBhvr>
                                        <p:cTn id="109" dur="1000" fill="hold"/>
                                        <p:tgtEl>
                                          <p:spTgt spid="52268"/>
                                        </p:tgtEl>
                                        <p:attrNameLst>
                                          <p:attrName>ppt_y</p:attrName>
                                        </p:attrNameLst>
                                      </p:cBhvr>
                                      <p:tavLst>
                                        <p:tav tm="0">
                                          <p:val>
                                            <p:strVal val="#ppt_y-.1"/>
                                          </p:val>
                                        </p:tav>
                                        <p:tav tm="100000">
                                          <p:val>
                                            <p:strVal val="#ppt_y"/>
                                          </p:val>
                                        </p:tav>
                                      </p:tavLst>
                                    </p:anim>
                                  </p:childTnLst>
                                </p:cTn>
                              </p:par>
                              <p:par>
                                <p:cTn id="110" presetID="47" presetClass="entr" presetSubtype="0" fill="hold" grpId="0" nodeType="withEffect">
                                  <p:stCondLst>
                                    <p:cond delay="0"/>
                                  </p:stCondLst>
                                  <p:childTnLst>
                                    <p:set>
                                      <p:cBhvr>
                                        <p:cTn id="111" dur="1" fill="hold">
                                          <p:stCondLst>
                                            <p:cond delay="0"/>
                                          </p:stCondLst>
                                        </p:cTn>
                                        <p:tgtEl>
                                          <p:spTgt spid="52269"/>
                                        </p:tgtEl>
                                        <p:attrNameLst>
                                          <p:attrName>style.visibility</p:attrName>
                                        </p:attrNameLst>
                                      </p:cBhvr>
                                      <p:to>
                                        <p:strVal val="visible"/>
                                      </p:to>
                                    </p:set>
                                    <p:animEffect transition="in" filter="fade">
                                      <p:cBhvr>
                                        <p:cTn id="112" dur="1000"/>
                                        <p:tgtEl>
                                          <p:spTgt spid="52269"/>
                                        </p:tgtEl>
                                      </p:cBhvr>
                                    </p:animEffect>
                                    <p:anim calcmode="lin" valueType="num">
                                      <p:cBhvr>
                                        <p:cTn id="113" dur="1000" fill="hold"/>
                                        <p:tgtEl>
                                          <p:spTgt spid="52269"/>
                                        </p:tgtEl>
                                        <p:attrNameLst>
                                          <p:attrName>ppt_x</p:attrName>
                                        </p:attrNameLst>
                                      </p:cBhvr>
                                      <p:tavLst>
                                        <p:tav tm="0">
                                          <p:val>
                                            <p:strVal val="#ppt_x"/>
                                          </p:val>
                                        </p:tav>
                                        <p:tav tm="100000">
                                          <p:val>
                                            <p:strVal val="#ppt_x"/>
                                          </p:val>
                                        </p:tav>
                                      </p:tavLst>
                                    </p:anim>
                                    <p:anim calcmode="lin" valueType="num">
                                      <p:cBhvr>
                                        <p:cTn id="114" dur="1000" fill="hold"/>
                                        <p:tgtEl>
                                          <p:spTgt spid="52269"/>
                                        </p:tgtEl>
                                        <p:attrNameLst>
                                          <p:attrName>ppt_y</p:attrName>
                                        </p:attrNameLst>
                                      </p:cBhvr>
                                      <p:tavLst>
                                        <p:tav tm="0">
                                          <p:val>
                                            <p:strVal val="#ppt_y-.1"/>
                                          </p:val>
                                        </p:tav>
                                        <p:tav tm="100000">
                                          <p:val>
                                            <p:strVal val="#ppt_y"/>
                                          </p:val>
                                        </p:tav>
                                      </p:tavLst>
                                    </p:anim>
                                  </p:childTnLst>
                                </p:cTn>
                              </p:par>
                              <p:par>
                                <p:cTn id="115" presetID="47" presetClass="entr" presetSubtype="0" fill="hold" grpId="0" nodeType="withEffect">
                                  <p:stCondLst>
                                    <p:cond delay="0"/>
                                  </p:stCondLst>
                                  <p:childTnLst>
                                    <p:set>
                                      <p:cBhvr>
                                        <p:cTn id="116" dur="1" fill="hold">
                                          <p:stCondLst>
                                            <p:cond delay="0"/>
                                          </p:stCondLst>
                                        </p:cTn>
                                        <p:tgtEl>
                                          <p:spTgt spid="52270"/>
                                        </p:tgtEl>
                                        <p:attrNameLst>
                                          <p:attrName>style.visibility</p:attrName>
                                        </p:attrNameLst>
                                      </p:cBhvr>
                                      <p:to>
                                        <p:strVal val="visible"/>
                                      </p:to>
                                    </p:set>
                                    <p:animEffect transition="in" filter="fade">
                                      <p:cBhvr>
                                        <p:cTn id="117" dur="1000"/>
                                        <p:tgtEl>
                                          <p:spTgt spid="52270"/>
                                        </p:tgtEl>
                                      </p:cBhvr>
                                    </p:animEffect>
                                    <p:anim calcmode="lin" valueType="num">
                                      <p:cBhvr>
                                        <p:cTn id="118" dur="1000" fill="hold"/>
                                        <p:tgtEl>
                                          <p:spTgt spid="52270"/>
                                        </p:tgtEl>
                                        <p:attrNameLst>
                                          <p:attrName>ppt_x</p:attrName>
                                        </p:attrNameLst>
                                      </p:cBhvr>
                                      <p:tavLst>
                                        <p:tav tm="0">
                                          <p:val>
                                            <p:strVal val="#ppt_x"/>
                                          </p:val>
                                        </p:tav>
                                        <p:tav tm="100000">
                                          <p:val>
                                            <p:strVal val="#ppt_x"/>
                                          </p:val>
                                        </p:tav>
                                      </p:tavLst>
                                    </p:anim>
                                    <p:anim calcmode="lin" valueType="num">
                                      <p:cBhvr>
                                        <p:cTn id="119" dur="1000" fill="hold"/>
                                        <p:tgtEl>
                                          <p:spTgt spid="52270"/>
                                        </p:tgtEl>
                                        <p:attrNameLst>
                                          <p:attrName>ppt_y</p:attrName>
                                        </p:attrNameLst>
                                      </p:cBhvr>
                                      <p:tavLst>
                                        <p:tav tm="0">
                                          <p:val>
                                            <p:strVal val="#ppt_y-.1"/>
                                          </p:val>
                                        </p:tav>
                                        <p:tav tm="100000">
                                          <p:val>
                                            <p:strVal val="#ppt_y"/>
                                          </p:val>
                                        </p:tav>
                                      </p:tavLst>
                                    </p:anim>
                                  </p:childTnLst>
                                </p:cTn>
                              </p:par>
                              <p:par>
                                <p:cTn id="120" presetID="47" presetClass="entr" presetSubtype="0" fill="hold" grpId="0" nodeType="withEffect">
                                  <p:stCondLst>
                                    <p:cond delay="0"/>
                                  </p:stCondLst>
                                  <p:childTnLst>
                                    <p:set>
                                      <p:cBhvr>
                                        <p:cTn id="121" dur="1" fill="hold">
                                          <p:stCondLst>
                                            <p:cond delay="0"/>
                                          </p:stCondLst>
                                        </p:cTn>
                                        <p:tgtEl>
                                          <p:spTgt spid="52271"/>
                                        </p:tgtEl>
                                        <p:attrNameLst>
                                          <p:attrName>style.visibility</p:attrName>
                                        </p:attrNameLst>
                                      </p:cBhvr>
                                      <p:to>
                                        <p:strVal val="visible"/>
                                      </p:to>
                                    </p:set>
                                    <p:animEffect transition="in" filter="fade">
                                      <p:cBhvr>
                                        <p:cTn id="122" dur="1000"/>
                                        <p:tgtEl>
                                          <p:spTgt spid="52271"/>
                                        </p:tgtEl>
                                      </p:cBhvr>
                                    </p:animEffect>
                                    <p:anim calcmode="lin" valueType="num">
                                      <p:cBhvr>
                                        <p:cTn id="123" dur="1000" fill="hold"/>
                                        <p:tgtEl>
                                          <p:spTgt spid="52271"/>
                                        </p:tgtEl>
                                        <p:attrNameLst>
                                          <p:attrName>ppt_x</p:attrName>
                                        </p:attrNameLst>
                                      </p:cBhvr>
                                      <p:tavLst>
                                        <p:tav tm="0">
                                          <p:val>
                                            <p:strVal val="#ppt_x"/>
                                          </p:val>
                                        </p:tav>
                                        <p:tav tm="100000">
                                          <p:val>
                                            <p:strVal val="#ppt_x"/>
                                          </p:val>
                                        </p:tav>
                                      </p:tavLst>
                                    </p:anim>
                                    <p:anim calcmode="lin" valueType="num">
                                      <p:cBhvr>
                                        <p:cTn id="124" dur="1000" fill="hold"/>
                                        <p:tgtEl>
                                          <p:spTgt spid="52271"/>
                                        </p:tgtEl>
                                        <p:attrNameLst>
                                          <p:attrName>ppt_y</p:attrName>
                                        </p:attrNameLst>
                                      </p:cBhvr>
                                      <p:tavLst>
                                        <p:tav tm="0">
                                          <p:val>
                                            <p:strVal val="#ppt_y-.1"/>
                                          </p:val>
                                        </p:tav>
                                        <p:tav tm="100000">
                                          <p:val>
                                            <p:strVal val="#ppt_y"/>
                                          </p:val>
                                        </p:tav>
                                      </p:tavLst>
                                    </p:anim>
                                  </p:childTnLst>
                                </p:cTn>
                              </p:par>
                              <p:par>
                                <p:cTn id="125" presetID="47" presetClass="entr" presetSubtype="0" fill="hold" grpId="0" nodeType="withEffect">
                                  <p:stCondLst>
                                    <p:cond delay="0"/>
                                  </p:stCondLst>
                                  <p:childTnLst>
                                    <p:set>
                                      <p:cBhvr>
                                        <p:cTn id="126" dur="1" fill="hold">
                                          <p:stCondLst>
                                            <p:cond delay="0"/>
                                          </p:stCondLst>
                                        </p:cTn>
                                        <p:tgtEl>
                                          <p:spTgt spid="52272"/>
                                        </p:tgtEl>
                                        <p:attrNameLst>
                                          <p:attrName>style.visibility</p:attrName>
                                        </p:attrNameLst>
                                      </p:cBhvr>
                                      <p:to>
                                        <p:strVal val="visible"/>
                                      </p:to>
                                    </p:set>
                                    <p:animEffect transition="in" filter="fade">
                                      <p:cBhvr>
                                        <p:cTn id="127" dur="1000"/>
                                        <p:tgtEl>
                                          <p:spTgt spid="52272"/>
                                        </p:tgtEl>
                                      </p:cBhvr>
                                    </p:animEffect>
                                    <p:anim calcmode="lin" valueType="num">
                                      <p:cBhvr>
                                        <p:cTn id="128" dur="1000" fill="hold"/>
                                        <p:tgtEl>
                                          <p:spTgt spid="52272"/>
                                        </p:tgtEl>
                                        <p:attrNameLst>
                                          <p:attrName>ppt_x</p:attrName>
                                        </p:attrNameLst>
                                      </p:cBhvr>
                                      <p:tavLst>
                                        <p:tav tm="0">
                                          <p:val>
                                            <p:strVal val="#ppt_x"/>
                                          </p:val>
                                        </p:tav>
                                        <p:tav tm="100000">
                                          <p:val>
                                            <p:strVal val="#ppt_x"/>
                                          </p:val>
                                        </p:tav>
                                      </p:tavLst>
                                    </p:anim>
                                    <p:anim calcmode="lin" valueType="num">
                                      <p:cBhvr>
                                        <p:cTn id="129" dur="1000" fill="hold"/>
                                        <p:tgtEl>
                                          <p:spTgt spid="52272"/>
                                        </p:tgtEl>
                                        <p:attrNameLst>
                                          <p:attrName>ppt_y</p:attrName>
                                        </p:attrNameLst>
                                      </p:cBhvr>
                                      <p:tavLst>
                                        <p:tav tm="0">
                                          <p:val>
                                            <p:strVal val="#ppt_y-.1"/>
                                          </p:val>
                                        </p:tav>
                                        <p:tav tm="100000">
                                          <p:val>
                                            <p:strVal val="#ppt_y"/>
                                          </p:val>
                                        </p:tav>
                                      </p:tavLst>
                                    </p:anim>
                                  </p:childTnLst>
                                </p:cTn>
                              </p:par>
                              <p:par>
                                <p:cTn id="130" presetID="47" presetClass="entr" presetSubtype="0" fill="hold" grpId="0" nodeType="withEffect">
                                  <p:stCondLst>
                                    <p:cond delay="0"/>
                                  </p:stCondLst>
                                  <p:childTnLst>
                                    <p:set>
                                      <p:cBhvr>
                                        <p:cTn id="131" dur="1" fill="hold">
                                          <p:stCondLst>
                                            <p:cond delay="0"/>
                                          </p:stCondLst>
                                        </p:cTn>
                                        <p:tgtEl>
                                          <p:spTgt spid="52278"/>
                                        </p:tgtEl>
                                        <p:attrNameLst>
                                          <p:attrName>style.visibility</p:attrName>
                                        </p:attrNameLst>
                                      </p:cBhvr>
                                      <p:to>
                                        <p:strVal val="visible"/>
                                      </p:to>
                                    </p:set>
                                    <p:animEffect transition="in" filter="fade">
                                      <p:cBhvr>
                                        <p:cTn id="132" dur="1000"/>
                                        <p:tgtEl>
                                          <p:spTgt spid="52278"/>
                                        </p:tgtEl>
                                      </p:cBhvr>
                                    </p:animEffect>
                                    <p:anim calcmode="lin" valueType="num">
                                      <p:cBhvr>
                                        <p:cTn id="133" dur="1000" fill="hold"/>
                                        <p:tgtEl>
                                          <p:spTgt spid="52278"/>
                                        </p:tgtEl>
                                        <p:attrNameLst>
                                          <p:attrName>ppt_x</p:attrName>
                                        </p:attrNameLst>
                                      </p:cBhvr>
                                      <p:tavLst>
                                        <p:tav tm="0">
                                          <p:val>
                                            <p:strVal val="#ppt_x"/>
                                          </p:val>
                                        </p:tav>
                                        <p:tav tm="100000">
                                          <p:val>
                                            <p:strVal val="#ppt_x"/>
                                          </p:val>
                                        </p:tav>
                                      </p:tavLst>
                                    </p:anim>
                                    <p:anim calcmode="lin" valueType="num">
                                      <p:cBhvr>
                                        <p:cTn id="134" dur="1000" fill="hold"/>
                                        <p:tgtEl>
                                          <p:spTgt spid="52278"/>
                                        </p:tgtEl>
                                        <p:attrNameLst>
                                          <p:attrName>ppt_y</p:attrName>
                                        </p:attrNameLst>
                                      </p:cBhvr>
                                      <p:tavLst>
                                        <p:tav tm="0">
                                          <p:val>
                                            <p:strVal val="#ppt_y-.1"/>
                                          </p:val>
                                        </p:tav>
                                        <p:tav tm="100000">
                                          <p:val>
                                            <p:strVal val="#ppt_y"/>
                                          </p:val>
                                        </p:tav>
                                      </p:tavLst>
                                    </p:anim>
                                  </p:childTnLst>
                                </p:cTn>
                              </p:par>
                              <p:par>
                                <p:cTn id="135" presetID="47" presetClass="entr" presetSubtype="0" fill="hold" grpId="0" nodeType="withEffect">
                                  <p:stCondLst>
                                    <p:cond delay="0"/>
                                  </p:stCondLst>
                                  <p:childTnLst>
                                    <p:set>
                                      <p:cBhvr>
                                        <p:cTn id="136" dur="1" fill="hold">
                                          <p:stCondLst>
                                            <p:cond delay="0"/>
                                          </p:stCondLst>
                                        </p:cTn>
                                        <p:tgtEl>
                                          <p:spTgt spid="52279"/>
                                        </p:tgtEl>
                                        <p:attrNameLst>
                                          <p:attrName>style.visibility</p:attrName>
                                        </p:attrNameLst>
                                      </p:cBhvr>
                                      <p:to>
                                        <p:strVal val="visible"/>
                                      </p:to>
                                    </p:set>
                                    <p:animEffect transition="in" filter="fade">
                                      <p:cBhvr>
                                        <p:cTn id="137" dur="1000"/>
                                        <p:tgtEl>
                                          <p:spTgt spid="52279"/>
                                        </p:tgtEl>
                                      </p:cBhvr>
                                    </p:animEffect>
                                    <p:anim calcmode="lin" valueType="num">
                                      <p:cBhvr>
                                        <p:cTn id="138" dur="1000" fill="hold"/>
                                        <p:tgtEl>
                                          <p:spTgt spid="52279"/>
                                        </p:tgtEl>
                                        <p:attrNameLst>
                                          <p:attrName>ppt_x</p:attrName>
                                        </p:attrNameLst>
                                      </p:cBhvr>
                                      <p:tavLst>
                                        <p:tav tm="0">
                                          <p:val>
                                            <p:strVal val="#ppt_x"/>
                                          </p:val>
                                        </p:tav>
                                        <p:tav tm="100000">
                                          <p:val>
                                            <p:strVal val="#ppt_x"/>
                                          </p:val>
                                        </p:tav>
                                      </p:tavLst>
                                    </p:anim>
                                    <p:anim calcmode="lin" valueType="num">
                                      <p:cBhvr>
                                        <p:cTn id="139" dur="1000" fill="hold"/>
                                        <p:tgtEl>
                                          <p:spTgt spid="52279"/>
                                        </p:tgtEl>
                                        <p:attrNameLst>
                                          <p:attrName>ppt_y</p:attrName>
                                        </p:attrNameLst>
                                      </p:cBhvr>
                                      <p:tavLst>
                                        <p:tav tm="0">
                                          <p:val>
                                            <p:strVal val="#ppt_y-.1"/>
                                          </p:val>
                                        </p:tav>
                                        <p:tav tm="100000">
                                          <p:val>
                                            <p:strVal val="#ppt_y"/>
                                          </p:val>
                                        </p:tav>
                                      </p:tavLst>
                                    </p:anim>
                                  </p:childTnLst>
                                </p:cTn>
                              </p:par>
                              <p:par>
                                <p:cTn id="140" presetID="47" presetClass="entr" presetSubtype="0" fill="hold" grpId="0" nodeType="withEffect">
                                  <p:stCondLst>
                                    <p:cond delay="0"/>
                                  </p:stCondLst>
                                  <p:childTnLst>
                                    <p:set>
                                      <p:cBhvr>
                                        <p:cTn id="141" dur="1" fill="hold">
                                          <p:stCondLst>
                                            <p:cond delay="0"/>
                                          </p:stCondLst>
                                        </p:cTn>
                                        <p:tgtEl>
                                          <p:spTgt spid="52281"/>
                                        </p:tgtEl>
                                        <p:attrNameLst>
                                          <p:attrName>style.visibility</p:attrName>
                                        </p:attrNameLst>
                                      </p:cBhvr>
                                      <p:to>
                                        <p:strVal val="visible"/>
                                      </p:to>
                                    </p:set>
                                    <p:animEffect transition="in" filter="fade">
                                      <p:cBhvr>
                                        <p:cTn id="142" dur="1000"/>
                                        <p:tgtEl>
                                          <p:spTgt spid="52281"/>
                                        </p:tgtEl>
                                      </p:cBhvr>
                                    </p:animEffect>
                                    <p:anim calcmode="lin" valueType="num">
                                      <p:cBhvr>
                                        <p:cTn id="143" dur="1000" fill="hold"/>
                                        <p:tgtEl>
                                          <p:spTgt spid="52281"/>
                                        </p:tgtEl>
                                        <p:attrNameLst>
                                          <p:attrName>ppt_x</p:attrName>
                                        </p:attrNameLst>
                                      </p:cBhvr>
                                      <p:tavLst>
                                        <p:tav tm="0">
                                          <p:val>
                                            <p:strVal val="#ppt_x"/>
                                          </p:val>
                                        </p:tav>
                                        <p:tav tm="100000">
                                          <p:val>
                                            <p:strVal val="#ppt_x"/>
                                          </p:val>
                                        </p:tav>
                                      </p:tavLst>
                                    </p:anim>
                                    <p:anim calcmode="lin" valueType="num">
                                      <p:cBhvr>
                                        <p:cTn id="144" dur="1000" fill="hold"/>
                                        <p:tgtEl>
                                          <p:spTgt spid="52281"/>
                                        </p:tgtEl>
                                        <p:attrNameLst>
                                          <p:attrName>ppt_y</p:attrName>
                                        </p:attrNameLst>
                                      </p:cBhvr>
                                      <p:tavLst>
                                        <p:tav tm="0">
                                          <p:val>
                                            <p:strVal val="#ppt_y-.1"/>
                                          </p:val>
                                        </p:tav>
                                        <p:tav tm="100000">
                                          <p:val>
                                            <p:strVal val="#ppt_y"/>
                                          </p:val>
                                        </p:tav>
                                      </p:tavLst>
                                    </p:anim>
                                  </p:childTnLst>
                                </p:cTn>
                              </p:par>
                              <p:par>
                                <p:cTn id="145" presetID="47" presetClass="entr" presetSubtype="0" fill="hold" grpId="0" nodeType="withEffect">
                                  <p:stCondLst>
                                    <p:cond delay="0"/>
                                  </p:stCondLst>
                                  <p:childTnLst>
                                    <p:set>
                                      <p:cBhvr>
                                        <p:cTn id="146" dur="1" fill="hold">
                                          <p:stCondLst>
                                            <p:cond delay="0"/>
                                          </p:stCondLst>
                                        </p:cTn>
                                        <p:tgtEl>
                                          <p:spTgt spid="52282"/>
                                        </p:tgtEl>
                                        <p:attrNameLst>
                                          <p:attrName>style.visibility</p:attrName>
                                        </p:attrNameLst>
                                      </p:cBhvr>
                                      <p:to>
                                        <p:strVal val="visible"/>
                                      </p:to>
                                    </p:set>
                                    <p:animEffect transition="in" filter="fade">
                                      <p:cBhvr>
                                        <p:cTn id="147" dur="1000"/>
                                        <p:tgtEl>
                                          <p:spTgt spid="52282"/>
                                        </p:tgtEl>
                                      </p:cBhvr>
                                    </p:animEffect>
                                    <p:anim calcmode="lin" valueType="num">
                                      <p:cBhvr>
                                        <p:cTn id="148" dur="1000" fill="hold"/>
                                        <p:tgtEl>
                                          <p:spTgt spid="52282"/>
                                        </p:tgtEl>
                                        <p:attrNameLst>
                                          <p:attrName>ppt_x</p:attrName>
                                        </p:attrNameLst>
                                      </p:cBhvr>
                                      <p:tavLst>
                                        <p:tav tm="0">
                                          <p:val>
                                            <p:strVal val="#ppt_x"/>
                                          </p:val>
                                        </p:tav>
                                        <p:tav tm="100000">
                                          <p:val>
                                            <p:strVal val="#ppt_x"/>
                                          </p:val>
                                        </p:tav>
                                      </p:tavLst>
                                    </p:anim>
                                    <p:anim calcmode="lin" valueType="num">
                                      <p:cBhvr>
                                        <p:cTn id="149" dur="1000" fill="hold"/>
                                        <p:tgtEl>
                                          <p:spTgt spid="52282"/>
                                        </p:tgtEl>
                                        <p:attrNameLst>
                                          <p:attrName>ppt_y</p:attrName>
                                        </p:attrNameLst>
                                      </p:cBhvr>
                                      <p:tavLst>
                                        <p:tav tm="0">
                                          <p:val>
                                            <p:strVal val="#ppt_y-.1"/>
                                          </p:val>
                                        </p:tav>
                                        <p:tav tm="100000">
                                          <p:val>
                                            <p:strVal val="#ppt_y"/>
                                          </p:val>
                                        </p:tav>
                                      </p:tavLst>
                                    </p:anim>
                                  </p:childTnLst>
                                </p:cTn>
                              </p:par>
                              <p:par>
                                <p:cTn id="150" presetID="47" presetClass="entr" presetSubtype="0" fill="hold" grpId="0" nodeType="withEffect">
                                  <p:stCondLst>
                                    <p:cond delay="0"/>
                                  </p:stCondLst>
                                  <p:childTnLst>
                                    <p:set>
                                      <p:cBhvr>
                                        <p:cTn id="151" dur="1" fill="hold">
                                          <p:stCondLst>
                                            <p:cond delay="0"/>
                                          </p:stCondLst>
                                        </p:cTn>
                                        <p:tgtEl>
                                          <p:spTgt spid="52283"/>
                                        </p:tgtEl>
                                        <p:attrNameLst>
                                          <p:attrName>style.visibility</p:attrName>
                                        </p:attrNameLst>
                                      </p:cBhvr>
                                      <p:to>
                                        <p:strVal val="visible"/>
                                      </p:to>
                                    </p:set>
                                    <p:animEffect transition="in" filter="fade">
                                      <p:cBhvr>
                                        <p:cTn id="152" dur="1000"/>
                                        <p:tgtEl>
                                          <p:spTgt spid="52283"/>
                                        </p:tgtEl>
                                      </p:cBhvr>
                                    </p:animEffect>
                                    <p:anim calcmode="lin" valueType="num">
                                      <p:cBhvr>
                                        <p:cTn id="153" dur="1000" fill="hold"/>
                                        <p:tgtEl>
                                          <p:spTgt spid="52283"/>
                                        </p:tgtEl>
                                        <p:attrNameLst>
                                          <p:attrName>ppt_x</p:attrName>
                                        </p:attrNameLst>
                                      </p:cBhvr>
                                      <p:tavLst>
                                        <p:tav tm="0">
                                          <p:val>
                                            <p:strVal val="#ppt_x"/>
                                          </p:val>
                                        </p:tav>
                                        <p:tav tm="100000">
                                          <p:val>
                                            <p:strVal val="#ppt_x"/>
                                          </p:val>
                                        </p:tav>
                                      </p:tavLst>
                                    </p:anim>
                                    <p:anim calcmode="lin" valueType="num">
                                      <p:cBhvr>
                                        <p:cTn id="154" dur="1000" fill="hold"/>
                                        <p:tgtEl>
                                          <p:spTgt spid="52283"/>
                                        </p:tgtEl>
                                        <p:attrNameLst>
                                          <p:attrName>ppt_y</p:attrName>
                                        </p:attrNameLst>
                                      </p:cBhvr>
                                      <p:tavLst>
                                        <p:tav tm="0">
                                          <p:val>
                                            <p:strVal val="#ppt_y-.1"/>
                                          </p:val>
                                        </p:tav>
                                        <p:tav tm="100000">
                                          <p:val>
                                            <p:strVal val="#ppt_y"/>
                                          </p:val>
                                        </p:tav>
                                      </p:tavLst>
                                    </p:anim>
                                  </p:childTnLst>
                                </p:cTn>
                              </p:par>
                              <p:par>
                                <p:cTn id="155" presetID="47" presetClass="entr" presetSubtype="0" fill="hold" grpId="0" nodeType="withEffect">
                                  <p:stCondLst>
                                    <p:cond delay="0"/>
                                  </p:stCondLst>
                                  <p:childTnLst>
                                    <p:set>
                                      <p:cBhvr>
                                        <p:cTn id="156" dur="1" fill="hold">
                                          <p:stCondLst>
                                            <p:cond delay="0"/>
                                          </p:stCondLst>
                                        </p:cTn>
                                        <p:tgtEl>
                                          <p:spTgt spid="52285"/>
                                        </p:tgtEl>
                                        <p:attrNameLst>
                                          <p:attrName>style.visibility</p:attrName>
                                        </p:attrNameLst>
                                      </p:cBhvr>
                                      <p:to>
                                        <p:strVal val="visible"/>
                                      </p:to>
                                    </p:set>
                                    <p:animEffect transition="in" filter="fade">
                                      <p:cBhvr>
                                        <p:cTn id="157" dur="1000"/>
                                        <p:tgtEl>
                                          <p:spTgt spid="52285"/>
                                        </p:tgtEl>
                                      </p:cBhvr>
                                    </p:animEffect>
                                    <p:anim calcmode="lin" valueType="num">
                                      <p:cBhvr>
                                        <p:cTn id="158" dur="1000" fill="hold"/>
                                        <p:tgtEl>
                                          <p:spTgt spid="52285"/>
                                        </p:tgtEl>
                                        <p:attrNameLst>
                                          <p:attrName>ppt_x</p:attrName>
                                        </p:attrNameLst>
                                      </p:cBhvr>
                                      <p:tavLst>
                                        <p:tav tm="0">
                                          <p:val>
                                            <p:strVal val="#ppt_x"/>
                                          </p:val>
                                        </p:tav>
                                        <p:tav tm="100000">
                                          <p:val>
                                            <p:strVal val="#ppt_x"/>
                                          </p:val>
                                        </p:tav>
                                      </p:tavLst>
                                    </p:anim>
                                    <p:anim calcmode="lin" valueType="num">
                                      <p:cBhvr>
                                        <p:cTn id="159" dur="1000" fill="hold"/>
                                        <p:tgtEl>
                                          <p:spTgt spid="52285"/>
                                        </p:tgtEl>
                                        <p:attrNameLst>
                                          <p:attrName>ppt_y</p:attrName>
                                        </p:attrNameLst>
                                      </p:cBhvr>
                                      <p:tavLst>
                                        <p:tav tm="0">
                                          <p:val>
                                            <p:strVal val="#ppt_y-.1"/>
                                          </p:val>
                                        </p:tav>
                                        <p:tav tm="100000">
                                          <p:val>
                                            <p:strVal val="#ppt_y"/>
                                          </p:val>
                                        </p:tav>
                                      </p:tavLst>
                                    </p:anim>
                                  </p:childTnLst>
                                </p:cTn>
                              </p:par>
                              <p:par>
                                <p:cTn id="160" presetID="47" presetClass="entr" presetSubtype="0" fill="hold" grpId="0" nodeType="withEffect">
                                  <p:stCondLst>
                                    <p:cond delay="0"/>
                                  </p:stCondLst>
                                  <p:childTnLst>
                                    <p:set>
                                      <p:cBhvr>
                                        <p:cTn id="161" dur="1" fill="hold">
                                          <p:stCondLst>
                                            <p:cond delay="0"/>
                                          </p:stCondLst>
                                        </p:cTn>
                                        <p:tgtEl>
                                          <p:spTgt spid="52286"/>
                                        </p:tgtEl>
                                        <p:attrNameLst>
                                          <p:attrName>style.visibility</p:attrName>
                                        </p:attrNameLst>
                                      </p:cBhvr>
                                      <p:to>
                                        <p:strVal val="visible"/>
                                      </p:to>
                                    </p:set>
                                    <p:animEffect transition="in" filter="fade">
                                      <p:cBhvr>
                                        <p:cTn id="162" dur="1000"/>
                                        <p:tgtEl>
                                          <p:spTgt spid="52286"/>
                                        </p:tgtEl>
                                      </p:cBhvr>
                                    </p:animEffect>
                                    <p:anim calcmode="lin" valueType="num">
                                      <p:cBhvr>
                                        <p:cTn id="163" dur="1000" fill="hold"/>
                                        <p:tgtEl>
                                          <p:spTgt spid="52286"/>
                                        </p:tgtEl>
                                        <p:attrNameLst>
                                          <p:attrName>ppt_x</p:attrName>
                                        </p:attrNameLst>
                                      </p:cBhvr>
                                      <p:tavLst>
                                        <p:tav tm="0">
                                          <p:val>
                                            <p:strVal val="#ppt_x"/>
                                          </p:val>
                                        </p:tav>
                                        <p:tav tm="100000">
                                          <p:val>
                                            <p:strVal val="#ppt_x"/>
                                          </p:val>
                                        </p:tav>
                                      </p:tavLst>
                                    </p:anim>
                                    <p:anim calcmode="lin" valueType="num">
                                      <p:cBhvr>
                                        <p:cTn id="164" dur="1000" fill="hold"/>
                                        <p:tgtEl>
                                          <p:spTgt spid="52286"/>
                                        </p:tgtEl>
                                        <p:attrNameLst>
                                          <p:attrName>ppt_y</p:attrName>
                                        </p:attrNameLst>
                                      </p:cBhvr>
                                      <p:tavLst>
                                        <p:tav tm="0">
                                          <p:val>
                                            <p:strVal val="#ppt_y-.1"/>
                                          </p:val>
                                        </p:tav>
                                        <p:tav tm="100000">
                                          <p:val>
                                            <p:strVal val="#ppt_y"/>
                                          </p:val>
                                        </p:tav>
                                      </p:tavLst>
                                    </p:anim>
                                  </p:childTnLst>
                                </p:cTn>
                              </p:par>
                              <p:par>
                                <p:cTn id="165" presetID="47" presetClass="entr" presetSubtype="0" fill="hold" grpId="0" nodeType="withEffect">
                                  <p:stCondLst>
                                    <p:cond delay="0"/>
                                  </p:stCondLst>
                                  <p:childTnLst>
                                    <p:set>
                                      <p:cBhvr>
                                        <p:cTn id="166" dur="1" fill="hold">
                                          <p:stCondLst>
                                            <p:cond delay="0"/>
                                          </p:stCondLst>
                                        </p:cTn>
                                        <p:tgtEl>
                                          <p:spTgt spid="52287"/>
                                        </p:tgtEl>
                                        <p:attrNameLst>
                                          <p:attrName>style.visibility</p:attrName>
                                        </p:attrNameLst>
                                      </p:cBhvr>
                                      <p:to>
                                        <p:strVal val="visible"/>
                                      </p:to>
                                    </p:set>
                                    <p:animEffect transition="in" filter="fade">
                                      <p:cBhvr>
                                        <p:cTn id="167" dur="1000"/>
                                        <p:tgtEl>
                                          <p:spTgt spid="52287"/>
                                        </p:tgtEl>
                                      </p:cBhvr>
                                    </p:animEffect>
                                    <p:anim calcmode="lin" valueType="num">
                                      <p:cBhvr>
                                        <p:cTn id="168" dur="1000" fill="hold"/>
                                        <p:tgtEl>
                                          <p:spTgt spid="52287"/>
                                        </p:tgtEl>
                                        <p:attrNameLst>
                                          <p:attrName>ppt_x</p:attrName>
                                        </p:attrNameLst>
                                      </p:cBhvr>
                                      <p:tavLst>
                                        <p:tav tm="0">
                                          <p:val>
                                            <p:strVal val="#ppt_x"/>
                                          </p:val>
                                        </p:tav>
                                        <p:tav tm="100000">
                                          <p:val>
                                            <p:strVal val="#ppt_x"/>
                                          </p:val>
                                        </p:tav>
                                      </p:tavLst>
                                    </p:anim>
                                    <p:anim calcmode="lin" valueType="num">
                                      <p:cBhvr>
                                        <p:cTn id="169" dur="1000" fill="hold"/>
                                        <p:tgtEl>
                                          <p:spTgt spid="52287"/>
                                        </p:tgtEl>
                                        <p:attrNameLst>
                                          <p:attrName>ppt_y</p:attrName>
                                        </p:attrNameLst>
                                      </p:cBhvr>
                                      <p:tavLst>
                                        <p:tav tm="0">
                                          <p:val>
                                            <p:strVal val="#ppt_y-.1"/>
                                          </p:val>
                                        </p:tav>
                                        <p:tav tm="100000">
                                          <p:val>
                                            <p:strVal val="#ppt_y"/>
                                          </p:val>
                                        </p:tav>
                                      </p:tavLst>
                                    </p:anim>
                                  </p:childTnLst>
                                </p:cTn>
                              </p:par>
                              <p:par>
                                <p:cTn id="170" presetID="47" presetClass="entr" presetSubtype="0" fill="hold" grpId="0" nodeType="withEffect">
                                  <p:stCondLst>
                                    <p:cond delay="0"/>
                                  </p:stCondLst>
                                  <p:childTnLst>
                                    <p:set>
                                      <p:cBhvr>
                                        <p:cTn id="171" dur="1" fill="hold">
                                          <p:stCondLst>
                                            <p:cond delay="0"/>
                                          </p:stCondLst>
                                        </p:cTn>
                                        <p:tgtEl>
                                          <p:spTgt spid="52288"/>
                                        </p:tgtEl>
                                        <p:attrNameLst>
                                          <p:attrName>style.visibility</p:attrName>
                                        </p:attrNameLst>
                                      </p:cBhvr>
                                      <p:to>
                                        <p:strVal val="visible"/>
                                      </p:to>
                                    </p:set>
                                    <p:animEffect transition="in" filter="fade">
                                      <p:cBhvr>
                                        <p:cTn id="172" dur="1000"/>
                                        <p:tgtEl>
                                          <p:spTgt spid="52288"/>
                                        </p:tgtEl>
                                      </p:cBhvr>
                                    </p:animEffect>
                                    <p:anim calcmode="lin" valueType="num">
                                      <p:cBhvr>
                                        <p:cTn id="173" dur="1000" fill="hold"/>
                                        <p:tgtEl>
                                          <p:spTgt spid="52288"/>
                                        </p:tgtEl>
                                        <p:attrNameLst>
                                          <p:attrName>ppt_x</p:attrName>
                                        </p:attrNameLst>
                                      </p:cBhvr>
                                      <p:tavLst>
                                        <p:tav tm="0">
                                          <p:val>
                                            <p:strVal val="#ppt_x"/>
                                          </p:val>
                                        </p:tav>
                                        <p:tav tm="100000">
                                          <p:val>
                                            <p:strVal val="#ppt_x"/>
                                          </p:val>
                                        </p:tav>
                                      </p:tavLst>
                                    </p:anim>
                                    <p:anim calcmode="lin" valueType="num">
                                      <p:cBhvr>
                                        <p:cTn id="174" dur="1000" fill="hold"/>
                                        <p:tgtEl>
                                          <p:spTgt spid="52288"/>
                                        </p:tgtEl>
                                        <p:attrNameLst>
                                          <p:attrName>ppt_y</p:attrName>
                                        </p:attrNameLst>
                                      </p:cBhvr>
                                      <p:tavLst>
                                        <p:tav tm="0">
                                          <p:val>
                                            <p:strVal val="#ppt_y-.1"/>
                                          </p:val>
                                        </p:tav>
                                        <p:tav tm="100000">
                                          <p:val>
                                            <p:strVal val="#ppt_y"/>
                                          </p:val>
                                        </p:tav>
                                      </p:tavLst>
                                    </p:anim>
                                  </p:childTnLst>
                                </p:cTn>
                              </p:par>
                              <p:par>
                                <p:cTn id="175" presetID="47" presetClass="entr" presetSubtype="0" fill="hold" grpId="0" nodeType="withEffect">
                                  <p:stCondLst>
                                    <p:cond delay="0"/>
                                  </p:stCondLst>
                                  <p:childTnLst>
                                    <p:set>
                                      <p:cBhvr>
                                        <p:cTn id="176" dur="1" fill="hold">
                                          <p:stCondLst>
                                            <p:cond delay="0"/>
                                          </p:stCondLst>
                                        </p:cTn>
                                        <p:tgtEl>
                                          <p:spTgt spid="77"/>
                                        </p:tgtEl>
                                        <p:attrNameLst>
                                          <p:attrName>style.visibility</p:attrName>
                                        </p:attrNameLst>
                                      </p:cBhvr>
                                      <p:to>
                                        <p:strVal val="visible"/>
                                      </p:to>
                                    </p:set>
                                    <p:animEffect transition="in" filter="fade">
                                      <p:cBhvr>
                                        <p:cTn id="177" dur="1000"/>
                                        <p:tgtEl>
                                          <p:spTgt spid="77"/>
                                        </p:tgtEl>
                                      </p:cBhvr>
                                    </p:animEffect>
                                    <p:anim calcmode="lin" valueType="num">
                                      <p:cBhvr>
                                        <p:cTn id="178" dur="1000" fill="hold"/>
                                        <p:tgtEl>
                                          <p:spTgt spid="77"/>
                                        </p:tgtEl>
                                        <p:attrNameLst>
                                          <p:attrName>ppt_x</p:attrName>
                                        </p:attrNameLst>
                                      </p:cBhvr>
                                      <p:tavLst>
                                        <p:tav tm="0">
                                          <p:val>
                                            <p:strVal val="#ppt_x"/>
                                          </p:val>
                                        </p:tav>
                                        <p:tav tm="100000">
                                          <p:val>
                                            <p:strVal val="#ppt_x"/>
                                          </p:val>
                                        </p:tav>
                                      </p:tavLst>
                                    </p:anim>
                                    <p:anim calcmode="lin" valueType="num">
                                      <p:cBhvr>
                                        <p:cTn id="179" dur="1000" fill="hold"/>
                                        <p:tgtEl>
                                          <p:spTgt spid="77"/>
                                        </p:tgtEl>
                                        <p:attrNameLst>
                                          <p:attrName>ppt_y</p:attrName>
                                        </p:attrNameLst>
                                      </p:cBhvr>
                                      <p:tavLst>
                                        <p:tav tm="0">
                                          <p:val>
                                            <p:strVal val="#ppt_y-.1"/>
                                          </p:val>
                                        </p:tav>
                                        <p:tav tm="100000">
                                          <p:val>
                                            <p:strVal val="#ppt_y"/>
                                          </p:val>
                                        </p:tav>
                                      </p:tavLst>
                                    </p:anim>
                                  </p:childTnLst>
                                </p:cTn>
                              </p:par>
                              <p:par>
                                <p:cTn id="180" presetID="47" presetClass="entr" presetSubtype="0" fill="hold" grpId="0" nodeType="withEffect">
                                  <p:stCondLst>
                                    <p:cond delay="0"/>
                                  </p:stCondLst>
                                  <p:childTnLst>
                                    <p:set>
                                      <p:cBhvr>
                                        <p:cTn id="181" dur="1" fill="hold">
                                          <p:stCondLst>
                                            <p:cond delay="0"/>
                                          </p:stCondLst>
                                        </p:cTn>
                                        <p:tgtEl>
                                          <p:spTgt spid="78"/>
                                        </p:tgtEl>
                                        <p:attrNameLst>
                                          <p:attrName>style.visibility</p:attrName>
                                        </p:attrNameLst>
                                      </p:cBhvr>
                                      <p:to>
                                        <p:strVal val="visible"/>
                                      </p:to>
                                    </p:set>
                                    <p:animEffect transition="in" filter="fade">
                                      <p:cBhvr>
                                        <p:cTn id="182" dur="1000"/>
                                        <p:tgtEl>
                                          <p:spTgt spid="78"/>
                                        </p:tgtEl>
                                      </p:cBhvr>
                                    </p:animEffect>
                                    <p:anim calcmode="lin" valueType="num">
                                      <p:cBhvr>
                                        <p:cTn id="183" dur="1000" fill="hold"/>
                                        <p:tgtEl>
                                          <p:spTgt spid="78"/>
                                        </p:tgtEl>
                                        <p:attrNameLst>
                                          <p:attrName>ppt_x</p:attrName>
                                        </p:attrNameLst>
                                      </p:cBhvr>
                                      <p:tavLst>
                                        <p:tav tm="0">
                                          <p:val>
                                            <p:strVal val="#ppt_x"/>
                                          </p:val>
                                        </p:tav>
                                        <p:tav tm="100000">
                                          <p:val>
                                            <p:strVal val="#ppt_x"/>
                                          </p:val>
                                        </p:tav>
                                      </p:tavLst>
                                    </p:anim>
                                    <p:anim calcmode="lin" valueType="num">
                                      <p:cBhvr>
                                        <p:cTn id="184" dur="1000" fill="hold"/>
                                        <p:tgtEl>
                                          <p:spTgt spid="78"/>
                                        </p:tgtEl>
                                        <p:attrNameLst>
                                          <p:attrName>ppt_y</p:attrName>
                                        </p:attrNameLst>
                                      </p:cBhvr>
                                      <p:tavLst>
                                        <p:tav tm="0">
                                          <p:val>
                                            <p:strVal val="#ppt_y-.1"/>
                                          </p:val>
                                        </p:tav>
                                        <p:tav tm="100000">
                                          <p:val>
                                            <p:strVal val="#ppt_y"/>
                                          </p:val>
                                        </p:tav>
                                      </p:tavLst>
                                    </p:anim>
                                  </p:childTnLst>
                                </p:cTn>
                              </p:par>
                              <p:par>
                                <p:cTn id="185" presetID="47" presetClass="entr" presetSubtype="0" fill="hold" grpId="0" nodeType="withEffect">
                                  <p:stCondLst>
                                    <p:cond delay="0"/>
                                  </p:stCondLst>
                                  <p:childTnLst>
                                    <p:set>
                                      <p:cBhvr>
                                        <p:cTn id="186" dur="1" fill="hold">
                                          <p:stCondLst>
                                            <p:cond delay="0"/>
                                          </p:stCondLst>
                                        </p:cTn>
                                        <p:tgtEl>
                                          <p:spTgt spid="79"/>
                                        </p:tgtEl>
                                        <p:attrNameLst>
                                          <p:attrName>style.visibility</p:attrName>
                                        </p:attrNameLst>
                                      </p:cBhvr>
                                      <p:to>
                                        <p:strVal val="visible"/>
                                      </p:to>
                                    </p:set>
                                    <p:animEffect transition="in" filter="fade">
                                      <p:cBhvr>
                                        <p:cTn id="187" dur="1000"/>
                                        <p:tgtEl>
                                          <p:spTgt spid="79"/>
                                        </p:tgtEl>
                                      </p:cBhvr>
                                    </p:animEffect>
                                    <p:anim calcmode="lin" valueType="num">
                                      <p:cBhvr>
                                        <p:cTn id="188" dur="1000" fill="hold"/>
                                        <p:tgtEl>
                                          <p:spTgt spid="79"/>
                                        </p:tgtEl>
                                        <p:attrNameLst>
                                          <p:attrName>ppt_x</p:attrName>
                                        </p:attrNameLst>
                                      </p:cBhvr>
                                      <p:tavLst>
                                        <p:tav tm="0">
                                          <p:val>
                                            <p:strVal val="#ppt_x"/>
                                          </p:val>
                                        </p:tav>
                                        <p:tav tm="100000">
                                          <p:val>
                                            <p:strVal val="#ppt_x"/>
                                          </p:val>
                                        </p:tav>
                                      </p:tavLst>
                                    </p:anim>
                                    <p:anim calcmode="lin" valueType="num">
                                      <p:cBhvr>
                                        <p:cTn id="189"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grpId="0" nodeType="clickEffect">
                                  <p:stCondLst>
                                    <p:cond delay="0"/>
                                  </p:stCondLst>
                                  <p:childTnLst>
                                    <p:set>
                                      <p:cBhvr>
                                        <p:cTn id="193" dur="1" fill="hold">
                                          <p:stCondLst>
                                            <p:cond delay="0"/>
                                          </p:stCondLst>
                                        </p:cTn>
                                        <p:tgtEl>
                                          <p:spTgt spid="5"/>
                                        </p:tgtEl>
                                        <p:attrNameLst>
                                          <p:attrName>style.visibility</p:attrName>
                                        </p:attrNameLst>
                                      </p:cBhvr>
                                      <p:to>
                                        <p:strVal val="visible"/>
                                      </p:to>
                                    </p:set>
                                    <p:animEffect transition="in" filter="wipe(left)">
                                      <p:cBhvr>
                                        <p:cTn id="194" dur="500"/>
                                        <p:tgtEl>
                                          <p:spTgt spid="5"/>
                                        </p:tgtEl>
                                      </p:cBhvr>
                                    </p:animEffect>
                                  </p:childTnLst>
                                </p:cTn>
                              </p:par>
                            </p:childTnLst>
                          </p:cTn>
                        </p:par>
                        <p:par>
                          <p:cTn id="195" fill="hold">
                            <p:stCondLst>
                              <p:cond delay="500"/>
                            </p:stCondLst>
                            <p:childTnLst>
                              <p:par>
                                <p:cTn id="196" presetID="22" presetClass="entr" presetSubtype="8" fill="hold" grpId="0" nodeType="afterEffect">
                                  <p:stCondLst>
                                    <p:cond delay="0"/>
                                  </p:stCondLst>
                                  <p:childTnLst>
                                    <p:set>
                                      <p:cBhvr>
                                        <p:cTn id="197" dur="1" fill="hold">
                                          <p:stCondLst>
                                            <p:cond delay="0"/>
                                          </p:stCondLst>
                                        </p:cTn>
                                        <p:tgtEl>
                                          <p:spTgt spid="4"/>
                                        </p:tgtEl>
                                        <p:attrNameLst>
                                          <p:attrName>style.visibility</p:attrName>
                                        </p:attrNameLst>
                                      </p:cBhvr>
                                      <p:to>
                                        <p:strVal val="visible"/>
                                      </p:to>
                                    </p:set>
                                    <p:animEffect transition="in" filter="wipe(left)">
                                      <p:cBhvr>
                                        <p:cTn id="198" dur="500"/>
                                        <p:tgtEl>
                                          <p:spTgt spid="4"/>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xit" presetSubtype="8" fill="hold" grpId="1" nodeType="clickEffect">
                                  <p:stCondLst>
                                    <p:cond delay="0"/>
                                  </p:stCondLst>
                                  <p:childTnLst>
                                    <p:animEffect transition="out" filter="wipe(left)">
                                      <p:cBhvr>
                                        <p:cTn id="202" dur="500"/>
                                        <p:tgtEl>
                                          <p:spTgt spid="5"/>
                                        </p:tgtEl>
                                      </p:cBhvr>
                                    </p:animEffect>
                                    <p:set>
                                      <p:cBhvr>
                                        <p:cTn id="203" dur="1" fill="hold">
                                          <p:stCondLst>
                                            <p:cond delay="499"/>
                                          </p:stCondLst>
                                        </p:cTn>
                                        <p:tgtEl>
                                          <p:spTgt spid="5"/>
                                        </p:tgtEl>
                                        <p:attrNameLst>
                                          <p:attrName>style.visibility</p:attrName>
                                        </p:attrNameLst>
                                      </p:cBhvr>
                                      <p:to>
                                        <p:strVal val="hidden"/>
                                      </p:to>
                                    </p:set>
                                  </p:childTnLst>
                                </p:cTn>
                              </p:par>
                            </p:childTnLst>
                          </p:cTn>
                        </p:par>
                        <p:par>
                          <p:cTn id="204" fill="hold">
                            <p:stCondLst>
                              <p:cond delay="500"/>
                            </p:stCondLst>
                            <p:childTnLst>
                              <p:par>
                                <p:cTn id="205" presetID="22" presetClass="entr" presetSubtype="8" fill="hold" grpId="0" nodeType="afterEffect">
                                  <p:stCondLst>
                                    <p:cond delay="0"/>
                                  </p:stCondLst>
                                  <p:childTnLst>
                                    <p:set>
                                      <p:cBhvr>
                                        <p:cTn id="206" dur="1" fill="hold">
                                          <p:stCondLst>
                                            <p:cond delay="0"/>
                                          </p:stCondLst>
                                        </p:cTn>
                                        <p:tgtEl>
                                          <p:spTgt spid="90"/>
                                        </p:tgtEl>
                                        <p:attrNameLst>
                                          <p:attrName>style.visibility</p:attrName>
                                        </p:attrNameLst>
                                      </p:cBhvr>
                                      <p:to>
                                        <p:strVal val="visible"/>
                                      </p:to>
                                    </p:set>
                                    <p:animEffect transition="in" filter="wipe(left)">
                                      <p:cBhvr>
                                        <p:cTn id="207" dur="500"/>
                                        <p:tgtEl>
                                          <p:spTgt spid="90"/>
                                        </p:tgtEl>
                                      </p:cBhvr>
                                    </p:animEffect>
                                  </p:childTnLst>
                                </p:cTn>
                              </p:par>
                              <p:par>
                                <p:cTn id="208" presetID="22" presetClass="entr" presetSubtype="8" fill="hold" grpId="0" nodeType="withEffect">
                                  <p:stCondLst>
                                    <p:cond delay="0"/>
                                  </p:stCondLst>
                                  <p:childTnLst>
                                    <p:set>
                                      <p:cBhvr>
                                        <p:cTn id="209" dur="1" fill="hold">
                                          <p:stCondLst>
                                            <p:cond delay="0"/>
                                          </p:stCondLst>
                                        </p:cTn>
                                        <p:tgtEl>
                                          <p:spTgt spid="91"/>
                                        </p:tgtEl>
                                        <p:attrNameLst>
                                          <p:attrName>style.visibility</p:attrName>
                                        </p:attrNameLst>
                                      </p:cBhvr>
                                      <p:to>
                                        <p:strVal val="visible"/>
                                      </p:to>
                                    </p:set>
                                    <p:animEffect transition="in" filter="wipe(left)">
                                      <p:cBhvr>
                                        <p:cTn id="210" dur="500"/>
                                        <p:tgtEl>
                                          <p:spTgt spid="91"/>
                                        </p:tgtEl>
                                      </p:cBhvr>
                                    </p:animEffect>
                                  </p:childTnLst>
                                </p:cTn>
                              </p:par>
                              <p:par>
                                <p:cTn id="211" presetID="22" presetClass="entr" presetSubtype="8" fill="hold" grpId="0" nodeType="withEffect">
                                  <p:stCondLst>
                                    <p:cond delay="0"/>
                                  </p:stCondLst>
                                  <p:childTnLst>
                                    <p:set>
                                      <p:cBhvr>
                                        <p:cTn id="212" dur="1" fill="hold">
                                          <p:stCondLst>
                                            <p:cond delay="0"/>
                                          </p:stCondLst>
                                        </p:cTn>
                                        <p:tgtEl>
                                          <p:spTgt spid="89"/>
                                        </p:tgtEl>
                                        <p:attrNameLst>
                                          <p:attrName>style.visibility</p:attrName>
                                        </p:attrNameLst>
                                      </p:cBhvr>
                                      <p:to>
                                        <p:strVal val="visible"/>
                                      </p:to>
                                    </p:set>
                                    <p:animEffect transition="in" filter="wipe(left)">
                                      <p:cBhvr>
                                        <p:cTn id="213" dur="500"/>
                                        <p:tgtEl>
                                          <p:spTgt spid="89"/>
                                        </p:tgtEl>
                                      </p:cBhvr>
                                    </p:animEffect>
                                  </p:childTnLst>
                                </p:cTn>
                              </p:par>
                            </p:childTnLst>
                          </p:cTn>
                        </p:par>
                        <p:par>
                          <p:cTn id="214" fill="hold">
                            <p:stCondLst>
                              <p:cond delay="1000"/>
                            </p:stCondLst>
                            <p:childTnLst>
                              <p:par>
                                <p:cTn id="215" presetID="22" presetClass="entr" presetSubtype="8" fill="hold" grpId="0" nodeType="afterEffect">
                                  <p:stCondLst>
                                    <p:cond delay="0"/>
                                  </p:stCondLst>
                                  <p:childTnLst>
                                    <p:set>
                                      <p:cBhvr>
                                        <p:cTn id="216" dur="1" fill="hold">
                                          <p:stCondLst>
                                            <p:cond delay="0"/>
                                          </p:stCondLst>
                                        </p:cTn>
                                        <p:tgtEl>
                                          <p:spTgt spid="6"/>
                                        </p:tgtEl>
                                        <p:attrNameLst>
                                          <p:attrName>style.visibility</p:attrName>
                                        </p:attrNameLst>
                                      </p:cBhvr>
                                      <p:to>
                                        <p:strVal val="visible"/>
                                      </p:to>
                                    </p:set>
                                    <p:animEffect transition="in" filter="wipe(left)">
                                      <p:cBhvr>
                                        <p:cTn id="217" dur="500"/>
                                        <p:tgtEl>
                                          <p:spTgt spid="6"/>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xit" presetSubtype="8" fill="hold" grpId="1" nodeType="clickEffect">
                                  <p:stCondLst>
                                    <p:cond delay="0"/>
                                  </p:stCondLst>
                                  <p:childTnLst>
                                    <p:animEffect transition="out" filter="wipe(left)">
                                      <p:cBhvr>
                                        <p:cTn id="221" dur="500"/>
                                        <p:tgtEl>
                                          <p:spTgt spid="90"/>
                                        </p:tgtEl>
                                      </p:cBhvr>
                                    </p:animEffect>
                                    <p:set>
                                      <p:cBhvr>
                                        <p:cTn id="222" dur="1" fill="hold">
                                          <p:stCondLst>
                                            <p:cond delay="499"/>
                                          </p:stCondLst>
                                        </p:cTn>
                                        <p:tgtEl>
                                          <p:spTgt spid="90"/>
                                        </p:tgtEl>
                                        <p:attrNameLst>
                                          <p:attrName>style.visibility</p:attrName>
                                        </p:attrNameLst>
                                      </p:cBhvr>
                                      <p:to>
                                        <p:strVal val="hidden"/>
                                      </p:to>
                                    </p:set>
                                  </p:childTnLst>
                                </p:cTn>
                              </p:par>
                              <p:par>
                                <p:cTn id="223" presetID="22" presetClass="exit" presetSubtype="8" fill="hold" grpId="1" nodeType="withEffect">
                                  <p:stCondLst>
                                    <p:cond delay="0"/>
                                  </p:stCondLst>
                                  <p:childTnLst>
                                    <p:animEffect transition="out" filter="wipe(left)">
                                      <p:cBhvr>
                                        <p:cTn id="224" dur="500"/>
                                        <p:tgtEl>
                                          <p:spTgt spid="91"/>
                                        </p:tgtEl>
                                      </p:cBhvr>
                                    </p:animEffect>
                                    <p:set>
                                      <p:cBhvr>
                                        <p:cTn id="225" dur="1" fill="hold">
                                          <p:stCondLst>
                                            <p:cond delay="499"/>
                                          </p:stCondLst>
                                        </p:cTn>
                                        <p:tgtEl>
                                          <p:spTgt spid="91"/>
                                        </p:tgtEl>
                                        <p:attrNameLst>
                                          <p:attrName>style.visibility</p:attrName>
                                        </p:attrNameLst>
                                      </p:cBhvr>
                                      <p:to>
                                        <p:strVal val="hidden"/>
                                      </p:to>
                                    </p:set>
                                  </p:childTnLst>
                                </p:cTn>
                              </p:par>
                              <p:par>
                                <p:cTn id="226" presetID="22" presetClass="exit" presetSubtype="8" fill="hold" grpId="1" nodeType="withEffect">
                                  <p:stCondLst>
                                    <p:cond delay="0"/>
                                  </p:stCondLst>
                                  <p:childTnLst>
                                    <p:animEffect transition="out" filter="wipe(left)">
                                      <p:cBhvr>
                                        <p:cTn id="227" dur="500"/>
                                        <p:tgtEl>
                                          <p:spTgt spid="89"/>
                                        </p:tgtEl>
                                      </p:cBhvr>
                                    </p:animEffect>
                                    <p:set>
                                      <p:cBhvr>
                                        <p:cTn id="228" dur="1" fill="hold">
                                          <p:stCondLst>
                                            <p:cond delay="499"/>
                                          </p:stCondLst>
                                        </p:cTn>
                                        <p:tgtEl>
                                          <p:spTgt spid="89"/>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42" presetClass="entr" presetSubtype="0" fill="hold" grpId="0" nodeType="clickEffect">
                                  <p:stCondLst>
                                    <p:cond delay="0"/>
                                  </p:stCondLst>
                                  <p:childTnLst>
                                    <p:set>
                                      <p:cBhvr>
                                        <p:cTn id="232" dur="1" fill="hold">
                                          <p:stCondLst>
                                            <p:cond delay="0"/>
                                          </p:stCondLst>
                                        </p:cTn>
                                        <p:tgtEl>
                                          <p:spTgt spid="8"/>
                                        </p:tgtEl>
                                        <p:attrNameLst>
                                          <p:attrName>style.visibility</p:attrName>
                                        </p:attrNameLst>
                                      </p:cBhvr>
                                      <p:to>
                                        <p:strVal val="visible"/>
                                      </p:to>
                                    </p:set>
                                    <p:animEffect transition="in" filter="fade">
                                      <p:cBhvr>
                                        <p:cTn id="233" dur="1000"/>
                                        <p:tgtEl>
                                          <p:spTgt spid="8"/>
                                        </p:tgtEl>
                                      </p:cBhvr>
                                    </p:animEffect>
                                    <p:anim calcmode="lin" valueType="num">
                                      <p:cBhvr>
                                        <p:cTn id="234" dur="1000" fill="hold"/>
                                        <p:tgtEl>
                                          <p:spTgt spid="8"/>
                                        </p:tgtEl>
                                        <p:attrNameLst>
                                          <p:attrName>ppt_x</p:attrName>
                                        </p:attrNameLst>
                                      </p:cBhvr>
                                      <p:tavLst>
                                        <p:tav tm="0">
                                          <p:val>
                                            <p:strVal val="#ppt_x"/>
                                          </p:val>
                                        </p:tav>
                                        <p:tav tm="100000">
                                          <p:val>
                                            <p:strVal val="#ppt_x"/>
                                          </p:val>
                                        </p:tav>
                                      </p:tavLst>
                                    </p:anim>
                                    <p:anim calcmode="lin" valueType="num">
                                      <p:cBhvr>
                                        <p:cTn id="235" dur="1000" fill="hold"/>
                                        <p:tgtEl>
                                          <p:spTgt spid="8"/>
                                        </p:tgtEl>
                                        <p:attrNameLst>
                                          <p:attrName>ppt_y</p:attrName>
                                        </p:attrNameLst>
                                      </p:cBhvr>
                                      <p:tavLst>
                                        <p:tav tm="0">
                                          <p:val>
                                            <p:strVal val="#ppt_y+.1"/>
                                          </p:val>
                                        </p:tav>
                                        <p:tav tm="100000">
                                          <p:val>
                                            <p:strVal val="#ppt_y"/>
                                          </p:val>
                                        </p:tav>
                                      </p:tavLst>
                                    </p:anim>
                                  </p:childTnLst>
                                </p:cTn>
                              </p:par>
                              <p:par>
                                <p:cTn id="236" presetID="42" presetClass="entr" presetSubtype="0" fill="hold" nodeType="withEffect">
                                  <p:stCondLst>
                                    <p:cond delay="0"/>
                                  </p:stCondLst>
                                  <p:childTnLst>
                                    <p:set>
                                      <p:cBhvr>
                                        <p:cTn id="237" dur="1" fill="hold">
                                          <p:stCondLst>
                                            <p:cond delay="0"/>
                                          </p:stCondLst>
                                        </p:cTn>
                                        <p:tgtEl>
                                          <p:spTgt spid="52228">
                                            <p:txEl>
                                              <p:pRg st="0" end="0"/>
                                            </p:txEl>
                                          </p:spTgt>
                                        </p:tgtEl>
                                        <p:attrNameLst>
                                          <p:attrName>style.visibility</p:attrName>
                                        </p:attrNameLst>
                                      </p:cBhvr>
                                      <p:to>
                                        <p:strVal val="visible"/>
                                      </p:to>
                                    </p:set>
                                    <p:animEffect transition="in" filter="fade">
                                      <p:cBhvr>
                                        <p:cTn id="238" dur="1000"/>
                                        <p:tgtEl>
                                          <p:spTgt spid="52228">
                                            <p:txEl>
                                              <p:pRg st="0" end="0"/>
                                            </p:txEl>
                                          </p:spTgt>
                                        </p:tgtEl>
                                      </p:cBhvr>
                                    </p:animEffect>
                                    <p:anim calcmode="lin" valueType="num">
                                      <p:cBhvr>
                                        <p:cTn id="239" dur="1000" fill="hold"/>
                                        <p:tgtEl>
                                          <p:spTgt spid="52228">
                                            <p:txEl>
                                              <p:pRg st="0" end="0"/>
                                            </p:txEl>
                                          </p:spTgt>
                                        </p:tgtEl>
                                        <p:attrNameLst>
                                          <p:attrName>ppt_x</p:attrName>
                                        </p:attrNameLst>
                                      </p:cBhvr>
                                      <p:tavLst>
                                        <p:tav tm="0">
                                          <p:val>
                                            <p:strVal val="#ppt_x"/>
                                          </p:val>
                                        </p:tav>
                                        <p:tav tm="100000">
                                          <p:val>
                                            <p:strVal val="#ppt_x"/>
                                          </p:val>
                                        </p:tav>
                                      </p:tavLst>
                                    </p:anim>
                                    <p:anim calcmode="lin" valueType="num">
                                      <p:cBhvr>
                                        <p:cTn id="240" dur="1000" fill="hold"/>
                                        <p:tgtEl>
                                          <p:spTgt spid="52228">
                                            <p:txEl>
                                              <p:pRg st="0" end="0"/>
                                            </p:txEl>
                                          </p:spTgt>
                                        </p:tgtEl>
                                        <p:attrNameLst>
                                          <p:attrName>ppt_y</p:attrName>
                                        </p:attrNameLst>
                                      </p:cBhvr>
                                      <p:tavLst>
                                        <p:tav tm="0">
                                          <p:val>
                                            <p:strVal val="#ppt_y+.1"/>
                                          </p:val>
                                        </p:tav>
                                        <p:tav tm="100000">
                                          <p:val>
                                            <p:strVal val="#ppt_y"/>
                                          </p:val>
                                        </p:tav>
                                      </p:tavLst>
                                    </p:anim>
                                  </p:childTnLst>
                                </p:cTn>
                              </p:par>
                            </p:childTnLst>
                          </p:cTn>
                        </p:par>
                        <p:par>
                          <p:cTn id="241" fill="hold">
                            <p:stCondLst>
                              <p:cond delay="1000"/>
                            </p:stCondLst>
                            <p:childTnLst>
                              <p:par>
                                <p:cTn id="242" presetID="47" presetClass="entr" presetSubtype="0" fill="hold" grpId="0" nodeType="afterEffect">
                                  <p:stCondLst>
                                    <p:cond delay="0"/>
                                  </p:stCondLst>
                                  <p:childTnLst>
                                    <p:set>
                                      <p:cBhvr>
                                        <p:cTn id="243" dur="1" fill="hold">
                                          <p:stCondLst>
                                            <p:cond delay="0"/>
                                          </p:stCondLst>
                                        </p:cTn>
                                        <p:tgtEl>
                                          <p:spTgt spid="9"/>
                                        </p:tgtEl>
                                        <p:attrNameLst>
                                          <p:attrName>style.visibility</p:attrName>
                                        </p:attrNameLst>
                                      </p:cBhvr>
                                      <p:to>
                                        <p:strVal val="visible"/>
                                      </p:to>
                                    </p:set>
                                    <p:animEffect transition="in" filter="fade">
                                      <p:cBhvr>
                                        <p:cTn id="244" dur="1000"/>
                                        <p:tgtEl>
                                          <p:spTgt spid="9"/>
                                        </p:tgtEl>
                                      </p:cBhvr>
                                    </p:animEffect>
                                    <p:anim calcmode="lin" valueType="num">
                                      <p:cBhvr>
                                        <p:cTn id="245" dur="1000" fill="hold"/>
                                        <p:tgtEl>
                                          <p:spTgt spid="9"/>
                                        </p:tgtEl>
                                        <p:attrNameLst>
                                          <p:attrName>ppt_x</p:attrName>
                                        </p:attrNameLst>
                                      </p:cBhvr>
                                      <p:tavLst>
                                        <p:tav tm="0">
                                          <p:val>
                                            <p:strVal val="#ppt_x"/>
                                          </p:val>
                                        </p:tav>
                                        <p:tav tm="100000">
                                          <p:val>
                                            <p:strVal val="#ppt_x"/>
                                          </p:val>
                                        </p:tav>
                                      </p:tavLst>
                                    </p:anim>
                                    <p:anim calcmode="lin" valueType="num">
                                      <p:cBhvr>
                                        <p:cTn id="246" dur="1000" fill="hold"/>
                                        <p:tgtEl>
                                          <p:spTgt spid="9"/>
                                        </p:tgtEl>
                                        <p:attrNameLst>
                                          <p:attrName>ppt_y</p:attrName>
                                        </p:attrNameLst>
                                      </p:cBhvr>
                                      <p:tavLst>
                                        <p:tav tm="0">
                                          <p:val>
                                            <p:strVal val="#ppt_y-.1"/>
                                          </p:val>
                                        </p:tav>
                                        <p:tav tm="100000">
                                          <p:val>
                                            <p:strVal val="#ppt_y"/>
                                          </p:val>
                                        </p:tav>
                                      </p:tavLst>
                                    </p:anim>
                                  </p:childTnLst>
                                </p:cTn>
                              </p:par>
                            </p:childTnLst>
                          </p:cTn>
                        </p:par>
                        <p:par>
                          <p:cTn id="247" fill="hold">
                            <p:stCondLst>
                              <p:cond delay="2000"/>
                            </p:stCondLst>
                            <p:childTnLst>
                              <p:par>
                                <p:cTn id="248" presetID="47" presetClass="entr" presetSubtype="0" fill="hold" grpId="0" nodeType="afterEffect">
                                  <p:stCondLst>
                                    <p:cond delay="0"/>
                                  </p:stCondLst>
                                  <p:childTnLst>
                                    <p:set>
                                      <p:cBhvr>
                                        <p:cTn id="249" dur="1" fill="hold">
                                          <p:stCondLst>
                                            <p:cond delay="0"/>
                                          </p:stCondLst>
                                        </p:cTn>
                                        <p:tgtEl>
                                          <p:spTgt spid="80"/>
                                        </p:tgtEl>
                                        <p:attrNameLst>
                                          <p:attrName>style.visibility</p:attrName>
                                        </p:attrNameLst>
                                      </p:cBhvr>
                                      <p:to>
                                        <p:strVal val="visible"/>
                                      </p:to>
                                    </p:set>
                                    <p:animEffect transition="in" filter="fade">
                                      <p:cBhvr>
                                        <p:cTn id="250" dur="1000"/>
                                        <p:tgtEl>
                                          <p:spTgt spid="80"/>
                                        </p:tgtEl>
                                      </p:cBhvr>
                                    </p:animEffect>
                                    <p:anim calcmode="lin" valueType="num">
                                      <p:cBhvr>
                                        <p:cTn id="251" dur="1000" fill="hold"/>
                                        <p:tgtEl>
                                          <p:spTgt spid="80"/>
                                        </p:tgtEl>
                                        <p:attrNameLst>
                                          <p:attrName>ppt_x</p:attrName>
                                        </p:attrNameLst>
                                      </p:cBhvr>
                                      <p:tavLst>
                                        <p:tav tm="0">
                                          <p:val>
                                            <p:strVal val="#ppt_x"/>
                                          </p:val>
                                        </p:tav>
                                        <p:tav tm="100000">
                                          <p:val>
                                            <p:strVal val="#ppt_x"/>
                                          </p:val>
                                        </p:tav>
                                      </p:tavLst>
                                    </p:anim>
                                    <p:anim calcmode="lin" valueType="num">
                                      <p:cBhvr>
                                        <p:cTn id="252"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253" fill="hold">
                      <p:stCondLst>
                        <p:cond delay="indefinite"/>
                      </p:stCondLst>
                      <p:childTnLst>
                        <p:par>
                          <p:cTn id="254" fill="hold">
                            <p:stCondLst>
                              <p:cond delay="0"/>
                            </p:stCondLst>
                            <p:childTnLst>
                              <p:par>
                                <p:cTn id="255" presetID="42" presetClass="entr" presetSubtype="0" fill="hold" nodeType="clickEffect">
                                  <p:stCondLst>
                                    <p:cond delay="0"/>
                                  </p:stCondLst>
                                  <p:childTnLst>
                                    <p:set>
                                      <p:cBhvr>
                                        <p:cTn id="256" dur="1" fill="hold">
                                          <p:stCondLst>
                                            <p:cond delay="0"/>
                                          </p:stCondLst>
                                        </p:cTn>
                                        <p:tgtEl>
                                          <p:spTgt spid="52230">
                                            <p:txEl>
                                              <p:pRg st="1" end="1"/>
                                            </p:txEl>
                                          </p:spTgt>
                                        </p:tgtEl>
                                        <p:attrNameLst>
                                          <p:attrName>style.visibility</p:attrName>
                                        </p:attrNameLst>
                                      </p:cBhvr>
                                      <p:to>
                                        <p:strVal val="visible"/>
                                      </p:to>
                                    </p:set>
                                    <p:animEffect transition="in" filter="fade">
                                      <p:cBhvr>
                                        <p:cTn id="257" dur="1000"/>
                                        <p:tgtEl>
                                          <p:spTgt spid="52230">
                                            <p:txEl>
                                              <p:pRg st="1" end="1"/>
                                            </p:txEl>
                                          </p:spTgt>
                                        </p:tgtEl>
                                      </p:cBhvr>
                                    </p:animEffect>
                                    <p:anim calcmode="lin" valueType="num">
                                      <p:cBhvr>
                                        <p:cTn id="258" dur="1000" fill="hold"/>
                                        <p:tgtEl>
                                          <p:spTgt spid="52230">
                                            <p:txEl>
                                              <p:pRg st="1" end="1"/>
                                            </p:txEl>
                                          </p:spTgt>
                                        </p:tgtEl>
                                        <p:attrNameLst>
                                          <p:attrName>ppt_x</p:attrName>
                                        </p:attrNameLst>
                                      </p:cBhvr>
                                      <p:tavLst>
                                        <p:tav tm="0">
                                          <p:val>
                                            <p:strVal val="#ppt_x"/>
                                          </p:val>
                                        </p:tav>
                                        <p:tav tm="100000">
                                          <p:val>
                                            <p:strVal val="#ppt_x"/>
                                          </p:val>
                                        </p:tav>
                                      </p:tavLst>
                                    </p:anim>
                                    <p:anim calcmode="lin" valueType="num">
                                      <p:cBhvr>
                                        <p:cTn id="259" dur="1000" fill="hold"/>
                                        <p:tgtEl>
                                          <p:spTgt spid="5223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0" fill="hold">
                      <p:stCondLst>
                        <p:cond delay="indefinite"/>
                      </p:stCondLst>
                      <p:childTnLst>
                        <p:par>
                          <p:cTn id="261" fill="hold">
                            <p:stCondLst>
                              <p:cond delay="0"/>
                            </p:stCondLst>
                            <p:childTnLst>
                              <p:par>
                                <p:cTn id="262" presetID="42" presetClass="entr" presetSubtype="0" fill="hold" grpId="0" nodeType="clickEffect">
                                  <p:stCondLst>
                                    <p:cond delay="0"/>
                                  </p:stCondLst>
                                  <p:childTnLst>
                                    <p:set>
                                      <p:cBhvr>
                                        <p:cTn id="263" dur="1" fill="hold">
                                          <p:stCondLst>
                                            <p:cond delay="0"/>
                                          </p:stCondLst>
                                        </p:cTn>
                                        <p:tgtEl>
                                          <p:spTgt spid="52299">
                                            <p:bg/>
                                          </p:spTgt>
                                        </p:tgtEl>
                                        <p:attrNameLst>
                                          <p:attrName>style.visibility</p:attrName>
                                        </p:attrNameLst>
                                      </p:cBhvr>
                                      <p:to>
                                        <p:strVal val="visible"/>
                                      </p:to>
                                    </p:set>
                                    <p:animEffect transition="in" filter="fade">
                                      <p:cBhvr>
                                        <p:cTn id="264" dur="1000"/>
                                        <p:tgtEl>
                                          <p:spTgt spid="52299">
                                            <p:bg/>
                                          </p:spTgt>
                                        </p:tgtEl>
                                      </p:cBhvr>
                                    </p:animEffect>
                                    <p:anim calcmode="lin" valueType="num">
                                      <p:cBhvr>
                                        <p:cTn id="265" dur="1000" fill="hold"/>
                                        <p:tgtEl>
                                          <p:spTgt spid="52299">
                                            <p:bg/>
                                          </p:spTgt>
                                        </p:tgtEl>
                                        <p:attrNameLst>
                                          <p:attrName>ppt_x</p:attrName>
                                        </p:attrNameLst>
                                      </p:cBhvr>
                                      <p:tavLst>
                                        <p:tav tm="0">
                                          <p:val>
                                            <p:strVal val="#ppt_x"/>
                                          </p:val>
                                        </p:tav>
                                        <p:tav tm="100000">
                                          <p:val>
                                            <p:strVal val="#ppt_x"/>
                                          </p:val>
                                        </p:tav>
                                      </p:tavLst>
                                    </p:anim>
                                    <p:anim calcmode="lin" valueType="num">
                                      <p:cBhvr>
                                        <p:cTn id="266" dur="1000" fill="hold"/>
                                        <p:tgtEl>
                                          <p:spTgt spid="52299">
                                            <p:bg/>
                                          </p:spTgt>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0"/>
                                  </p:stCondLst>
                                  <p:childTnLst>
                                    <p:set>
                                      <p:cBhvr>
                                        <p:cTn id="268" dur="1" fill="hold">
                                          <p:stCondLst>
                                            <p:cond delay="0"/>
                                          </p:stCondLst>
                                        </p:cTn>
                                        <p:tgtEl>
                                          <p:spTgt spid="52299">
                                            <p:txEl>
                                              <p:pRg st="0" end="0"/>
                                            </p:txEl>
                                          </p:spTgt>
                                        </p:tgtEl>
                                        <p:attrNameLst>
                                          <p:attrName>style.visibility</p:attrName>
                                        </p:attrNameLst>
                                      </p:cBhvr>
                                      <p:to>
                                        <p:strVal val="visible"/>
                                      </p:to>
                                    </p:set>
                                    <p:animEffect transition="in" filter="fade">
                                      <p:cBhvr>
                                        <p:cTn id="269" dur="1000"/>
                                        <p:tgtEl>
                                          <p:spTgt spid="52299">
                                            <p:txEl>
                                              <p:pRg st="0" end="0"/>
                                            </p:txEl>
                                          </p:spTgt>
                                        </p:tgtEl>
                                      </p:cBhvr>
                                    </p:animEffect>
                                    <p:anim calcmode="lin" valueType="num">
                                      <p:cBhvr>
                                        <p:cTn id="270" dur="1000" fill="hold"/>
                                        <p:tgtEl>
                                          <p:spTgt spid="52299">
                                            <p:txEl>
                                              <p:pRg st="0" end="0"/>
                                            </p:txEl>
                                          </p:spTgt>
                                        </p:tgtEl>
                                        <p:attrNameLst>
                                          <p:attrName>ppt_x</p:attrName>
                                        </p:attrNameLst>
                                      </p:cBhvr>
                                      <p:tavLst>
                                        <p:tav tm="0">
                                          <p:val>
                                            <p:strVal val="#ppt_x"/>
                                          </p:val>
                                        </p:tav>
                                        <p:tav tm="100000">
                                          <p:val>
                                            <p:strVal val="#ppt_x"/>
                                          </p:val>
                                        </p:tav>
                                      </p:tavLst>
                                    </p:anim>
                                    <p:anim calcmode="lin" valueType="num">
                                      <p:cBhvr>
                                        <p:cTn id="271" dur="1000" fill="hold"/>
                                        <p:tgtEl>
                                          <p:spTgt spid="52299">
                                            <p:txEl>
                                              <p:pRg st="0" end="0"/>
                                            </p:txEl>
                                          </p:spTgt>
                                        </p:tgtEl>
                                        <p:attrNameLst>
                                          <p:attrName>ppt_y</p:attrName>
                                        </p:attrNameLst>
                                      </p:cBhvr>
                                      <p:tavLst>
                                        <p:tav tm="0">
                                          <p:val>
                                            <p:strVal val="#ppt_y+.1"/>
                                          </p:val>
                                        </p:tav>
                                        <p:tav tm="100000">
                                          <p:val>
                                            <p:strVal val="#ppt_y"/>
                                          </p:val>
                                        </p:tav>
                                      </p:tavLst>
                                    </p:anim>
                                  </p:childTnLst>
                                </p:cTn>
                              </p:par>
                              <p:par>
                                <p:cTn id="272" presetID="42" presetClass="entr" presetSubtype="0" fill="hold" grpId="0" nodeType="withEffect">
                                  <p:stCondLst>
                                    <p:cond delay="0"/>
                                  </p:stCondLst>
                                  <p:childTnLst>
                                    <p:set>
                                      <p:cBhvr>
                                        <p:cTn id="273" dur="1" fill="hold">
                                          <p:stCondLst>
                                            <p:cond delay="0"/>
                                          </p:stCondLst>
                                        </p:cTn>
                                        <p:tgtEl>
                                          <p:spTgt spid="52299">
                                            <p:txEl>
                                              <p:pRg st="1" end="1"/>
                                            </p:txEl>
                                          </p:spTgt>
                                        </p:tgtEl>
                                        <p:attrNameLst>
                                          <p:attrName>style.visibility</p:attrName>
                                        </p:attrNameLst>
                                      </p:cBhvr>
                                      <p:to>
                                        <p:strVal val="visible"/>
                                      </p:to>
                                    </p:set>
                                    <p:animEffect transition="in" filter="fade">
                                      <p:cBhvr>
                                        <p:cTn id="274" dur="1000"/>
                                        <p:tgtEl>
                                          <p:spTgt spid="52299">
                                            <p:txEl>
                                              <p:pRg st="1" end="1"/>
                                            </p:txEl>
                                          </p:spTgt>
                                        </p:tgtEl>
                                      </p:cBhvr>
                                    </p:animEffect>
                                    <p:anim calcmode="lin" valueType="num">
                                      <p:cBhvr>
                                        <p:cTn id="275" dur="1000" fill="hold"/>
                                        <p:tgtEl>
                                          <p:spTgt spid="52299">
                                            <p:txEl>
                                              <p:pRg st="1" end="1"/>
                                            </p:txEl>
                                          </p:spTgt>
                                        </p:tgtEl>
                                        <p:attrNameLst>
                                          <p:attrName>ppt_x</p:attrName>
                                        </p:attrNameLst>
                                      </p:cBhvr>
                                      <p:tavLst>
                                        <p:tav tm="0">
                                          <p:val>
                                            <p:strVal val="#ppt_x"/>
                                          </p:val>
                                        </p:tav>
                                        <p:tav tm="100000">
                                          <p:val>
                                            <p:strVal val="#ppt_x"/>
                                          </p:val>
                                        </p:tav>
                                      </p:tavLst>
                                    </p:anim>
                                    <p:anim calcmode="lin" valueType="num">
                                      <p:cBhvr>
                                        <p:cTn id="276" dur="1000" fill="hold"/>
                                        <p:tgtEl>
                                          <p:spTgt spid="52299">
                                            <p:txEl>
                                              <p:pRg st="1" end="1"/>
                                            </p:txEl>
                                          </p:spTgt>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52299">
                                            <p:txEl>
                                              <p:pRg st="2" end="2"/>
                                            </p:txEl>
                                          </p:spTgt>
                                        </p:tgtEl>
                                        <p:attrNameLst>
                                          <p:attrName>style.visibility</p:attrName>
                                        </p:attrNameLst>
                                      </p:cBhvr>
                                      <p:to>
                                        <p:strVal val="visible"/>
                                      </p:to>
                                    </p:set>
                                    <p:animEffect transition="in" filter="fade">
                                      <p:cBhvr>
                                        <p:cTn id="279" dur="1000"/>
                                        <p:tgtEl>
                                          <p:spTgt spid="52299">
                                            <p:txEl>
                                              <p:pRg st="2" end="2"/>
                                            </p:txEl>
                                          </p:spTgt>
                                        </p:tgtEl>
                                      </p:cBhvr>
                                    </p:animEffect>
                                    <p:anim calcmode="lin" valueType="num">
                                      <p:cBhvr>
                                        <p:cTn id="280" dur="1000" fill="hold"/>
                                        <p:tgtEl>
                                          <p:spTgt spid="52299">
                                            <p:txEl>
                                              <p:pRg st="2" end="2"/>
                                            </p:txEl>
                                          </p:spTgt>
                                        </p:tgtEl>
                                        <p:attrNameLst>
                                          <p:attrName>ppt_x</p:attrName>
                                        </p:attrNameLst>
                                      </p:cBhvr>
                                      <p:tavLst>
                                        <p:tav tm="0">
                                          <p:val>
                                            <p:strVal val="#ppt_x"/>
                                          </p:val>
                                        </p:tav>
                                        <p:tav tm="100000">
                                          <p:val>
                                            <p:strVal val="#ppt_x"/>
                                          </p:val>
                                        </p:tav>
                                      </p:tavLst>
                                    </p:anim>
                                    <p:anim calcmode="lin" valueType="num">
                                      <p:cBhvr>
                                        <p:cTn id="281" dur="1000" fill="hold"/>
                                        <p:tgtEl>
                                          <p:spTgt spid="522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2" fill="hold">
                      <p:stCondLst>
                        <p:cond delay="indefinite"/>
                      </p:stCondLst>
                      <p:childTnLst>
                        <p:par>
                          <p:cTn id="283" fill="hold">
                            <p:stCondLst>
                              <p:cond delay="0"/>
                            </p:stCondLst>
                            <p:childTnLst>
                              <p:par>
                                <p:cTn id="284" presetID="42" presetClass="entr" presetSubtype="0" fill="hold" nodeType="clickEffect">
                                  <p:stCondLst>
                                    <p:cond delay="0"/>
                                  </p:stCondLst>
                                  <p:childTnLst>
                                    <p:set>
                                      <p:cBhvr>
                                        <p:cTn id="285" dur="1" fill="hold">
                                          <p:stCondLst>
                                            <p:cond delay="0"/>
                                          </p:stCondLst>
                                        </p:cTn>
                                        <p:tgtEl>
                                          <p:spTgt spid="52289"/>
                                        </p:tgtEl>
                                        <p:attrNameLst>
                                          <p:attrName>style.visibility</p:attrName>
                                        </p:attrNameLst>
                                      </p:cBhvr>
                                      <p:to>
                                        <p:strVal val="visible"/>
                                      </p:to>
                                    </p:set>
                                    <p:animEffect transition="in" filter="fade">
                                      <p:cBhvr>
                                        <p:cTn id="286" dur="1500"/>
                                        <p:tgtEl>
                                          <p:spTgt spid="52289"/>
                                        </p:tgtEl>
                                      </p:cBhvr>
                                    </p:animEffect>
                                    <p:anim calcmode="lin" valueType="num">
                                      <p:cBhvr>
                                        <p:cTn id="287" dur="1500" fill="hold"/>
                                        <p:tgtEl>
                                          <p:spTgt spid="52289"/>
                                        </p:tgtEl>
                                        <p:attrNameLst>
                                          <p:attrName>ppt_x</p:attrName>
                                        </p:attrNameLst>
                                      </p:cBhvr>
                                      <p:tavLst>
                                        <p:tav tm="0">
                                          <p:val>
                                            <p:strVal val="#ppt_x"/>
                                          </p:val>
                                        </p:tav>
                                        <p:tav tm="100000">
                                          <p:val>
                                            <p:strVal val="#ppt_x"/>
                                          </p:val>
                                        </p:tav>
                                      </p:tavLst>
                                    </p:anim>
                                    <p:anim calcmode="lin" valueType="num">
                                      <p:cBhvr>
                                        <p:cTn id="288" dur="1500" fill="hold"/>
                                        <p:tgtEl>
                                          <p:spTgt spid="52289"/>
                                        </p:tgtEl>
                                        <p:attrNameLst>
                                          <p:attrName>ppt_y</p:attrName>
                                        </p:attrNameLst>
                                      </p:cBhvr>
                                      <p:tavLst>
                                        <p:tav tm="0">
                                          <p:val>
                                            <p:strVal val="#ppt_y+.1"/>
                                          </p:val>
                                        </p:tav>
                                        <p:tav tm="100000">
                                          <p:val>
                                            <p:strVal val="#ppt_y"/>
                                          </p:val>
                                        </p:tav>
                                      </p:tavLst>
                                    </p:anim>
                                  </p:childTnLst>
                                </p:cTn>
                              </p:par>
                            </p:childTnLst>
                          </p:cTn>
                        </p:par>
                      </p:childTnLst>
                    </p:cTn>
                  </p:par>
                  <p:par>
                    <p:cTn id="289" fill="hold">
                      <p:stCondLst>
                        <p:cond delay="indefinite"/>
                      </p:stCondLst>
                      <p:childTnLst>
                        <p:par>
                          <p:cTn id="290" fill="hold">
                            <p:stCondLst>
                              <p:cond delay="0"/>
                            </p:stCondLst>
                            <p:childTnLst>
                              <p:par>
                                <p:cTn id="291" presetID="42" presetClass="entr" presetSubtype="0" fill="hold" nodeType="clickEffect">
                                  <p:stCondLst>
                                    <p:cond delay="0"/>
                                  </p:stCondLst>
                                  <p:childTnLst>
                                    <p:set>
                                      <p:cBhvr>
                                        <p:cTn id="292" dur="1" fill="hold">
                                          <p:stCondLst>
                                            <p:cond delay="0"/>
                                          </p:stCondLst>
                                        </p:cTn>
                                        <p:tgtEl>
                                          <p:spTgt spid="52230">
                                            <p:txEl>
                                              <p:pRg st="2" end="2"/>
                                            </p:txEl>
                                          </p:spTgt>
                                        </p:tgtEl>
                                        <p:attrNameLst>
                                          <p:attrName>style.visibility</p:attrName>
                                        </p:attrNameLst>
                                      </p:cBhvr>
                                      <p:to>
                                        <p:strVal val="visible"/>
                                      </p:to>
                                    </p:set>
                                    <p:animEffect transition="in" filter="fade">
                                      <p:cBhvr>
                                        <p:cTn id="293" dur="1000"/>
                                        <p:tgtEl>
                                          <p:spTgt spid="52230">
                                            <p:txEl>
                                              <p:pRg st="2" end="2"/>
                                            </p:txEl>
                                          </p:spTgt>
                                        </p:tgtEl>
                                      </p:cBhvr>
                                    </p:animEffect>
                                    <p:anim calcmode="lin" valueType="num">
                                      <p:cBhvr>
                                        <p:cTn id="294" dur="1000" fill="hold"/>
                                        <p:tgtEl>
                                          <p:spTgt spid="52230">
                                            <p:txEl>
                                              <p:pRg st="2" end="2"/>
                                            </p:txEl>
                                          </p:spTgt>
                                        </p:tgtEl>
                                        <p:attrNameLst>
                                          <p:attrName>ppt_x</p:attrName>
                                        </p:attrNameLst>
                                      </p:cBhvr>
                                      <p:tavLst>
                                        <p:tav tm="0">
                                          <p:val>
                                            <p:strVal val="#ppt_x"/>
                                          </p:val>
                                        </p:tav>
                                        <p:tav tm="100000">
                                          <p:val>
                                            <p:strVal val="#ppt_x"/>
                                          </p:val>
                                        </p:tav>
                                      </p:tavLst>
                                    </p:anim>
                                    <p:anim calcmode="lin" valueType="num">
                                      <p:cBhvr>
                                        <p:cTn id="295" dur="1000" fill="hold"/>
                                        <p:tgtEl>
                                          <p:spTgt spid="5223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6" fill="hold">
                      <p:stCondLst>
                        <p:cond delay="indefinite"/>
                      </p:stCondLst>
                      <p:childTnLst>
                        <p:par>
                          <p:cTn id="297" fill="hold">
                            <p:stCondLst>
                              <p:cond delay="0"/>
                            </p:stCondLst>
                            <p:childTnLst>
                              <p:par>
                                <p:cTn id="298" presetID="42" presetClass="entr" presetSubtype="0" fill="hold" nodeType="clickEffect">
                                  <p:stCondLst>
                                    <p:cond delay="0"/>
                                  </p:stCondLst>
                                  <p:childTnLst>
                                    <p:set>
                                      <p:cBhvr>
                                        <p:cTn id="299" dur="1" fill="hold">
                                          <p:stCondLst>
                                            <p:cond delay="0"/>
                                          </p:stCondLst>
                                        </p:cTn>
                                        <p:tgtEl>
                                          <p:spTgt spid="52230">
                                            <p:txEl>
                                              <p:pRg st="3" end="3"/>
                                            </p:txEl>
                                          </p:spTgt>
                                        </p:tgtEl>
                                        <p:attrNameLst>
                                          <p:attrName>style.visibility</p:attrName>
                                        </p:attrNameLst>
                                      </p:cBhvr>
                                      <p:to>
                                        <p:strVal val="visible"/>
                                      </p:to>
                                    </p:set>
                                    <p:animEffect transition="in" filter="fade">
                                      <p:cBhvr>
                                        <p:cTn id="300" dur="1000"/>
                                        <p:tgtEl>
                                          <p:spTgt spid="52230">
                                            <p:txEl>
                                              <p:pRg st="3" end="3"/>
                                            </p:txEl>
                                          </p:spTgt>
                                        </p:tgtEl>
                                      </p:cBhvr>
                                    </p:animEffect>
                                    <p:anim calcmode="lin" valueType="num">
                                      <p:cBhvr>
                                        <p:cTn id="301" dur="1000" fill="hold"/>
                                        <p:tgtEl>
                                          <p:spTgt spid="52230">
                                            <p:txEl>
                                              <p:pRg st="3" end="3"/>
                                            </p:txEl>
                                          </p:spTgt>
                                        </p:tgtEl>
                                        <p:attrNameLst>
                                          <p:attrName>ppt_x</p:attrName>
                                        </p:attrNameLst>
                                      </p:cBhvr>
                                      <p:tavLst>
                                        <p:tav tm="0">
                                          <p:val>
                                            <p:strVal val="#ppt_x"/>
                                          </p:val>
                                        </p:tav>
                                        <p:tav tm="100000">
                                          <p:val>
                                            <p:strVal val="#ppt_x"/>
                                          </p:val>
                                        </p:tav>
                                      </p:tavLst>
                                    </p:anim>
                                    <p:anim calcmode="lin" valueType="num">
                                      <p:cBhvr>
                                        <p:cTn id="302" dur="1000" fill="hold"/>
                                        <p:tgtEl>
                                          <p:spTgt spid="5223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42" presetClass="entr" presetSubtype="0" fill="hold" grpId="0" nodeType="clickEffect">
                                  <p:stCondLst>
                                    <p:cond delay="0"/>
                                  </p:stCondLst>
                                  <p:childTnLst>
                                    <p:set>
                                      <p:cBhvr>
                                        <p:cTn id="306" dur="1" fill="hold">
                                          <p:stCondLst>
                                            <p:cond delay="0"/>
                                          </p:stCondLst>
                                        </p:cTn>
                                        <p:tgtEl>
                                          <p:spTgt spid="52300">
                                            <p:bg/>
                                          </p:spTgt>
                                        </p:tgtEl>
                                        <p:attrNameLst>
                                          <p:attrName>style.visibility</p:attrName>
                                        </p:attrNameLst>
                                      </p:cBhvr>
                                      <p:to>
                                        <p:strVal val="visible"/>
                                      </p:to>
                                    </p:set>
                                    <p:animEffect transition="in" filter="fade">
                                      <p:cBhvr>
                                        <p:cTn id="307" dur="1000"/>
                                        <p:tgtEl>
                                          <p:spTgt spid="52300">
                                            <p:bg/>
                                          </p:spTgt>
                                        </p:tgtEl>
                                      </p:cBhvr>
                                    </p:animEffect>
                                    <p:anim calcmode="lin" valueType="num">
                                      <p:cBhvr>
                                        <p:cTn id="308" dur="1000" fill="hold"/>
                                        <p:tgtEl>
                                          <p:spTgt spid="52300">
                                            <p:bg/>
                                          </p:spTgt>
                                        </p:tgtEl>
                                        <p:attrNameLst>
                                          <p:attrName>ppt_x</p:attrName>
                                        </p:attrNameLst>
                                      </p:cBhvr>
                                      <p:tavLst>
                                        <p:tav tm="0">
                                          <p:val>
                                            <p:strVal val="#ppt_x"/>
                                          </p:val>
                                        </p:tav>
                                        <p:tav tm="100000">
                                          <p:val>
                                            <p:strVal val="#ppt_x"/>
                                          </p:val>
                                        </p:tav>
                                      </p:tavLst>
                                    </p:anim>
                                    <p:anim calcmode="lin" valueType="num">
                                      <p:cBhvr>
                                        <p:cTn id="309" dur="1000" fill="hold"/>
                                        <p:tgtEl>
                                          <p:spTgt spid="52300">
                                            <p:bg/>
                                          </p:spTgt>
                                        </p:tgtEl>
                                        <p:attrNameLst>
                                          <p:attrName>ppt_y</p:attrName>
                                        </p:attrNameLst>
                                      </p:cBhvr>
                                      <p:tavLst>
                                        <p:tav tm="0">
                                          <p:val>
                                            <p:strVal val="#ppt_y+.1"/>
                                          </p:val>
                                        </p:tav>
                                        <p:tav tm="100000">
                                          <p:val>
                                            <p:strVal val="#ppt_y"/>
                                          </p:val>
                                        </p:tav>
                                      </p:tavLst>
                                    </p:anim>
                                  </p:childTnLst>
                                </p:cTn>
                              </p:par>
                              <p:par>
                                <p:cTn id="310" presetID="42" presetClass="entr" presetSubtype="0" fill="hold" grpId="0" nodeType="withEffect">
                                  <p:stCondLst>
                                    <p:cond delay="0"/>
                                  </p:stCondLst>
                                  <p:childTnLst>
                                    <p:set>
                                      <p:cBhvr>
                                        <p:cTn id="311" dur="1" fill="hold">
                                          <p:stCondLst>
                                            <p:cond delay="0"/>
                                          </p:stCondLst>
                                        </p:cTn>
                                        <p:tgtEl>
                                          <p:spTgt spid="52300">
                                            <p:txEl>
                                              <p:pRg st="0" end="0"/>
                                            </p:txEl>
                                          </p:spTgt>
                                        </p:tgtEl>
                                        <p:attrNameLst>
                                          <p:attrName>style.visibility</p:attrName>
                                        </p:attrNameLst>
                                      </p:cBhvr>
                                      <p:to>
                                        <p:strVal val="visible"/>
                                      </p:to>
                                    </p:set>
                                    <p:animEffect transition="in" filter="fade">
                                      <p:cBhvr>
                                        <p:cTn id="312" dur="1000"/>
                                        <p:tgtEl>
                                          <p:spTgt spid="52300">
                                            <p:txEl>
                                              <p:pRg st="0" end="0"/>
                                            </p:txEl>
                                          </p:spTgt>
                                        </p:tgtEl>
                                      </p:cBhvr>
                                    </p:animEffect>
                                    <p:anim calcmode="lin" valueType="num">
                                      <p:cBhvr>
                                        <p:cTn id="313" dur="1000" fill="hold"/>
                                        <p:tgtEl>
                                          <p:spTgt spid="52300">
                                            <p:txEl>
                                              <p:pRg st="0" end="0"/>
                                            </p:txEl>
                                          </p:spTgt>
                                        </p:tgtEl>
                                        <p:attrNameLst>
                                          <p:attrName>ppt_x</p:attrName>
                                        </p:attrNameLst>
                                      </p:cBhvr>
                                      <p:tavLst>
                                        <p:tav tm="0">
                                          <p:val>
                                            <p:strVal val="#ppt_x"/>
                                          </p:val>
                                        </p:tav>
                                        <p:tav tm="100000">
                                          <p:val>
                                            <p:strVal val="#ppt_x"/>
                                          </p:val>
                                        </p:tav>
                                      </p:tavLst>
                                    </p:anim>
                                    <p:anim calcmode="lin" valueType="num">
                                      <p:cBhvr>
                                        <p:cTn id="314" dur="1000" fill="hold"/>
                                        <p:tgtEl>
                                          <p:spTgt spid="52300">
                                            <p:txEl>
                                              <p:pRg st="0" end="0"/>
                                            </p:txEl>
                                          </p:spTgt>
                                        </p:tgtEl>
                                        <p:attrNameLst>
                                          <p:attrName>ppt_y</p:attrName>
                                        </p:attrNameLst>
                                      </p:cBhvr>
                                      <p:tavLst>
                                        <p:tav tm="0">
                                          <p:val>
                                            <p:strVal val="#ppt_y+.1"/>
                                          </p:val>
                                        </p:tav>
                                        <p:tav tm="100000">
                                          <p:val>
                                            <p:strVal val="#ppt_y"/>
                                          </p:val>
                                        </p:tav>
                                      </p:tavLst>
                                    </p:anim>
                                  </p:childTnLst>
                                </p:cTn>
                              </p:par>
                              <p:par>
                                <p:cTn id="315" presetID="42" presetClass="entr" presetSubtype="0" fill="hold" grpId="0" nodeType="withEffect">
                                  <p:stCondLst>
                                    <p:cond delay="0"/>
                                  </p:stCondLst>
                                  <p:childTnLst>
                                    <p:set>
                                      <p:cBhvr>
                                        <p:cTn id="316" dur="1" fill="hold">
                                          <p:stCondLst>
                                            <p:cond delay="0"/>
                                          </p:stCondLst>
                                        </p:cTn>
                                        <p:tgtEl>
                                          <p:spTgt spid="52300">
                                            <p:txEl>
                                              <p:pRg st="1" end="1"/>
                                            </p:txEl>
                                          </p:spTgt>
                                        </p:tgtEl>
                                        <p:attrNameLst>
                                          <p:attrName>style.visibility</p:attrName>
                                        </p:attrNameLst>
                                      </p:cBhvr>
                                      <p:to>
                                        <p:strVal val="visible"/>
                                      </p:to>
                                    </p:set>
                                    <p:animEffect transition="in" filter="fade">
                                      <p:cBhvr>
                                        <p:cTn id="317" dur="1000"/>
                                        <p:tgtEl>
                                          <p:spTgt spid="52300">
                                            <p:txEl>
                                              <p:pRg st="1" end="1"/>
                                            </p:txEl>
                                          </p:spTgt>
                                        </p:tgtEl>
                                      </p:cBhvr>
                                    </p:animEffect>
                                    <p:anim calcmode="lin" valueType="num">
                                      <p:cBhvr>
                                        <p:cTn id="318" dur="1000" fill="hold"/>
                                        <p:tgtEl>
                                          <p:spTgt spid="52300">
                                            <p:txEl>
                                              <p:pRg st="1" end="1"/>
                                            </p:txEl>
                                          </p:spTgt>
                                        </p:tgtEl>
                                        <p:attrNameLst>
                                          <p:attrName>ppt_x</p:attrName>
                                        </p:attrNameLst>
                                      </p:cBhvr>
                                      <p:tavLst>
                                        <p:tav tm="0">
                                          <p:val>
                                            <p:strVal val="#ppt_x"/>
                                          </p:val>
                                        </p:tav>
                                        <p:tav tm="100000">
                                          <p:val>
                                            <p:strVal val="#ppt_x"/>
                                          </p:val>
                                        </p:tav>
                                      </p:tavLst>
                                    </p:anim>
                                    <p:anim calcmode="lin" valueType="num">
                                      <p:cBhvr>
                                        <p:cTn id="319" dur="1000" fill="hold"/>
                                        <p:tgtEl>
                                          <p:spTgt spid="52300">
                                            <p:txEl>
                                              <p:pRg st="1" end="1"/>
                                            </p:txEl>
                                          </p:spTgt>
                                        </p:tgtEl>
                                        <p:attrNameLst>
                                          <p:attrName>ppt_y</p:attrName>
                                        </p:attrNameLst>
                                      </p:cBhvr>
                                      <p:tavLst>
                                        <p:tav tm="0">
                                          <p:val>
                                            <p:strVal val="#ppt_y+.1"/>
                                          </p:val>
                                        </p:tav>
                                        <p:tav tm="100000">
                                          <p:val>
                                            <p:strVal val="#ppt_y"/>
                                          </p:val>
                                        </p:tav>
                                      </p:tavLst>
                                    </p:anim>
                                  </p:childTnLst>
                                </p:cTn>
                              </p:par>
                              <p:par>
                                <p:cTn id="320" presetID="42" presetClass="entr" presetSubtype="0" fill="hold" grpId="0" nodeType="withEffect">
                                  <p:stCondLst>
                                    <p:cond delay="0"/>
                                  </p:stCondLst>
                                  <p:childTnLst>
                                    <p:set>
                                      <p:cBhvr>
                                        <p:cTn id="321" dur="1" fill="hold">
                                          <p:stCondLst>
                                            <p:cond delay="0"/>
                                          </p:stCondLst>
                                        </p:cTn>
                                        <p:tgtEl>
                                          <p:spTgt spid="52300">
                                            <p:txEl>
                                              <p:pRg st="2" end="2"/>
                                            </p:txEl>
                                          </p:spTgt>
                                        </p:tgtEl>
                                        <p:attrNameLst>
                                          <p:attrName>style.visibility</p:attrName>
                                        </p:attrNameLst>
                                      </p:cBhvr>
                                      <p:to>
                                        <p:strVal val="visible"/>
                                      </p:to>
                                    </p:set>
                                    <p:animEffect transition="in" filter="fade">
                                      <p:cBhvr>
                                        <p:cTn id="322" dur="1000"/>
                                        <p:tgtEl>
                                          <p:spTgt spid="52300">
                                            <p:txEl>
                                              <p:pRg st="2" end="2"/>
                                            </p:txEl>
                                          </p:spTgt>
                                        </p:tgtEl>
                                      </p:cBhvr>
                                    </p:animEffect>
                                    <p:anim calcmode="lin" valueType="num">
                                      <p:cBhvr>
                                        <p:cTn id="323" dur="1000" fill="hold"/>
                                        <p:tgtEl>
                                          <p:spTgt spid="52300">
                                            <p:txEl>
                                              <p:pRg st="2" end="2"/>
                                            </p:txEl>
                                          </p:spTgt>
                                        </p:tgtEl>
                                        <p:attrNameLst>
                                          <p:attrName>ppt_x</p:attrName>
                                        </p:attrNameLst>
                                      </p:cBhvr>
                                      <p:tavLst>
                                        <p:tav tm="0">
                                          <p:val>
                                            <p:strVal val="#ppt_x"/>
                                          </p:val>
                                        </p:tav>
                                        <p:tav tm="100000">
                                          <p:val>
                                            <p:strVal val="#ppt_x"/>
                                          </p:val>
                                        </p:tav>
                                      </p:tavLst>
                                    </p:anim>
                                    <p:anim calcmode="lin" valueType="num">
                                      <p:cBhvr>
                                        <p:cTn id="324" dur="1000" fill="hold"/>
                                        <p:tgtEl>
                                          <p:spTgt spid="52300">
                                            <p:txEl>
                                              <p:pRg st="2" end="2"/>
                                            </p:txEl>
                                          </p:spTgt>
                                        </p:tgtEl>
                                        <p:attrNameLst>
                                          <p:attrName>ppt_y</p:attrName>
                                        </p:attrNameLst>
                                      </p:cBhvr>
                                      <p:tavLst>
                                        <p:tav tm="0">
                                          <p:val>
                                            <p:strVal val="#ppt_y+.1"/>
                                          </p:val>
                                        </p:tav>
                                        <p:tav tm="100000">
                                          <p:val>
                                            <p:strVal val="#ppt_y"/>
                                          </p:val>
                                        </p:tav>
                                      </p:tavLst>
                                    </p:anim>
                                  </p:childTnLst>
                                </p:cTn>
                              </p:par>
                              <p:par>
                                <p:cTn id="325" presetID="42" presetClass="entr" presetSubtype="0" fill="hold" grpId="0" nodeType="withEffect">
                                  <p:stCondLst>
                                    <p:cond delay="0"/>
                                  </p:stCondLst>
                                  <p:childTnLst>
                                    <p:set>
                                      <p:cBhvr>
                                        <p:cTn id="326" dur="1" fill="hold">
                                          <p:stCondLst>
                                            <p:cond delay="0"/>
                                          </p:stCondLst>
                                        </p:cTn>
                                        <p:tgtEl>
                                          <p:spTgt spid="52300">
                                            <p:txEl>
                                              <p:pRg st="3" end="3"/>
                                            </p:txEl>
                                          </p:spTgt>
                                        </p:tgtEl>
                                        <p:attrNameLst>
                                          <p:attrName>style.visibility</p:attrName>
                                        </p:attrNameLst>
                                      </p:cBhvr>
                                      <p:to>
                                        <p:strVal val="visible"/>
                                      </p:to>
                                    </p:set>
                                    <p:animEffect transition="in" filter="fade">
                                      <p:cBhvr>
                                        <p:cTn id="327" dur="1000"/>
                                        <p:tgtEl>
                                          <p:spTgt spid="52300">
                                            <p:txEl>
                                              <p:pRg st="3" end="3"/>
                                            </p:txEl>
                                          </p:spTgt>
                                        </p:tgtEl>
                                      </p:cBhvr>
                                    </p:animEffect>
                                    <p:anim calcmode="lin" valueType="num">
                                      <p:cBhvr>
                                        <p:cTn id="328" dur="1000" fill="hold"/>
                                        <p:tgtEl>
                                          <p:spTgt spid="52300">
                                            <p:txEl>
                                              <p:pRg st="3" end="3"/>
                                            </p:txEl>
                                          </p:spTgt>
                                        </p:tgtEl>
                                        <p:attrNameLst>
                                          <p:attrName>ppt_x</p:attrName>
                                        </p:attrNameLst>
                                      </p:cBhvr>
                                      <p:tavLst>
                                        <p:tav tm="0">
                                          <p:val>
                                            <p:strVal val="#ppt_x"/>
                                          </p:val>
                                        </p:tav>
                                        <p:tav tm="100000">
                                          <p:val>
                                            <p:strVal val="#ppt_x"/>
                                          </p:val>
                                        </p:tav>
                                      </p:tavLst>
                                    </p:anim>
                                    <p:anim calcmode="lin" valueType="num">
                                      <p:cBhvr>
                                        <p:cTn id="329" dur="1000" fill="hold"/>
                                        <p:tgtEl>
                                          <p:spTgt spid="5230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30" fill="hold">
                      <p:stCondLst>
                        <p:cond delay="indefinite"/>
                      </p:stCondLst>
                      <p:childTnLst>
                        <p:par>
                          <p:cTn id="331" fill="hold">
                            <p:stCondLst>
                              <p:cond delay="0"/>
                            </p:stCondLst>
                            <p:childTnLst>
                              <p:par>
                                <p:cTn id="332" presetID="1" presetClass="exit" presetSubtype="0" fill="hold" nodeType="clickEffect">
                                  <p:stCondLst>
                                    <p:cond delay="0"/>
                                  </p:stCondLst>
                                  <p:childTnLst>
                                    <p:set>
                                      <p:cBhvr>
                                        <p:cTn id="333" dur="1" fill="hold">
                                          <p:stCondLst>
                                            <p:cond delay="0"/>
                                          </p:stCondLst>
                                        </p:cTn>
                                        <p:tgtEl>
                                          <p:spTgt spid="52289"/>
                                        </p:tgtEl>
                                        <p:attrNameLst>
                                          <p:attrName>style.visibility</p:attrName>
                                        </p:attrNameLst>
                                      </p:cBhvr>
                                      <p:to>
                                        <p:strVal val="hidden"/>
                                      </p:to>
                                    </p:set>
                                  </p:childTnLst>
                                </p:cTn>
                              </p:par>
                              <p:par>
                                <p:cTn id="334" presetID="42" presetClass="entr" presetSubtype="0" fill="hold" nodeType="withEffect">
                                  <p:stCondLst>
                                    <p:cond delay="0"/>
                                  </p:stCondLst>
                                  <p:childTnLst>
                                    <p:set>
                                      <p:cBhvr>
                                        <p:cTn id="335" dur="1" fill="hold">
                                          <p:stCondLst>
                                            <p:cond delay="0"/>
                                          </p:stCondLst>
                                        </p:cTn>
                                        <p:tgtEl>
                                          <p:spTgt spid="52291"/>
                                        </p:tgtEl>
                                        <p:attrNameLst>
                                          <p:attrName>style.visibility</p:attrName>
                                        </p:attrNameLst>
                                      </p:cBhvr>
                                      <p:to>
                                        <p:strVal val="visible"/>
                                      </p:to>
                                    </p:set>
                                    <p:animEffect transition="in" filter="fade">
                                      <p:cBhvr>
                                        <p:cTn id="336" dur="1500"/>
                                        <p:tgtEl>
                                          <p:spTgt spid="52291"/>
                                        </p:tgtEl>
                                      </p:cBhvr>
                                    </p:animEffect>
                                    <p:anim calcmode="lin" valueType="num">
                                      <p:cBhvr>
                                        <p:cTn id="337" dur="1500" fill="hold"/>
                                        <p:tgtEl>
                                          <p:spTgt spid="52291"/>
                                        </p:tgtEl>
                                        <p:attrNameLst>
                                          <p:attrName>ppt_x</p:attrName>
                                        </p:attrNameLst>
                                      </p:cBhvr>
                                      <p:tavLst>
                                        <p:tav tm="0">
                                          <p:val>
                                            <p:strVal val="#ppt_x"/>
                                          </p:val>
                                        </p:tav>
                                        <p:tav tm="100000">
                                          <p:val>
                                            <p:strVal val="#ppt_x"/>
                                          </p:val>
                                        </p:tav>
                                      </p:tavLst>
                                    </p:anim>
                                    <p:anim calcmode="lin" valueType="num">
                                      <p:cBhvr>
                                        <p:cTn id="338" dur="1500" fill="hold"/>
                                        <p:tgtEl>
                                          <p:spTgt spid="52291"/>
                                        </p:tgtEl>
                                        <p:attrNameLst>
                                          <p:attrName>ppt_y</p:attrName>
                                        </p:attrNameLst>
                                      </p:cBhvr>
                                      <p:tavLst>
                                        <p:tav tm="0">
                                          <p:val>
                                            <p:strVal val="#ppt_y+.1"/>
                                          </p:val>
                                        </p:tav>
                                        <p:tav tm="100000">
                                          <p:val>
                                            <p:strVal val="#ppt_y"/>
                                          </p:val>
                                        </p:tav>
                                      </p:tavLst>
                                    </p:anim>
                                  </p:childTnLst>
                                </p:cTn>
                              </p:par>
                            </p:childTnLst>
                          </p:cTn>
                        </p:par>
                      </p:childTnLst>
                    </p:cTn>
                  </p:par>
                  <p:par>
                    <p:cTn id="339" fill="hold">
                      <p:stCondLst>
                        <p:cond delay="indefinite"/>
                      </p:stCondLst>
                      <p:childTnLst>
                        <p:par>
                          <p:cTn id="340" fill="hold">
                            <p:stCondLst>
                              <p:cond delay="0"/>
                            </p:stCondLst>
                            <p:childTnLst>
                              <p:par>
                                <p:cTn id="341" presetID="42" presetClass="entr" presetSubtype="0" fill="hold" nodeType="clickEffect">
                                  <p:stCondLst>
                                    <p:cond delay="0"/>
                                  </p:stCondLst>
                                  <p:childTnLst>
                                    <p:set>
                                      <p:cBhvr>
                                        <p:cTn id="342" dur="1" fill="hold">
                                          <p:stCondLst>
                                            <p:cond delay="0"/>
                                          </p:stCondLst>
                                        </p:cTn>
                                        <p:tgtEl>
                                          <p:spTgt spid="52230">
                                            <p:txEl>
                                              <p:pRg st="4" end="4"/>
                                            </p:txEl>
                                          </p:spTgt>
                                        </p:tgtEl>
                                        <p:attrNameLst>
                                          <p:attrName>style.visibility</p:attrName>
                                        </p:attrNameLst>
                                      </p:cBhvr>
                                      <p:to>
                                        <p:strVal val="visible"/>
                                      </p:to>
                                    </p:set>
                                    <p:animEffect transition="in" filter="fade">
                                      <p:cBhvr>
                                        <p:cTn id="343" dur="1000"/>
                                        <p:tgtEl>
                                          <p:spTgt spid="52230">
                                            <p:txEl>
                                              <p:pRg st="4" end="4"/>
                                            </p:txEl>
                                          </p:spTgt>
                                        </p:tgtEl>
                                      </p:cBhvr>
                                    </p:animEffect>
                                    <p:anim calcmode="lin" valueType="num">
                                      <p:cBhvr>
                                        <p:cTn id="344" dur="1000" fill="hold"/>
                                        <p:tgtEl>
                                          <p:spTgt spid="52230">
                                            <p:txEl>
                                              <p:pRg st="4" end="4"/>
                                            </p:txEl>
                                          </p:spTgt>
                                        </p:tgtEl>
                                        <p:attrNameLst>
                                          <p:attrName>ppt_x</p:attrName>
                                        </p:attrNameLst>
                                      </p:cBhvr>
                                      <p:tavLst>
                                        <p:tav tm="0">
                                          <p:val>
                                            <p:strVal val="#ppt_x"/>
                                          </p:val>
                                        </p:tav>
                                        <p:tav tm="100000">
                                          <p:val>
                                            <p:strVal val="#ppt_x"/>
                                          </p:val>
                                        </p:tav>
                                      </p:tavLst>
                                    </p:anim>
                                    <p:anim calcmode="lin" valueType="num">
                                      <p:cBhvr>
                                        <p:cTn id="345" dur="1000" fill="hold"/>
                                        <p:tgtEl>
                                          <p:spTgt spid="52230">
                                            <p:txEl>
                                              <p:pRg st="4" end="4"/>
                                            </p:txEl>
                                          </p:spTgt>
                                        </p:tgtEl>
                                        <p:attrNameLst>
                                          <p:attrName>ppt_y</p:attrName>
                                        </p:attrNameLst>
                                      </p:cBhvr>
                                      <p:tavLst>
                                        <p:tav tm="0">
                                          <p:val>
                                            <p:strVal val="#ppt_y+.1"/>
                                          </p:val>
                                        </p:tav>
                                        <p:tav tm="100000">
                                          <p:val>
                                            <p:strVal val="#ppt_y"/>
                                          </p:val>
                                        </p:tav>
                                      </p:tavLst>
                                    </p:anim>
                                  </p:childTnLst>
                                </p:cTn>
                              </p:par>
                              <p:par>
                                <p:cTn id="346" presetID="42" presetClass="entr" presetSubtype="0" fill="hold" nodeType="withEffect">
                                  <p:stCondLst>
                                    <p:cond delay="0"/>
                                  </p:stCondLst>
                                  <p:childTnLst>
                                    <p:set>
                                      <p:cBhvr>
                                        <p:cTn id="347" dur="1" fill="hold">
                                          <p:stCondLst>
                                            <p:cond delay="0"/>
                                          </p:stCondLst>
                                        </p:cTn>
                                        <p:tgtEl>
                                          <p:spTgt spid="52230">
                                            <p:txEl>
                                              <p:pRg st="5" end="5"/>
                                            </p:txEl>
                                          </p:spTgt>
                                        </p:tgtEl>
                                        <p:attrNameLst>
                                          <p:attrName>style.visibility</p:attrName>
                                        </p:attrNameLst>
                                      </p:cBhvr>
                                      <p:to>
                                        <p:strVal val="visible"/>
                                      </p:to>
                                    </p:set>
                                    <p:animEffect transition="in" filter="fade">
                                      <p:cBhvr>
                                        <p:cTn id="348" dur="1000"/>
                                        <p:tgtEl>
                                          <p:spTgt spid="52230">
                                            <p:txEl>
                                              <p:pRg st="5" end="5"/>
                                            </p:txEl>
                                          </p:spTgt>
                                        </p:tgtEl>
                                      </p:cBhvr>
                                    </p:animEffect>
                                    <p:anim calcmode="lin" valueType="num">
                                      <p:cBhvr>
                                        <p:cTn id="349" dur="1000" fill="hold"/>
                                        <p:tgtEl>
                                          <p:spTgt spid="52230">
                                            <p:txEl>
                                              <p:pRg st="5" end="5"/>
                                            </p:txEl>
                                          </p:spTgt>
                                        </p:tgtEl>
                                        <p:attrNameLst>
                                          <p:attrName>ppt_x</p:attrName>
                                        </p:attrNameLst>
                                      </p:cBhvr>
                                      <p:tavLst>
                                        <p:tav tm="0">
                                          <p:val>
                                            <p:strVal val="#ppt_x"/>
                                          </p:val>
                                        </p:tav>
                                        <p:tav tm="100000">
                                          <p:val>
                                            <p:strVal val="#ppt_x"/>
                                          </p:val>
                                        </p:tav>
                                      </p:tavLst>
                                    </p:anim>
                                    <p:anim calcmode="lin" valueType="num">
                                      <p:cBhvr>
                                        <p:cTn id="350" dur="1000" fill="hold"/>
                                        <p:tgtEl>
                                          <p:spTgt spid="52230">
                                            <p:txEl>
                                              <p:pRg st="5" end="5"/>
                                            </p:txEl>
                                          </p:spTgt>
                                        </p:tgtEl>
                                        <p:attrNameLst>
                                          <p:attrName>ppt_y</p:attrName>
                                        </p:attrNameLst>
                                      </p:cBhvr>
                                      <p:tavLst>
                                        <p:tav tm="0">
                                          <p:val>
                                            <p:strVal val="#ppt_y+.1"/>
                                          </p:val>
                                        </p:tav>
                                        <p:tav tm="100000">
                                          <p:val>
                                            <p:strVal val="#ppt_y"/>
                                          </p:val>
                                        </p:tav>
                                      </p:tavLst>
                                    </p:anim>
                                  </p:childTnLst>
                                </p:cTn>
                              </p:par>
                            </p:childTnLst>
                          </p:cTn>
                        </p:par>
                        <p:par>
                          <p:cTn id="351" fill="hold">
                            <p:stCondLst>
                              <p:cond delay="1000"/>
                            </p:stCondLst>
                            <p:childTnLst>
                              <p:par>
                                <p:cTn id="352" presetID="42" presetClass="entr" presetSubtype="0" fill="hold" nodeType="afterEffect">
                                  <p:stCondLst>
                                    <p:cond delay="0"/>
                                  </p:stCondLst>
                                  <p:childTnLst>
                                    <p:set>
                                      <p:cBhvr>
                                        <p:cTn id="353" dur="1" fill="hold">
                                          <p:stCondLst>
                                            <p:cond delay="0"/>
                                          </p:stCondLst>
                                        </p:cTn>
                                        <p:tgtEl>
                                          <p:spTgt spid="52228">
                                            <p:txEl>
                                              <p:pRg st="1" end="1"/>
                                            </p:txEl>
                                          </p:spTgt>
                                        </p:tgtEl>
                                        <p:attrNameLst>
                                          <p:attrName>style.visibility</p:attrName>
                                        </p:attrNameLst>
                                      </p:cBhvr>
                                      <p:to>
                                        <p:strVal val="visible"/>
                                      </p:to>
                                    </p:set>
                                    <p:animEffect transition="in" filter="fade">
                                      <p:cBhvr>
                                        <p:cTn id="354" dur="1000"/>
                                        <p:tgtEl>
                                          <p:spTgt spid="52228">
                                            <p:txEl>
                                              <p:pRg st="1" end="1"/>
                                            </p:txEl>
                                          </p:spTgt>
                                        </p:tgtEl>
                                      </p:cBhvr>
                                    </p:animEffect>
                                    <p:anim calcmode="lin" valueType="num">
                                      <p:cBhvr>
                                        <p:cTn id="355" dur="1000" fill="hold"/>
                                        <p:tgtEl>
                                          <p:spTgt spid="52228">
                                            <p:txEl>
                                              <p:pRg st="1" end="1"/>
                                            </p:txEl>
                                          </p:spTgt>
                                        </p:tgtEl>
                                        <p:attrNameLst>
                                          <p:attrName>ppt_x</p:attrName>
                                        </p:attrNameLst>
                                      </p:cBhvr>
                                      <p:tavLst>
                                        <p:tav tm="0">
                                          <p:val>
                                            <p:strVal val="#ppt_x"/>
                                          </p:val>
                                        </p:tav>
                                        <p:tav tm="100000">
                                          <p:val>
                                            <p:strVal val="#ppt_x"/>
                                          </p:val>
                                        </p:tav>
                                      </p:tavLst>
                                    </p:anim>
                                    <p:anim calcmode="lin" valueType="num">
                                      <p:cBhvr>
                                        <p:cTn id="356" dur="1000" fill="hold"/>
                                        <p:tgtEl>
                                          <p:spTgt spid="52228">
                                            <p:txEl>
                                              <p:pRg st="1" end="1"/>
                                            </p:txEl>
                                          </p:spTgt>
                                        </p:tgtEl>
                                        <p:attrNameLst>
                                          <p:attrName>ppt_y</p:attrName>
                                        </p:attrNameLst>
                                      </p:cBhvr>
                                      <p:tavLst>
                                        <p:tav tm="0">
                                          <p:val>
                                            <p:strVal val="#ppt_y+.1"/>
                                          </p:val>
                                        </p:tav>
                                        <p:tav tm="100000">
                                          <p:val>
                                            <p:strVal val="#ppt_y"/>
                                          </p:val>
                                        </p:tav>
                                      </p:tavLst>
                                    </p:anim>
                                  </p:childTnLst>
                                </p:cTn>
                              </p:par>
                            </p:childTnLst>
                          </p:cTn>
                        </p:par>
                        <p:par>
                          <p:cTn id="357" fill="hold">
                            <p:stCondLst>
                              <p:cond delay="2000"/>
                            </p:stCondLst>
                            <p:childTnLst>
                              <p:par>
                                <p:cTn id="358" presetID="47" presetClass="entr" presetSubtype="0" fill="hold" grpId="0" nodeType="afterEffect">
                                  <p:stCondLst>
                                    <p:cond delay="0"/>
                                  </p:stCondLst>
                                  <p:childTnLst>
                                    <p:set>
                                      <p:cBhvr>
                                        <p:cTn id="359" dur="1" fill="hold">
                                          <p:stCondLst>
                                            <p:cond delay="0"/>
                                          </p:stCondLst>
                                        </p:cTn>
                                        <p:tgtEl>
                                          <p:spTgt spid="7"/>
                                        </p:tgtEl>
                                        <p:attrNameLst>
                                          <p:attrName>style.visibility</p:attrName>
                                        </p:attrNameLst>
                                      </p:cBhvr>
                                      <p:to>
                                        <p:strVal val="visible"/>
                                      </p:to>
                                    </p:set>
                                    <p:animEffect transition="in" filter="fade">
                                      <p:cBhvr>
                                        <p:cTn id="360" dur="1000"/>
                                        <p:tgtEl>
                                          <p:spTgt spid="7"/>
                                        </p:tgtEl>
                                      </p:cBhvr>
                                    </p:animEffect>
                                    <p:anim calcmode="lin" valueType="num">
                                      <p:cBhvr>
                                        <p:cTn id="361" dur="1000" fill="hold"/>
                                        <p:tgtEl>
                                          <p:spTgt spid="7"/>
                                        </p:tgtEl>
                                        <p:attrNameLst>
                                          <p:attrName>ppt_x</p:attrName>
                                        </p:attrNameLst>
                                      </p:cBhvr>
                                      <p:tavLst>
                                        <p:tav tm="0">
                                          <p:val>
                                            <p:strVal val="#ppt_x"/>
                                          </p:val>
                                        </p:tav>
                                        <p:tav tm="100000">
                                          <p:val>
                                            <p:strVal val="#ppt_x"/>
                                          </p:val>
                                        </p:tav>
                                      </p:tavLst>
                                    </p:anim>
                                    <p:anim calcmode="lin" valueType="num">
                                      <p:cBhvr>
                                        <p:cTn id="362" dur="1000" fill="hold"/>
                                        <p:tgtEl>
                                          <p:spTgt spid="7"/>
                                        </p:tgtEl>
                                        <p:attrNameLst>
                                          <p:attrName>ppt_y</p:attrName>
                                        </p:attrNameLst>
                                      </p:cBhvr>
                                      <p:tavLst>
                                        <p:tav tm="0">
                                          <p:val>
                                            <p:strVal val="#ppt_y-.1"/>
                                          </p:val>
                                        </p:tav>
                                        <p:tav tm="100000">
                                          <p:val>
                                            <p:strVal val="#ppt_y"/>
                                          </p:val>
                                        </p:tav>
                                      </p:tavLst>
                                    </p:anim>
                                  </p:childTnLst>
                                </p:cTn>
                              </p:par>
                              <p:par>
                                <p:cTn id="363" presetID="10" presetClass="exit" presetSubtype="0" fill="hold" grpId="1" nodeType="withEffect">
                                  <p:stCondLst>
                                    <p:cond delay="500"/>
                                  </p:stCondLst>
                                  <p:childTnLst>
                                    <p:animEffect transition="out" filter="fade">
                                      <p:cBhvr>
                                        <p:cTn id="364" dur="500"/>
                                        <p:tgtEl>
                                          <p:spTgt spid="80"/>
                                        </p:tgtEl>
                                      </p:cBhvr>
                                    </p:animEffect>
                                    <p:set>
                                      <p:cBhvr>
                                        <p:cTn id="365" dur="1" fill="hold">
                                          <p:stCondLst>
                                            <p:cond delay="499"/>
                                          </p:stCondLst>
                                        </p:cTn>
                                        <p:tgtEl>
                                          <p:spTgt spid="80"/>
                                        </p:tgtEl>
                                        <p:attrNameLst>
                                          <p:attrName>style.visibility</p:attrName>
                                        </p:attrNameLst>
                                      </p:cBhvr>
                                      <p:to>
                                        <p:strVal val="hidden"/>
                                      </p:to>
                                    </p:set>
                                  </p:childTnLst>
                                </p:cTn>
                              </p:par>
                            </p:childTnLst>
                          </p:cTn>
                        </p:par>
                      </p:childTnLst>
                    </p:cTn>
                  </p:par>
                  <p:par>
                    <p:cTn id="366" fill="hold">
                      <p:stCondLst>
                        <p:cond delay="indefinite"/>
                      </p:stCondLst>
                      <p:childTnLst>
                        <p:par>
                          <p:cTn id="367" fill="hold">
                            <p:stCondLst>
                              <p:cond delay="0"/>
                            </p:stCondLst>
                            <p:childTnLst>
                              <p:par>
                                <p:cTn id="368" presetID="1" presetClass="exit" presetSubtype="0" fill="hold" nodeType="clickEffect">
                                  <p:stCondLst>
                                    <p:cond delay="0"/>
                                  </p:stCondLst>
                                  <p:childTnLst>
                                    <p:set>
                                      <p:cBhvr>
                                        <p:cTn id="369" dur="1" fill="hold">
                                          <p:stCondLst>
                                            <p:cond delay="0"/>
                                          </p:stCondLst>
                                        </p:cTn>
                                        <p:tgtEl>
                                          <p:spTgt spid="52291"/>
                                        </p:tgtEl>
                                        <p:attrNameLst>
                                          <p:attrName>style.visibility</p:attrName>
                                        </p:attrNameLst>
                                      </p:cBhvr>
                                      <p:to>
                                        <p:strVal val="hidden"/>
                                      </p:to>
                                    </p:set>
                                  </p:childTnLst>
                                </p:cTn>
                              </p:par>
                              <p:par>
                                <p:cTn id="370" presetID="42" presetClass="entr" presetSubtype="0" fill="hold" nodeType="withEffect">
                                  <p:stCondLst>
                                    <p:cond delay="0"/>
                                  </p:stCondLst>
                                  <p:childTnLst>
                                    <p:set>
                                      <p:cBhvr>
                                        <p:cTn id="371" dur="1" fill="hold">
                                          <p:stCondLst>
                                            <p:cond delay="0"/>
                                          </p:stCondLst>
                                        </p:cTn>
                                        <p:tgtEl>
                                          <p:spTgt spid="52297"/>
                                        </p:tgtEl>
                                        <p:attrNameLst>
                                          <p:attrName>style.visibility</p:attrName>
                                        </p:attrNameLst>
                                      </p:cBhvr>
                                      <p:to>
                                        <p:strVal val="visible"/>
                                      </p:to>
                                    </p:set>
                                    <p:animEffect transition="in" filter="fade">
                                      <p:cBhvr>
                                        <p:cTn id="372" dur="1500"/>
                                        <p:tgtEl>
                                          <p:spTgt spid="52297"/>
                                        </p:tgtEl>
                                      </p:cBhvr>
                                    </p:animEffect>
                                    <p:anim calcmode="lin" valueType="num">
                                      <p:cBhvr>
                                        <p:cTn id="373" dur="1500" fill="hold"/>
                                        <p:tgtEl>
                                          <p:spTgt spid="52297"/>
                                        </p:tgtEl>
                                        <p:attrNameLst>
                                          <p:attrName>ppt_x</p:attrName>
                                        </p:attrNameLst>
                                      </p:cBhvr>
                                      <p:tavLst>
                                        <p:tav tm="0">
                                          <p:val>
                                            <p:strVal val="#ppt_x"/>
                                          </p:val>
                                        </p:tav>
                                        <p:tav tm="100000">
                                          <p:val>
                                            <p:strVal val="#ppt_x"/>
                                          </p:val>
                                        </p:tav>
                                      </p:tavLst>
                                    </p:anim>
                                    <p:anim calcmode="lin" valueType="num">
                                      <p:cBhvr>
                                        <p:cTn id="374" dur="1500" fill="hold"/>
                                        <p:tgtEl>
                                          <p:spTgt spid="52297"/>
                                        </p:tgtEl>
                                        <p:attrNameLst>
                                          <p:attrName>ppt_y</p:attrName>
                                        </p:attrNameLst>
                                      </p:cBhvr>
                                      <p:tavLst>
                                        <p:tav tm="0">
                                          <p:val>
                                            <p:strVal val="#ppt_y+.1"/>
                                          </p:val>
                                        </p:tav>
                                        <p:tav tm="100000">
                                          <p:val>
                                            <p:strVal val="#ppt_y"/>
                                          </p:val>
                                        </p:tav>
                                      </p:tavLst>
                                    </p:anim>
                                  </p:childTnLst>
                                </p:cTn>
                              </p:par>
                            </p:childTnLst>
                          </p:cTn>
                        </p:par>
                      </p:childTnLst>
                    </p:cTn>
                  </p:par>
                  <p:par>
                    <p:cTn id="375" fill="hold">
                      <p:stCondLst>
                        <p:cond delay="indefinite"/>
                      </p:stCondLst>
                      <p:childTnLst>
                        <p:par>
                          <p:cTn id="376" fill="hold">
                            <p:stCondLst>
                              <p:cond delay="0"/>
                            </p:stCondLst>
                            <p:childTnLst>
                              <p:par>
                                <p:cTn id="377" presetID="22" presetClass="exit" presetSubtype="4" fill="hold" nodeType="clickEffect">
                                  <p:stCondLst>
                                    <p:cond delay="0"/>
                                  </p:stCondLst>
                                  <p:childTnLst>
                                    <p:animEffect transition="out" filter="wipe(down)">
                                      <p:cBhvr>
                                        <p:cTn id="378" dur="500"/>
                                        <p:tgtEl>
                                          <p:spTgt spid="52297"/>
                                        </p:tgtEl>
                                      </p:cBhvr>
                                    </p:animEffect>
                                    <p:set>
                                      <p:cBhvr>
                                        <p:cTn id="379" dur="1" fill="hold">
                                          <p:stCondLst>
                                            <p:cond delay="499"/>
                                          </p:stCondLst>
                                        </p:cTn>
                                        <p:tgtEl>
                                          <p:spTgt spid="52297"/>
                                        </p:tgtEl>
                                        <p:attrNameLst>
                                          <p:attrName>style.visibility</p:attrName>
                                        </p:attrNameLst>
                                      </p:cBhvr>
                                      <p:to>
                                        <p:strVal val="hidden"/>
                                      </p:to>
                                    </p:set>
                                  </p:childTnLst>
                                </p:cTn>
                              </p:par>
                              <p:par>
                                <p:cTn id="380" presetID="42" presetClass="entr" presetSubtype="0" fill="hold" nodeType="withEffect">
                                  <p:stCondLst>
                                    <p:cond delay="0"/>
                                  </p:stCondLst>
                                  <p:childTnLst>
                                    <p:set>
                                      <p:cBhvr>
                                        <p:cTn id="381" dur="1" fill="hold">
                                          <p:stCondLst>
                                            <p:cond delay="0"/>
                                          </p:stCondLst>
                                        </p:cTn>
                                        <p:tgtEl>
                                          <p:spTgt spid="52289"/>
                                        </p:tgtEl>
                                        <p:attrNameLst>
                                          <p:attrName>style.visibility</p:attrName>
                                        </p:attrNameLst>
                                      </p:cBhvr>
                                      <p:to>
                                        <p:strVal val="visible"/>
                                      </p:to>
                                    </p:set>
                                    <p:animEffect transition="in" filter="fade">
                                      <p:cBhvr>
                                        <p:cTn id="382" dur="1500"/>
                                        <p:tgtEl>
                                          <p:spTgt spid="52289"/>
                                        </p:tgtEl>
                                      </p:cBhvr>
                                    </p:animEffect>
                                    <p:anim calcmode="lin" valueType="num">
                                      <p:cBhvr>
                                        <p:cTn id="383" dur="1500" fill="hold"/>
                                        <p:tgtEl>
                                          <p:spTgt spid="52289"/>
                                        </p:tgtEl>
                                        <p:attrNameLst>
                                          <p:attrName>ppt_x</p:attrName>
                                        </p:attrNameLst>
                                      </p:cBhvr>
                                      <p:tavLst>
                                        <p:tav tm="0">
                                          <p:val>
                                            <p:strVal val="#ppt_x"/>
                                          </p:val>
                                        </p:tav>
                                        <p:tav tm="100000">
                                          <p:val>
                                            <p:strVal val="#ppt_x"/>
                                          </p:val>
                                        </p:tav>
                                      </p:tavLst>
                                    </p:anim>
                                    <p:anim calcmode="lin" valueType="num">
                                      <p:cBhvr>
                                        <p:cTn id="384" dur="1500" fill="hold"/>
                                        <p:tgtEl>
                                          <p:spTgt spid="52289"/>
                                        </p:tgtEl>
                                        <p:attrNameLst>
                                          <p:attrName>ppt_y</p:attrName>
                                        </p:attrNameLst>
                                      </p:cBhvr>
                                      <p:tavLst>
                                        <p:tav tm="0">
                                          <p:val>
                                            <p:strVal val="#ppt_y+.1"/>
                                          </p:val>
                                        </p:tav>
                                        <p:tav tm="100000">
                                          <p:val>
                                            <p:strVal val="#ppt_y"/>
                                          </p:val>
                                        </p:tav>
                                      </p:tavLst>
                                    </p:anim>
                                  </p:childTnLst>
                                </p:cTn>
                              </p:par>
                            </p:childTnLst>
                          </p:cTn>
                        </p:par>
                        <p:par>
                          <p:cTn id="385" fill="hold">
                            <p:stCondLst>
                              <p:cond delay="1500"/>
                            </p:stCondLst>
                            <p:childTnLst>
                              <p:par>
                                <p:cTn id="386" presetID="1" presetClass="exit" presetSubtype="0" fill="hold" nodeType="afterEffect">
                                  <p:stCondLst>
                                    <p:cond delay="0"/>
                                  </p:stCondLst>
                                  <p:childTnLst>
                                    <p:set>
                                      <p:cBhvr>
                                        <p:cTn id="387" dur="1" fill="hold">
                                          <p:stCondLst>
                                            <p:cond delay="0"/>
                                          </p:stCondLst>
                                        </p:cTn>
                                        <p:tgtEl>
                                          <p:spTgt spid="52289"/>
                                        </p:tgtEl>
                                        <p:attrNameLst>
                                          <p:attrName>style.visibility</p:attrName>
                                        </p:attrNameLst>
                                      </p:cBhvr>
                                      <p:to>
                                        <p:strVal val="hidden"/>
                                      </p:to>
                                    </p:set>
                                  </p:childTnLst>
                                </p:cTn>
                              </p:par>
                            </p:childTnLst>
                          </p:cTn>
                        </p:par>
                        <p:par>
                          <p:cTn id="388" fill="hold">
                            <p:stCondLst>
                              <p:cond delay="1500"/>
                            </p:stCondLst>
                            <p:childTnLst>
                              <p:par>
                                <p:cTn id="389" presetID="42" presetClass="entr" presetSubtype="0" fill="hold" nodeType="afterEffect">
                                  <p:stCondLst>
                                    <p:cond delay="0"/>
                                  </p:stCondLst>
                                  <p:childTnLst>
                                    <p:set>
                                      <p:cBhvr>
                                        <p:cTn id="390" dur="1" fill="hold">
                                          <p:stCondLst>
                                            <p:cond delay="0"/>
                                          </p:stCondLst>
                                        </p:cTn>
                                        <p:tgtEl>
                                          <p:spTgt spid="52291"/>
                                        </p:tgtEl>
                                        <p:attrNameLst>
                                          <p:attrName>style.visibility</p:attrName>
                                        </p:attrNameLst>
                                      </p:cBhvr>
                                      <p:to>
                                        <p:strVal val="visible"/>
                                      </p:to>
                                    </p:set>
                                    <p:animEffect transition="in" filter="fade">
                                      <p:cBhvr>
                                        <p:cTn id="391" dur="1500"/>
                                        <p:tgtEl>
                                          <p:spTgt spid="52291"/>
                                        </p:tgtEl>
                                      </p:cBhvr>
                                    </p:animEffect>
                                    <p:anim calcmode="lin" valueType="num">
                                      <p:cBhvr>
                                        <p:cTn id="392" dur="1500" fill="hold"/>
                                        <p:tgtEl>
                                          <p:spTgt spid="52291"/>
                                        </p:tgtEl>
                                        <p:attrNameLst>
                                          <p:attrName>ppt_x</p:attrName>
                                        </p:attrNameLst>
                                      </p:cBhvr>
                                      <p:tavLst>
                                        <p:tav tm="0">
                                          <p:val>
                                            <p:strVal val="#ppt_x"/>
                                          </p:val>
                                        </p:tav>
                                        <p:tav tm="100000">
                                          <p:val>
                                            <p:strVal val="#ppt_x"/>
                                          </p:val>
                                        </p:tav>
                                      </p:tavLst>
                                    </p:anim>
                                    <p:anim calcmode="lin" valueType="num">
                                      <p:cBhvr>
                                        <p:cTn id="393" dur="1500" fill="hold"/>
                                        <p:tgtEl>
                                          <p:spTgt spid="52291"/>
                                        </p:tgtEl>
                                        <p:attrNameLst>
                                          <p:attrName>ppt_y</p:attrName>
                                        </p:attrNameLst>
                                      </p:cBhvr>
                                      <p:tavLst>
                                        <p:tav tm="0">
                                          <p:val>
                                            <p:strVal val="#ppt_y+.1"/>
                                          </p:val>
                                        </p:tav>
                                        <p:tav tm="100000">
                                          <p:val>
                                            <p:strVal val="#ppt_y"/>
                                          </p:val>
                                        </p:tav>
                                      </p:tavLst>
                                    </p:anim>
                                  </p:childTnLst>
                                </p:cTn>
                              </p:par>
                            </p:childTnLst>
                          </p:cTn>
                        </p:par>
                        <p:par>
                          <p:cTn id="394" fill="hold">
                            <p:stCondLst>
                              <p:cond delay="3000"/>
                            </p:stCondLst>
                            <p:childTnLst>
                              <p:par>
                                <p:cTn id="395" presetID="1" presetClass="exit" presetSubtype="0" fill="hold" nodeType="afterEffect">
                                  <p:stCondLst>
                                    <p:cond delay="0"/>
                                  </p:stCondLst>
                                  <p:childTnLst>
                                    <p:set>
                                      <p:cBhvr>
                                        <p:cTn id="396" dur="1" fill="hold">
                                          <p:stCondLst>
                                            <p:cond delay="0"/>
                                          </p:stCondLst>
                                        </p:cTn>
                                        <p:tgtEl>
                                          <p:spTgt spid="52291"/>
                                        </p:tgtEl>
                                        <p:attrNameLst>
                                          <p:attrName>style.visibility</p:attrName>
                                        </p:attrNameLst>
                                      </p:cBhvr>
                                      <p:to>
                                        <p:strVal val="hidden"/>
                                      </p:to>
                                    </p:set>
                                  </p:childTnLst>
                                </p:cTn>
                              </p:par>
                            </p:childTnLst>
                          </p:cTn>
                        </p:par>
                        <p:par>
                          <p:cTn id="397" fill="hold">
                            <p:stCondLst>
                              <p:cond delay="3000"/>
                            </p:stCondLst>
                            <p:childTnLst>
                              <p:par>
                                <p:cTn id="398" presetID="42" presetClass="entr" presetSubtype="0" fill="hold" nodeType="afterEffect">
                                  <p:stCondLst>
                                    <p:cond delay="0"/>
                                  </p:stCondLst>
                                  <p:childTnLst>
                                    <p:set>
                                      <p:cBhvr>
                                        <p:cTn id="399" dur="1" fill="hold">
                                          <p:stCondLst>
                                            <p:cond delay="0"/>
                                          </p:stCondLst>
                                        </p:cTn>
                                        <p:tgtEl>
                                          <p:spTgt spid="52292"/>
                                        </p:tgtEl>
                                        <p:attrNameLst>
                                          <p:attrName>style.visibility</p:attrName>
                                        </p:attrNameLst>
                                      </p:cBhvr>
                                      <p:to>
                                        <p:strVal val="visible"/>
                                      </p:to>
                                    </p:set>
                                    <p:animEffect transition="in" filter="fade">
                                      <p:cBhvr>
                                        <p:cTn id="400" dur="1500"/>
                                        <p:tgtEl>
                                          <p:spTgt spid="52292"/>
                                        </p:tgtEl>
                                      </p:cBhvr>
                                    </p:animEffect>
                                    <p:anim calcmode="lin" valueType="num">
                                      <p:cBhvr>
                                        <p:cTn id="401" dur="1500" fill="hold"/>
                                        <p:tgtEl>
                                          <p:spTgt spid="52292"/>
                                        </p:tgtEl>
                                        <p:attrNameLst>
                                          <p:attrName>ppt_x</p:attrName>
                                        </p:attrNameLst>
                                      </p:cBhvr>
                                      <p:tavLst>
                                        <p:tav tm="0">
                                          <p:val>
                                            <p:strVal val="#ppt_x"/>
                                          </p:val>
                                        </p:tav>
                                        <p:tav tm="100000">
                                          <p:val>
                                            <p:strVal val="#ppt_x"/>
                                          </p:val>
                                        </p:tav>
                                      </p:tavLst>
                                    </p:anim>
                                    <p:anim calcmode="lin" valueType="num">
                                      <p:cBhvr>
                                        <p:cTn id="402" dur="1500" fill="hold"/>
                                        <p:tgtEl>
                                          <p:spTgt spid="52292"/>
                                        </p:tgtEl>
                                        <p:attrNameLst>
                                          <p:attrName>ppt_y</p:attrName>
                                        </p:attrNameLst>
                                      </p:cBhvr>
                                      <p:tavLst>
                                        <p:tav tm="0">
                                          <p:val>
                                            <p:strVal val="#ppt_y+.1"/>
                                          </p:val>
                                        </p:tav>
                                        <p:tav tm="100000">
                                          <p:val>
                                            <p:strVal val="#ppt_y"/>
                                          </p:val>
                                        </p:tav>
                                      </p:tavLst>
                                    </p:anim>
                                  </p:childTnLst>
                                </p:cTn>
                              </p:par>
                            </p:childTnLst>
                          </p:cTn>
                        </p:par>
                        <p:par>
                          <p:cTn id="403" fill="hold">
                            <p:stCondLst>
                              <p:cond delay="4500"/>
                            </p:stCondLst>
                            <p:childTnLst>
                              <p:par>
                                <p:cTn id="404" presetID="1" presetClass="exit" presetSubtype="0" fill="hold" nodeType="afterEffect">
                                  <p:stCondLst>
                                    <p:cond delay="0"/>
                                  </p:stCondLst>
                                  <p:childTnLst>
                                    <p:set>
                                      <p:cBhvr>
                                        <p:cTn id="405" dur="1" fill="hold">
                                          <p:stCondLst>
                                            <p:cond delay="0"/>
                                          </p:stCondLst>
                                        </p:cTn>
                                        <p:tgtEl>
                                          <p:spTgt spid="52292"/>
                                        </p:tgtEl>
                                        <p:attrNameLst>
                                          <p:attrName>style.visibility</p:attrName>
                                        </p:attrNameLst>
                                      </p:cBhvr>
                                      <p:to>
                                        <p:strVal val="hidden"/>
                                      </p:to>
                                    </p:set>
                                  </p:childTnLst>
                                </p:cTn>
                              </p:par>
                            </p:childTnLst>
                          </p:cTn>
                        </p:par>
                        <p:par>
                          <p:cTn id="406" fill="hold">
                            <p:stCondLst>
                              <p:cond delay="4500"/>
                            </p:stCondLst>
                            <p:childTnLst>
                              <p:par>
                                <p:cTn id="407" presetID="42" presetClass="entr" presetSubtype="0" fill="hold" nodeType="afterEffect">
                                  <p:stCondLst>
                                    <p:cond delay="0"/>
                                  </p:stCondLst>
                                  <p:childTnLst>
                                    <p:set>
                                      <p:cBhvr>
                                        <p:cTn id="408" dur="1" fill="hold">
                                          <p:stCondLst>
                                            <p:cond delay="0"/>
                                          </p:stCondLst>
                                        </p:cTn>
                                        <p:tgtEl>
                                          <p:spTgt spid="52293"/>
                                        </p:tgtEl>
                                        <p:attrNameLst>
                                          <p:attrName>style.visibility</p:attrName>
                                        </p:attrNameLst>
                                      </p:cBhvr>
                                      <p:to>
                                        <p:strVal val="visible"/>
                                      </p:to>
                                    </p:set>
                                    <p:animEffect transition="in" filter="fade">
                                      <p:cBhvr>
                                        <p:cTn id="409" dur="1500"/>
                                        <p:tgtEl>
                                          <p:spTgt spid="52293"/>
                                        </p:tgtEl>
                                      </p:cBhvr>
                                    </p:animEffect>
                                    <p:anim calcmode="lin" valueType="num">
                                      <p:cBhvr>
                                        <p:cTn id="410" dur="1500" fill="hold"/>
                                        <p:tgtEl>
                                          <p:spTgt spid="52293"/>
                                        </p:tgtEl>
                                        <p:attrNameLst>
                                          <p:attrName>ppt_x</p:attrName>
                                        </p:attrNameLst>
                                      </p:cBhvr>
                                      <p:tavLst>
                                        <p:tav tm="0">
                                          <p:val>
                                            <p:strVal val="#ppt_x"/>
                                          </p:val>
                                        </p:tav>
                                        <p:tav tm="100000">
                                          <p:val>
                                            <p:strVal val="#ppt_x"/>
                                          </p:val>
                                        </p:tav>
                                      </p:tavLst>
                                    </p:anim>
                                    <p:anim calcmode="lin" valueType="num">
                                      <p:cBhvr>
                                        <p:cTn id="411" dur="1500" fill="hold"/>
                                        <p:tgtEl>
                                          <p:spTgt spid="52293"/>
                                        </p:tgtEl>
                                        <p:attrNameLst>
                                          <p:attrName>ppt_y</p:attrName>
                                        </p:attrNameLst>
                                      </p:cBhvr>
                                      <p:tavLst>
                                        <p:tav tm="0">
                                          <p:val>
                                            <p:strVal val="#ppt_y+.1"/>
                                          </p:val>
                                        </p:tav>
                                        <p:tav tm="100000">
                                          <p:val>
                                            <p:strVal val="#ppt_y"/>
                                          </p:val>
                                        </p:tav>
                                      </p:tavLst>
                                    </p:anim>
                                  </p:childTnLst>
                                </p:cTn>
                              </p:par>
                            </p:childTnLst>
                          </p:cTn>
                        </p:par>
                        <p:par>
                          <p:cTn id="412" fill="hold">
                            <p:stCondLst>
                              <p:cond delay="6000"/>
                            </p:stCondLst>
                            <p:childTnLst>
                              <p:par>
                                <p:cTn id="413" presetID="1" presetClass="exit" presetSubtype="0" fill="hold" nodeType="afterEffect">
                                  <p:stCondLst>
                                    <p:cond delay="0"/>
                                  </p:stCondLst>
                                  <p:childTnLst>
                                    <p:set>
                                      <p:cBhvr>
                                        <p:cTn id="414" dur="1" fill="hold">
                                          <p:stCondLst>
                                            <p:cond delay="0"/>
                                          </p:stCondLst>
                                        </p:cTn>
                                        <p:tgtEl>
                                          <p:spTgt spid="52293"/>
                                        </p:tgtEl>
                                        <p:attrNameLst>
                                          <p:attrName>style.visibility</p:attrName>
                                        </p:attrNameLst>
                                      </p:cBhvr>
                                      <p:to>
                                        <p:strVal val="hidden"/>
                                      </p:to>
                                    </p:set>
                                  </p:childTnLst>
                                </p:cTn>
                              </p:par>
                            </p:childTnLst>
                          </p:cTn>
                        </p:par>
                        <p:par>
                          <p:cTn id="415" fill="hold">
                            <p:stCondLst>
                              <p:cond delay="6000"/>
                            </p:stCondLst>
                            <p:childTnLst>
                              <p:par>
                                <p:cTn id="416" presetID="42" presetClass="entr" presetSubtype="0" fill="hold" nodeType="afterEffect">
                                  <p:stCondLst>
                                    <p:cond delay="0"/>
                                  </p:stCondLst>
                                  <p:childTnLst>
                                    <p:set>
                                      <p:cBhvr>
                                        <p:cTn id="417" dur="1" fill="hold">
                                          <p:stCondLst>
                                            <p:cond delay="0"/>
                                          </p:stCondLst>
                                        </p:cTn>
                                        <p:tgtEl>
                                          <p:spTgt spid="52294"/>
                                        </p:tgtEl>
                                        <p:attrNameLst>
                                          <p:attrName>style.visibility</p:attrName>
                                        </p:attrNameLst>
                                      </p:cBhvr>
                                      <p:to>
                                        <p:strVal val="visible"/>
                                      </p:to>
                                    </p:set>
                                    <p:animEffect transition="in" filter="fade">
                                      <p:cBhvr>
                                        <p:cTn id="418" dur="1500"/>
                                        <p:tgtEl>
                                          <p:spTgt spid="52294"/>
                                        </p:tgtEl>
                                      </p:cBhvr>
                                    </p:animEffect>
                                    <p:anim calcmode="lin" valueType="num">
                                      <p:cBhvr>
                                        <p:cTn id="419" dur="1500" fill="hold"/>
                                        <p:tgtEl>
                                          <p:spTgt spid="52294"/>
                                        </p:tgtEl>
                                        <p:attrNameLst>
                                          <p:attrName>ppt_x</p:attrName>
                                        </p:attrNameLst>
                                      </p:cBhvr>
                                      <p:tavLst>
                                        <p:tav tm="0">
                                          <p:val>
                                            <p:strVal val="#ppt_x"/>
                                          </p:val>
                                        </p:tav>
                                        <p:tav tm="100000">
                                          <p:val>
                                            <p:strVal val="#ppt_x"/>
                                          </p:val>
                                        </p:tav>
                                      </p:tavLst>
                                    </p:anim>
                                    <p:anim calcmode="lin" valueType="num">
                                      <p:cBhvr>
                                        <p:cTn id="420" dur="1500" fill="hold"/>
                                        <p:tgtEl>
                                          <p:spTgt spid="52294"/>
                                        </p:tgtEl>
                                        <p:attrNameLst>
                                          <p:attrName>ppt_y</p:attrName>
                                        </p:attrNameLst>
                                      </p:cBhvr>
                                      <p:tavLst>
                                        <p:tav tm="0">
                                          <p:val>
                                            <p:strVal val="#ppt_y+.1"/>
                                          </p:val>
                                        </p:tav>
                                        <p:tav tm="100000">
                                          <p:val>
                                            <p:strVal val="#ppt_y"/>
                                          </p:val>
                                        </p:tav>
                                      </p:tavLst>
                                    </p:anim>
                                  </p:childTnLst>
                                </p:cTn>
                              </p:par>
                            </p:childTnLst>
                          </p:cTn>
                        </p:par>
                        <p:par>
                          <p:cTn id="421" fill="hold">
                            <p:stCondLst>
                              <p:cond delay="7500"/>
                            </p:stCondLst>
                            <p:childTnLst>
                              <p:par>
                                <p:cTn id="422" presetID="1" presetClass="exit" presetSubtype="0" fill="hold" nodeType="afterEffect">
                                  <p:stCondLst>
                                    <p:cond delay="0"/>
                                  </p:stCondLst>
                                  <p:childTnLst>
                                    <p:set>
                                      <p:cBhvr>
                                        <p:cTn id="423" dur="1" fill="hold">
                                          <p:stCondLst>
                                            <p:cond delay="0"/>
                                          </p:stCondLst>
                                        </p:cTn>
                                        <p:tgtEl>
                                          <p:spTgt spid="52294"/>
                                        </p:tgtEl>
                                        <p:attrNameLst>
                                          <p:attrName>style.visibility</p:attrName>
                                        </p:attrNameLst>
                                      </p:cBhvr>
                                      <p:to>
                                        <p:strVal val="hidden"/>
                                      </p:to>
                                    </p:set>
                                  </p:childTnLst>
                                </p:cTn>
                              </p:par>
                            </p:childTnLst>
                          </p:cTn>
                        </p:par>
                        <p:par>
                          <p:cTn id="424" fill="hold">
                            <p:stCondLst>
                              <p:cond delay="7500"/>
                            </p:stCondLst>
                            <p:childTnLst>
                              <p:par>
                                <p:cTn id="425" presetID="42" presetClass="entr" presetSubtype="0" fill="hold" nodeType="afterEffect">
                                  <p:stCondLst>
                                    <p:cond delay="0"/>
                                  </p:stCondLst>
                                  <p:childTnLst>
                                    <p:set>
                                      <p:cBhvr>
                                        <p:cTn id="426" dur="1" fill="hold">
                                          <p:stCondLst>
                                            <p:cond delay="0"/>
                                          </p:stCondLst>
                                        </p:cTn>
                                        <p:tgtEl>
                                          <p:spTgt spid="52295"/>
                                        </p:tgtEl>
                                        <p:attrNameLst>
                                          <p:attrName>style.visibility</p:attrName>
                                        </p:attrNameLst>
                                      </p:cBhvr>
                                      <p:to>
                                        <p:strVal val="visible"/>
                                      </p:to>
                                    </p:set>
                                    <p:animEffect transition="in" filter="fade">
                                      <p:cBhvr>
                                        <p:cTn id="427" dur="1500"/>
                                        <p:tgtEl>
                                          <p:spTgt spid="52295"/>
                                        </p:tgtEl>
                                      </p:cBhvr>
                                    </p:animEffect>
                                    <p:anim calcmode="lin" valueType="num">
                                      <p:cBhvr>
                                        <p:cTn id="428" dur="1500" fill="hold"/>
                                        <p:tgtEl>
                                          <p:spTgt spid="52295"/>
                                        </p:tgtEl>
                                        <p:attrNameLst>
                                          <p:attrName>ppt_x</p:attrName>
                                        </p:attrNameLst>
                                      </p:cBhvr>
                                      <p:tavLst>
                                        <p:tav tm="0">
                                          <p:val>
                                            <p:strVal val="#ppt_x"/>
                                          </p:val>
                                        </p:tav>
                                        <p:tav tm="100000">
                                          <p:val>
                                            <p:strVal val="#ppt_x"/>
                                          </p:val>
                                        </p:tav>
                                      </p:tavLst>
                                    </p:anim>
                                    <p:anim calcmode="lin" valueType="num">
                                      <p:cBhvr>
                                        <p:cTn id="429" dur="1500" fill="hold"/>
                                        <p:tgtEl>
                                          <p:spTgt spid="52295"/>
                                        </p:tgtEl>
                                        <p:attrNameLst>
                                          <p:attrName>ppt_y</p:attrName>
                                        </p:attrNameLst>
                                      </p:cBhvr>
                                      <p:tavLst>
                                        <p:tav tm="0">
                                          <p:val>
                                            <p:strVal val="#ppt_y+.1"/>
                                          </p:val>
                                        </p:tav>
                                        <p:tav tm="100000">
                                          <p:val>
                                            <p:strVal val="#ppt_y"/>
                                          </p:val>
                                        </p:tav>
                                      </p:tavLst>
                                    </p:anim>
                                  </p:childTnLst>
                                </p:cTn>
                              </p:par>
                            </p:childTnLst>
                          </p:cTn>
                        </p:par>
                        <p:par>
                          <p:cTn id="430" fill="hold">
                            <p:stCondLst>
                              <p:cond delay="9000"/>
                            </p:stCondLst>
                            <p:childTnLst>
                              <p:par>
                                <p:cTn id="431" presetID="1" presetClass="exit" presetSubtype="0" fill="hold" nodeType="afterEffect">
                                  <p:stCondLst>
                                    <p:cond delay="0"/>
                                  </p:stCondLst>
                                  <p:childTnLst>
                                    <p:set>
                                      <p:cBhvr>
                                        <p:cTn id="432" dur="1" fill="hold">
                                          <p:stCondLst>
                                            <p:cond delay="0"/>
                                          </p:stCondLst>
                                        </p:cTn>
                                        <p:tgtEl>
                                          <p:spTgt spid="52295"/>
                                        </p:tgtEl>
                                        <p:attrNameLst>
                                          <p:attrName>style.visibility</p:attrName>
                                        </p:attrNameLst>
                                      </p:cBhvr>
                                      <p:to>
                                        <p:strVal val="hidden"/>
                                      </p:to>
                                    </p:set>
                                  </p:childTnLst>
                                </p:cTn>
                              </p:par>
                            </p:childTnLst>
                          </p:cTn>
                        </p:par>
                        <p:par>
                          <p:cTn id="433" fill="hold">
                            <p:stCondLst>
                              <p:cond delay="9000"/>
                            </p:stCondLst>
                            <p:childTnLst>
                              <p:par>
                                <p:cTn id="434" presetID="42" presetClass="entr" presetSubtype="0" fill="hold" nodeType="afterEffect">
                                  <p:stCondLst>
                                    <p:cond delay="0"/>
                                  </p:stCondLst>
                                  <p:childTnLst>
                                    <p:set>
                                      <p:cBhvr>
                                        <p:cTn id="435" dur="1" fill="hold">
                                          <p:stCondLst>
                                            <p:cond delay="0"/>
                                          </p:stCondLst>
                                        </p:cTn>
                                        <p:tgtEl>
                                          <p:spTgt spid="52290"/>
                                        </p:tgtEl>
                                        <p:attrNameLst>
                                          <p:attrName>style.visibility</p:attrName>
                                        </p:attrNameLst>
                                      </p:cBhvr>
                                      <p:to>
                                        <p:strVal val="visible"/>
                                      </p:to>
                                    </p:set>
                                    <p:animEffect transition="in" filter="fade">
                                      <p:cBhvr>
                                        <p:cTn id="436" dur="1500"/>
                                        <p:tgtEl>
                                          <p:spTgt spid="52290"/>
                                        </p:tgtEl>
                                      </p:cBhvr>
                                    </p:animEffect>
                                    <p:anim calcmode="lin" valueType="num">
                                      <p:cBhvr>
                                        <p:cTn id="437" dur="1500" fill="hold"/>
                                        <p:tgtEl>
                                          <p:spTgt spid="52290"/>
                                        </p:tgtEl>
                                        <p:attrNameLst>
                                          <p:attrName>ppt_x</p:attrName>
                                        </p:attrNameLst>
                                      </p:cBhvr>
                                      <p:tavLst>
                                        <p:tav tm="0">
                                          <p:val>
                                            <p:strVal val="#ppt_x"/>
                                          </p:val>
                                        </p:tav>
                                        <p:tav tm="100000">
                                          <p:val>
                                            <p:strVal val="#ppt_x"/>
                                          </p:val>
                                        </p:tav>
                                      </p:tavLst>
                                    </p:anim>
                                    <p:anim calcmode="lin" valueType="num">
                                      <p:cBhvr>
                                        <p:cTn id="438" dur="1500" fill="hold"/>
                                        <p:tgtEl>
                                          <p:spTgt spid="52290"/>
                                        </p:tgtEl>
                                        <p:attrNameLst>
                                          <p:attrName>ppt_y</p:attrName>
                                        </p:attrNameLst>
                                      </p:cBhvr>
                                      <p:tavLst>
                                        <p:tav tm="0">
                                          <p:val>
                                            <p:strVal val="#ppt_y+.1"/>
                                          </p:val>
                                        </p:tav>
                                        <p:tav tm="100000">
                                          <p:val>
                                            <p:strVal val="#ppt_y"/>
                                          </p:val>
                                        </p:tav>
                                      </p:tavLst>
                                    </p:anim>
                                  </p:childTnLst>
                                </p:cTn>
                              </p:par>
                            </p:childTnLst>
                          </p:cTn>
                        </p:par>
                      </p:childTnLst>
                    </p:cTn>
                  </p:par>
                  <p:par>
                    <p:cTn id="439" fill="hold">
                      <p:stCondLst>
                        <p:cond delay="indefinite"/>
                      </p:stCondLst>
                      <p:childTnLst>
                        <p:par>
                          <p:cTn id="440" fill="hold">
                            <p:stCondLst>
                              <p:cond delay="0"/>
                            </p:stCondLst>
                            <p:childTnLst>
                              <p:par>
                                <p:cTn id="441" presetID="42" presetClass="entr" presetSubtype="0" fill="hold" nodeType="clickEffect">
                                  <p:stCondLst>
                                    <p:cond delay="0"/>
                                  </p:stCondLst>
                                  <p:childTnLst>
                                    <p:set>
                                      <p:cBhvr>
                                        <p:cTn id="442" dur="1" fill="hold">
                                          <p:stCondLst>
                                            <p:cond delay="0"/>
                                          </p:stCondLst>
                                        </p:cTn>
                                        <p:tgtEl>
                                          <p:spTgt spid="52230">
                                            <p:txEl>
                                              <p:pRg st="6" end="6"/>
                                            </p:txEl>
                                          </p:spTgt>
                                        </p:tgtEl>
                                        <p:attrNameLst>
                                          <p:attrName>style.visibility</p:attrName>
                                        </p:attrNameLst>
                                      </p:cBhvr>
                                      <p:to>
                                        <p:strVal val="visible"/>
                                      </p:to>
                                    </p:set>
                                    <p:animEffect transition="in" filter="fade">
                                      <p:cBhvr>
                                        <p:cTn id="443" dur="1000"/>
                                        <p:tgtEl>
                                          <p:spTgt spid="52230">
                                            <p:txEl>
                                              <p:pRg st="6" end="6"/>
                                            </p:txEl>
                                          </p:spTgt>
                                        </p:tgtEl>
                                      </p:cBhvr>
                                    </p:animEffect>
                                    <p:anim calcmode="lin" valueType="num">
                                      <p:cBhvr>
                                        <p:cTn id="444" dur="1000" fill="hold"/>
                                        <p:tgtEl>
                                          <p:spTgt spid="52230">
                                            <p:txEl>
                                              <p:pRg st="6" end="6"/>
                                            </p:txEl>
                                          </p:spTgt>
                                        </p:tgtEl>
                                        <p:attrNameLst>
                                          <p:attrName>ppt_x</p:attrName>
                                        </p:attrNameLst>
                                      </p:cBhvr>
                                      <p:tavLst>
                                        <p:tav tm="0">
                                          <p:val>
                                            <p:strVal val="#ppt_x"/>
                                          </p:val>
                                        </p:tav>
                                        <p:tav tm="100000">
                                          <p:val>
                                            <p:strVal val="#ppt_x"/>
                                          </p:val>
                                        </p:tav>
                                      </p:tavLst>
                                    </p:anim>
                                    <p:anim calcmode="lin" valueType="num">
                                      <p:cBhvr>
                                        <p:cTn id="445" dur="1000" fill="hold"/>
                                        <p:tgtEl>
                                          <p:spTgt spid="52230">
                                            <p:txEl>
                                              <p:pRg st="6" end="6"/>
                                            </p:txEl>
                                          </p:spTgt>
                                        </p:tgtEl>
                                        <p:attrNameLst>
                                          <p:attrName>ppt_y</p:attrName>
                                        </p:attrNameLst>
                                      </p:cBhvr>
                                      <p:tavLst>
                                        <p:tav tm="0">
                                          <p:val>
                                            <p:strVal val="#ppt_y+.1"/>
                                          </p:val>
                                        </p:tav>
                                        <p:tav tm="100000">
                                          <p:val>
                                            <p:strVal val="#ppt_y"/>
                                          </p:val>
                                        </p:tav>
                                      </p:tavLst>
                                    </p:anim>
                                  </p:childTnLst>
                                </p:cTn>
                              </p:par>
                            </p:childTnLst>
                          </p:cTn>
                        </p:par>
                        <p:par>
                          <p:cTn id="446" fill="hold">
                            <p:stCondLst>
                              <p:cond delay="1000"/>
                            </p:stCondLst>
                            <p:childTnLst>
                              <p:par>
                                <p:cTn id="447" presetID="42" presetClass="entr" presetSubtype="0" fill="hold" nodeType="afterEffect">
                                  <p:stCondLst>
                                    <p:cond delay="0"/>
                                  </p:stCondLst>
                                  <p:childTnLst>
                                    <p:set>
                                      <p:cBhvr>
                                        <p:cTn id="448" dur="1" fill="hold">
                                          <p:stCondLst>
                                            <p:cond delay="0"/>
                                          </p:stCondLst>
                                        </p:cTn>
                                        <p:tgtEl>
                                          <p:spTgt spid="52228">
                                            <p:txEl>
                                              <p:pRg st="2" end="2"/>
                                            </p:txEl>
                                          </p:spTgt>
                                        </p:tgtEl>
                                        <p:attrNameLst>
                                          <p:attrName>style.visibility</p:attrName>
                                        </p:attrNameLst>
                                      </p:cBhvr>
                                      <p:to>
                                        <p:strVal val="visible"/>
                                      </p:to>
                                    </p:set>
                                    <p:animEffect transition="in" filter="fade">
                                      <p:cBhvr>
                                        <p:cTn id="449" dur="1000"/>
                                        <p:tgtEl>
                                          <p:spTgt spid="52228">
                                            <p:txEl>
                                              <p:pRg st="2" end="2"/>
                                            </p:txEl>
                                          </p:spTgt>
                                        </p:tgtEl>
                                      </p:cBhvr>
                                    </p:animEffect>
                                    <p:anim calcmode="lin" valueType="num">
                                      <p:cBhvr>
                                        <p:cTn id="450" dur="1000" fill="hold"/>
                                        <p:tgtEl>
                                          <p:spTgt spid="52228">
                                            <p:txEl>
                                              <p:pRg st="2" end="2"/>
                                            </p:txEl>
                                          </p:spTgt>
                                        </p:tgtEl>
                                        <p:attrNameLst>
                                          <p:attrName>ppt_x</p:attrName>
                                        </p:attrNameLst>
                                      </p:cBhvr>
                                      <p:tavLst>
                                        <p:tav tm="0">
                                          <p:val>
                                            <p:strVal val="#ppt_x"/>
                                          </p:val>
                                        </p:tav>
                                        <p:tav tm="100000">
                                          <p:val>
                                            <p:strVal val="#ppt_x"/>
                                          </p:val>
                                        </p:tav>
                                      </p:tavLst>
                                    </p:anim>
                                    <p:anim calcmode="lin" valueType="num">
                                      <p:cBhvr>
                                        <p:cTn id="451" dur="1000" fill="hold"/>
                                        <p:tgtEl>
                                          <p:spTgt spid="5222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7" grpId="0" autoUpdateAnimBg="0"/>
      <p:bldP spid="52239" grpId="0" autoUpdateAnimBg="0"/>
      <p:bldP spid="52240" grpId="0" autoUpdateAnimBg="0"/>
      <p:bldP spid="52241" grpId="0" autoUpdateAnimBg="0"/>
      <p:bldP spid="52242" grpId="0" autoUpdateAnimBg="0"/>
      <p:bldP spid="52243" grpId="0" autoUpdateAnimBg="0"/>
      <p:bldP spid="52244" grpId="0" animBg="1" autoUpdateAnimBg="0"/>
      <p:bldP spid="52245" grpId="0" animBg="1" autoUpdateAnimBg="0"/>
      <p:bldP spid="52246" grpId="0" animBg="1" autoUpdateAnimBg="0"/>
      <p:bldP spid="52247" grpId="0" animBg="1" autoUpdateAnimBg="0"/>
      <p:bldP spid="52248" grpId="0" animBg="1" autoUpdateAnimBg="0"/>
      <p:bldP spid="52249" grpId="0" animBg="1" autoUpdateAnimBg="0"/>
      <p:bldP spid="52251" grpId="0" autoUpdateAnimBg="0"/>
      <p:bldP spid="52264" grpId="0" autoUpdateAnimBg="0"/>
      <p:bldP spid="52265" grpId="0" autoUpdateAnimBg="0"/>
      <p:bldP spid="52266" grpId="0" autoUpdateAnimBg="0"/>
      <p:bldP spid="52267" grpId="0" autoUpdateAnimBg="0"/>
      <p:bldP spid="52268" grpId="0" animBg="1" autoUpdateAnimBg="0"/>
      <p:bldP spid="52269" grpId="0" animBg="1" autoUpdateAnimBg="0"/>
      <p:bldP spid="52270" grpId="0" animBg="1" autoUpdateAnimBg="0"/>
      <p:bldP spid="52271" grpId="0" animBg="1" autoUpdateAnimBg="0"/>
      <p:bldP spid="52272" grpId="0" animBg="1" autoUpdateAnimBg="0"/>
      <p:bldP spid="52278" grpId="0" autoUpdateAnimBg="0"/>
      <p:bldP spid="52279" grpId="0" autoUpdateAnimBg="0"/>
      <p:bldP spid="52281" grpId="0" autoUpdateAnimBg="0"/>
      <p:bldP spid="52282" grpId="0" autoUpdateAnimBg="0"/>
      <p:bldP spid="52283" grpId="0" autoUpdateAnimBg="0"/>
      <p:bldP spid="52285" grpId="0" autoUpdateAnimBg="0"/>
      <p:bldP spid="52286" grpId="0" autoUpdateAnimBg="0"/>
      <p:bldP spid="52287" grpId="0" autoUpdateAnimBg="0"/>
      <p:bldP spid="52288" grpId="0" autoUpdateAnimBg="0"/>
      <p:bldP spid="52299" grpId="0" uiExpand="1" build="allAtOnce" animBg="1"/>
      <p:bldP spid="52300" grpId="0" uiExpand="1" build="allAtOnce" animBg="1"/>
      <p:bldP spid="77" grpId="0" autoUpdateAnimBg="0"/>
      <p:bldP spid="78" grpId="0" autoUpdateAnimBg="0"/>
      <p:bldP spid="79" grpId="0" autoUpdateAnimBg="0"/>
      <p:bldP spid="80" grpId="0" autoUpdateAnimBg="0"/>
      <p:bldP spid="80" grpId="1"/>
      <p:bldP spid="5" grpId="0" animBg="1"/>
      <p:bldP spid="5" grpId="1" animBg="1"/>
      <p:bldP spid="89" grpId="0" animBg="1"/>
      <p:bldP spid="89" grpId="1" animBg="1"/>
      <p:bldP spid="90" grpId="0" animBg="1"/>
      <p:bldP spid="90" grpId="1" animBg="1"/>
      <p:bldP spid="91" grpId="0" animBg="1"/>
      <p:bldP spid="91" grpId="1" animBg="1"/>
      <p:bldP spid="3" grpId="0" autoUpdateAnimBg="0"/>
      <p:bldP spid="4" grpId="0"/>
      <p:bldP spid="6" grpId="0"/>
      <p:bldP spid="7" grpId="0" autoUpdateAnimBg="0"/>
      <p:bldP spid="8" grpId="0"/>
      <p:bldP spid="9"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D5F8F48-1C5F-60AE-36F1-8B728978E869}"/>
              </a:ext>
            </a:extLst>
          </p:cNvPr>
          <p:cNvSpPr>
            <a:spLocks noGrp="1"/>
          </p:cNvSpPr>
          <p:nvPr>
            <p:ph type="sldNum" sz="quarter" idx="12"/>
          </p:nvPr>
        </p:nvSpPr>
        <p:spPr/>
        <p:txBody>
          <a:bodyPr/>
          <a:lstStyle/>
          <a:p>
            <a:fld id="{D7C0FE0B-717B-41AE-9FA2-CA4BF851D1C3}" type="slidenum">
              <a:rPr lang="zh-CN" altLang="en-US" smtClean="0"/>
              <a:t>60</a:t>
            </a:fld>
            <a:endParaRPr lang="zh-CN" altLang="en-US"/>
          </a:p>
        </p:txBody>
      </p:sp>
      <p:sp>
        <p:nvSpPr>
          <p:cNvPr id="4" name="文本框 3">
            <a:extLst>
              <a:ext uri="{FF2B5EF4-FFF2-40B4-BE49-F238E27FC236}">
                <a16:creationId xmlns:a16="http://schemas.microsoft.com/office/drawing/2014/main" id="{F29D34DC-975C-024C-7A69-E5EDEAC1AE34}"/>
              </a:ext>
            </a:extLst>
          </p:cNvPr>
          <p:cNvSpPr txBox="1"/>
          <p:nvPr/>
        </p:nvSpPr>
        <p:spPr>
          <a:xfrm>
            <a:off x="1305560" y="262374"/>
            <a:ext cx="5288280" cy="461665"/>
          </a:xfrm>
          <a:prstGeom prst="rect">
            <a:avLst/>
          </a:prstGeom>
          <a:noFill/>
        </p:spPr>
        <p:txBody>
          <a:bodyPr wrap="square">
            <a:spAutoFit/>
          </a:bodyPr>
          <a:lstStyle/>
          <a:p>
            <a:r>
              <a:rPr lang="zh-CN"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布谷鸟散列</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 —— </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单向量</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多散列函数</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400" b="1" dirty="0">
              <a:solidFill>
                <a:srgbClr val="C00000"/>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D20D1E1B-D2E3-0019-A1E3-DCE0CA9402CD}"/>
              </a:ext>
            </a:extLst>
          </p:cNvPr>
          <p:cNvSpPr txBox="1"/>
          <p:nvPr/>
        </p:nvSpPr>
        <p:spPr>
          <a:xfrm>
            <a:off x="518860" y="832262"/>
            <a:ext cx="8929939" cy="870751"/>
          </a:xfrm>
          <a:prstGeom prst="rect">
            <a:avLst/>
          </a:prstGeom>
          <a:noFill/>
        </p:spPr>
        <p:txBody>
          <a:bodyPr wrap="square">
            <a:spAutoFit/>
          </a:bodyPr>
          <a:lstStyle/>
          <a:p>
            <a:pPr>
              <a:lnSpc>
                <a:spcPct val="150000"/>
              </a:lnSpc>
            </a:pPr>
            <a:r>
              <a:rPr lang="zh-CN" altLang="zh-CN" sz="1800" dirty="0">
                <a:solidFill>
                  <a:srgbClr val="C00000"/>
                </a:solidFill>
                <a:effectLst/>
                <a:ea typeface="黑体" panose="02010609060101010101" pitchFamily="49" charset="-122"/>
                <a:cs typeface="Times New Roman" panose="02020603050405020304" pitchFamily="18" charset="0"/>
              </a:rPr>
              <a:t>布谷鸟散列</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cuckoo </a:t>
            </a:r>
            <a:r>
              <a:rPr lang="en-US" altLang="zh-CN" sz="1800" dirty="0" err="1">
                <a:effectLst/>
                <a:latin typeface="Times New Roman" panose="02020603050405020304" pitchFamily="18" charset="0"/>
                <a:ea typeface="宋体" panose="02010600030101010101" pitchFamily="2" charset="-122"/>
              </a:rPr>
              <a:t>hashing,Pagh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Rodler 2004)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模拟布谷鸟占巢行为</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，有多种变型。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这里用示例介绍“单向量</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双散列函数”形式的布谷鸟散列表。</a:t>
            </a:r>
            <a:endParaRPr lang="zh-CN" altLang="en-US" dirty="0"/>
          </a:p>
        </p:txBody>
      </p:sp>
      <p:sp>
        <p:nvSpPr>
          <p:cNvPr id="12" name="文本框 11">
            <a:extLst>
              <a:ext uri="{FF2B5EF4-FFF2-40B4-BE49-F238E27FC236}">
                <a16:creationId xmlns:a16="http://schemas.microsoft.com/office/drawing/2014/main" id="{F4D08555-98F8-758E-43D2-EA5DF83FF28D}"/>
              </a:ext>
            </a:extLst>
          </p:cNvPr>
          <p:cNvSpPr txBox="1"/>
          <p:nvPr/>
        </p:nvSpPr>
        <p:spPr>
          <a:xfrm>
            <a:off x="896182" y="3732014"/>
            <a:ext cx="3665658" cy="369332"/>
          </a:xfrm>
          <a:prstGeom prst="rect">
            <a:avLst/>
          </a:prstGeom>
          <a:noFill/>
        </p:spPr>
        <p:txBody>
          <a:bodyPr wrap="square">
            <a:spAutoFit/>
          </a:bodyPr>
          <a:lstStyle/>
          <a:p>
            <a:r>
              <a:rPr lang="zh-CN" altLang="en-US" sz="1800" b="1" dirty="0">
                <a:latin typeface="Courier New" panose="02070309020205020404" pitchFamily="49" charset="0"/>
                <a:ea typeface="宋体" panose="02010600030101010101" pitchFamily="2" charset="-122"/>
                <a:cs typeface="Courier New" panose="02070309020205020404" pitchFamily="49" charset="0"/>
              </a:rPr>
              <a:t>插入</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a:t>
            </a:r>
            <a:r>
              <a:rPr lang="en-US" altLang="zh-CN" sz="1800" b="1" dirty="0" err="1">
                <a:latin typeface="Courier New" panose="02070309020205020404" pitchFamily="49" charset="0"/>
                <a:ea typeface="宋体" panose="02010600030101010101" pitchFamily="2" charset="-122"/>
                <a:cs typeface="Courier New" panose="02070309020205020404" pitchFamily="49" charset="0"/>
              </a:rPr>
              <a:t>LI,5</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r>
              <a:rPr lang="pt-BR" altLang="zh-CN" b="1" dirty="0">
                <a:latin typeface="Courier New" panose="02070309020205020404" pitchFamily="49" charset="0"/>
                <a:cs typeface="Courier New" panose="02070309020205020404" pitchFamily="49" charset="0"/>
              </a:rPr>
              <a:t>h0=8  </a:t>
            </a:r>
            <a:r>
              <a:rPr lang="zh-CN" altLang="en-US" b="1" dirty="0">
                <a:latin typeface="Courier New" panose="02070309020205020404" pitchFamily="49" charset="0"/>
                <a:cs typeface="Courier New" panose="02070309020205020404" pitchFamily="49" charset="0"/>
              </a:rPr>
              <a:t>无冲突</a:t>
            </a:r>
            <a:r>
              <a:rPr lang="pt-BR" altLang="zh-CN" b="1" dirty="0">
                <a:latin typeface="Courier New" panose="02070309020205020404" pitchFamily="49" charset="0"/>
                <a:cs typeface="Courier New" panose="02070309020205020404" pitchFamily="49" charset="0"/>
              </a:rPr>
              <a:t> </a:t>
            </a:r>
            <a:endParaRPr lang="zh-CN" altLang="en-US" b="1" dirty="0"/>
          </a:p>
        </p:txBody>
      </p:sp>
      <p:sp>
        <p:nvSpPr>
          <p:cNvPr id="16" name="文本框 15">
            <a:extLst>
              <a:ext uri="{FF2B5EF4-FFF2-40B4-BE49-F238E27FC236}">
                <a16:creationId xmlns:a16="http://schemas.microsoft.com/office/drawing/2014/main" id="{4369F617-0F26-5909-0766-0CAB760DF3B9}"/>
              </a:ext>
            </a:extLst>
          </p:cNvPr>
          <p:cNvSpPr txBox="1"/>
          <p:nvPr/>
        </p:nvSpPr>
        <p:spPr>
          <a:xfrm>
            <a:off x="2295480" y="2069883"/>
            <a:ext cx="7686720" cy="369332"/>
          </a:xfrm>
          <a:prstGeom prst="rect">
            <a:avLst/>
          </a:prstGeom>
          <a:noFill/>
        </p:spPr>
        <p:txBody>
          <a:bodyPr wrap="none" rtlCol="0">
            <a:spAutoFit/>
          </a:bodyPr>
          <a:lstStyle/>
          <a:p>
            <a:r>
              <a:rPr lang="en-US" altLang="zh-CN" dirty="0"/>
              <a:t>0	1	2	3	4	5	6	7	8</a:t>
            </a:r>
            <a:endParaRPr lang="zh-CN" altLang="en-US" dirty="0"/>
          </a:p>
        </p:txBody>
      </p:sp>
      <p:sp>
        <p:nvSpPr>
          <p:cNvPr id="17" name="矩形 16">
            <a:extLst>
              <a:ext uri="{FF2B5EF4-FFF2-40B4-BE49-F238E27FC236}">
                <a16:creationId xmlns:a16="http://schemas.microsoft.com/office/drawing/2014/main" id="{476C0493-2C39-1991-A34B-70CAE8C6C32A}"/>
              </a:ext>
            </a:extLst>
          </p:cNvPr>
          <p:cNvSpPr/>
          <p:nvPr/>
        </p:nvSpPr>
        <p:spPr>
          <a:xfrm>
            <a:off x="4712018" y="2398765"/>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8656960E-7F8B-DC5A-6360-EB1CB2786A8F}"/>
              </a:ext>
            </a:extLst>
          </p:cNvPr>
          <p:cNvSpPr/>
          <p:nvPr/>
        </p:nvSpPr>
        <p:spPr>
          <a:xfrm>
            <a:off x="5631498" y="2398765"/>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476C0493-2C39-1991-A34B-70CAE8C6C32A}"/>
              </a:ext>
            </a:extLst>
          </p:cNvPr>
          <p:cNvSpPr/>
          <p:nvPr/>
        </p:nvSpPr>
        <p:spPr>
          <a:xfrm>
            <a:off x="6550978" y="2398765"/>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矩形 19">
            <a:extLst>
              <a:ext uri="{FF2B5EF4-FFF2-40B4-BE49-F238E27FC236}">
                <a16:creationId xmlns:a16="http://schemas.microsoft.com/office/drawing/2014/main" id="{476C0493-2C39-1991-A34B-70CAE8C6C32A}"/>
              </a:ext>
            </a:extLst>
          </p:cNvPr>
          <p:cNvSpPr/>
          <p:nvPr/>
        </p:nvSpPr>
        <p:spPr>
          <a:xfrm>
            <a:off x="7470458" y="2398765"/>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矩形 20">
            <a:extLst>
              <a:ext uri="{FF2B5EF4-FFF2-40B4-BE49-F238E27FC236}">
                <a16:creationId xmlns:a16="http://schemas.microsoft.com/office/drawing/2014/main" id="{476C0493-2C39-1991-A34B-70CAE8C6C32A}"/>
              </a:ext>
            </a:extLst>
          </p:cNvPr>
          <p:cNvSpPr/>
          <p:nvPr/>
        </p:nvSpPr>
        <p:spPr>
          <a:xfrm>
            <a:off x="8389938" y="2399525"/>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矩形 21">
            <a:extLst>
              <a:ext uri="{FF2B5EF4-FFF2-40B4-BE49-F238E27FC236}">
                <a16:creationId xmlns:a16="http://schemas.microsoft.com/office/drawing/2014/main" id="{476C0493-2C39-1991-A34B-70CAE8C6C32A}"/>
              </a:ext>
            </a:extLst>
          </p:cNvPr>
          <p:cNvSpPr/>
          <p:nvPr/>
        </p:nvSpPr>
        <p:spPr>
          <a:xfrm>
            <a:off x="9307355" y="2398765"/>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矩形 22">
            <a:extLst>
              <a:ext uri="{FF2B5EF4-FFF2-40B4-BE49-F238E27FC236}">
                <a16:creationId xmlns:a16="http://schemas.microsoft.com/office/drawing/2014/main" id="{476C0493-2C39-1991-A34B-70CAE8C6C32A}"/>
              </a:ext>
            </a:extLst>
          </p:cNvPr>
          <p:cNvSpPr/>
          <p:nvPr/>
        </p:nvSpPr>
        <p:spPr>
          <a:xfrm>
            <a:off x="3792220" y="2399620"/>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矩形 23">
            <a:extLst>
              <a:ext uri="{FF2B5EF4-FFF2-40B4-BE49-F238E27FC236}">
                <a16:creationId xmlns:a16="http://schemas.microsoft.com/office/drawing/2014/main" id="{476C0493-2C39-1991-A34B-70CAE8C6C32A}"/>
              </a:ext>
            </a:extLst>
          </p:cNvPr>
          <p:cNvSpPr/>
          <p:nvPr/>
        </p:nvSpPr>
        <p:spPr>
          <a:xfrm>
            <a:off x="2872740" y="2400373"/>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 name="矩形 24">
            <a:extLst>
              <a:ext uri="{FF2B5EF4-FFF2-40B4-BE49-F238E27FC236}">
                <a16:creationId xmlns:a16="http://schemas.microsoft.com/office/drawing/2014/main" id="{476C0493-2C39-1991-A34B-70CAE8C6C32A}"/>
              </a:ext>
            </a:extLst>
          </p:cNvPr>
          <p:cNvSpPr/>
          <p:nvPr/>
        </p:nvSpPr>
        <p:spPr>
          <a:xfrm>
            <a:off x="1953101" y="2400438"/>
            <a:ext cx="919480" cy="381000"/>
          </a:xfrm>
          <a:prstGeom prst="rect">
            <a:avLst/>
          </a:prstGeom>
          <a:solidFill>
            <a:schemeClr val="bg2"/>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7" name="文本框 26">
            <a:extLst>
              <a:ext uri="{FF2B5EF4-FFF2-40B4-BE49-F238E27FC236}">
                <a16:creationId xmlns:a16="http://schemas.microsoft.com/office/drawing/2014/main" id="{06FBB220-1401-DE88-32FA-2B2DCEBB1B81}"/>
              </a:ext>
            </a:extLst>
          </p:cNvPr>
          <p:cNvSpPr txBox="1"/>
          <p:nvPr/>
        </p:nvSpPr>
        <p:spPr>
          <a:xfrm>
            <a:off x="896182" y="3281944"/>
            <a:ext cx="7679208" cy="369332"/>
          </a:xfrm>
          <a:prstGeom prst="rect">
            <a:avLst/>
          </a:prstGeom>
          <a:noFill/>
        </p:spPr>
        <p:txBody>
          <a:bodyPr wrap="square">
            <a:spAutoFit/>
          </a:bodyPr>
          <a:lstStyle/>
          <a:p>
            <a:pPr algn="l"/>
            <a:r>
              <a:rPr lang="zh-CN" altLang="en-US" sz="1800" b="1" dirty="0">
                <a:latin typeface="Courier New" panose="02070309020205020404" pitchFamily="49" charset="0"/>
                <a:ea typeface="宋体" panose="02010600030101010101" pitchFamily="2" charset="-122"/>
                <a:cs typeface="Courier New" panose="02070309020205020404" pitchFamily="49" charset="0"/>
              </a:rPr>
              <a:t>从空表开始，依次无冲突插入</a:t>
            </a:r>
            <a:r>
              <a:rPr lang="pt-BR" altLang="zh-CN" sz="1800" b="1" dirty="0">
                <a:latin typeface="Courier New" panose="02070309020205020404" pitchFamily="49" charset="0"/>
              </a:rPr>
              <a:t>(CA</a:t>
            </a:r>
            <a:r>
              <a:rPr lang="en-US" altLang="zh-CN" sz="1800" b="1" dirty="0">
                <a:latin typeface="Courier New" panose="02070309020205020404" pitchFamily="49" charset="0"/>
              </a:rPr>
              <a:t>O</a:t>
            </a:r>
            <a:r>
              <a:rPr lang="pt-BR" altLang="zh-CN" sz="1800" b="1" dirty="0">
                <a:latin typeface="Courier New" panose="02070309020205020404" pitchFamily="49" charset="0"/>
              </a:rPr>
              <a:t>,2)</a:t>
            </a:r>
            <a:r>
              <a:rPr lang="zh-CN" altLang="en-US" sz="1800" b="1" dirty="0">
                <a:latin typeface="Courier New" panose="02070309020205020404" pitchFamily="49" charset="0"/>
              </a:rPr>
              <a:t>、</a:t>
            </a:r>
            <a:r>
              <a:rPr lang="pt-BR" altLang="zh-CN" sz="1800" b="1" dirty="0">
                <a:latin typeface="Courier New" panose="02070309020205020404" pitchFamily="49" charset="0"/>
              </a:rPr>
              <a:t>(CHA,1)</a:t>
            </a:r>
            <a:r>
              <a:rPr lang="zh-CN" altLang="en-US" sz="1800" b="1" dirty="0">
                <a:latin typeface="Courier New" panose="02070309020205020404" pitchFamily="49" charset="0"/>
              </a:rPr>
              <a:t>、</a:t>
            </a:r>
            <a:r>
              <a:rPr lang="pt-BR" altLang="zh-CN" sz="1800" b="1" dirty="0">
                <a:latin typeface="Courier New" panose="02070309020205020404" pitchFamily="49" charset="0"/>
              </a:rPr>
              <a:t>(CHU,3)</a:t>
            </a:r>
            <a:r>
              <a:rPr lang="zh-CN" altLang="en-US" sz="1800" b="1" dirty="0">
                <a:latin typeface="Courier New" panose="02070309020205020404" pitchFamily="49" charset="0"/>
              </a:rPr>
              <a:t>、</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a:t>
            </a:r>
            <a:r>
              <a:rPr lang="en-US" altLang="zh-CN" sz="1800" b="1" dirty="0" err="1">
                <a:latin typeface="Courier New" panose="02070309020205020404" pitchFamily="49" charset="0"/>
                <a:ea typeface="宋体" panose="02010600030101010101" pitchFamily="2" charset="-122"/>
                <a:cs typeface="Courier New" panose="02070309020205020404" pitchFamily="49" charset="0"/>
              </a:rPr>
              <a:t>LAN,4</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29" name="文本框 28">
            <a:extLst>
              <a:ext uri="{FF2B5EF4-FFF2-40B4-BE49-F238E27FC236}">
                <a16:creationId xmlns:a16="http://schemas.microsoft.com/office/drawing/2014/main" id="{B2B383D4-54B4-5808-4F85-950768563A3F}"/>
              </a:ext>
            </a:extLst>
          </p:cNvPr>
          <p:cNvSpPr txBox="1"/>
          <p:nvPr/>
        </p:nvSpPr>
        <p:spPr>
          <a:xfrm>
            <a:off x="3743960" y="2456694"/>
            <a:ext cx="1016000" cy="276999"/>
          </a:xfrm>
          <a:prstGeom prst="rect">
            <a:avLst/>
          </a:prstGeom>
          <a:noFill/>
        </p:spPr>
        <p:txBody>
          <a:bodyPr wrap="square" lIns="0" tIns="0" rIns="0" bIns="0">
            <a:spAutoFit/>
          </a:bodyPr>
          <a:lstStyle/>
          <a:p>
            <a:pPr algn="ctr"/>
            <a:r>
              <a:rPr lang="pt-BR" altLang="zh-CN" sz="1800" b="1" dirty="0">
                <a:latin typeface="Courier New" panose="02070309020205020404" pitchFamily="49" charset="0"/>
              </a:rPr>
              <a:t>(CAO,1) </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31" name="文本框 30">
            <a:extLst>
              <a:ext uri="{FF2B5EF4-FFF2-40B4-BE49-F238E27FC236}">
                <a16:creationId xmlns:a16="http://schemas.microsoft.com/office/drawing/2014/main" id="{CD340583-9100-631B-806C-87F582CE78B8}"/>
              </a:ext>
            </a:extLst>
          </p:cNvPr>
          <p:cNvSpPr txBox="1"/>
          <p:nvPr/>
        </p:nvSpPr>
        <p:spPr>
          <a:xfrm>
            <a:off x="963930" y="2401445"/>
            <a:ext cx="1010920" cy="3693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vector</a:t>
            </a:r>
            <a:endParaRPr lang="zh-CN" altLang="en-US" sz="1800" b="1" dirty="0">
              <a:solidFill>
                <a:srgbClr val="C00000"/>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32" name="文本框 31">
            <a:extLst>
              <a:ext uri="{FF2B5EF4-FFF2-40B4-BE49-F238E27FC236}">
                <a16:creationId xmlns:a16="http://schemas.microsoft.com/office/drawing/2014/main" id="{8EE4852B-DB12-D478-B7DA-730CA4591575}"/>
              </a:ext>
            </a:extLst>
          </p:cNvPr>
          <p:cNvSpPr txBox="1"/>
          <p:nvPr/>
        </p:nvSpPr>
        <p:spPr>
          <a:xfrm>
            <a:off x="2825050" y="2452685"/>
            <a:ext cx="1016000" cy="276999"/>
          </a:xfrm>
          <a:prstGeom prst="rect">
            <a:avLst/>
          </a:prstGeom>
          <a:noFill/>
        </p:spPr>
        <p:txBody>
          <a:bodyPr wrap="square" lIns="0" tIns="0" rIns="0" bIns="0">
            <a:spAutoFit/>
          </a:bodyPr>
          <a:lstStyle/>
          <a:p>
            <a:pPr algn="ctr"/>
            <a:r>
              <a:rPr lang="pt-BR" altLang="zh-CN" sz="1800" b="1" dirty="0">
                <a:latin typeface="Courier New" panose="02070309020205020404" pitchFamily="49" charset="0"/>
              </a:rPr>
              <a:t>(CHA,</a:t>
            </a:r>
            <a:r>
              <a:rPr lang="pt-BR" altLang="zh-CN" b="1" dirty="0">
                <a:latin typeface="Courier New" panose="02070309020205020404" pitchFamily="49" charset="0"/>
              </a:rPr>
              <a:t>2</a:t>
            </a:r>
            <a:r>
              <a:rPr lang="pt-BR" altLang="zh-CN" sz="1800" b="1" dirty="0">
                <a:latin typeface="Courier New" panose="02070309020205020404" pitchFamily="49" charset="0"/>
              </a:rPr>
              <a:t>) </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33" name="文本框 32">
            <a:extLst>
              <a:ext uri="{FF2B5EF4-FFF2-40B4-BE49-F238E27FC236}">
                <a16:creationId xmlns:a16="http://schemas.microsoft.com/office/drawing/2014/main" id="{09CD5EFF-0BF9-B1C0-FDDE-56D16634280F}"/>
              </a:ext>
            </a:extLst>
          </p:cNvPr>
          <p:cNvSpPr txBox="1"/>
          <p:nvPr/>
        </p:nvSpPr>
        <p:spPr>
          <a:xfrm>
            <a:off x="4663599" y="2460703"/>
            <a:ext cx="1016000" cy="276999"/>
          </a:xfrm>
          <a:prstGeom prst="rect">
            <a:avLst/>
          </a:prstGeom>
          <a:noFill/>
        </p:spPr>
        <p:txBody>
          <a:bodyPr wrap="square" lIns="0" tIns="0" rIns="0" bIns="0">
            <a:spAutoFit/>
          </a:bodyPr>
          <a:lstStyle/>
          <a:p>
            <a:pPr algn="ctr"/>
            <a:r>
              <a:rPr lang="pt-BR" altLang="zh-CN" sz="1800" b="1" dirty="0">
                <a:latin typeface="Courier New" panose="02070309020205020404" pitchFamily="49" charset="0"/>
              </a:rPr>
              <a:t>(CH</a:t>
            </a:r>
            <a:r>
              <a:rPr lang="pt-BR" altLang="zh-CN" b="1" dirty="0">
                <a:latin typeface="Courier New" panose="02070309020205020404" pitchFamily="49" charset="0"/>
              </a:rPr>
              <a:t>U</a:t>
            </a:r>
            <a:r>
              <a:rPr lang="pt-BR" altLang="zh-CN" sz="1800" b="1" dirty="0">
                <a:latin typeface="Courier New" panose="02070309020205020404" pitchFamily="49" charset="0"/>
              </a:rPr>
              <a:t>,</a:t>
            </a:r>
            <a:r>
              <a:rPr lang="pt-BR" altLang="zh-CN" b="1" dirty="0">
                <a:latin typeface="Courier New" panose="02070309020205020404" pitchFamily="49" charset="0"/>
              </a:rPr>
              <a:t>3</a:t>
            </a:r>
            <a:r>
              <a:rPr lang="pt-BR" altLang="zh-CN" sz="1800" b="1" dirty="0">
                <a:latin typeface="Courier New" panose="02070309020205020404" pitchFamily="49" charset="0"/>
              </a:rPr>
              <a:t>) </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34" name="文本框 33">
            <a:extLst>
              <a:ext uri="{FF2B5EF4-FFF2-40B4-BE49-F238E27FC236}">
                <a16:creationId xmlns:a16="http://schemas.microsoft.com/office/drawing/2014/main" id="{4EBC45A8-6DE2-E903-7CC9-C074C958F21C}"/>
              </a:ext>
            </a:extLst>
          </p:cNvPr>
          <p:cNvSpPr txBox="1"/>
          <p:nvPr/>
        </p:nvSpPr>
        <p:spPr>
          <a:xfrm>
            <a:off x="7420135" y="2450806"/>
            <a:ext cx="1016000" cy="276999"/>
          </a:xfrm>
          <a:prstGeom prst="rect">
            <a:avLst/>
          </a:prstGeom>
          <a:noFill/>
        </p:spPr>
        <p:txBody>
          <a:bodyPr wrap="square" lIns="0" tIns="0" rIns="0" bIns="0">
            <a:spAutoFit/>
          </a:bodyPr>
          <a:lstStyle/>
          <a:p>
            <a:pPr algn="ctr"/>
            <a:r>
              <a:rPr lang="pt-BR" altLang="zh-CN" sz="1800" b="1" dirty="0">
                <a:latin typeface="Courier New" panose="02070309020205020404" pitchFamily="49" charset="0"/>
              </a:rPr>
              <a:t>(</a:t>
            </a:r>
            <a:r>
              <a:rPr lang="pt-BR" altLang="zh-CN" b="1" dirty="0">
                <a:latin typeface="Courier New" panose="02070309020205020404" pitchFamily="49" charset="0"/>
              </a:rPr>
              <a:t>LAN</a:t>
            </a:r>
            <a:r>
              <a:rPr lang="pt-BR" altLang="zh-CN" sz="1800" b="1" dirty="0">
                <a:latin typeface="Courier New" panose="02070309020205020404" pitchFamily="49" charset="0"/>
              </a:rPr>
              <a:t>,</a:t>
            </a:r>
            <a:r>
              <a:rPr lang="pt-BR" altLang="zh-CN" b="1" dirty="0">
                <a:latin typeface="Courier New" panose="02070309020205020404" pitchFamily="49" charset="0"/>
              </a:rPr>
              <a:t>4</a:t>
            </a:r>
            <a:r>
              <a:rPr lang="pt-BR" altLang="zh-CN" sz="1800" b="1" dirty="0">
                <a:latin typeface="Courier New" panose="02070309020205020404" pitchFamily="49" charset="0"/>
              </a:rPr>
              <a:t>) </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35" name="文本框 34">
            <a:extLst>
              <a:ext uri="{FF2B5EF4-FFF2-40B4-BE49-F238E27FC236}">
                <a16:creationId xmlns:a16="http://schemas.microsoft.com/office/drawing/2014/main" id="{B9140F7B-5C66-B331-36BC-A0050EE5A916}"/>
              </a:ext>
            </a:extLst>
          </p:cNvPr>
          <p:cNvSpPr txBox="1"/>
          <p:nvPr/>
        </p:nvSpPr>
        <p:spPr>
          <a:xfrm>
            <a:off x="9248299" y="2456693"/>
            <a:ext cx="1016000" cy="276999"/>
          </a:xfrm>
          <a:prstGeom prst="rect">
            <a:avLst/>
          </a:prstGeom>
          <a:noFill/>
        </p:spPr>
        <p:txBody>
          <a:bodyPr wrap="square" lIns="0" tIns="0" rIns="0" bIns="0">
            <a:spAutoFit/>
          </a:bodyPr>
          <a:lstStyle/>
          <a:p>
            <a:pPr algn="ctr"/>
            <a:r>
              <a:rPr lang="pt-BR" altLang="zh-CN" sz="1800" b="1" dirty="0">
                <a:latin typeface="Courier New" panose="02070309020205020404" pitchFamily="49" charset="0"/>
              </a:rPr>
              <a:t>(</a:t>
            </a:r>
            <a:r>
              <a:rPr lang="pt-BR" altLang="zh-CN" b="1" dirty="0">
                <a:latin typeface="Courier New" panose="02070309020205020404" pitchFamily="49" charset="0"/>
              </a:rPr>
              <a:t>LI</a:t>
            </a:r>
            <a:r>
              <a:rPr lang="pt-BR" altLang="zh-CN" sz="1800" b="1" dirty="0">
                <a:latin typeface="Courier New" panose="02070309020205020404" pitchFamily="49" charset="0"/>
              </a:rPr>
              <a:t>,</a:t>
            </a:r>
            <a:r>
              <a:rPr lang="pt-BR" altLang="zh-CN" b="1" dirty="0">
                <a:latin typeface="Courier New" panose="02070309020205020404" pitchFamily="49" charset="0"/>
              </a:rPr>
              <a:t>5</a:t>
            </a:r>
            <a:r>
              <a:rPr lang="pt-BR" altLang="zh-CN" sz="1800" b="1" dirty="0">
                <a:latin typeface="Courier New" panose="02070309020205020404" pitchFamily="49" charset="0"/>
              </a:rPr>
              <a:t>) </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37" name="文本框 36">
            <a:extLst>
              <a:ext uri="{FF2B5EF4-FFF2-40B4-BE49-F238E27FC236}">
                <a16:creationId xmlns:a16="http://schemas.microsoft.com/office/drawing/2014/main" id="{1C3EFCB8-799C-9D4F-F5DE-3B46565947BE}"/>
              </a:ext>
            </a:extLst>
          </p:cNvPr>
          <p:cNvSpPr txBox="1"/>
          <p:nvPr/>
        </p:nvSpPr>
        <p:spPr>
          <a:xfrm>
            <a:off x="896182" y="4132246"/>
            <a:ext cx="331005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latin typeface="Courier New" panose="02070309020205020404" pitchFamily="49" charset="0"/>
                <a:ea typeface="宋体" panose="02010600030101010101" pitchFamily="2" charset="-122"/>
                <a:cs typeface="Courier New" panose="02070309020205020404" pitchFamily="49" charset="0"/>
              </a:rPr>
              <a:t>插入</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a:t>
            </a:r>
            <a:r>
              <a:rPr lang="en-US" altLang="zh-CN" sz="1800" b="1" dirty="0" err="1">
                <a:latin typeface="Courier New" panose="02070309020205020404" pitchFamily="49" charset="0"/>
                <a:ea typeface="宋体" panose="02010600030101010101" pitchFamily="2" charset="-122"/>
                <a:cs typeface="Courier New" panose="02070309020205020404" pitchFamily="49" charset="0"/>
              </a:rPr>
              <a:t>LIU,6</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r>
              <a:rPr lang="pt-BR" altLang="zh-CN" sz="1800" b="1" dirty="0">
                <a:latin typeface="Courier New" panose="02070309020205020404" pitchFamily="49" charset="0"/>
                <a:ea typeface="宋体" panose="02010600030101010101" pitchFamily="2" charset="-122"/>
                <a:cs typeface="Courier New" panose="02070309020205020404" pitchFamily="49" charset="0"/>
              </a:rPr>
              <a:t>h0=6(</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冲突</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 </a:t>
            </a:r>
          </a:p>
        </p:txBody>
      </p:sp>
      <p:sp>
        <p:nvSpPr>
          <p:cNvPr id="38" name="文本框 37">
            <a:extLst>
              <a:ext uri="{FF2B5EF4-FFF2-40B4-BE49-F238E27FC236}">
                <a16:creationId xmlns:a16="http://schemas.microsoft.com/office/drawing/2014/main" id="{E6F57C2A-073C-C4D2-7DCE-F0CAB098FA0E}"/>
              </a:ext>
            </a:extLst>
          </p:cNvPr>
          <p:cNvSpPr txBox="1"/>
          <p:nvPr/>
        </p:nvSpPr>
        <p:spPr>
          <a:xfrm>
            <a:off x="7420135" y="2848855"/>
            <a:ext cx="1016000" cy="276999"/>
          </a:xfrm>
          <a:prstGeom prst="rect">
            <a:avLst/>
          </a:prstGeom>
          <a:noFill/>
        </p:spPr>
        <p:txBody>
          <a:bodyPr wrap="square" lIns="0" tIns="0" rIns="0" bIns="0">
            <a:spAutoFit/>
          </a:bodyPr>
          <a:lstStyle/>
          <a:p>
            <a:pPr algn="ctr"/>
            <a:r>
              <a:rPr lang="pt-BR" altLang="zh-CN" sz="1800" b="1" dirty="0">
                <a:latin typeface="Courier New" panose="02070309020205020404" pitchFamily="49" charset="0"/>
              </a:rPr>
              <a:t>(</a:t>
            </a:r>
            <a:r>
              <a:rPr lang="pt-BR" altLang="zh-CN" b="1" dirty="0">
                <a:latin typeface="Courier New" panose="02070309020205020404" pitchFamily="49" charset="0"/>
              </a:rPr>
              <a:t>LIU</a:t>
            </a:r>
            <a:r>
              <a:rPr lang="pt-BR" altLang="zh-CN" sz="1800" b="1" dirty="0">
                <a:latin typeface="Courier New" panose="02070309020205020404" pitchFamily="49" charset="0"/>
              </a:rPr>
              <a:t>,</a:t>
            </a:r>
            <a:r>
              <a:rPr lang="pt-BR" altLang="zh-CN" b="1" dirty="0">
                <a:latin typeface="Courier New" panose="02070309020205020404" pitchFamily="49" charset="0"/>
              </a:rPr>
              <a:t>6</a:t>
            </a:r>
            <a:r>
              <a:rPr lang="pt-BR" altLang="zh-CN" sz="1800" b="1" dirty="0">
                <a:latin typeface="Courier New" panose="02070309020205020404" pitchFamily="49" charset="0"/>
              </a:rPr>
              <a:t>) </a:t>
            </a:r>
            <a:endParaRPr lang="zh-CN" altLang="en-US" sz="18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40" name="文本框 39">
            <a:extLst>
              <a:ext uri="{FF2B5EF4-FFF2-40B4-BE49-F238E27FC236}">
                <a16:creationId xmlns:a16="http://schemas.microsoft.com/office/drawing/2014/main" id="{1E0F02BB-A1C6-DE79-4B63-3E9F9C843D37}"/>
              </a:ext>
            </a:extLst>
          </p:cNvPr>
          <p:cNvSpPr txBox="1"/>
          <p:nvPr/>
        </p:nvSpPr>
        <p:spPr>
          <a:xfrm>
            <a:off x="4206240" y="4124398"/>
            <a:ext cx="1615599" cy="369332"/>
          </a:xfrm>
          <a:prstGeom prst="rect">
            <a:avLst/>
          </a:prstGeom>
          <a:noFill/>
        </p:spPr>
        <p:txBody>
          <a:bodyPr wrap="square">
            <a:spAutoFit/>
          </a:bodyPr>
          <a:lstStyle/>
          <a:p>
            <a:r>
              <a:rPr lang="en-US" altLang="zh-CN" sz="1800" b="1" dirty="0" err="1">
                <a:latin typeface="Courier New" panose="02070309020205020404" pitchFamily="49" charset="0"/>
                <a:ea typeface="宋体" panose="02010600030101010101" pitchFamily="2" charset="-122"/>
                <a:cs typeface="Courier New" panose="02070309020205020404" pitchFamily="49" charset="0"/>
              </a:rPr>
              <a:t>h1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=2(</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冲突</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endParaRPr lang="zh-CN" altLang="en-US" dirty="0"/>
          </a:p>
        </p:txBody>
      </p:sp>
      <p:sp>
        <p:nvSpPr>
          <p:cNvPr id="42" name="文本框 41">
            <a:extLst>
              <a:ext uri="{FF2B5EF4-FFF2-40B4-BE49-F238E27FC236}">
                <a16:creationId xmlns:a16="http://schemas.microsoft.com/office/drawing/2014/main" id="{0D679F95-B416-261A-E148-7013EE262DF4}"/>
              </a:ext>
            </a:extLst>
          </p:cNvPr>
          <p:cNvSpPr txBox="1"/>
          <p:nvPr/>
        </p:nvSpPr>
        <p:spPr>
          <a:xfrm>
            <a:off x="5817038" y="4132246"/>
            <a:ext cx="3398520" cy="369332"/>
          </a:xfrm>
          <a:prstGeom prst="rect">
            <a:avLst/>
          </a:prstGeom>
          <a:noFill/>
        </p:spPr>
        <p:txBody>
          <a:bodyPr wrap="square">
            <a:spAutoFit/>
          </a:bodyPr>
          <a:lstStyle/>
          <a:p>
            <a:r>
              <a:rPr lang="zh-CN" altLang="en-US" sz="1800" b="1" dirty="0">
                <a:latin typeface="Courier New" panose="02070309020205020404" pitchFamily="49" charset="0"/>
                <a:ea typeface="宋体" panose="02010600030101010101" pitchFamily="2" charset="-122"/>
                <a:cs typeface="Courier New" panose="02070309020205020404" pitchFamily="49" charset="0"/>
              </a:rPr>
              <a:t>随机选中 </a:t>
            </a:r>
            <a:r>
              <a:rPr lang="en-US" altLang="zh-CN" sz="1800" b="1" dirty="0" err="1">
                <a:latin typeface="Courier New" panose="02070309020205020404" pitchFamily="49" charset="0"/>
                <a:ea typeface="宋体" panose="02010600030101010101" pitchFamily="2" charset="-122"/>
                <a:cs typeface="Courier New" panose="02070309020205020404" pitchFamily="49" charset="0"/>
              </a:rPr>
              <a:t>h1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=2 </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踢走</a:t>
            </a:r>
            <a:r>
              <a:rPr lang="pt-BR" altLang="zh-CN" sz="1800" b="1" dirty="0">
                <a:latin typeface="Courier New" panose="02070309020205020404" pitchFamily="49" charset="0"/>
              </a:rPr>
              <a:t>(CAO,1) </a:t>
            </a:r>
            <a:endParaRPr lang="zh-CN" altLang="en-US" dirty="0"/>
          </a:p>
        </p:txBody>
      </p:sp>
      <p:sp>
        <p:nvSpPr>
          <p:cNvPr id="44" name="文本框 43">
            <a:extLst>
              <a:ext uri="{FF2B5EF4-FFF2-40B4-BE49-F238E27FC236}">
                <a16:creationId xmlns:a16="http://schemas.microsoft.com/office/drawing/2014/main" id="{F6E21448-967F-ED53-75B2-9BDA9D6BD251}"/>
              </a:ext>
            </a:extLst>
          </p:cNvPr>
          <p:cNvSpPr txBox="1"/>
          <p:nvPr/>
        </p:nvSpPr>
        <p:spPr>
          <a:xfrm>
            <a:off x="858520" y="4582544"/>
            <a:ext cx="380507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重新插入</a:t>
            </a:r>
            <a:r>
              <a:rPr lang="pt-BR" altLang="zh-CN" sz="1800" b="1" dirty="0">
                <a:latin typeface="Courier New" panose="02070309020205020404" pitchFamily="49" charset="0"/>
              </a:rPr>
              <a:t>(CAO,1)  h0=2</a:t>
            </a:r>
            <a:r>
              <a:rPr lang="pt-BR" altLang="zh-CN" sz="1800" b="1" dirty="0">
                <a:latin typeface="Courier New" panose="02070309020205020404" pitchFamily="49" charset="0"/>
                <a:ea typeface="宋体" panose="02010600030101010101" pitchFamily="2" charset="-122"/>
                <a:cs typeface="Courier New" panose="02070309020205020404" pitchFamily="49" charset="0"/>
              </a:rPr>
              <a:t>(</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冲突</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 </a:t>
            </a:r>
            <a:endParaRPr lang="zh-CN" altLang="en-US" sz="1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p:txBody>
      </p:sp>
      <p:sp>
        <p:nvSpPr>
          <p:cNvPr id="46" name="文本框 45">
            <a:extLst>
              <a:ext uri="{FF2B5EF4-FFF2-40B4-BE49-F238E27FC236}">
                <a16:creationId xmlns:a16="http://schemas.microsoft.com/office/drawing/2014/main" id="{462DB8EA-EDA1-5ACD-D60E-3F81953EED59}"/>
              </a:ext>
            </a:extLst>
          </p:cNvPr>
          <p:cNvSpPr txBox="1"/>
          <p:nvPr/>
        </p:nvSpPr>
        <p:spPr>
          <a:xfrm>
            <a:off x="4627880" y="4582544"/>
            <a:ext cx="1615599" cy="369332"/>
          </a:xfrm>
          <a:prstGeom prst="rect">
            <a:avLst/>
          </a:prstGeom>
          <a:noFill/>
        </p:spPr>
        <p:txBody>
          <a:bodyPr wrap="square">
            <a:spAutoFit/>
          </a:bodyPr>
          <a:lstStyle/>
          <a:p>
            <a:r>
              <a:rPr lang="pt-BR" altLang="zh-CN" sz="1800" b="1" dirty="0">
                <a:latin typeface="Courier New" panose="02070309020205020404" pitchFamily="49" charset="0"/>
              </a:rPr>
              <a:t>h1=5 </a:t>
            </a:r>
            <a:r>
              <a:rPr lang="zh-CN" altLang="en-US" sz="1800" b="1" dirty="0">
                <a:latin typeface="Courier New" panose="02070309020205020404" pitchFamily="49" charset="0"/>
                <a:ea typeface="宋体" panose="02010600030101010101" pitchFamily="2" charset="-122"/>
                <a:cs typeface="Courier New" panose="02070309020205020404" pitchFamily="49" charset="0"/>
              </a:rPr>
              <a:t>无冲突</a:t>
            </a:r>
            <a:r>
              <a:rPr lang="pt-BR" altLang="zh-CN" sz="1800" b="1" dirty="0">
                <a:latin typeface="Courier New" panose="02070309020205020404" pitchFamily="49" charset="0"/>
                <a:ea typeface="宋体" panose="02010600030101010101" pitchFamily="2" charset="-122"/>
                <a:cs typeface="Courier New" panose="02070309020205020404" pitchFamily="49" charset="0"/>
              </a:rPr>
              <a:t> </a:t>
            </a:r>
            <a:endParaRPr lang="zh-CN" altLang="en-US" dirty="0"/>
          </a:p>
        </p:txBody>
      </p:sp>
      <p:sp>
        <p:nvSpPr>
          <p:cNvPr id="47" name="文本框 46">
            <a:extLst>
              <a:ext uri="{FF2B5EF4-FFF2-40B4-BE49-F238E27FC236}">
                <a16:creationId xmlns:a16="http://schemas.microsoft.com/office/drawing/2014/main" id="{27A83AFF-E7DE-4CC5-56BC-E4F17A69DF4F}"/>
              </a:ext>
            </a:extLst>
          </p:cNvPr>
          <p:cNvSpPr txBox="1"/>
          <p:nvPr/>
        </p:nvSpPr>
        <p:spPr>
          <a:xfrm>
            <a:off x="858520" y="5411914"/>
            <a:ext cx="10017486" cy="400110"/>
          </a:xfrm>
          <a:prstGeom prst="rect">
            <a:avLst/>
          </a:prstGeom>
          <a:noFill/>
        </p:spPr>
        <p:txBody>
          <a:bodyPr wrap="none" rtlCol="0">
            <a:spAutoFit/>
          </a:bodyPr>
          <a:lstStyle/>
          <a:p>
            <a:r>
              <a:rPr lang="zh-CN" altLang="en-US" sz="2000" b="1" dirty="0">
                <a:solidFill>
                  <a:srgbClr val="3B11EF"/>
                </a:solidFill>
              </a:rPr>
              <a:t>要求课外在</a:t>
            </a:r>
            <a:r>
              <a:rPr lang="en-US" altLang="zh-CN" sz="2000" b="1" dirty="0" err="1">
                <a:solidFill>
                  <a:srgbClr val="C00000"/>
                </a:solidFill>
              </a:rPr>
              <a:t>AnyviewC</a:t>
            </a:r>
            <a:r>
              <a:rPr lang="zh-CN" altLang="en-US" sz="2000" b="1" dirty="0">
                <a:solidFill>
                  <a:srgbClr val="3B11EF"/>
                </a:solidFill>
              </a:rPr>
              <a:t>可视交互学习布谷鸟散列表的</a:t>
            </a:r>
            <a:r>
              <a:rPr lang="zh-CN" altLang="en-US" sz="2000" b="1" dirty="0">
                <a:solidFill>
                  <a:srgbClr val="C00000"/>
                </a:solidFill>
                <a:latin typeface="+mj-ea"/>
                <a:ea typeface="+mj-ea"/>
              </a:rPr>
              <a:t>初建</a:t>
            </a:r>
            <a:r>
              <a:rPr lang="zh-CN" altLang="en-US" sz="2000" b="1" dirty="0">
                <a:solidFill>
                  <a:srgbClr val="3B11EF"/>
                </a:solidFill>
              </a:rPr>
              <a:t>、</a:t>
            </a:r>
            <a:r>
              <a:rPr lang="zh-CN" altLang="en-US" sz="2000" b="1" dirty="0">
                <a:solidFill>
                  <a:srgbClr val="C00000"/>
                </a:solidFill>
                <a:latin typeface="+mj-ea"/>
                <a:ea typeface="+mj-ea"/>
              </a:rPr>
              <a:t>插入</a:t>
            </a:r>
            <a:r>
              <a:rPr lang="zh-CN" altLang="en-US" sz="2000" b="1" dirty="0">
                <a:solidFill>
                  <a:srgbClr val="3B11EF"/>
                </a:solidFill>
              </a:rPr>
              <a:t>、</a:t>
            </a:r>
            <a:r>
              <a:rPr lang="zh-CN" altLang="en-US" sz="2000" b="1" dirty="0">
                <a:solidFill>
                  <a:srgbClr val="C00000"/>
                </a:solidFill>
                <a:latin typeface="+mj-ea"/>
                <a:ea typeface="+mj-ea"/>
              </a:rPr>
              <a:t>扩表</a:t>
            </a:r>
            <a:r>
              <a:rPr lang="zh-CN" altLang="en-US" sz="2000" b="1" dirty="0">
                <a:solidFill>
                  <a:srgbClr val="3B11EF"/>
                </a:solidFill>
              </a:rPr>
              <a:t>、</a:t>
            </a:r>
            <a:r>
              <a:rPr lang="zh-CN" altLang="en-US" sz="2000" b="1" dirty="0">
                <a:solidFill>
                  <a:srgbClr val="C00000"/>
                </a:solidFill>
                <a:latin typeface="+mj-ea"/>
                <a:ea typeface="+mj-ea"/>
              </a:rPr>
              <a:t>查找</a:t>
            </a:r>
            <a:r>
              <a:rPr lang="zh-CN" altLang="en-US" sz="2000" b="1" dirty="0">
                <a:solidFill>
                  <a:srgbClr val="3B11EF"/>
                </a:solidFill>
              </a:rPr>
              <a:t>和</a:t>
            </a:r>
            <a:r>
              <a:rPr lang="zh-CN" altLang="en-US" sz="2000" b="1" dirty="0">
                <a:solidFill>
                  <a:srgbClr val="C00000"/>
                </a:solidFill>
                <a:latin typeface="+mj-ea"/>
                <a:ea typeface="+mj-ea"/>
              </a:rPr>
              <a:t>删除</a:t>
            </a:r>
            <a:r>
              <a:rPr lang="zh-CN" altLang="en-US" sz="2000" b="1" dirty="0">
                <a:solidFill>
                  <a:srgbClr val="3B11EF"/>
                </a:solidFill>
              </a:rPr>
              <a:t>算法</a:t>
            </a:r>
          </a:p>
        </p:txBody>
      </p:sp>
    </p:spTree>
    <p:extLst>
      <p:ext uri="{BB962C8B-B14F-4D97-AF65-F5344CB8AC3E}">
        <p14:creationId xmlns:p14="http://schemas.microsoft.com/office/powerpoint/2010/main" val="194071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1000"/>
                                        <p:tgtEl>
                                          <p:spTgt spid="19"/>
                                        </p:tgtEl>
                                      </p:cBhvr>
                                    </p:animEffect>
                                    <p:anim calcmode="lin" valueType="num">
                                      <p:cBhvr>
                                        <p:cTn id="28" dur="1000" fill="hold"/>
                                        <p:tgtEl>
                                          <p:spTgt spid="19"/>
                                        </p:tgtEl>
                                        <p:attrNameLst>
                                          <p:attrName>ppt_x</p:attrName>
                                        </p:attrNameLst>
                                      </p:cBhvr>
                                      <p:tavLst>
                                        <p:tav tm="0">
                                          <p:val>
                                            <p:strVal val="#ppt_x"/>
                                          </p:val>
                                        </p:tav>
                                        <p:tav tm="100000">
                                          <p:val>
                                            <p:strVal val="#ppt_x"/>
                                          </p:val>
                                        </p:tav>
                                      </p:tavLst>
                                    </p:anim>
                                    <p:anim calcmode="lin" valueType="num">
                                      <p:cBhvr>
                                        <p:cTn id="29" dur="1000" fill="hold"/>
                                        <p:tgtEl>
                                          <p:spTgt spid="1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1000"/>
                                        <p:tgtEl>
                                          <p:spTgt spid="21"/>
                                        </p:tgtEl>
                                      </p:cBhvr>
                                    </p:animEffect>
                                    <p:anim calcmode="lin" valueType="num">
                                      <p:cBhvr>
                                        <p:cTn id="38" dur="1000" fill="hold"/>
                                        <p:tgtEl>
                                          <p:spTgt spid="21"/>
                                        </p:tgtEl>
                                        <p:attrNameLst>
                                          <p:attrName>ppt_x</p:attrName>
                                        </p:attrNameLst>
                                      </p:cBhvr>
                                      <p:tavLst>
                                        <p:tav tm="0">
                                          <p:val>
                                            <p:strVal val="#ppt_x"/>
                                          </p:val>
                                        </p:tav>
                                        <p:tav tm="100000">
                                          <p:val>
                                            <p:strVal val="#ppt_x"/>
                                          </p:val>
                                        </p:tav>
                                      </p:tavLst>
                                    </p:anim>
                                    <p:anim calcmode="lin" valueType="num">
                                      <p:cBhvr>
                                        <p:cTn id="39" dur="1000" fill="hold"/>
                                        <p:tgtEl>
                                          <p:spTgt spid="2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1000"/>
                                        <p:tgtEl>
                                          <p:spTgt spid="22"/>
                                        </p:tgtEl>
                                      </p:cBhvr>
                                    </p:animEffect>
                                    <p:anim calcmode="lin" valueType="num">
                                      <p:cBhvr>
                                        <p:cTn id="43" dur="1000" fill="hold"/>
                                        <p:tgtEl>
                                          <p:spTgt spid="22"/>
                                        </p:tgtEl>
                                        <p:attrNameLst>
                                          <p:attrName>ppt_x</p:attrName>
                                        </p:attrNameLst>
                                      </p:cBhvr>
                                      <p:tavLst>
                                        <p:tav tm="0">
                                          <p:val>
                                            <p:strVal val="#ppt_x"/>
                                          </p:val>
                                        </p:tav>
                                        <p:tav tm="100000">
                                          <p:val>
                                            <p:strVal val="#ppt_x"/>
                                          </p:val>
                                        </p:tav>
                                      </p:tavLst>
                                    </p:anim>
                                    <p:anim calcmode="lin" valueType="num">
                                      <p:cBhvr>
                                        <p:cTn id="44" dur="1000" fill="hold"/>
                                        <p:tgtEl>
                                          <p:spTgt spid="2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1000"/>
                                        <p:tgtEl>
                                          <p:spTgt spid="24"/>
                                        </p:tgtEl>
                                      </p:cBhvr>
                                    </p:animEffect>
                                    <p:anim calcmode="lin" valueType="num">
                                      <p:cBhvr>
                                        <p:cTn id="53" dur="1000" fill="hold"/>
                                        <p:tgtEl>
                                          <p:spTgt spid="24"/>
                                        </p:tgtEl>
                                        <p:attrNameLst>
                                          <p:attrName>ppt_x</p:attrName>
                                        </p:attrNameLst>
                                      </p:cBhvr>
                                      <p:tavLst>
                                        <p:tav tm="0">
                                          <p:val>
                                            <p:strVal val="#ppt_x"/>
                                          </p:val>
                                        </p:tav>
                                        <p:tav tm="100000">
                                          <p:val>
                                            <p:strVal val="#ppt_x"/>
                                          </p:val>
                                        </p:tav>
                                      </p:tavLst>
                                    </p:anim>
                                    <p:anim calcmode="lin" valueType="num">
                                      <p:cBhvr>
                                        <p:cTn id="54" dur="1000" fill="hold"/>
                                        <p:tgtEl>
                                          <p:spTgt spid="2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1000"/>
                                        <p:tgtEl>
                                          <p:spTgt spid="25"/>
                                        </p:tgtEl>
                                      </p:cBhvr>
                                    </p:animEffect>
                                    <p:anim calcmode="lin" valueType="num">
                                      <p:cBhvr>
                                        <p:cTn id="58" dur="1000" fill="hold"/>
                                        <p:tgtEl>
                                          <p:spTgt spid="25"/>
                                        </p:tgtEl>
                                        <p:attrNameLst>
                                          <p:attrName>ppt_x</p:attrName>
                                        </p:attrNameLst>
                                      </p:cBhvr>
                                      <p:tavLst>
                                        <p:tav tm="0">
                                          <p:val>
                                            <p:strVal val="#ppt_x"/>
                                          </p:val>
                                        </p:tav>
                                        <p:tav tm="100000">
                                          <p:val>
                                            <p:strVal val="#ppt_x"/>
                                          </p:val>
                                        </p:tav>
                                      </p:tavLst>
                                    </p:anim>
                                    <p:anim calcmode="lin" valueType="num">
                                      <p:cBhvr>
                                        <p:cTn id="5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1000"/>
                                        <p:tgtEl>
                                          <p:spTgt spid="27"/>
                                        </p:tgtEl>
                                      </p:cBhvr>
                                    </p:animEffect>
                                    <p:anim calcmode="lin" valueType="num">
                                      <p:cBhvr>
                                        <p:cTn id="65" dur="1000" fill="hold"/>
                                        <p:tgtEl>
                                          <p:spTgt spid="27"/>
                                        </p:tgtEl>
                                        <p:attrNameLst>
                                          <p:attrName>ppt_x</p:attrName>
                                        </p:attrNameLst>
                                      </p:cBhvr>
                                      <p:tavLst>
                                        <p:tav tm="0">
                                          <p:val>
                                            <p:strVal val="#ppt_x"/>
                                          </p:val>
                                        </p:tav>
                                        <p:tav tm="100000">
                                          <p:val>
                                            <p:strVal val="#ppt_x"/>
                                          </p:val>
                                        </p:tav>
                                      </p:tavLst>
                                    </p:anim>
                                    <p:anim calcmode="lin" valueType="num">
                                      <p:cBhvr>
                                        <p:cTn id="6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iterate type="lt">
                                    <p:tmPct val="0"/>
                                  </p:iterate>
                                  <p:childTnLst>
                                    <p:set>
                                      <p:cBhvr>
                                        <p:cTn id="70" dur="1" fill="hold">
                                          <p:stCondLst>
                                            <p:cond delay="0"/>
                                          </p:stCondLst>
                                        </p:cTn>
                                        <p:tgtEl>
                                          <p:spTgt spid="29"/>
                                        </p:tgtEl>
                                        <p:attrNameLst>
                                          <p:attrName>style.visibility</p:attrName>
                                        </p:attrNameLst>
                                      </p:cBhvr>
                                      <p:to>
                                        <p:strVal val="visible"/>
                                      </p:to>
                                    </p:set>
                                    <p:animEffect transition="in" filter="fade">
                                      <p:cBhvr>
                                        <p:cTn id="71" dur="1000"/>
                                        <p:tgtEl>
                                          <p:spTgt spid="29"/>
                                        </p:tgtEl>
                                      </p:cBhvr>
                                    </p:animEffect>
                                    <p:anim calcmode="lin" valueType="num">
                                      <p:cBhvr>
                                        <p:cTn id="72" dur="1000" fill="hold"/>
                                        <p:tgtEl>
                                          <p:spTgt spid="29"/>
                                        </p:tgtEl>
                                        <p:attrNameLst>
                                          <p:attrName>ppt_x</p:attrName>
                                        </p:attrNameLst>
                                      </p:cBhvr>
                                      <p:tavLst>
                                        <p:tav tm="0">
                                          <p:val>
                                            <p:strVal val="#ppt_x"/>
                                          </p:val>
                                        </p:tav>
                                        <p:tav tm="100000">
                                          <p:val>
                                            <p:strVal val="#ppt_x"/>
                                          </p:val>
                                        </p:tav>
                                      </p:tavLst>
                                    </p:anim>
                                    <p:anim calcmode="lin" valueType="num">
                                      <p:cBhvr>
                                        <p:cTn id="73" dur="1000" fill="hold"/>
                                        <p:tgtEl>
                                          <p:spTgt spid="29"/>
                                        </p:tgtEl>
                                        <p:attrNameLst>
                                          <p:attrName>ppt_y</p:attrName>
                                        </p:attrNameLst>
                                      </p:cBhvr>
                                      <p:tavLst>
                                        <p:tav tm="0">
                                          <p:val>
                                            <p:strVal val="#ppt_y+.1"/>
                                          </p:val>
                                        </p:tav>
                                        <p:tav tm="100000">
                                          <p:val>
                                            <p:strVal val="#ppt_y"/>
                                          </p:val>
                                        </p:tav>
                                      </p:tavLst>
                                    </p:anim>
                                  </p:childTnLst>
                                </p:cTn>
                              </p:par>
                            </p:childTnLst>
                          </p:cTn>
                        </p:par>
                        <p:par>
                          <p:cTn id="74" fill="hold">
                            <p:stCondLst>
                              <p:cond delay="1000"/>
                            </p:stCondLst>
                            <p:childTnLst>
                              <p:par>
                                <p:cTn id="75" presetID="1" presetClass="emph" presetSubtype="2" fill="hold" nodeType="afterEffect">
                                  <p:stCondLst>
                                    <p:cond delay="0"/>
                                  </p:stCondLst>
                                  <p:childTnLst>
                                    <p:animClr clrSpc="rgb" dir="cw">
                                      <p:cBhvr>
                                        <p:cTn id="76" dur="1000" fill="hold"/>
                                        <p:tgtEl>
                                          <p:spTgt spid="23"/>
                                        </p:tgtEl>
                                        <p:attrNameLst>
                                          <p:attrName>fillcolor</p:attrName>
                                        </p:attrNameLst>
                                      </p:cBhvr>
                                      <p:to>
                                        <a:srgbClr val="CAEDFB"/>
                                      </p:to>
                                    </p:animClr>
                                    <p:set>
                                      <p:cBhvr>
                                        <p:cTn id="77" dur="1000" fill="hold"/>
                                        <p:tgtEl>
                                          <p:spTgt spid="23"/>
                                        </p:tgtEl>
                                        <p:attrNameLst>
                                          <p:attrName>fill.type</p:attrName>
                                        </p:attrNameLst>
                                      </p:cBhvr>
                                      <p:to>
                                        <p:strVal val="solid"/>
                                      </p:to>
                                    </p:set>
                                    <p:set>
                                      <p:cBhvr>
                                        <p:cTn id="78" dur="1000" fill="hold"/>
                                        <p:tgtEl>
                                          <p:spTgt spid="23"/>
                                        </p:tgtEl>
                                        <p:attrNameLst>
                                          <p:attrName>fill.on</p:attrName>
                                        </p:attrNameLst>
                                      </p:cBhvr>
                                      <p:to>
                                        <p:strVal val="true"/>
                                      </p:to>
                                    </p:set>
                                  </p:childTnLst>
                                </p:cTn>
                              </p:par>
                            </p:childTnLst>
                          </p:cTn>
                        </p:par>
                        <p:par>
                          <p:cTn id="79" fill="hold">
                            <p:stCondLst>
                              <p:cond delay="2000"/>
                            </p:stCondLst>
                            <p:childTnLst>
                              <p:par>
                                <p:cTn id="80" presetID="42" presetClass="entr" presetSubtype="0" fill="hold" grpId="0" nodeType="after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1000"/>
                                        <p:tgtEl>
                                          <p:spTgt spid="32"/>
                                        </p:tgtEl>
                                      </p:cBhvr>
                                    </p:animEffect>
                                    <p:anim calcmode="lin" valueType="num">
                                      <p:cBhvr>
                                        <p:cTn id="83" dur="1000" fill="hold"/>
                                        <p:tgtEl>
                                          <p:spTgt spid="32"/>
                                        </p:tgtEl>
                                        <p:attrNameLst>
                                          <p:attrName>ppt_x</p:attrName>
                                        </p:attrNameLst>
                                      </p:cBhvr>
                                      <p:tavLst>
                                        <p:tav tm="0">
                                          <p:val>
                                            <p:strVal val="#ppt_x"/>
                                          </p:val>
                                        </p:tav>
                                        <p:tav tm="100000">
                                          <p:val>
                                            <p:strVal val="#ppt_x"/>
                                          </p:val>
                                        </p:tav>
                                      </p:tavLst>
                                    </p:anim>
                                    <p:anim calcmode="lin" valueType="num">
                                      <p:cBhvr>
                                        <p:cTn id="84" dur="1000" fill="hold"/>
                                        <p:tgtEl>
                                          <p:spTgt spid="32"/>
                                        </p:tgtEl>
                                        <p:attrNameLst>
                                          <p:attrName>ppt_y</p:attrName>
                                        </p:attrNameLst>
                                      </p:cBhvr>
                                      <p:tavLst>
                                        <p:tav tm="0">
                                          <p:val>
                                            <p:strVal val="#ppt_y+.1"/>
                                          </p:val>
                                        </p:tav>
                                        <p:tav tm="100000">
                                          <p:val>
                                            <p:strVal val="#ppt_y"/>
                                          </p:val>
                                        </p:tav>
                                      </p:tavLst>
                                    </p:anim>
                                  </p:childTnLst>
                                </p:cTn>
                              </p:par>
                            </p:childTnLst>
                          </p:cTn>
                        </p:par>
                        <p:par>
                          <p:cTn id="85" fill="hold">
                            <p:stCondLst>
                              <p:cond delay="3000"/>
                            </p:stCondLst>
                            <p:childTnLst>
                              <p:par>
                                <p:cTn id="86" presetID="1" presetClass="emph" presetSubtype="2" fill="hold" nodeType="afterEffect">
                                  <p:stCondLst>
                                    <p:cond delay="0"/>
                                  </p:stCondLst>
                                  <p:childTnLst>
                                    <p:animClr clrSpc="rgb" dir="cw">
                                      <p:cBhvr>
                                        <p:cTn id="87" dur="1000" fill="hold"/>
                                        <p:tgtEl>
                                          <p:spTgt spid="24"/>
                                        </p:tgtEl>
                                        <p:attrNameLst>
                                          <p:attrName>fillcolor</p:attrName>
                                        </p:attrNameLst>
                                      </p:cBhvr>
                                      <p:to>
                                        <a:srgbClr val="CAEDFB"/>
                                      </p:to>
                                    </p:animClr>
                                    <p:set>
                                      <p:cBhvr>
                                        <p:cTn id="88" dur="1000" fill="hold"/>
                                        <p:tgtEl>
                                          <p:spTgt spid="24"/>
                                        </p:tgtEl>
                                        <p:attrNameLst>
                                          <p:attrName>fill.type</p:attrName>
                                        </p:attrNameLst>
                                      </p:cBhvr>
                                      <p:to>
                                        <p:strVal val="solid"/>
                                      </p:to>
                                    </p:set>
                                    <p:set>
                                      <p:cBhvr>
                                        <p:cTn id="89" dur="1000" fill="hold"/>
                                        <p:tgtEl>
                                          <p:spTgt spid="24"/>
                                        </p:tgtEl>
                                        <p:attrNameLst>
                                          <p:attrName>fill.on</p:attrName>
                                        </p:attrNameLst>
                                      </p:cBhvr>
                                      <p:to>
                                        <p:strVal val="true"/>
                                      </p:to>
                                    </p:set>
                                  </p:childTnLst>
                                </p:cTn>
                              </p:par>
                            </p:childTnLst>
                          </p:cTn>
                        </p:par>
                        <p:par>
                          <p:cTn id="90" fill="hold">
                            <p:stCondLst>
                              <p:cond delay="4000"/>
                            </p:stCondLst>
                            <p:childTnLst>
                              <p:par>
                                <p:cTn id="91" presetID="42" presetClass="entr" presetSubtype="0" fill="hold" grpId="0" nodeType="after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1000"/>
                                        <p:tgtEl>
                                          <p:spTgt spid="33"/>
                                        </p:tgtEl>
                                      </p:cBhvr>
                                    </p:animEffect>
                                    <p:anim calcmode="lin" valueType="num">
                                      <p:cBhvr>
                                        <p:cTn id="94" dur="1000" fill="hold"/>
                                        <p:tgtEl>
                                          <p:spTgt spid="33"/>
                                        </p:tgtEl>
                                        <p:attrNameLst>
                                          <p:attrName>ppt_x</p:attrName>
                                        </p:attrNameLst>
                                      </p:cBhvr>
                                      <p:tavLst>
                                        <p:tav tm="0">
                                          <p:val>
                                            <p:strVal val="#ppt_x"/>
                                          </p:val>
                                        </p:tav>
                                        <p:tav tm="100000">
                                          <p:val>
                                            <p:strVal val="#ppt_x"/>
                                          </p:val>
                                        </p:tav>
                                      </p:tavLst>
                                    </p:anim>
                                    <p:anim calcmode="lin" valueType="num">
                                      <p:cBhvr>
                                        <p:cTn id="95" dur="1000" fill="hold"/>
                                        <p:tgtEl>
                                          <p:spTgt spid="33"/>
                                        </p:tgtEl>
                                        <p:attrNameLst>
                                          <p:attrName>ppt_y</p:attrName>
                                        </p:attrNameLst>
                                      </p:cBhvr>
                                      <p:tavLst>
                                        <p:tav tm="0">
                                          <p:val>
                                            <p:strVal val="#ppt_y+.1"/>
                                          </p:val>
                                        </p:tav>
                                        <p:tav tm="100000">
                                          <p:val>
                                            <p:strVal val="#ppt_y"/>
                                          </p:val>
                                        </p:tav>
                                      </p:tavLst>
                                    </p:anim>
                                  </p:childTnLst>
                                </p:cTn>
                              </p:par>
                            </p:childTnLst>
                          </p:cTn>
                        </p:par>
                        <p:par>
                          <p:cTn id="96" fill="hold">
                            <p:stCondLst>
                              <p:cond delay="5000"/>
                            </p:stCondLst>
                            <p:childTnLst>
                              <p:par>
                                <p:cTn id="97" presetID="1" presetClass="emph" presetSubtype="2" fill="hold" nodeType="afterEffect">
                                  <p:stCondLst>
                                    <p:cond delay="0"/>
                                  </p:stCondLst>
                                  <p:childTnLst>
                                    <p:animClr clrSpc="rgb" dir="cw">
                                      <p:cBhvr>
                                        <p:cTn id="98" dur="1000" fill="hold"/>
                                        <p:tgtEl>
                                          <p:spTgt spid="17"/>
                                        </p:tgtEl>
                                        <p:attrNameLst>
                                          <p:attrName>fillcolor</p:attrName>
                                        </p:attrNameLst>
                                      </p:cBhvr>
                                      <p:to>
                                        <a:srgbClr val="CAEDFB"/>
                                      </p:to>
                                    </p:animClr>
                                    <p:set>
                                      <p:cBhvr>
                                        <p:cTn id="99" dur="1000" fill="hold"/>
                                        <p:tgtEl>
                                          <p:spTgt spid="17"/>
                                        </p:tgtEl>
                                        <p:attrNameLst>
                                          <p:attrName>fill.type</p:attrName>
                                        </p:attrNameLst>
                                      </p:cBhvr>
                                      <p:to>
                                        <p:strVal val="solid"/>
                                      </p:to>
                                    </p:set>
                                    <p:set>
                                      <p:cBhvr>
                                        <p:cTn id="100" dur="1000" fill="hold"/>
                                        <p:tgtEl>
                                          <p:spTgt spid="17"/>
                                        </p:tgtEl>
                                        <p:attrNameLst>
                                          <p:attrName>fill.on</p:attrName>
                                        </p:attrNameLst>
                                      </p:cBhvr>
                                      <p:to>
                                        <p:strVal val="true"/>
                                      </p:to>
                                    </p:set>
                                  </p:childTnLst>
                                </p:cTn>
                              </p:par>
                            </p:childTnLst>
                          </p:cTn>
                        </p:par>
                        <p:par>
                          <p:cTn id="101" fill="hold">
                            <p:stCondLst>
                              <p:cond delay="6000"/>
                            </p:stCondLst>
                            <p:childTnLst>
                              <p:par>
                                <p:cTn id="102" presetID="42" presetClass="entr" presetSubtype="0" fill="hold" grpId="0" nodeType="after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1000"/>
                                        <p:tgtEl>
                                          <p:spTgt spid="34"/>
                                        </p:tgtEl>
                                      </p:cBhvr>
                                    </p:animEffect>
                                    <p:anim calcmode="lin" valueType="num">
                                      <p:cBhvr>
                                        <p:cTn id="105" dur="1000" fill="hold"/>
                                        <p:tgtEl>
                                          <p:spTgt spid="34"/>
                                        </p:tgtEl>
                                        <p:attrNameLst>
                                          <p:attrName>ppt_x</p:attrName>
                                        </p:attrNameLst>
                                      </p:cBhvr>
                                      <p:tavLst>
                                        <p:tav tm="0">
                                          <p:val>
                                            <p:strVal val="#ppt_x"/>
                                          </p:val>
                                        </p:tav>
                                        <p:tav tm="100000">
                                          <p:val>
                                            <p:strVal val="#ppt_x"/>
                                          </p:val>
                                        </p:tav>
                                      </p:tavLst>
                                    </p:anim>
                                    <p:anim calcmode="lin" valueType="num">
                                      <p:cBhvr>
                                        <p:cTn id="106" dur="1000" fill="hold"/>
                                        <p:tgtEl>
                                          <p:spTgt spid="34"/>
                                        </p:tgtEl>
                                        <p:attrNameLst>
                                          <p:attrName>ppt_y</p:attrName>
                                        </p:attrNameLst>
                                      </p:cBhvr>
                                      <p:tavLst>
                                        <p:tav tm="0">
                                          <p:val>
                                            <p:strVal val="#ppt_y+.1"/>
                                          </p:val>
                                        </p:tav>
                                        <p:tav tm="100000">
                                          <p:val>
                                            <p:strVal val="#ppt_y"/>
                                          </p:val>
                                        </p:tav>
                                      </p:tavLst>
                                    </p:anim>
                                  </p:childTnLst>
                                </p:cTn>
                              </p:par>
                            </p:childTnLst>
                          </p:cTn>
                        </p:par>
                        <p:par>
                          <p:cTn id="107" fill="hold">
                            <p:stCondLst>
                              <p:cond delay="7000"/>
                            </p:stCondLst>
                            <p:childTnLst>
                              <p:par>
                                <p:cTn id="108" presetID="1" presetClass="emph" presetSubtype="2" fill="hold" nodeType="afterEffect">
                                  <p:stCondLst>
                                    <p:cond delay="0"/>
                                  </p:stCondLst>
                                  <p:childTnLst>
                                    <p:animClr clrSpc="rgb" dir="cw">
                                      <p:cBhvr>
                                        <p:cTn id="109" dur="1000" fill="hold"/>
                                        <p:tgtEl>
                                          <p:spTgt spid="20"/>
                                        </p:tgtEl>
                                        <p:attrNameLst>
                                          <p:attrName>fillcolor</p:attrName>
                                        </p:attrNameLst>
                                      </p:cBhvr>
                                      <p:to>
                                        <a:srgbClr val="CAEDFB"/>
                                      </p:to>
                                    </p:animClr>
                                    <p:set>
                                      <p:cBhvr>
                                        <p:cTn id="110" dur="1000" fill="hold"/>
                                        <p:tgtEl>
                                          <p:spTgt spid="20"/>
                                        </p:tgtEl>
                                        <p:attrNameLst>
                                          <p:attrName>fill.type</p:attrName>
                                        </p:attrNameLst>
                                      </p:cBhvr>
                                      <p:to>
                                        <p:strVal val="solid"/>
                                      </p:to>
                                    </p:set>
                                    <p:set>
                                      <p:cBhvr>
                                        <p:cTn id="111" dur="1000" fill="hold"/>
                                        <p:tgtEl>
                                          <p:spTgt spid="20"/>
                                        </p:tgtEl>
                                        <p:attrNameLst>
                                          <p:attrName>fill.on</p:attrName>
                                        </p:attrNameLst>
                                      </p:cBhvr>
                                      <p:to>
                                        <p:strVal val="true"/>
                                      </p:to>
                                    </p:se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12"/>
                                        </p:tgtEl>
                                        <p:attrNameLst>
                                          <p:attrName>style.visibility</p:attrName>
                                        </p:attrNameLst>
                                      </p:cBhvr>
                                      <p:to>
                                        <p:strVal val="visible"/>
                                      </p:to>
                                    </p:set>
                                    <p:animEffect transition="in" filter="fade">
                                      <p:cBhvr>
                                        <p:cTn id="116" dur="1000"/>
                                        <p:tgtEl>
                                          <p:spTgt spid="12"/>
                                        </p:tgtEl>
                                      </p:cBhvr>
                                    </p:animEffect>
                                    <p:anim calcmode="lin" valueType="num">
                                      <p:cBhvr>
                                        <p:cTn id="117" dur="1000" fill="hold"/>
                                        <p:tgtEl>
                                          <p:spTgt spid="12"/>
                                        </p:tgtEl>
                                        <p:attrNameLst>
                                          <p:attrName>ppt_x</p:attrName>
                                        </p:attrNameLst>
                                      </p:cBhvr>
                                      <p:tavLst>
                                        <p:tav tm="0">
                                          <p:val>
                                            <p:strVal val="#ppt_x"/>
                                          </p:val>
                                        </p:tav>
                                        <p:tav tm="100000">
                                          <p:val>
                                            <p:strVal val="#ppt_x"/>
                                          </p:val>
                                        </p:tav>
                                      </p:tavLst>
                                    </p:anim>
                                    <p:anim calcmode="lin" valueType="num">
                                      <p:cBhvr>
                                        <p:cTn id="11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fade">
                                      <p:cBhvr>
                                        <p:cTn id="123" dur="1000"/>
                                        <p:tgtEl>
                                          <p:spTgt spid="35"/>
                                        </p:tgtEl>
                                      </p:cBhvr>
                                    </p:animEffect>
                                    <p:anim calcmode="lin" valueType="num">
                                      <p:cBhvr>
                                        <p:cTn id="124" dur="1000" fill="hold"/>
                                        <p:tgtEl>
                                          <p:spTgt spid="35"/>
                                        </p:tgtEl>
                                        <p:attrNameLst>
                                          <p:attrName>ppt_x</p:attrName>
                                        </p:attrNameLst>
                                      </p:cBhvr>
                                      <p:tavLst>
                                        <p:tav tm="0">
                                          <p:val>
                                            <p:strVal val="#ppt_x"/>
                                          </p:val>
                                        </p:tav>
                                        <p:tav tm="100000">
                                          <p:val>
                                            <p:strVal val="#ppt_x"/>
                                          </p:val>
                                        </p:tav>
                                      </p:tavLst>
                                    </p:anim>
                                    <p:anim calcmode="lin" valueType="num">
                                      <p:cBhvr>
                                        <p:cTn id="125" dur="1000" fill="hold"/>
                                        <p:tgtEl>
                                          <p:spTgt spid="35"/>
                                        </p:tgtEl>
                                        <p:attrNameLst>
                                          <p:attrName>ppt_y</p:attrName>
                                        </p:attrNameLst>
                                      </p:cBhvr>
                                      <p:tavLst>
                                        <p:tav tm="0">
                                          <p:val>
                                            <p:strVal val="#ppt_y+.1"/>
                                          </p:val>
                                        </p:tav>
                                        <p:tav tm="100000">
                                          <p:val>
                                            <p:strVal val="#ppt_y"/>
                                          </p:val>
                                        </p:tav>
                                      </p:tavLst>
                                    </p:anim>
                                  </p:childTnLst>
                                </p:cTn>
                              </p:par>
                            </p:childTnLst>
                          </p:cTn>
                        </p:par>
                        <p:par>
                          <p:cTn id="126" fill="hold">
                            <p:stCondLst>
                              <p:cond delay="1000"/>
                            </p:stCondLst>
                            <p:childTnLst>
                              <p:par>
                                <p:cTn id="127" presetID="1" presetClass="emph" presetSubtype="2" fill="hold" nodeType="afterEffect">
                                  <p:stCondLst>
                                    <p:cond delay="0"/>
                                  </p:stCondLst>
                                  <p:childTnLst>
                                    <p:animClr clrSpc="rgb" dir="cw">
                                      <p:cBhvr>
                                        <p:cTn id="128" dur="1000" fill="hold"/>
                                        <p:tgtEl>
                                          <p:spTgt spid="22"/>
                                        </p:tgtEl>
                                        <p:attrNameLst>
                                          <p:attrName>fillcolor</p:attrName>
                                        </p:attrNameLst>
                                      </p:cBhvr>
                                      <p:to>
                                        <a:srgbClr val="CAEDFB"/>
                                      </p:to>
                                    </p:animClr>
                                    <p:set>
                                      <p:cBhvr>
                                        <p:cTn id="129" dur="1000" fill="hold"/>
                                        <p:tgtEl>
                                          <p:spTgt spid="22"/>
                                        </p:tgtEl>
                                        <p:attrNameLst>
                                          <p:attrName>fill.type</p:attrName>
                                        </p:attrNameLst>
                                      </p:cBhvr>
                                      <p:to>
                                        <p:strVal val="solid"/>
                                      </p:to>
                                    </p:set>
                                    <p:set>
                                      <p:cBhvr>
                                        <p:cTn id="130" dur="1000" fill="hold"/>
                                        <p:tgtEl>
                                          <p:spTgt spid="22"/>
                                        </p:tgtEl>
                                        <p:attrNameLst>
                                          <p:attrName>fill.on</p:attrName>
                                        </p:attrNameLst>
                                      </p:cBhvr>
                                      <p:to>
                                        <p:strVal val="true"/>
                                      </p:to>
                                    </p:set>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grpId="0" nodeType="clickEffect">
                                  <p:stCondLst>
                                    <p:cond delay="0"/>
                                  </p:stCondLst>
                                  <p:childTnLst>
                                    <p:set>
                                      <p:cBhvr>
                                        <p:cTn id="134" dur="1" fill="hold">
                                          <p:stCondLst>
                                            <p:cond delay="0"/>
                                          </p:stCondLst>
                                        </p:cTn>
                                        <p:tgtEl>
                                          <p:spTgt spid="37"/>
                                        </p:tgtEl>
                                        <p:attrNameLst>
                                          <p:attrName>style.visibility</p:attrName>
                                        </p:attrNameLst>
                                      </p:cBhvr>
                                      <p:to>
                                        <p:strVal val="visible"/>
                                      </p:to>
                                    </p:set>
                                    <p:animEffect transition="in" filter="fade">
                                      <p:cBhvr>
                                        <p:cTn id="135" dur="1000"/>
                                        <p:tgtEl>
                                          <p:spTgt spid="37"/>
                                        </p:tgtEl>
                                      </p:cBhvr>
                                    </p:animEffect>
                                    <p:anim calcmode="lin" valueType="num">
                                      <p:cBhvr>
                                        <p:cTn id="136" dur="1000" fill="hold"/>
                                        <p:tgtEl>
                                          <p:spTgt spid="37"/>
                                        </p:tgtEl>
                                        <p:attrNameLst>
                                          <p:attrName>ppt_x</p:attrName>
                                        </p:attrNameLst>
                                      </p:cBhvr>
                                      <p:tavLst>
                                        <p:tav tm="0">
                                          <p:val>
                                            <p:strVal val="#ppt_x"/>
                                          </p:val>
                                        </p:tav>
                                        <p:tav tm="100000">
                                          <p:val>
                                            <p:strVal val="#ppt_x"/>
                                          </p:val>
                                        </p:tav>
                                      </p:tavLst>
                                    </p:anim>
                                    <p:anim calcmode="lin" valueType="num">
                                      <p:cBhvr>
                                        <p:cTn id="137" dur="1000" fill="hold"/>
                                        <p:tgtEl>
                                          <p:spTgt spid="37"/>
                                        </p:tgtEl>
                                        <p:attrNameLst>
                                          <p:attrName>ppt_y</p:attrName>
                                        </p:attrNameLst>
                                      </p:cBhvr>
                                      <p:tavLst>
                                        <p:tav tm="0">
                                          <p:val>
                                            <p:strVal val="#ppt_y+.1"/>
                                          </p:val>
                                        </p:tav>
                                        <p:tav tm="100000">
                                          <p:val>
                                            <p:strVal val="#ppt_y"/>
                                          </p:val>
                                        </p:tav>
                                      </p:tavLst>
                                    </p:anim>
                                  </p:childTnLst>
                                </p:cTn>
                              </p:par>
                            </p:childTnLst>
                          </p:cTn>
                        </p:par>
                        <p:par>
                          <p:cTn id="138" fill="hold">
                            <p:stCondLst>
                              <p:cond delay="1000"/>
                            </p:stCondLst>
                            <p:childTnLst>
                              <p:par>
                                <p:cTn id="139" presetID="42" presetClass="entr" presetSubtype="0" fill="hold" grpId="0" nodeType="afterEffect">
                                  <p:stCondLst>
                                    <p:cond delay="0"/>
                                  </p:stCondLst>
                                  <p:iterate type="lt">
                                    <p:tmPct val="0"/>
                                  </p:iterate>
                                  <p:childTnLst>
                                    <p:set>
                                      <p:cBhvr>
                                        <p:cTn id="140" dur="1" fill="hold">
                                          <p:stCondLst>
                                            <p:cond delay="0"/>
                                          </p:stCondLst>
                                        </p:cTn>
                                        <p:tgtEl>
                                          <p:spTgt spid="38"/>
                                        </p:tgtEl>
                                        <p:attrNameLst>
                                          <p:attrName>style.visibility</p:attrName>
                                        </p:attrNameLst>
                                      </p:cBhvr>
                                      <p:to>
                                        <p:strVal val="visible"/>
                                      </p:to>
                                    </p:set>
                                    <p:animEffect transition="in" filter="fade">
                                      <p:cBhvr>
                                        <p:cTn id="141" dur="1000"/>
                                        <p:tgtEl>
                                          <p:spTgt spid="38"/>
                                        </p:tgtEl>
                                      </p:cBhvr>
                                    </p:animEffect>
                                    <p:anim calcmode="lin" valueType="num">
                                      <p:cBhvr>
                                        <p:cTn id="142" dur="1000" fill="hold"/>
                                        <p:tgtEl>
                                          <p:spTgt spid="38"/>
                                        </p:tgtEl>
                                        <p:attrNameLst>
                                          <p:attrName>ppt_x</p:attrName>
                                        </p:attrNameLst>
                                      </p:cBhvr>
                                      <p:tavLst>
                                        <p:tav tm="0">
                                          <p:val>
                                            <p:strVal val="#ppt_x"/>
                                          </p:val>
                                        </p:tav>
                                        <p:tav tm="100000">
                                          <p:val>
                                            <p:strVal val="#ppt_x"/>
                                          </p:val>
                                        </p:tav>
                                      </p:tavLst>
                                    </p:anim>
                                    <p:anim calcmode="lin" valueType="num">
                                      <p:cBhvr>
                                        <p:cTn id="14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40"/>
                                        </p:tgtEl>
                                        <p:attrNameLst>
                                          <p:attrName>style.visibility</p:attrName>
                                        </p:attrNameLst>
                                      </p:cBhvr>
                                      <p:to>
                                        <p:strVal val="visible"/>
                                      </p:to>
                                    </p:set>
                                    <p:animEffect transition="in" filter="wipe(left)">
                                      <p:cBhvr>
                                        <p:cTn id="148" dur="1000"/>
                                        <p:tgtEl>
                                          <p:spTgt spid="40"/>
                                        </p:tgtEl>
                                      </p:cBhvr>
                                    </p:animEffect>
                                  </p:childTnLst>
                                </p:cTn>
                              </p:par>
                            </p:childTnLst>
                          </p:cTn>
                        </p:par>
                        <p:par>
                          <p:cTn id="149" fill="hold">
                            <p:stCondLst>
                              <p:cond delay="1000"/>
                            </p:stCondLst>
                            <p:childTnLst>
                              <p:par>
                                <p:cTn id="150" presetID="35" presetClass="path" presetSubtype="0" accel="50000" decel="50000" fill="hold" grpId="1" nodeType="afterEffect">
                                  <p:stCondLst>
                                    <p:cond delay="0"/>
                                  </p:stCondLst>
                                  <p:iterate type="lt">
                                    <p:tmPct val="0"/>
                                  </p:iterate>
                                  <p:childTnLst>
                                    <p:animMotion origin="layout" path="M -4.16667E-7 1.85185E-6 L -0.30104 -0.00093 " pathEditMode="relative" rAng="0" ptsTypes="AA">
                                      <p:cBhvr>
                                        <p:cTn id="151" dur="2000" fill="hold"/>
                                        <p:tgtEl>
                                          <p:spTgt spid="38"/>
                                        </p:tgtEl>
                                        <p:attrNameLst>
                                          <p:attrName>ppt_x</p:attrName>
                                          <p:attrName>ppt_y</p:attrName>
                                        </p:attrNameLst>
                                      </p:cBhvr>
                                      <p:rCtr x="-15052" y="-46"/>
                                    </p:animMotion>
                                  </p:childTnLst>
                                </p:cTn>
                              </p:par>
                            </p:childTnLst>
                          </p:cTn>
                        </p:par>
                        <p:par>
                          <p:cTn id="152" fill="hold">
                            <p:stCondLst>
                              <p:cond delay="3000"/>
                            </p:stCondLst>
                            <p:childTnLst>
                              <p:par>
                                <p:cTn id="153" presetID="34" presetClass="emph" presetSubtype="0" fill="hold" grpId="3" nodeType="afterEffect">
                                  <p:stCondLst>
                                    <p:cond delay="0"/>
                                  </p:stCondLst>
                                  <p:iterate type="lt">
                                    <p:tmPct val="10000"/>
                                  </p:iterate>
                                  <p:childTnLst>
                                    <p:animMotion origin="layout" path="M -0.30104 -0.00093 L -0.30156 -0.05717 " pathEditMode="relative" rAng="0" ptsTypes="AA">
                                      <p:cBhvr>
                                        <p:cTn id="154" dur="250" accel="50000" decel="50000" autoRev="1" fill="hold">
                                          <p:stCondLst>
                                            <p:cond delay="0"/>
                                          </p:stCondLst>
                                        </p:cTn>
                                        <p:tgtEl>
                                          <p:spTgt spid="38"/>
                                        </p:tgtEl>
                                        <p:attrNameLst>
                                          <p:attrName>ppt_x</p:attrName>
                                          <p:attrName>ppt_y</p:attrName>
                                        </p:attrNameLst>
                                      </p:cBhvr>
                                      <p:rCtr x="13" y="-2708"/>
                                    </p:animMotion>
                                    <p:animRot by="1500000">
                                      <p:cBhvr>
                                        <p:cTn id="155" dur="125" fill="hold">
                                          <p:stCondLst>
                                            <p:cond delay="0"/>
                                          </p:stCondLst>
                                        </p:cTn>
                                        <p:tgtEl>
                                          <p:spTgt spid="38"/>
                                        </p:tgtEl>
                                        <p:attrNameLst>
                                          <p:attrName>r</p:attrName>
                                        </p:attrNameLst>
                                      </p:cBhvr>
                                    </p:animRot>
                                    <p:animRot by="-1500000">
                                      <p:cBhvr>
                                        <p:cTn id="156" dur="125" fill="hold">
                                          <p:stCondLst>
                                            <p:cond delay="125"/>
                                          </p:stCondLst>
                                        </p:cTn>
                                        <p:tgtEl>
                                          <p:spTgt spid="38"/>
                                        </p:tgtEl>
                                        <p:attrNameLst>
                                          <p:attrName>r</p:attrName>
                                        </p:attrNameLst>
                                      </p:cBhvr>
                                    </p:animRot>
                                    <p:animRot by="-1500000">
                                      <p:cBhvr>
                                        <p:cTn id="157" dur="125" fill="hold">
                                          <p:stCondLst>
                                            <p:cond delay="250"/>
                                          </p:stCondLst>
                                        </p:cTn>
                                        <p:tgtEl>
                                          <p:spTgt spid="38"/>
                                        </p:tgtEl>
                                        <p:attrNameLst>
                                          <p:attrName>r</p:attrName>
                                        </p:attrNameLst>
                                      </p:cBhvr>
                                    </p:animRot>
                                    <p:animRot by="1500000">
                                      <p:cBhvr>
                                        <p:cTn id="158" dur="125" fill="hold">
                                          <p:stCondLst>
                                            <p:cond delay="375"/>
                                          </p:stCondLst>
                                        </p:cTn>
                                        <p:tgtEl>
                                          <p:spTgt spid="38"/>
                                        </p:tgtEl>
                                        <p:attrNameLst>
                                          <p:attrName>r</p:attrName>
                                        </p:attrNameLst>
                                      </p:cBhvr>
                                    </p:animRo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animEffect transition="in" filter="wipe(left)">
                                      <p:cBhvr>
                                        <p:cTn id="163" dur="1500"/>
                                        <p:tgtEl>
                                          <p:spTgt spid="42"/>
                                        </p:tgtEl>
                                      </p:cBhvr>
                                    </p:animEffect>
                                  </p:childTnLst>
                                </p:cTn>
                              </p:par>
                            </p:childTnLst>
                          </p:cTn>
                        </p:par>
                        <p:par>
                          <p:cTn id="164" fill="hold">
                            <p:stCondLst>
                              <p:cond delay="1500"/>
                            </p:stCondLst>
                            <p:childTnLst>
                              <p:par>
                                <p:cTn id="165" presetID="64" presetClass="path" presetSubtype="0" accel="50000" decel="50000" fill="hold" grpId="1" nodeType="afterEffect">
                                  <p:stCondLst>
                                    <p:cond delay="0"/>
                                  </p:stCondLst>
                                  <p:iterate type="lt">
                                    <p:tmPct val="0"/>
                                  </p:iterate>
                                  <p:childTnLst>
                                    <p:animMotion origin="layout" path="M 2.08333E-6 -2.22222E-6 L 0.0013 -0.08912 " pathEditMode="relative" rAng="0" ptsTypes="AA">
                                      <p:cBhvr>
                                        <p:cTn id="166" dur="1000" fill="hold"/>
                                        <p:tgtEl>
                                          <p:spTgt spid="29"/>
                                        </p:tgtEl>
                                        <p:attrNameLst>
                                          <p:attrName>ppt_x</p:attrName>
                                          <p:attrName>ppt_y</p:attrName>
                                        </p:attrNameLst>
                                      </p:cBhvr>
                                      <p:rCtr x="65" y="-4468"/>
                                    </p:animMotion>
                                  </p:childTnLst>
                                </p:cTn>
                              </p:par>
                              <p:par>
                                <p:cTn id="167" presetID="64" presetClass="path" presetSubtype="0" accel="50000" decel="50000" fill="hold" grpId="2" nodeType="withEffect">
                                  <p:stCondLst>
                                    <p:cond delay="500"/>
                                  </p:stCondLst>
                                  <p:iterate type="lt">
                                    <p:tmPct val="0"/>
                                  </p:iterate>
                                  <p:childTnLst>
                                    <p:animMotion origin="layout" path="M -0.30104 -0.00093 L -0.30156 -0.05717 " pathEditMode="relative" rAng="0" ptsTypes="AA">
                                      <p:cBhvr>
                                        <p:cTn id="168" dur="1000" fill="hold"/>
                                        <p:tgtEl>
                                          <p:spTgt spid="38"/>
                                        </p:tgtEl>
                                        <p:attrNameLst>
                                          <p:attrName>ppt_x</p:attrName>
                                          <p:attrName>ppt_y</p:attrName>
                                        </p:attrNameLst>
                                      </p:cBhvr>
                                      <p:rCtr x="13" y="-2708"/>
                                    </p:animMotion>
                                  </p:childTnLst>
                                </p:cTn>
                              </p:par>
                            </p:childTnLst>
                          </p:cTn>
                        </p:par>
                      </p:childTnLst>
                    </p:cTn>
                  </p:par>
                  <p:par>
                    <p:cTn id="169" fill="hold">
                      <p:stCondLst>
                        <p:cond delay="indefinite"/>
                      </p:stCondLst>
                      <p:childTnLst>
                        <p:par>
                          <p:cTn id="170" fill="hold">
                            <p:stCondLst>
                              <p:cond delay="0"/>
                            </p:stCondLst>
                            <p:childTnLst>
                              <p:par>
                                <p:cTn id="171" presetID="42" presetClass="entr" presetSubtype="0" fill="hold" grpId="0" nodeType="clickEffect">
                                  <p:stCondLst>
                                    <p:cond delay="0"/>
                                  </p:stCondLst>
                                  <p:childTnLst>
                                    <p:set>
                                      <p:cBhvr>
                                        <p:cTn id="172" dur="1" fill="hold">
                                          <p:stCondLst>
                                            <p:cond delay="0"/>
                                          </p:stCondLst>
                                        </p:cTn>
                                        <p:tgtEl>
                                          <p:spTgt spid="44"/>
                                        </p:tgtEl>
                                        <p:attrNameLst>
                                          <p:attrName>style.visibility</p:attrName>
                                        </p:attrNameLst>
                                      </p:cBhvr>
                                      <p:to>
                                        <p:strVal val="visible"/>
                                      </p:to>
                                    </p:set>
                                    <p:animEffect transition="in" filter="fade">
                                      <p:cBhvr>
                                        <p:cTn id="173" dur="1000"/>
                                        <p:tgtEl>
                                          <p:spTgt spid="44"/>
                                        </p:tgtEl>
                                      </p:cBhvr>
                                    </p:animEffect>
                                    <p:anim calcmode="lin" valueType="num">
                                      <p:cBhvr>
                                        <p:cTn id="174" dur="1000" fill="hold"/>
                                        <p:tgtEl>
                                          <p:spTgt spid="44"/>
                                        </p:tgtEl>
                                        <p:attrNameLst>
                                          <p:attrName>ppt_x</p:attrName>
                                        </p:attrNameLst>
                                      </p:cBhvr>
                                      <p:tavLst>
                                        <p:tav tm="0">
                                          <p:val>
                                            <p:strVal val="#ppt_x"/>
                                          </p:val>
                                        </p:tav>
                                        <p:tav tm="100000">
                                          <p:val>
                                            <p:strVal val="#ppt_x"/>
                                          </p:val>
                                        </p:tav>
                                      </p:tavLst>
                                    </p:anim>
                                    <p:anim calcmode="lin" valueType="num">
                                      <p:cBhvr>
                                        <p:cTn id="175" dur="1000" fill="hold"/>
                                        <p:tgtEl>
                                          <p:spTgt spid="44"/>
                                        </p:tgtEl>
                                        <p:attrNameLst>
                                          <p:attrName>ppt_y</p:attrName>
                                        </p:attrNameLst>
                                      </p:cBhvr>
                                      <p:tavLst>
                                        <p:tav tm="0">
                                          <p:val>
                                            <p:strVal val="#ppt_y+.1"/>
                                          </p:val>
                                        </p:tav>
                                        <p:tav tm="100000">
                                          <p:val>
                                            <p:strVal val="#ppt_y"/>
                                          </p:val>
                                        </p:tav>
                                      </p:tavLst>
                                    </p:anim>
                                  </p:childTnLst>
                                </p:cTn>
                              </p:par>
                            </p:childTnLst>
                          </p:cTn>
                        </p:par>
                        <p:par>
                          <p:cTn id="176" fill="hold">
                            <p:stCondLst>
                              <p:cond delay="1000"/>
                            </p:stCondLst>
                            <p:childTnLst>
                              <p:par>
                                <p:cTn id="177" presetID="34" presetClass="emph" presetSubtype="0" fill="hold" grpId="3" nodeType="afterEffect">
                                  <p:stCondLst>
                                    <p:cond delay="0"/>
                                  </p:stCondLst>
                                  <p:iterate type="lt">
                                    <p:tmPct val="10000"/>
                                  </p:iterate>
                                  <p:childTnLst>
                                    <p:animMotion origin="layout" path="M 0.0013 -0.08912 L 2.08333E-6 -3.33333E-6 " pathEditMode="relative" rAng="0" ptsTypes="AA">
                                      <p:cBhvr>
                                        <p:cTn id="178" dur="250" accel="50000" decel="50000" autoRev="1" fill="hold">
                                          <p:stCondLst>
                                            <p:cond delay="0"/>
                                          </p:stCondLst>
                                        </p:cTn>
                                        <p:tgtEl>
                                          <p:spTgt spid="29"/>
                                        </p:tgtEl>
                                        <p:attrNameLst>
                                          <p:attrName>ppt_x</p:attrName>
                                          <p:attrName>ppt_y</p:attrName>
                                        </p:attrNameLst>
                                      </p:cBhvr>
                                      <p:rCtr x="-65" y="4375"/>
                                    </p:animMotion>
                                    <p:animRot by="1500000">
                                      <p:cBhvr>
                                        <p:cTn id="179" dur="125" fill="hold">
                                          <p:stCondLst>
                                            <p:cond delay="0"/>
                                          </p:stCondLst>
                                        </p:cTn>
                                        <p:tgtEl>
                                          <p:spTgt spid="29"/>
                                        </p:tgtEl>
                                        <p:attrNameLst>
                                          <p:attrName>r</p:attrName>
                                        </p:attrNameLst>
                                      </p:cBhvr>
                                    </p:animRot>
                                    <p:animRot by="-1500000">
                                      <p:cBhvr>
                                        <p:cTn id="180" dur="125" fill="hold">
                                          <p:stCondLst>
                                            <p:cond delay="125"/>
                                          </p:stCondLst>
                                        </p:cTn>
                                        <p:tgtEl>
                                          <p:spTgt spid="29"/>
                                        </p:tgtEl>
                                        <p:attrNameLst>
                                          <p:attrName>r</p:attrName>
                                        </p:attrNameLst>
                                      </p:cBhvr>
                                    </p:animRot>
                                    <p:animRot by="-1500000">
                                      <p:cBhvr>
                                        <p:cTn id="181" dur="125" fill="hold">
                                          <p:stCondLst>
                                            <p:cond delay="250"/>
                                          </p:stCondLst>
                                        </p:cTn>
                                        <p:tgtEl>
                                          <p:spTgt spid="29"/>
                                        </p:tgtEl>
                                        <p:attrNameLst>
                                          <p:attrName>r</p:attrName>
                                        </p:attrNameLst>
                                      </p:cBhvr>
                                    </p:animRot>
                                    <p:animRot by="1500000">
                                      <p:cBhvr>
                                        <p:cTn id="182" dur="125" fill="hold">
                                          <p:stCondLst>
                                            <p:cond delay="375"/>
                                          </p:stCondLst>
                                        </p:cTn>
                                        <p:tgtEl>
                                          <p:spTgt spid="29"/>
                                        </p:tgtEl>
                                        <p:attrNameLst>
                                          <p:attrName>r</p:attrName>
                                        </p:attrNameLst>
                                      </p:cBhvr>
                                    </p:animRo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46"/>
                                        </p:tgtEl>
                                        <p:attrNameLst>
                                          <p:attrName>style.visibility</p:attrName>
                                        </p:attrNameLst>
                                      </p:cBhvr>
                                      <p:to>
                                        <p:strVal val="visible"/>
                                      </p:to>
                                    </p:set>
                                    <p:animEffect transition="in" filter="wipe(left)">
                                      <p:cBhvr>
                                        <p:cTn id="187" dur="1000"/>
                                        <p:tgtEl>
                                          <p:spTgt spid="46"/>
                                        </p:tgtEl>
                                      </p:cBhvr>
                                    </p:animEffect>
                                  </p:childTnLst>
                                </p:cTn>
                              </p:par>
                            </p:childTnLst>
                          </p:cTn>
                        </p:par>
                        <p:par>
                          <p:cTn id="188" fill="hold">
                            <p:stCondLst>
                              <p:cond delay="1000"/>
                            </p:stCondLst>
                            <p:childTnLst>
                              <p:par>
                                <p:cTn id="189" presetID="63" presetClass="path" presetSubtype="0" accel="50000" decel="50000" fill="hold" grpId="2" nodeType="afterEffect">
                                  <p:stCondLst>
                                    <p:cond delay="0"/>
                                  </p:stCondLst>
                                  <p:iterate type="lt">
                                    <p:tmPct val="0"/>
                                  </p:iterate>
                                  <p:childTnLst>
                                    <p:animMotion origin="layout" path="M 0.0013 -0.08912 L 0.2263 -0.00139 " pathEditMode="relative" rAng="0" ptsTypes="AA">
                                      <p:cBhvr>
                                        <p:cTn id="190" dur="1500" fill="hold"/>
                                        <p:tgtEl>
                                          <p:spTgt spid="29"/>
                                        </p:tgtEl>
                                        <p:attrNameLst>
                                          <p:attrName>ppt_x</p:attrName>
                                          <p:attrName>ppt_y</p:attrName>
                                        </p:attrNameLst>
                                      </p:cBhvr>
                                      <p:rCtr x="11250" y="4375"/>
                                    </p:animMotion>
                                  </p:childTnLst>
                                </p:cTn>
                              </p:par>
                            </p:childTnLst>
                          </p:cTn>
                        </p:par>
                        <p:par>
                          <p:cTn id="191" fill="hold">
                            <p:stCondLst>
                              <p:cond delay="2500"/>
                            </p:stCondLst>
                            <p:childTnLst>
                              <p:par>
                                <p:cTn id="192" presetID="1" presetClass="emph" presetSubtype="2" fill="hold" nodeType="afterEffect">
                                  <p:stCondLst>
                                    <p:cond delay="0"/>
                                  </p:stCondLst>
                                  <p:childTnLst>
                                    <p:animClr clrSpc="rgb" dir="cw">
                                      <p:cBhvr>
                                        <p:cTn id="193" dur="1000" fill="hold"/>
                                        <p:tgtEl>
                                          <p:spTgt spid="19"/>
                                        </p:tgtEl>
                                        <p:attrNameLst>
                                          <p:attrName>fillcolor</p:attrName>
                                        </p:attrNameLst>
                                      </p:cBhvr>
                                      <p:to>
                                        <a:srgbClr val="CAEDFB"/>
                                      </p:to>
                                    </p:animClr>
                                    <p:set>
                                      <p:cBhvr>
                                        <p:cTn id="194" dur="1000" fill="hold"/>
                                        <p:tgtEl>
                                          <p:spTgt spid="19"/>
                                        </p:tgtEl>
                                        <p:attrNameLst>
                                          <p:attrName>fill.type</p:attrName>
                                        </p:attrNameLst>
                                      </p:cBhvr>
                                      <p:to>
                                        <p:strVal val="solid"/>
                                      </p:to>
                                    </p:set>
                                    <p:set>
                                      <p:cBhvr>
                                        <p:cTn id="195" dur="1000" fill="hold"/>
                                        <p:tgtEl>
                                          <p:spTgt spid="19"/>
                                        </p:tgtEl>
                                        <p:attrNameLst>
                                          <p:attrName>fill.on</p:attrName>
                                        </p:attrNameLst>
                                      </p:cBhvr>
                                      <p:to>
                                        <p:strVal val="true"/>
                                      </p:to>
                                    </p:set>
                                  </p:childTnLst>
                                </p:cTn>
                              </p:par>
                            </p:childTnLst>
                          </p:cTn>
                        </p:par>
                      </p:childTnLst>
                    </p:cTn>
                  </p:par>
                  <p:par>
                    <p:cTn id="196" fill="hold">
                      <p:stCondLst>
                        <p:cond delay="indefinite"/>
                      </p:stCondLst>
                      <p:childTnLst>
                        <p:par>
                          <p:cTn id="197" fill="hold">
                            <p:stCondLst>
                              <p:cond delay="0"/>
                            </p:stCondLst>
                            <p:childTnLst>
                              <p:par>
                                <p:cTn id="198" presetID="42" presetClass="entr" presetSubtype="0" fill="hold" grpId="0" nodeType="clickEffect">
                                  <p:stCondLst>
                                    <p:cond delay="0"/>
                                  </p:stCondLst>
                                  <p:childTnLst>
                                    <p:set>
                                      <p:cBhvr>
                                        <p:cTn id="199" dur="1" fill="hold">
                                          <p:stCondLst>
                                            <p:cond delay="0"/>
                                          </p:stCondLst>
                                        </p:cTn>
                                        <p:tgtEl>
                                          <p:spTgt spid="47"/>
                                        </p:tgtEl>
                                        <p:attrNameLst>
                                          <p:attrName>style.visibility</p:attrName>
                                        </p:attrNameLst>
                                      </p:cBhvr>
                                      <p:to>
                                        <p:strVal val="visible"/>
                                      </p:to>
                                    </p:set>
                                    <p:animEffect transition="in" filter="fade">
                                      <p:cBhvr>
                                        <p:cTn id="200" dur="1000"/>
                                        <p:tgtEl>
                                          <p:spTgt spid="47"/>
                                        </p:tgtEl>
                                      </p:cBhvr>
                                    </p:animEffect>
                                    <p:anim calcmode="lin" valueType="num">
                                      <p:cBhvr>
                                        <p:cTn id="201" dur="1000" fill="hold"/>
                                        <p:tgtEl>
                                          <p:spTgt spid="47"/>
                                        </p:tgtEl>
                                        <p:attrNameLst>
                                          <p:attrName>ppt_x</p:attrName>
                                        </p:attrNameLst>
                                      </p:cBhvr>
                                      <p:tavLst>
                                        <p:tav tm="0">
                                          <p:val>
                                            <p:strVal val="#ppt_x"/>
                                          </p:val>
                                        </p:tav>
                                        <p:tav tm="100000">
                                          <p:val>
                                            <p:strVal val="#ppt_x"/>
                                          </p:val>
                                        </p:tav>
                                      </p:tavLst>
                                    </p:anim>
                                    <p:anim calcmode="lin" valueType="num">
                                      <p:cBhvr>
                                        <p:cTn id="20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7" grpId="0"/>
      <p:bldP spid="29" grpId="0"/>
      <p:bldP spid="29" grpId="1"/>
      <p:bldP spid="29" grpId="2"/>
      <p:bldP spid="29" grpId="3"/>
      <p:bldP spid="31" grpId="0"/>
      <p:bldP spid="32" grpId="0"/>
      <p:bldP spid="33" grpId="0"/>
      <p:bldP spid="34" grpId="0"/>
      <p:bldP spid="35" grpId="0"/>
      <p:bldP spid="37" grpId="0"/>
      <p:bldP spid="38" grpId="0"/>
      <p:bldP spid="38" grpId="1"/>
      <p:bldP spid="38" grpId="2"/>
      <p:bldP spid="38" grpId="3"/>
      <p:bldP spid="40" grpId="0"/>
      <p:bldP spid="42" grpId="0"/>
      <p:bldP spid="44" grpId="0"/>
      <p:bldP spid="46" grpId="0"/>
      <p:bldP spid="4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FDEC2D5-6575-7DBE-ED1C-0463490B5E40}"/>
              </a:ext>
            </a:extLst>
          </p:cNvPr>
          <p:cNvSpPr>
            <a:spLocks noGrp="1"/>
          </p:cNvSpPr>
          <p:nvPr>
            <p:ph type="sldNum" sz="quarter" idx="12"/>
          </p:nvPr>
        </p:nvSpPr>
        <p:spPr/>
        <p:txBody>
          <a:bodyPr/>
          <a:lstStyle/>
          <a:p>
            <a:fld id="{D7C0FE0B-717B-41AE-9FA2-CA4BF851D1C3}" type="slidenum">
              <a:rPr lang="zh-CN" altLang="en-US" smtClean="0"/>
              <a:t>61</a:t>
            </a:fld>
            <a:endParaRPr lang="zh-CN" altLang="en-US"/>
          </a:p>
        </p:txBody>
      </p:sp>
      <p:sp>
        <p:nvSpPr>
          <p:cNvPr id="4" name="文本框 3">
            <a:extLst>
              <a:ext uri="{FF2B5EF4-FFF2-40B4-BE49-F238E27FC236}">
                <a16:creationId xmlns:a16="http://schemas.microsoft.com/office/drawing/2014/main" id="{27BBFC1A-6A4E-E3E0-D344-81CA8E712271}"/>
              </a:ext>
            </a:extLst>
          </p:cNvPr>
          <p:cNvSpPr txBox="1"/>
          <p:nvPr/>
        </p:nvSpPr>
        <p:spPr>
          <a:xfrm>
            <a:off x="1463040" y="246906"/>
            <a:ext cx="2697480" cy="461665"/>
          </a:xfrm>
          <a:prstGeom prst="rect">
            <a:avLst/>
          </a:prstGeom>
          <a:noFill/>
        </p:spPr>
        <p:txBody>
          <a:bodyPr wrap="square">
            <a:spAutoFit/>
          </a:bodyPr>
          <a:lstStyle/>
          <a:p>
            <a:pPr algn="ctr">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宋体" panose="02010600030101010101" pitchFamily="2" charset="-122"/>
                <a:ea typeface="黑体" panose="02010609060101010101" pitchFamily="49" charset="-122"/>
                <a:cs typeface="Times New Roman" panose="02020603050405020304" pitchFamily="18" charset="0"/>
              </a:rPr>
              <a:t>9.4  </a:t>
            </a:r>
            <a:r>
              <a:rPr lang="zh-CN" altLang="zh-CN" sz="2400" b="1" kern="100" dirty="0">
                <a:solidFill>
                  <a:srgbClr val="3B11EF"/>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Times New Roman" panose="02020603050405020304" pitchFamily="18" charset="0"/>
              </a:rPr>
              <a:t>布隆过滤器</a:t>
            </a:r>
            <a:endParaRPr lang="zh-CN" altLang="zh-CN" sz="2400" b="1" kern="100" dirty="0">
              <a:solidFill>
                <a:srgbClr val="3B11EF"/>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589AF07D-D6CB-913D-CED7-42E797C51DD9}"/>
              </a:ext>
            </a:extLst>
          </p:cNvPr>
          <p:cNvSpPr txBox="1"/>
          <p:nvPr/>
        </p:nvSpPr>
        <p:spPr>
          <a:xfrm>
            <a:off x="528320" y="977442"/>
            <a:ext cx="5882640" cy="5378908"/>
          </a:xfrm>
          <a:prstGeom prst="rect">
            <a:avLst/>
          </a:prstGeom>
          <a:noFill/>
        </p:spPr>
        <p:txBody>
          <a:bodyPr wrap="square">
            <a:spAutoFit/>
          </a:bodyPr>
          <a:lstStyle/>
          <a:p>
            <a:pPr indent="266700" algn="just">
              <a:lnSpc>
                <a:spcPct val="120000"/>
              </a:lnSpc>
              <a:buNone/>
            </a:pPr>
            <a:r>
              <a:rPr lang="zh-CN" altLang="zh-CN" sz="1800" kern="100" dirty="0">
                <a:solidFill>
                  <a:srgbClr val="C00000"/>
                </a:solidFill>
                <a:effectLst/>
                <a:latin typeface="Times New Roman" panose="02020603050405020304" pitchFamily="18" charset="0"/>
                <a:ea typeface="黑体" panose="02010609060101010101" pitchFamily="49" charset="-122"/>
              </a:rPr>
              <a:t>布隆过滤器</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Bloom Filter</a:t>
            </a:r>
            <a:r>
              <a:rPr lang="zh-CN" altLang="zh-CN" sz="1800" kern="100" dirty="0">
                <a:effectLst/>
                <a:latin typeface="Times New Roman" panose="02020603050405020304" pitchFamily="18" charset="0"/>
                <a:ea typeface="宋体" panose="02010600030101010101" pitchFamily="2" charset="-122"/>
              </a:rPr>
              <a:t>）是一种以伯顿</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霍华德</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布隆（</a:t>
            </a:r>
            <a:r>
              <a:rPr lang="en-US" altLang="zh-CN" sz="1800" kern="100" dirty="0">
                <a:effectLst/>
                <a:latin typeface="Times New Roman" panose="02020603050405020304" pitchFamily="18" charset="0"/>
                <a:ea typeface="宋体" panose="02010600030101010101" pitchFamily="2" charset="-122"/>
              </a:rPr>
              <a:t>Burton Howard Bloom</a:t>
            </a:r>
            <a:r>
              <a:rPr lang="zh-CN" altLang="zh-CN" sz="1800" kern="100" dirty="0">
                <a:effectLst/>
                <a:latin typeface="Times New Roman" panose="02020603050405020304" pitchFamily="18" charset="0"/>
                <a:ea typeface="宋体" panose="02010600030101010101" pitchFamily="2" charset="-122"/>
              </a:rPr>
              <a:t>）的名字命名的数据结构，发明于</a:t>
            </a:r>
            <a:r>
              <a:rPr lang="en-US" altLang="zh-CN" sz="1800" kern="100" dirty="0">
                <a:effectLst/>
                <a:latin typeface="Times New Roman" panose="02020603050405020304" pitchFamily="18" charset="0"/>
                <a:ea typeface="宋体" panose="02010600030101010101" pitchFamily="2" charset="-122"/>
              </a:rPr>
              <a:t>20</a:t>
            </a:r>
            <a:r>
              <a:rPr lang="zh-CN" altLang="zh-CN" sz="1800" kern="100" dirty="0">
                <a:effectLst/>
                <a:latin typeface="Times New Roman" panose="02020603050405020304" pitchFamily="18" charset="0"/>
                <a:ea typeface="宋体" panose="02010600030101010101" pitchFamily="2" charset="-122"/>
              </a:rPr>
              <a:t>世纪</a:t>
            </a:r>
            <a:r>
              <a:rPr lang="en-US" altLang="zh-CN" sz="1800" kern="100" dirty="0">
                <a:effectLst/>
                <a:latin typeface="Times New Roman" panose="02020603050405020304" pitchFamily="18" charset="0"/>
                <a:ea typeface="宋体" panose="02010600030101010101" pitchFamily="2" charset="-122"/>
              </a:rPr>
              <a:t>70</a:t>
            </a:r>
            <a:r>
              <a:rPr lang="zh-CN" altLang="zh-CN" sz="1800" kern="100" dirty="0">
                <a:effectLst/>
                <a:latin typeface="Times New Roman" panose="02020603050405020304" pitchFamily="18" charset="0"/>
                <a:ea typeface="宋体" panose="02010600030101010101" pitchFamily="2" charset="-122"/>
              </a:rPr>
              <a:t>年代。近十余年来，面对大数据的需求，布隆过滤器得到了应用和发展。它与散列表一样快，但更节省内存。</a:t>
            </a:r>
          </a:p>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布隆过滤器和散列表之间有</a:t>
            </a:r>
            <a:r>
              <a:rPr lang="en-US" altLang="zh-CN" sz="1800" kern="100" dirty="0">
                <a:effectLst/>
                <a:latin typeface="Times New Roman" panose="02020603050405020304" pitchFamily="18" charset="0"/>
                <a:ea typeface="宋体" panose="02010600030101010101" pitchFamily="2" charset="-122"/>
              </a:rPr>
              <a:t>4</a:t>
            </a:r>
            <a:r>
              <a:rPr lang="zh-CN" altLang="zh-CN" sz="1800" kern="100" dirty="0">
                <a:effectLst/>
                <a:latin typeface="Times New Roman" panose="02020603050405020304" pitchFamily="18" charset="0"/>
                <a:ea typeface="宋体" panose="02010600030101010101" pitchFamily="2" charset="-122"/>
              </a:rPr>
              <a:t>个显著差异。</a:t>
            </a:r>
          </a:p>
          <a:p>
            <a:pPr marL="629285" indent="-362585" algn="just">
              <a:lnSpc>
                <a:spcPct val="120000"/>
              </a:lnSpc>
              <a:buNone/>
            </a:pP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仿宋" panose="02010609060101010101" pitchFamily="49" charset="-122"/>
              </a:rPr>
              <a:t>基本型布隆过滤器不存储数据，只作检索操作：数据在集合中吗？换言之，它实现了散列集合的</a:t>
            </a:r>
            <a:r>
              <a:rPr lang="en-US" altLang="zh-CN" sz="1800" kern="100" dirty="0">
                <a:effectLst/>
                <a:latin typeface="Times New Roman" panose="02020603050405020304" pitchFamily="18" charset="0"/>
                <a:ea typeface="仿宋" panose="02010609060101010101" pitchFamily="49" charset="-122"/>
              </a:rPr>
              <a:t>API</a:t>
            </a:r>
            <a:r>
              <a:rPr lang="zh-CN" altLang="zh-CN" sz="1800" kern="100" dirty="0">
                <a:effectLst/>
                <a:latin typeface="Times New Roman" panose="02020603050405020304" pitchFamily="18" charset="0"/>
                <a:ea typeface="仿宋" panose="02010609060101010101" pitchFamily="49" charset="-122"/>
              </a:rPr>
              <a:t>，而不是散列表的</a:t>
            </a:r>
            <a:r>
              <a:rPr lang="en-US" altLang="zh-CN" sz="1800" kern="100" dirty="0">
                <a:effectLst/>
                <a:latin typeface="Times New Roman" panose="02020603050405020304" pitchFamily="18" charset="0"/>
                <a:ea typeface="仿宋" panose="02010609060101010101" pitchFamily="49" charset="-122"/>
              </a:rPr>
              <a:t>API</a:t>
            </a:r>
            <a:r>
              <a:rPr lang="zh-CN" altLang="zh-CN" sz="1800" kern="100" dirty="0">
                <a:effectLst/>
                <a:latin typeface="Times New Roman" panose="02020603050405020304" pitchFamily="18" charset="0"/>
                <a:ea typeface="仿宋" panose="02010609060101010101" pitchFamily="49" charset="-122"/>
              </a:rPr>
              <a:t>；</a:t>
            </a:r>
            <a:endParaRPr lang="zh-CN" altLang="zh-CN" sz="1800" kern="100" dirty="0">
              <a:effectLst/>
              <a:latin typeface="Times New Roman" panose="02020603050405020304" pitchFamily="18" charset="0"/>
              <a:ea typeface="宋体" panose="02010600030101010101" pitchFamily="2" charset="-122"/>
            </a:endParaRPr>
          </a:p>
          <a:p>
            <a:pPr marL="629285" indent="-362585" algn="just">
              <a:lnSpc>
                <a:spcPct val="120000"/>
              </a:lnSpc>
              <a:buNone/>
            </a:pPr>
            <a:r>
              <a:rPr lang="zh-CN" altLang="zh-CN" sz="1800" kern="100" dirty="0">
                <a:effectLst/>
                <a:latin typeface="Times New Roman" panose="02020603050405020304" pitchFamily="18" charset="0"/>
                <a:ea typeface="仿宋" panose="02010609060101010101" pitchFamily="49" charset="-122"/>
              </a:rPr>
              <a:t>（</a:t>
            </a:r>
            <a:r>
              <a:rPr lang="en-US" altLang="zh-CN" sz="1800" kern="100" dirty="0">
                <a:effectLst/>
                <a:latin typeface="Times New Roman" panose="02020603050405020304" pitchFamily="18" charset="0"/>
                <a:ea typeface="仿宋" panose="02010609060101010101" pitchFamily="49" charset="-122"/>
              </a:rPr>
              <a:t>2</a:t>
            </a:r>
            <a:r>
              <a:rPr lang="zh-CN" altLang="zh-CN" sz="1800" kern="100" dirty="0">
                <a:effectLst/>
                <a:latin typeface="Times New Roman" panose="02020603050405020304" pitchFamily="18" charset="0"/>
                <a:ea typeface="仿宋" panose="02010609060101010101" pitchFamily="49" charset="-122"/>
              </a:rPr>
              <a:t>）与散列表相比，布隆过滤器需要更少的内存，是应用于大数据集的主要原因；</a:t>
            </a:r>
            <a:endParaRPr lang="zh-CN" altLang="zh-CN" sz="1800" kern="100" dirty="0">
              <a:effectLst/>
              <a:latin typeface="Times New Roman" panose="02020603050405020304" pitchFamily="18" charset="0"/>
              <a:ea typeface="宋体" panose="02010600030101010101" pitchFamily="2" charset="-122"/>
            </a:endParaRPr>
          </a:p>
          <a:p>
            <a:pPr marL="629285" indent="-362585" algn="just">
              <a:lnSpc>
                <a:spcPct val="120000"/>
              </a:lnSpc>
              <a:buNone/>
            </a:pPr>
            <a:r>
              <a:rPr lang="zh-CN" altLang="zh-CN" sz="1800" kern="100" dirty="0">
                <a:effectLst/>
                <a:latin typeface="Times New Roman" panose="02020603050405020304" pitchFamily="18" charset="0"/>
                <a:ea typeface="仿宋" panose="02010609060101010101" pitchFamily="49" charset="-122"/>
              </a:rPr>
              <a:t>（</a:t>
            </a:r>
            <a:r>
              <a:rPr lang="en-US" altLang="zh-CN" sz="1800" kern="100" dirty="0">
                <a:effectLst/>
                <a:latin typeface="Times New Roman" panose="02020603050405020304" pitchFamily="18" charset="0"/>
                <a:ea typeface="仿宋" panose="02010609060101010101" pitchFamily="49" charset="-122"/>
              </a:rPr>
              <a:t>3</a:t>
            </a:r>
            <a:r>
              <a:rPr lang="zh-CN" altLang="zh-CN" sz="1800" kern="100" dirty="0">
                <a:effectLst/>
                <a:latin typeface="Times New Roman" panose="02020603050405020304" pitchFamily="18" charset="0"/>
                <a:ea typeface="仿宋" panose="02010609060101010101" pitchFamily="49" charset="-122"/>
              </a:rPr>
              <a:t>）虽然得到的阴性答案有</a:t>
            </a:r>
            <a:r>
              <a:rPr lang="en-US" altLang="zh-CN" sz="1800" kern="100" dirty="0">
                <a:effectLst/>
                <a:latin typeface="Times New Roman" panose="02020603050405020304" pitchFamily="18" charset="0"/>
                <a:ea typeface="仿宋" panose="02010609060101010101" pitchFamily="49" charset="-122"/>
              </a:rPr>
              <a:t>100</a:t>
            </a:r>
            <a:r>
              <a:rPr lang="zh-CN" altLang="zh-CN" sz="1800" kern="100" dirty="0">
                <a:effectLst/>
                <a:latin typeface="Times New Roman" panose="02020603050405020304" pitchFamily="18" charset="0"/>
                <a:ea typeface="仿宋" panose="02010609060101010101" pitchFamily="49" charset="-122"/>
              </a:rPr>
              <a:t>％的准确率，但也可能存在假阳性的误报。这将在稍后予以解释。在此，请先记住布隆过滤器有可能在某个值还没有被添加的时候就回答它是否已被添加；</a:t>
            </a:r>
            <a:endParaRPr lang="zh-CN" altLang="zh-CN" sz="1800" kern="100" dirty="0">
              <a:effectLst/>
              <a:latin typeface="Times New Roman" panose="02020603050405020304" pitchFamily="18" charset="0"/>
              <a:ea typeface="宋体" panose="02010600030101010101" pitchFamily="2" charset="-122"/>
            </a:endParaRPr>
          </a:p>
          <a:p>
            <a:pPr marL="449580" indent="-182880" algn="just">
              <a:lnSpc>
                <a:spcPct val="120000"/>
              </a:lnSpc>
              <a:buNone/>
            </a:pPr>
            <a:r>
              <a:rPr lang="zh-CN" altLang="zh-CN" sz="1800" kern="100" dirty="0">
                <a:effectLst/>
                <a:latin typeface="Times New Roman" panose="02020603050405020304" pitchFamily="18" charset="0"/>
                <a:ea typeface="仿宋" panose="02010609060101010101" pitchFamily="49" charset="-122"/>
              </a:rPr>
              <a:t>（</a:t>
            </a:r>
            <a:r>
              <a:rPr lang="en-US" altLang="zh-CN" sz="1800" kern="100" dirty="0">
                <a:effectLst/>
                <a:latin typeface="Times New Roman" panose="02020603050405020304" pitchFamily="18" charset="0"/>
                <a:ea typeface="仿宋" panose="02010609060101010101" pitchFamily="49" charset="-122"/>
              </a:rPr>
              <a:t>4</a:t>
            </a:r>
            <a:r>
              <a:rPr lang="zh-CN" altLang="zh-CN" sz="1800" kern="100" dirty="0">
                <a:effectLst/>
                <a:latin typeface="Times New Roman" panose="02020603050405020304" pitchFamily="18" charset="0"/>
                <a:ea typeface="仿宋" panose="02010609060101010101" pitchFamily="49" charset="-122"/>
              </a:rPr>
              <a:t>）无法从基本型布隆过滤器中删除值</a:t>
            </a:r>
            <a:r>
              <a:rPr lang="en-US" altLang="zh-CN" sz="1800" kern="100" baseline="30000" dirty="0">
                <a:effectLst/>
                <a:latin typeface="Times New Roman" panose="02020603050405020304" pitchFamily="18" charset="0"/>
                <a:ea typeface="仿宋" panose="02010609060101010101" pitchFamily="49" charset="-122"/>
              </a:rPr>
              <a:t>1</a:t>
            </a:r>
            <a:r>
              <a:rPr lang="zh-CN" altLang="zh-CN" sz="1800" kern="100" dirty="0">
                <a:effectLst/>
                <a:latin typeface="Times New Roman" panose="02020603050405020304" pitchFamily="18" charset="0"/>
                <a:ea typeface="仿宋" panose="02010609060101010101" pitchFamily="49" charset="-122"/>
              </a:rPr>
              <a:t>。</a:t>
            </a:r>
            <a:endParaRPr lang="zh-CN" altLang="zh-CN" sz="1800" kern="100" dirty="0">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B2B94F59-4CEE-689F-41A7-60F32DAF0831}"/>
              </a:ext>
            </a:extLst>
          </p:cNvPr>
          <p:cNvSpPr txBox="1"/>
          <p:nvPr/>
        </p:nvSpPr>
        <p:spPr>
          <a:xfrm>
            <a:off x="7218680" y="977442"/>
            <a:ext cx="3769360" cy="3052118"/>
          </a:xfrm>
          <a:prstGeom prst="rect">
            <a:avLst/>
          </a:prstGeom>
          <a:noFill/>
        </p:spPr>
        <p:txBody>
          <a:bodyPr wrap="square">
            <a:spAutoFit/>
          </a:bodyPr>
          <a:lstStyle/>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布隆过滤器属于概率型数据结构，有必要在其准确率与其使用的内存之间进行权衡。使用的内存越少，布隆过滤器返回的</a:t>
            </a:r>
            <a:r>
              <a:rPr lang="zh-CN" altLang="zh-CN" sz="1800" b="1" kern="100" dirty="0">
                <a:effectLst/>
                <a:latin typeface="Times New Roman" panose="02020603050405020304" pitchFamily="18" charset="0"/>
                <a:ea typeface="楷体" panose="02010609060101010101" pitchFamily="49" charset="-122"/>
              </a:rPr>
              <a:t>假阳性</a:t>
            </a:r>
            <a:r>
              <a:rPr lang="zh-CN" altLang="zh-CN" sz="1800" kern="100" dirty="0">
                <a:effectLst/>
                <a:latin typeface="Times New Roman" panose="02020603050405020304" pitchFamily="18" charset="0"/>
                <a:ea typeface="宋体" panose="02010600030101010101" pitchFamily="2" charset="-122"/>
              </a:rPr>
              <a:t>（不存在的元素被误报存在）就越多。给定了需要存储的值的数量之后，有一个确切公式可以用来计算将假阳性率保持在某个阈值之下所需的内存量，可用于其构建时的内存分配。</a:t>
            </a:r>
          </a:p>
        </p:txBody>
      </p:sp>
      <p:sp>
        <p:nvSpPr>
          <p:cNvPr id="10" name="文本框 9">
            <a:extLst>
              <a:ext uri="{FF2B5EF4-FFF2-40B4-BE49-F238E27FC236}">
                <a16:creationId xmlns:a16="http://schemas.microsoft.com/office/drawing/2014/main" id="{63B99C8E-CD19-179F-9B0A-ECCCCE64EF3C}"/>
              </a:ext>
            </a:extLst>
          </p:cNvPr>
          <p:cNvSpPr txBox="1"/>
          <p:nvPr/>
        </p:nvSpPr>
        <p:spPr>
          <a:xfrm>
            <a:off x="7218680" y="4321294"/>
            <a:ext cx="4064000"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位向量，这是实现布隆过滤器的基础。</a:t>
            </a:r>
            <a:endParaRPr lang="zh-CN" altLang="en-US" dirty="0"/>
          </a:p>
        </p:txBody>
      </p:sp>
    </p:spTree>
    <p:extLst>
      <p:ext uri="{BB962C8B-B14F-4D97-AF65-F5344CB8AC3E}">
        <p14:creationId xmlns:p14="http://schemas.microsoft.com/office/powerpoint/2010/main" val="2248758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fade">
                                      <p:cBhvr>
                                        <p:cTn id="33" dur="1000"/>
                                        <p:tgtEl>
                                          <p:spTgt spid="6">
                                            <p:txEl>
                                              <p:pRg st="4" end="4"/>
                                            </p:txEl>
                                          </p:spTgt>
                                        </p:tgtEl>
                                      </p:cBhvr>
                                    </p:animEffect>
                                    <p:anim calcmode="lin" valueType="num">
                                      <p:cBhvr>
                                        <p:cTn id="34"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1000"/>
                                        <p:tgtEl>
                                          <p:spTgt spid="6">
                                            <p:txEl>
                                              <p:pRg st="5" end="5"/>
                                            </p:txEl>
                                          </p:spTgt>
                                        </p:tgtEl>
                                      </p:cBhvr>
                                    </p:animEffect>
                                    <p:anim calcmode="lin" valueType="num">
                                      <p:cBhvr>
                                        <p:cTn id="41"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1000"/>
                                        <p:tgtEl>
                                          <p:spTgt spid="8"/>
                                        </p:tgtEl>
                                      </p:cBhvr>
                                    </p:animEffect>
                                    <p:anim calcmode="lin" valueType="num">
                                      <p:cBhvr>
                                        <p:cTn id="48" dur="1000" fill="hold"/>
                                        <p:tgtEl>
                                          <p:spTgt spid="8"/>
                                        </p:tgtEl>
                                        <p:attrNameLst>
                                          <p:attrName>ppt_x</p:attrName>
                                        </p:attrNameLst>
                                      </p:cBhvr>
                                      <p:tavLst>
                                        <p:tav tm="0">
                                          <p:val>
                                            <p:strVal val="#ppt_x"/>
                                          </p:val>
                                        </p:tav>
                                        <p:tav tm="100000">
                                          <p:val>
                                            <p:strVal val="#ppt_x"/>
                                          </p:val>
                                        </p:tav>
                                      </p:tavLst>
                                    </p:anim>
                                    <p:anim calcmode="lin" valueType="num">
                                      <p:cBhvr>
                                        <p:cTn id="4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1000"/>
                                        <p:tgtEl>
                                          <p:spTgt spid="10"/>
                                        </p:tgtEl>
                                      </p:cBhvr>
                                    </p:animEffect>
                                    <p:anim calcmode="lin" valueType="num">
                                      <p:cBhvr>
                                        <p:cTn id="55" dur="1000" fill="hold"/>
                                        <p:tgtEl>
                                          <p:spTgt spid="10"/>
                                        </p:tgtEl>
                                        <p:attrNameLst>
                                          <p:attrName>ppt_x</p:attrName>
                                        </p:attrNameLst>
                                      </p:cBhvr>
                                      <p:tavLst>
                                        <p:tav tm="0">
                                          <p:val>
                                            <p:strVal val="#ppt_x"/>
                                          </p:val>
                                        </p:tav>
                                        <p:tav tm="100000">
                                          <p:val>
                                            <p:strVal val="#ppt_x"/>
                                          </p:val>
                                        </p:tav>
                                      </p:tavLst>
                                    </p:anim>
                                    <p:anim calcmode="lin" valueType="num">
                                      <p:cBhvr>
                                        <p:cTn id="5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F2CA9F-078E-F63A-B775-8BCFA3F27C0E}"/>
              </a:ext>
            </a:extLst>
          </p:cNvPr>
          <p:cNvSpPr>
            <a:spLocks noGrp="1"/>
          </p:cNvSpPr>
          <p:nvPr>
            <p:ph type="sldNum" sz="quarter" idx="12"/>
          </p:nvPr>
        </p:nvSpPr>
        <p:spPr/>
        <p:txBody>
          <a:bodyPr/>
          <a:lstStyle/>
          <a:p>
            <a:fld id="{D7C0FE0B-717B-41AE-9FA2-CA4BF851D1C3}" type="slidenum">
              <a:rPr lang="zh-CN" altLang="en-US" smtClean="0"/>
              <a:t>62</a:t>
            </a:fld>
            <a:endParaRPr lang="zh-CN" altLang="en-US"/>
          </a:p>
        </p:txBody>
      </p:sp>
      <p:sp>
        <p:nvSpPr>
          <p:cNvPr id="4" name="文本框 3">
            <a:extLst>
              <a:ext uri="{FF2B5EF4-FFF2-40B4-BE49-F238E27FC236}">
                <a16:creationId xmlns:a16="http://schemas.microsoft.com/office/drawing/2014/main" id="{AE9EAEA1-01FF-E455-F6F4-58161305AAAC}"/>
              </a:ext>
            </a:extLst>
          </p:cNvPr>
          <p:cNvSpPr txBox="1"/>
          <p:nvPr/>
        </p:nvSpPr>
        <p:spPr>
          <a:xfrm>
            <a:off x="645160" y="947860"/>
            <a:ext cx="4770120" cy="3716915"/>
          </a:xfrm>
          <a:prstGeom prst="rect">
            <a:avLst/>
          </a:prstGeom>
          <a:noFill/>
        </p:spPr>
        <p:txBody>
          <a:bodyPr wrap="square">
            <a:spAutoFit/>
          </a:bodyPr>
          <a:lstStyle/>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一个布隆过滤器</a:t>
            </a:r>
            <a:r>
              <a:rPr lang="en-US" altLang="zh-CN" sz="1800" kern="100" dirty="0">
                <a:effectLst/>
                <a:latin typeface="Times New Roman" panose="02020603050405020304" pitchFamily="18" charset="0"/>
                <a:ea typeface="宋体" panose="02010600030101010101" pitchFamily="2" charset="-122"/>
              </a:rPr>
              <a:t>BF(</a:t>
            </a:r>
            <a:r>
              <a:rPr lang="en-US" altLang="zh-CN" sz="1800" i="1" kern="100" dirty="0" err="1">
                <a:effectLst/>
                <a:latin typeface="Times New Roman" panose="02020603050405020304" pitchFamily="18" charset="0"/>
                <a:ea typeface="宋体" panose="02010600030101010101" pitchFamily="2" charset="-122"/>
              </a:rPr>
              <a:t>m</a:t>
            </a:r>
            <a:r>
              <a:rPr lang="en-US" altLang="zh-CN" sz="1800" kern="100" dirty="0" err="1">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宋体" panose="02010600030101010101" pitchFamily="2" charset="-122"/>
              </a:rPr>
              <a:t>k</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由两部分组成：</a:t>
            </a:r>
          </a:p>
          <a:p>
            <a:pPr marL="449580" indent="-182880" algn="just">
              <a:lnSpc>
                <a:spcPct val="120000"/>
              </a:lnSpc>
              <a:buNone/>
            </a:pP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仿宋" panose="02010609060101010101" pitchFamily="49" charset="-122"/>
              </a:rPr>
              <a:t>一个包含</a:t>
            </a:r>
            <a:r>
              <a:rPr lang="en-US" altLang="zh-CN" sz="1800" i="1" kern="100" dirty="0">
                <a:effectLst/>
                <a:latin typeface="Times New Roman" panose="02020603050405020304" pitchFamily="18" charset="0"/>
                <a:ea typeface="仿宋" panose="02010609060101010101" pitchFamily="49" charset="-122"/>
              </a:rPr>
              <a:t>m</a:t>
            </a:r>
            <a:r>
              <a:rPr lang="zh-CN" altLang="zh-CN" sz="1800" kern="100" dirty="0">
                <a:effectLst/>
                <a:latin typeface="Times New Roman" panose="02020603050405020304" pitchFamily="18" charset="0"/>
                <a:ea typeface="仿宋" panose="02010609060101010101" pitchFamily="49" charset="-122"/>
              </a:rPr>
              <a:t>个元素的数组；</a:t>
            </a:r>
            <a:endParaRPr lang="zh-CN" altLang="zh-CN" sz="1800" kern="100" dirty="0">
              <a:effectLst/>
              <a:latin typeface="Times New Roman" panose="02020603050405020304" pitchFamily="18" charset="0"/>
              <a:ea typeface="宋体" panose="02010600030101010101" pitchFamily="2" charset="-122"/>
            </a:endParaRPr>
          </a:p>
          <a:p>
            <a:pPr marL="449580" indent="-182880" algn="just">
              <a:lnSpc>
                <a:spcPct val="120000"/>
              </a:lnSpc>
              <a:buNone/>
            </a:pPr>
            <a:r>
              <a:rPr lang="zh-CN" altLang="zh-CN" sz="1800" kern="100" dirty="0">
                <a:effectLst/>
                <a:latin typeface="Times New Roman" panose="02020603050405020304" pitchFamily="18" charset="0"/>
                <a:ea typeface="仿宋" panose="02010609060101010101" pitchFamily="49" charset="-122"/>
              </a:rPr>
              <a:t>（</a:t>
            </a:r>
            <a:r>
              <a:rPr lang="en-US" altLang="zh-CN" sz="1800" kern="100" dirty="0">
                <a:effectLst/>
                <a:latin typeface="Times New Roman" panose="02020603050405020304" pitchFamily="18" charset="0"/>
                <a:ea typeface="仿宋" panose="02010609060101010101" pitchFamily="49" charset="-122"/>
              </a:rPr>
              <a:t>2</a:t>
            </a:r>
            <a:r>
              <a:rPr lang="zh-CN" altLang="zh-CN" sz="1800" kern="100" dirty="0">
                <a:effectLst/>
                <a:latin typeface="Times New Roman" panose="02020603050405020304" pitchFamily="18" charset="0"/>
                <a:ea typeface="仿宋" panose="02010609060101010101" pitchFamily="49" charset="-122"/>
              </a:rPr>
              <a:t>）一个包含</a:t>
            </a:r>
            <a:r>
              <a:rPr lang="en-US" altLang="zh-CN" sz="1800" i="1" kern="100" dirty="0">
                <a:effectLst/>
                <a:latin typeface="Times New Roman" panose="02020603050405020304" pitchFamily="18" charset="0"/>
                <a:ea typeface="仿宋" panose="02010609060101010101" pitchFamily="49" charset="-122"/>
              </a:rPr>
              <a:t>k</a:t>
            </a:r>
            <a:r>
              <a:rPr lang="zh-CN" altLang="zh-CN" sz="1800" kern="100" dirty="0">
                <a:effectLst/>
                <a:latin typeface="Times New Roman" panose="02020603050405020304" pitchFamily="18" charset="0"/>
                <a:ea typeface="仿宋" panose="02010609060101010101" pitchFamily="49" charset="-122"/>
              </a:rPr>
              <a:t>个散列函数的集合。</a:t>
            </a:r>
            <a:endParaRPr lang="zh-CN" altLang="zh-CN" sz="1800" kern="100" dirty="0">
              <a:effectLst/>
              <a:latin typeface="Times New Roman" panose="02020603050405020304" pitchFamily="18" charset="0"/>
              <a:ea typeface="宋体" panose="02010600030101010101" pitchFamily="2" charset="-122"/>
            </a:endParaRPr>
          </a:p>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对于大数据集，这个数组通常是位向量，初始所有位都被置</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rPr>
              <a:t>。所有散列函数都会输出一个介于</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rPr>
              <a:t>和</a:t>
            </a:r>
            <a:r>
              <a:rPr lang="en-US" altLang="zh-CN" sz="1800" i="1" kern="100" dirty="0">
                <a:effectLst/>
                <a:latin typeface="Times New Roman" panose="02020603050405020304" pitchFamily="18" charset="0"/>
                <a:ea typeface="宋体" panose="02010600030101010101" pitchFamily="2" charset="-122"/>
              </a:rPr>
              <a:t>m</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之间的索引。</a:t>
            </a:r>
          </a:p>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由此可知，数组元素和添加到布隆过滤器的键（关键字简称为</a:t>
            </a:r>
            <a:r>
              <a:rPr lang="zh-CN" altLang="zh-CN" sz="1800" kern="100" dirty="0">
                <a:solidFill>
                  <a:srgbClr val="C00000"/>
                </a:solidFill>
                <a:effectLst/>
                <a:latin typeface="黑体" panose="02010609060101010101" pitchFamily="49" charset="-122"/>
                <a:ea typeface="黑体" panose="02010609060101010101" pitchFamily="49" charset="-122"/>
              </a:rPr>
              <a:t>键</a:t>
            </a:r>
            <a:r>
              <a:rPr lang="zh-CN" altLang="zh-CN" sz="1800" kern="100" dirty="0">
                <a:effectLst/>
                <a:latin typeface="Times New Roman" panose="02020603050405020304" pitchFamily="18" charset="0"/>
                <a:ea typeface="宋体" panose="02010600030101010101" pitchFamily="2" charset="-122"/>
              </a:rPr>
              <a:t>）之间没有任何一一对应的关系。将用到</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位（也就是数组里的</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个元素）来存储布隆过滤器中的每个键。这里的</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通常比</a:t>
            </a:r>
            <a:r>
              <a:rPr lang="en-US" altLang="zh-CN" sz="1800" i="1"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小得多。</a:t>
            </a:r>
          </a:p>
        </p:txBody>
      </p:sp>
      <p:sp>
        <p:nvSpPr>
          <p:cNvPr id="6" name="文本框 5">
            <a:extLst>
              <a:ext uri="{FF2B5EF4-FFF2-40B4-BE49-F238E27FC236}">
                <a16:creationId xmlns:a16="http://schemas.microsoft.com/office/drawing/2014/main" id="{FC2ECE0B-C632-A056-1A53-FD4801C2A7FB}"/>
              </a:ext>
            </a:extLst>
          </p:cNvPr>
          <p:cNvSpPr txBox="1"/>
          <p:nvPr/>
        </p:nvSpPr>
        <p:spPr>
          <a:xfrm>
            <a:off x="1143000" y="269077"/>
            <a:ext cx="3413760" cy="461665"/>
          </a:xfrm>
          <a:prstGeom prst="rect">
            <a:avLst/>
          </a:prstGeom>
          <a:noFill/>
        </p:spPr>
        <p:txBody>
          <a:bodyPr wrap="square">
            <a:spAutoFit/>
          </a:bodyPr>
          <a:lstStyle/>
          <a:p>
            <a:pPr marL="270510" algn="just">
              <a:spcBef>
                <a:spcPts val="1300"/>
              </a:spcBef>
              <a:spcAft>
                <a:spcPts val="1300"/>
              </a:spcAft>
              <a:buNone/>
            </a:pP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布隆过滤器工作原理</a:t>
            </a:r>
            <a:endPar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3CED755E-45AB-0032-68BC-E91F56256D81}"/>
              </a:ext>
            </a:extLst>
          </p:cNvPr>
          <p:cNvSpPr txBox="1"/>
          <p:nvPr/>
        </p:nvSpPr>
        <p:spPr>
          <a:xfrm>
            <a:off x="6131560" y="848614"/>
            <a:ext cx="4704080" cy="4714111"/>
          </a:xfrm>
          <a:prstGeom prst="rect">
            <a:avLst/>
          </a:prstGeom>
          <a:noFill/>
        </p:spPr>
        <p:txBody>
          <a:bodyPr wrap="square">
            <a:spAutoFit/>
          </a:bodyPr>
          <a:lstStyle/>
          <a:p>
            <a:pPr indent="266700" algn="just">
              <a:lnSpc>
                <a:spcPct val="120000"/>
              </a:lnSpc>
              <a:buNone/>
            </a:pP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是在创建数据结构时选择的常量，因此添加的每个键都会使用相同大小的内存来存储，也就是</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位。对于字符串来说，这是非常优秀的存储方案，因为它可以使用恒定的内存大小（仅</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位）来将任意长度的字符串表示（添加）在过滤器中。</a:t>
            </a:r>
          </a:p>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如果在过滤器插入一个新键，就需要计算数组的</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个索引，分别由值 </a:t>
            </a:r>
            <a:r>
              <a:rPr lang="en-US" altLang="zh-CN" sz="1800" i="1" kern="100" dirty="0" err="1">
                <a:effectLst/>
                <a:latin typeface="Times New Roman" panose="02020603050405020304" pitchFamily="18" charset="0"/>
                <a:ea typeface="宋体" panose="02010600030101010101" pitchFamily="2" charset="-122"/>
              </a:rPr>
              <a:t>h</a:t>
            </a:r>
            <a:r>
              <a:rPr lang="en-US" altLang="zh-CN" sz="1800" kern="100" baseline="-25000" dirty="0" err="1">
                <a:effectLst/>
                <a:latin typeface="Times New Roman" panose="02020603050405020304" pitchFamily="18" charset="0"/>
                <a:ea typeface="宋体" panose="02010600030101010101" pitchFamily="2" charset="-122"/>
              </a:rPr>
              <a:t>0</a:t>
            </a:r>
            <a:r>
              <a:rPr lang="en-US" altLang="zh-CN" sz="1800" kern="100" dirty="0">
                <a:effectLst/>
                <a:latin typeface="Times New Roman" panose="02020603050405020304" pitchFamily="18" charset="0"/>
                <a:ea typeface="宋体" panose="02010600030101010101" pitchFamily="2" charset="-122"/>
              </a:rPr>
              <a:t>(key)~</a:t>
            </a:r>
            <a:r>
              <a:rPr lang="en-US" altLang="zh-CN" sz="1800" i="1" kern="100" dirty="0">
                <a:effectLst/>
                <a:latin typeface="Times New Roman" panose="02020603050405020304" pitchFamily="18" charset="0"/>
                <a:ea typeface="宋体" panose="02010600030101010101" pitchFamily="2" charset="-122"/>
              </a:rPr>
              <a:t>h</a:t>
            </a:r>
            <a:r>
              <a:rPr lang="en-US" altLang="zh-CN" sz="1800" kern="100" baseline="-25000" dirty="0">
                <a:effectLst/>
                <a:latin typeface="Times New Roman" panose="02020603050405020304" pitchFamily="18" charset="0"/>
                <a:ea typeface="宋体" panose="02010600030101010101" pitchFamily="2" charset="-122"/>
              </a:rPr>
              <a:t>(k-1)</a:t>
            </a:r>
            <a:r>
              <a:rPr lang="en-US" altLang="zh-CN" sz="1800" kern="100" dirty="0">
                <a:effectLst/>
                <a:latin typeface="Times New Roman" panose="02020603050405020304" pitchFamily="18" charset="0"/>
                <a:ea typeface="宋体" panose="02010600030101010101" pitchFamily="2" charset="-122"/>
              </a:rPr>
              <a:t>(key)</a:t>
            </a:r>
            <a:r>
              <a:rPr lang="zh-CN" altLang="zh-CN" sz="1800" kern="100" dirty="0">
                <a:effectLst/>
                <a:latin typeface="Times New Roman" panose="02020603050405020304" pitchFamily="18" charset="0"/>
                <a:ea typeface="宋体" panose="02010600030101010101" pitchFamily="2" charset="-122"/>
              </a:rPr>
              <a:t>表示，并将这些位设置为</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p>
          <a:p>
            <a:pPr indent="266700" algn="just">
              <a:lnSpc>
                <a:spcPct val="120000"/>
              </a:lnSpc>
              <a:buNone/>
            </a:pPr>
            <a:r>
              <a:rPr lang="zh-CN" altLang="zh-CN" sz="1800" kern="100" dirty="0">
                <a:effectLst/>
                <a:latin typeface="Times New Roman" panose="02020603050405020304" pitchFamily="18" charset="0"/>
                <a:ea typeface="宋体" panose="02010600030101010101" pitchFamily="2" charset="-122"/>
              </a:rPr>
              <a:t>如果需要查找一个键，则仍然需要像插入操作那样计算它的</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个散列值，不过这里只需要检查散列函数返回的索引处的那</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位。另外，当且仅当所有位都被设置为</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时，才返回</a:t>
            </a:r>
            <a:r>
              <a:rPr lang="en-US" altLang="zh-CN" sz="1800" kern="100" dirty="0">
                <a:effectLst/>
                <a:latin typeface="Times New Roman" panose="02020603050405020304" pitchFamily="18" charset="0"/>
                <a:ea typeface="宋体" panose="02010600030101010101" pitchFamily="2" charset="-122"/>
              </a:rPr>
              <a:t>TRUE</a:t>
            </a:r>
            <a:r>
              <a:rPr lang="zh-CN" altLang="zh-CN" sz="1800" kern="100" dirty="0">
                <a:effectLst/>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384641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8">
                                            <p:txEl>
                                              <p:pRg st="0" end="0"/>
                                            </p:txEl>
                                          </p:spTgt>
                                        </p:tgtEl>
                                        <p:attrNameLst>
                                          <p:attrName>style.visibility</p:attrName>
                                        </p:attrNameLst>
                                      </p:cBhvr>
                                      <p:to>
                                        <p:strVal val="visible"/>
                                      </p:to>
                                    </p:set>
                                    <p:animEffect transition="in" filter="fade">
                                      <p:cBhvr>
                                        <p:cTn id="38" dur="1000"/>
                                        <p:tgtEl>
                                          <p:spTgt spid="8">
                                            <p:txEl>
                                              <p:pRg st="0" end="0"/>
                                            </p:txEl>
                                          </p:spTgt>
                                        </p:tgtEl>
                                      </p:cBhvr>
                                    </p:animEffect>
                                    <p:anim calcmode="lin" valueType="num">
                                      <p:cBhvr>
                                        <p:cTn id="39"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8">
                                            <p:txEl>
                                              <p:pRg st="1" end="1"/>
                                            </p:txEl>
                                          </p:spTgt>
                                        </p:tgtEl>
                                        <p:attrNameLst>
                                          <p:attrName>style.visibility</p:attrName>
                                        </p:attrNameLst>
                                      </p:cBhvr>
                                      <p:to>
                                        <p:strVal val="visible"/>
                                      </p:to>
                                    </p:set>
                                    <p:animEffect transition="in" filter="fade">
                                      <p:cBhvr>
                                        <p:cTn id="45" dur="1000"/>
                                        <p:tgtEl>
                                          <p:spTgt spid="8">
                                            <p:txEl>
                                              <p:pRg st="1" end="1"/>
                                            </p:txEl>
                                          </p:spTgt>
                                        </p:tgtEl>
                                      </p:cBhvr>
                                    </p:animEffect>
                                    <p:anim calcmode="lin" valueType="num">
                                      <p:cBhvr>
                                        <p:cTn id="46"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8">
                                            <p:txEl>
                                              <p:pRg st="2" end="2"/>
                                            </p:txEl>
                                          </p:spTgt>
                                        </p:tgtEl>
                                        <p:attrNameLst>
                                          <p:attrName>style.visibility</p:attrName>
                                        </p:attrNameLst>
                                      </p:cBhvr>
                                      <p:to>
                                        <p:strVal val="visible"/>
                                      </p:to>
                                    </p:set>
                                    <p:animEffect transition="in" filter="fade">
                                      <p:cBhvr>
                                        <p:cTn id="52" dur="1000"/>
                                        <p:tgtEl>
                                          <p:spTgt spid="8">
                                            <p:txEl>
                                              <p:pRg st="2" end="2"/>
                                            </p:txEl>
                                          </p:spTgt>
                                        </p:tgtEl>
                                      </p:cBhvr>
                                    </p:animEffect>
                                    <p:anim calcmode="lin" valueType="num">
                                      <p:cBhvr>
                                        <p:cTn id="5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6577D4A-2AEA-0FF6-4230-C3ABF957F842}"/>
              </a:ext>
            </a:extLst>
          </p:cNvPr>
          <p:cNvSpPr>
            <a:spLocks noGrp="1"/>
          </p:cNvSpPr>
          <p:nvPr>
            <p:ph type="sldNum" sz="quarter" idx="12"/>
          </p:nvPr>
        </p:nvSpPr>
        <p:spPr/>
        <p:txBody>
          <a:bodyPr/>
          <a:lstStyle/>
          <a:p>
            <a:fld id="{D7C0FE0B-717B-41AE-9FA2-CA4BF851D1C3}" type="slidenum">
              <a:rPr lang="zh-CN" altLang="en-US" smtClean="0"/>
              <a:t>63</a:t>
            </a:fld>
            <a:endParaRPr lang="zh-CN" altLang="en-US"/>
          </a:p>
        </p:txBody>
      </p:sp>
      <p:sp>
        <p:nvSpPr>
          <p:cNvPr id="4" name="文本框 3">
            <a:extLst>
              <a:ext uri="{FF2B5EF4-FFF2-40B4-BE49-F238E27FC236}">
                <a16:creationId xmlns:a16="http://schemas.microsoft.com/office/drawing/2014/main" id="{E416100F-6409-E4E4-8B24-32168538CFEF}"/>
              </a:ext>
            </a:extLst>
          </p:cNvPr>
          <p:cNvSpPr txBox="1"/>
          <p:nvPr/>
        </p:nvSpPr>
        <p:spPr>
          <a:xfrm>
            <a:off x="706120" y="1003415"/>
            <a:ext cx="4241800" cy="5073055"/>
          </a:xfrm>
          <a:prstGeom prst="rect">
            <a:avLst/>
          </a:prstGeom>
          <a:noFill/>
        </p:spPr>
        <p:txBody>
          <a:bodyPr wrap="square">
            <a:spAutoFit/>
          </a:bodyPr>
          <a:lstStyle/>
          <a:p>
            <a:pPr indent="266700" algn="just">
              <a:lnSpc>
                <a:spcPct val="115000"/>
              </a:lnSpc>
              <a:spcBef>
                <a:spcPts val="600"/>
              </a:spcBef>
              <a:buNone/>
            </a:pPr>
            <a:r>
              <a:rPr lang="zh-CN" altLang="zh-CN" sz="1800" kern="100" dirty="0">
                <a:solidFill>
                  <a:srgbClr val="C00000"/>
                </a:solidFill>
                <a:effectLst/>
                <a:latin typeface="Times New Roman" panose="02020603050405020304" pitchFamily="18" charset="0"/>
                <a:ea typeface="黑体" panose="02010609060101010101" pitchFamily="49" charset="-122"/>
              </a:rPr>
              <a:t>例</a:t>
            </a:r>
            <a:r>
              <a:rPr lang="en-US" altLang="zh-CN" sz="1800" kern="100" dirty="0">
                <a:solidFill>
                  <a:srgbClr val="C00000"/>
                </a:solidFill>
                <a:effectLst/>
                <a:latin typeface="Times New Roman" panose="02020603050405020304" pitchFamily="18" charset="0"/>
                <a:ea typeface="黑体" panose="02010609060101010101" pitchFamily="49" charset="-122"/>
              </a:rPr>
              <a:t>9-15</a:t>
            </a:r>
            <a:r>
              <a:rPr lang="en-US" altLang="zh-CN" sz="1800" kern="100" dirty="0">
                <a:solidFill>
                  <a:srgbClr val="C00000"/>
                </a:solidFill>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楷体" panose="02010609060101010101" pitchFamily="49" charset="-122"/>
              </a:rPr>
              <a:t>布隆过滤器</a:t>
            </a:r>
            <a:r>
              <a:rPr lang="en-US" altLang="zh-CN" sz="1800" kern="100" dirty="0">
                <a:effectLst/>
                <a:latin typeface="Times New Roman" panose="02020603050405020304" pitchFamily="18" charset="0"/>
                <a:ea typeface="楷体" panose="02010609060101010101" pitchFamily="49" charset="-122"/>
              </a:rPr>
              <a:t>BF(17,3)</a:t>
            </a:r>
            <a:r>
              <a:rPr lang="zh-CN" altLang="zh-CN" sz="1800" kern="100" dirty="0">
                <a:effectLst/>
                <a:latin typeface="Times New Roman" panose="02020603050405020304" pitchFamily="18" charset="0"/>
                <a:ea typeface="楷体" panose="02010609060101010101" pitchFamily="49" charset="-122"/>
              </a:rPr>
              <a:t>的插入和查找示例。</a:t>
            </a:r>
            <a:endParaRPr lang="en-US" altLang="zh-CN" sz="1800" kern="100" dirty="0">
              <a:effectLst/>
              <a:latin typeface="Times New Roman" panose="02020603050405020304" pitchFamily="18" charset="0"/>
              <a:ea typeface="楷体" panose="02010609060101010101" pitchFamily="49" charset="-122"/>
            </a:endParaRPr>
          </a:p>
          <a:p>
            <a:pPr indent="266700" algn="just">
              <a:lnSpc>
                <a:spcPct val="115000"/>
              </a:lnSpc>
              <a:spcBef>
                <a:spcPts val="600"/>
              </a:spcBef>
              <a:buNone/>
            </a:pPr>
            <a:r>
              <a:rPr lang="zh-CN" altLang="zh-CN" sz="1800" kern="100" dirty="0">
                <a:effectLst/>
                <a:latin typeface="Times New Roman" panose="02020603050405020304" pitchFamily="18" charset="0"/>
                <a:ea typeface="楷体" panose="02010609060101010101" pitchFamily="49" charset="-122"/>
              </a:rPr>
              <a:t>初始过滤器为空，是图</a:t>
            </a:r>
            <a:r>
              <a:rPr lang="en-US" altLang="zh-CN" sz="1800" kern="100" dirty="0">
                <a:effectLst/>
                <a:latin typeface="Times New Roman" panose="02020603050405020304" pitchFamily="18" charset="0"/>
                <a:ea typeface="楷体" panose="02010609060101010101" pitchFamily="49" charset="-122"/>
              </a:rPr>
              <a:t>9.41(a)</a:t>
            </a:r>
            <a:r>
              <a:rPr lang="zh-CN" altLang="zh-CN" sz="1800" kern="100" dirty="0">
                <a:effectLst/>
                <a:latin typeface="Times New Roman" panose="02020603050405020304" pitchFamily="18" charset="0"/>
                <a:ea typeface="楷体" panose="02010609060101010101" pitchFamily="49" charset="-122"/>
              </a:rPr>
              <a:t>的长度为</a:t>
            </a:r>
            <a:r>
              <a:rPr lang="en-US" altLang="zh-CN" sz="1800" kern="100" dirty="0">
                <a:effectLst/>
                <a:latin typeface="Times New Roman" panose="02020603050405020304" pitchFamily="18" charset="0"/>
                <a:ea typeface="楷体" panose="02010609060101010101" pitchFamily="49" charset="-122"/>
              </a:rPr>
              <a:t>17</a:t>
            </a:r>
            <a:r>
              <a:rPr lang="zh-CN" altLang="zh-CN" sz="1800" kern="100" dirty="0">
                <a:effectLst/>
                <a:latin typeface="Times New Roman" panose="02020603050405020304" pitchFamily="18" charset="0"/>
                <a:ea typeface="楷体" panose="02010609060101010101" pitchFamily="49" charset="-122"/>
              </a:rPr>
              <a:t>的全零位数组。</a:t>
            </a:r>
            <a:endParaRPr lang="en-US" altLang="zh-CN" sz="1800" kern="100" dirty="0">
              <a:effectLst/>
              <a:latin typeface="Times New Roman" panose="02020603050405020304" pitchFamily="18" charset="0"/>
              <a:ea typeface="楷体" panose="02010609060101010101" pitchFamily="49" charset="-122"/>
            </a:endParaRPr>
          </a:p>
          <a:p>
            <a:pPr indent="266700" algn="just">
              <a:lnSpc>
                <a:spcPct val="115000"/>
              </a:lnSpc>
              <a:spcBef>
                <a:spcPts val="600"/>
              </a:spcBef>
              <a:buNone/>
            </a:pPr>
            <a:r>
              <a:rPr lang="en-US" altLang="zh-CN" sz="1800" kern="100" dirty="0">
                <a:effectLst/>
                <a:latin typeface="Times New Roman" panose="02020603050405020304" pitchFamily="18" charset="0"/>
                <a:ea typeface="楷体" panose="02010609060101010101" pitchFamily="49" charset="-122"/>
              </a:rPr>
              <a:t>(b)</a:t>
            </a:r>
            <a:r>
              <a:rPr lang="zh-CN" altLang="zh-CN" sz="1800" kern="100" dirty="0">
                <a:effectLst/>
                <a:latin typeface="Times New Roman" panose="02020603050405020304" pitchFamily="18" charset="0"/>
                <a:ea typeface="楷体" panose="02010609060101010101" pitchFamily="49" charset="-122"/>
              </a:rPr>
              <a:t>是插入键</a:t>
            </a:r>
            <a:r>
              <a:rPr lang="en-US" altLang="zh-CN" sz="1800" i="1" kern="100" dirty="0" err="1">
                <a:effectLst/>
                <a:latin typeface="Times New Roman" panose="02020603050405020304" pitchFamily="18" charset="0"/>
                <a:ea typeface="楷体" panose="02010609060101010101" pitchFamily="49" charset="-122"/>
              </a:rPr>
              <a:t>x</a:t>
            </a:r>
            <a:r>
              <a:rPr lang="en-US" altLang="zh-CN" sz="1800" kern="100" baseline="-25000" dirty="0" err="1">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和</a:t>
            </a:r>
            <a:r>
              <a:rPr lang="en-US" altLang="zh-CN" sz="1800" i="1" kern="100" dirty="0" err="1">
                <a:effectLst/>
                <a:latin typeface="Times New Roman" panose="02020603050405020304" pitchFamily="18" charset="0"/>
                <a:ea typeface="楷体" panose="02010609060101010101" pitchFamily="49" charset="-122"/>
              </a:rPr>
              <a:t>x</a:t>
            </a:r>
            <a:r>
              <a:rPr lang="en-US" altLang="zh-CN" sz="1800" kern="100" baseline="-25000" dirty="0" err="1">
                <a:effectLst/>
                <a:latin typeface="Times New Roman" panose="02020603050405020304" pitchFamily="18" charset="0"/>
                <a:ea typeface="楷体" panose="02010609060101010101" pitchFamily="49" charset="-122"/>
              </a:rPr>
              <a:t>2</a:t>
            </a:r>
            <a:r>
              <a:rPr lang="zh-CN" altLang="zh-CN" sz="1800" kern="100" dirty="0">
                <a:effectLst/>
                <a:latin typeface="Times New Roman" panose="02020603050405020304" pitchFamily="18" charset="0"/>
                <a:ea typeface="楷体" panose="02010609060101010101" pitchFamily="49" charset="-122"/>
              </a:rPr>
              <a:t>后的状态，它们由</a:t>
            </a:r>
            <a:r>
              <a:rPr lang="en-US" altLang="zh-CN" sz="1800" kern="100" dirty="0">
                <a:effectLst/>
                <a:latin typeface="Times New Roman" panose="02020603050405020304" pitchFamily="18" charset="0"/>
                <a:ea typeface="楷体" panose="02010609060101010101" pitchFamily="49" charset="-122"/>
              </a:rPr>
              <a:t>3</a:t>
            </a:r>
            <a:r>
              <a:rPr lang="zh-CN" altLang="zh-CN" sz="1800" kern="100" dirty="0">
                <a:effectLst/>
                <a:latin typeface="Times New Roman" panose="02020603050405020304" pitchFamily="18" charset="0"/>
                <a:ea typeface="楷体" panose="02010609060101010101" pitchFamily="49" charset="-122"/>
              </a:rPr>
              <a:t>个散列函数求得的索引三元组分别为</a:t>
            </a:r>
            <a:r>
              <a:rPr lang="en-US" altLang="zh-CN" sz="1800" kern="100" dirty="0">
                <a:effectLst/>
                <a:latin typeface="Times New Roman" panose="02020603050405020304" pitchFamily="18" charset="0"/>
                <a:ea typeface="楷体" panose="02010609060101010101" pitchFamily="49" charset="-122"/>
              </a:rPr>
              <a:t>(1,7,12)</a:t>
            </a:r>
            <a:r>
              <a:rPr lang="zh-CN" altLang="zh-CN" sz="1800" kern="100" dirty="0">
                <a:effectLst/>
                <a:latin typeface="Times New Roman" panose="02020603050405020304" pitchFamily="18" charset="0"/>
                <a:ea typeface="楷体" panose="02010609060101010101" pitchFamily="49" charset="-122"/>
              </a:rPr>
              <a:t>和</a:t>
            </a:r>
            <a:r>
              <a:rPr lang="en-US" altLang="zh-CN" sz="1800" kern="100" dirty="0">
                <a:effectLst/>
                <a:latin typeface="Times New Roman" panose="02020603050405020304" pitchFamily="18" charset="0"/>
                <a:ea typeface="楷体" panose="02010609060101010101" pitchFamily="49" charset="-122"/>
              </a:rPr>
              <a:t>(7,10,14)</a:t>
            </a:r>
            <a:r>
              <a:rPr lang="zh-CN" altLang="zh-CN" sz="1800" kern="100" dirty="0">
                <a:effectLst/>
                <a:latin typeface="Times New Roman" panose="02020603050405020304" pitchFamily="18" charset="0"/>
                <a:ea typeface="楷体" panose="02010609060101010101" pitchFamily="49" charset="-122"/>
              </a:rPr>
              <a:t>，数组中对应的元素被置</a:t>
            </a:r>
            <a:r>
              <a:rPr lang="en-US" altLang="zh-CN" sz="1800" kern="100" dirty="0">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。显然，</a:t>
            </a:r>
            <a:r>
              <a:rPr lang="en-US" altLang="zh-CN" sz="1800" kern="100" dirty="0">
                <a:effectLst/>
                <a:latin typeface="Times New Roman" panose="02020603050405020304" pitchFamily="18" charset="0"/>
                <a:ea typeface="楷体" panose="02010609060101010101" pitchFamily="49" charset="-122"/>
              </a:rPr>
              <a:t>7</a:t>
            </a:r>
            <a:r>
              <a:rPr lang="zh-CN" altLang="zh-CN" sz="1800" kern="100" dirty="0">
                <a:effectLst/>
                <a:latin typeface="Times New Roman" panose="02020603050405020304" pitchFamily="18" charset="0"/>
                <a:ea typeface="楷体" panose="02010609060101010101" pitchFamily="49" charset="-122"/>
              </a:rPr>
              <a:t>是两个三元组的重叠索引。</a:t>
            </a:r>
            <a:endParaRPr lang="en-US" altLang="zh-CN" sz="1800" kern="100" dirty="0">
              <a:effectLst/>
              <a:latin typeface="Times New Roman" panose="02020603050405020304" pitchFamily="18" charset="0"/>
              <a:ea typeface="楷体" panose="02010609060101010101" pitchFamily="49" charset="-122"/>
            </a:endParaRPr>
          </a:p>
          <a:p>
            <a:pPr indent="266700" algn="just">
              <a:lnSpc>
                <a:spcPct val="115000"/>
              </a:lnSpc>
              <a:spcBef>
                <a:spcPts val="600"/>
              </a:spcBef>
              <a:buNone/>
            </a:pPr>
            <a:r>
              <a:rPr lang="en-US" altLang="zh-CN" sz="1800" kern="100" dirty="0">
                <a:effectLst/>
                <a:latin typeface="Times New Roman" panose="02020603050405020304" pitchFamily="18" charset="0"/>
                <a:ea typeface="楷体" panose="02010609060101010101" pitchFamily="49" charset="-122"/>
              </a:rPr>
              <a:t>(c)</a:t>
            </a:r>
            <a:r>
              <a:rPr lang="zh-CN" altLang="zh-CN" sz="1800" kern="100" dirty="0">
                <a:effectLst/>
                <a:latin typeface="Times New Roman" panose="02020603050405020304" pitchFamily="18" charset="0"/>
                <a:ea typeface="楷体" panose="02010609060101010101" pitchFamily="49" charset="-122"/>
              </a:rPr>
              <a:t>是查找键</a:t>
            </a:r>
            <a:r>
              <a:rPr lang="en-US" altLang="zh-CN" sz="1800" i="1" kern="100" dirty="0" err="1">
                <a:effectLst/>
                <a:latin typeface="Times New Roman" panose="02020603050405020304" pitchFamily="18" charset="0"/>
                <a:ea typeface="楷体" panose="02010609060101010101" pitchFamily="49" charset="-122"/>
              </a:rPr>
              <a:t>y</a:t>
            </a:r>
            <a:r>
              <a:rPr lang="en-US" altLang="zh-CN" sz="1800" kern="100" baseline="-25000" dirty="0" err="1">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a:t>
            </a:r>
            <a:r>
              <a:rPr lang="en-US" altLang="zh-CN" sz="1800" kern="100" dirty="0" err="1">
                <a:effectLst/>
                <a:latin typeface="Times New Roman" panose="02020603050405020304" pitchFamily="18" charset="0"/>
                <a:ea typeface="楷体" panose="02010609060101010101" pitchFamily="49" charset="-122"/>
              </a:rPr>
              <a:t>y</a:t>
            </a:r>
            <a:r>
              <a:rPr lang="en-US" altLang="zh-CN" sz="1800" kern="100" baseline="-25000" dirty="0" err="1">
                <a:effectLst/>
                <a:latin typeface="Times New Roman" panose="02020603050405020304" pitchFamily="18" charset="0"/>
                <a:ea typeface="楷体" panose="02010609060101010101" pitchFamily="49" charset="-122"/>
              </a:rPr>
              <a:t>2</a:t>
            </a:r>
            <a:r>
              <a:rPr lang="zh-CN" altLang="zh-CN" sz="1800" kern="100" dirty="0">
                <a:effectLst/>
                <a:latin typeface="Times New Roman" panose="02020603050405020304" pitchFamily="18" charset="0"/>
                <a:ea typeface="楷体" panose="02010609060101010101" pitchFamily="49" charset="-122"/>
              </a:rPr>
              <a:t>和</a:t>
            </a:r>
            <a:r>
              <a:rPr lang="en-US" altLang="zh-CN" sz="1800" kern="100" dirty="0" err="1">
                <a:effectLst/>
                <a:latin typeface="Times New Roman" panose="02020603050405020304" pitchFamily="18" charset="0"/>
                <a:ea typeface="楷体" panose="02010609060101010101" pitchFamily="49" charset="-122"/>
              </a:rPr>
              <a:t>y</a:t>
            </a:r>
            <a:r>
              <a:rPr lang="en-US" altLang="zh-CN" sz="1800" kern="100" baseline="-25000" dirty="0" err="1">
                <a:effectLst/>
                <a:latin typeface="Times New Roman" panose="02020603050405020304" pitchFamily="18" charset="0"/>
                <a:ea typeface="楷体" panose="02010609060101010101" pitchFamily="49" charset="-122"/>
              </a:rPr>
              <a:t>3</a:t>
            </a:r>
            <a:r>
              <a:rPr lang="zh-CN" altLang="zh-CN" sz="1800" kern="100" dirty="0">
                <a:effectLst/>
                <a:latin typeface="Times New Roman" panose="02020603050405020304" pitchFamily="18" charset="0"/>
                <a:ea typeface="楷体" panose="02010609060101010101" pitchFamily="49" charset="-122"/>
              </a:rPr>
              <a:t>的状况，其索引三元组分别为</a:t>
            </a:r>
            <a:r>
              <a:rPr lang="en-US" altLang="zh-CN" sz="1800" kern="100" dirty="0">
                <a:effectLst/>
                <a:latin typeface="Times New Roman" panose="02020603050405020304" pitchFamily="18" charset="0"/>
                <a:ea typeface="楷体" panose="02010609060101010101" pitchFamily="49" charset="-122"/>
              </a:rPr>
              <a:t>(1,5,13)</a:t>
            </a:r>
            <a:r>
              <a:rPr lang="zh-CN" altLang="zh-CN" sz="1800" kern="100" dirty="0">
                <a:effectLst/>
                <a:latin typeface="Times New Roman" panose="02020603050405020304" pitchFamily="18" charset="0"/>
                <a:ea typeface="楷体" panose="02010609060101010101" pitchFamily="49" charset="-122"/>
              </a:rPr>
              <a:t>、</a:t>
            </a:r>
            <a:r>
              <a:rPr lang="en-US" altLang="zh-CN" sz="1800" kern="100" dirty="0">
                <a:effectLst/>
                <a:latin typeface="Times New Roman" panose="02020603050405020304" pitchFamily="18" charset="0"/>
                <a:ea typeface="楷体" panose="02010609060101010101" pitchFamily="49" charset="-122"/>
              </a:rPr>
              <a:t>(7,10,14) </a:t>
            </a:r>
            <a:r>
              <a:rPr lang="zh-CN" altLang="zh-CN" sz="1800" kern="100" dirty="0">
                <a:effectLst/>
                <a:latin typeface="Times New Roman" panose="02020603050405020304" pitchFamily="18" charset="0"/>
                <a:ea typeface="楷体" panose="02010609060101010101" pitchFamily="49" charset="-122"/>
              </a:rPr>
              <a:t>和</a:t>
            </a:r>
            <a:r>
              <a:rPr lang="en-US" altLang="zh-CN" sz="1800" kern="100" dirty="0">
                <a:effectLst/>
                <a:latin typeface="Times New Roman" panose="02020603050405020304" pitchFamily="18" charset="0"/>
                <a:ea typeface="楷体" panose="02010609060101010101" pitchFamily="49" charset="-122"/>
              </a:rPr>
              <a:t>(10,12,14)</a:t>
            </a:r>
            <a:r>
              <a:rPr lang="zh-CN" altLang="zh-CN" sz="1800" kern="100" dirty="0">
                <a:effectLst/>
                <a:latin typeface="Times New Roman" panose="02020603050405020304" pitchFamily="18" charset="0"/>
                <a:ea typeface="楷体" panose="02010609060101010101" pitchFamily="49" charset="-122"/>
              </a:rPr>
              <a:t>；读取相应的位，</a:t>
            </a:r>
            <a:r>
              <a:rPr lang="en-US" altLang="zh-CN" sz="1800" i="1" kern="100" dirty="0" err="1">
                <a:effectLst/>
                <a:latin typeface="Times New Roman" panose="02020603050405020304" pitchFamily="18" charset="0"/>
                <a:ea typeface="楷体" panose="02010609060101010101" pitchFamily="49" charset="-122"/>
              </a:rPr>
              <a:t>y</a:t>
            </a:r>
            <a:r>
              <a:rPr lang="en-US" altLang="zh-CN" sz="1800" kern="100" baseline="-25000" dirty="0" err="1">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只有</a:t>
            </a:r>
            <a:r>
              <a:rPr lang="en-US" altLang="zh-CN" sz="1800" kern="100" dirty="0">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个位是</a:t>
            </a:r>
            <a:r>
              <a:rPr lang="en-US" altLang="zh-CN" sz="1800" kern="100" dirty="0">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，可判其不存在；而</a:t>
            </a:r>
            <a:r>
              <a:rPr lang="en-US" altLang="zh-CN" sz="1800" kern="100" dirty="0" err="1">
                <a:effectLst/>
                <a:latin typeface="Times New Roman" panose="02020603050405020304" pitchFamily="18" charset="0"/>
                <a:ea typeface="楷体" panose="02010609060101010101" pitchFamily="49" charset="-122"/>
              </a:rPr>
              <a:t>y</a:t>
            </a:r>
            <a:r>
              <a:rPr lang="en-US" altLang="zh-CN" sz="1800" kern="100" baseline="-25000" dirty="0" err="1">
                <a:effectLst/>
                <a:latin typeface="Times New Roman" panose="02020603050405020304" pitchFamily="18" charset="0"/>
                <a:ea typeface="楷体" panose="02010609060101010101" pitchFamily="49" charset="-122"/>
              </a:rPr>
              <a:t>2</a:t>
            </a:r>
            <a:r>
              <a:rPr lang="zh-CN" altLang="zh-CN" sz="1800" kern="100" dirty="0">
                <a:effectLst/>
                <a:latin typeface="Times New Roman" panose="02020603050405020304" pitchFamily="18" charset="0"/>
                <a:ea typeface="楷体" panose="02010609060101010101" pitchFamily="49" charset="-122"/>
              </a:rPr>
              <a:t>的</a:t>
            </a:r>
            <a:r>
              <a:rPr lang="en-US" altLang="zh-CN" sz="1800" kern="100" dirty="0">
                <a:effectLst/>
                <a:latin typeface="Times New Roman" panose="02020603050405020304" pitchFamily="18" charset="0"/>
                <a:ea typeface="楷体" panose="02010609060101010101" pitchFamily="49" charset="-122"/>
              </a:rPr>
              <a:t>3</a:t>
            </a:r>
            <a:r>
              <a:rPr lang="zh-CN" altLang="zh-CN" sz="1800" kern="100" dirty="0">
                <a:effectLst/>
                <a:latin typeface="Times New Roman" panose="02020603050405020304" pitchFamily="18" charset="0"/>
                <a:ea typeface="楷体" panose="02010609060101010101" pitchFamily="49" charset="-122"/>
              </a:rPr>
              <a:t>个位均为</a:t>
            </a:r>
            <a:r>
              <a:rPr lang="en-US" altLang="zh-CN" sz="1800" kern="100" dirty="0">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，可判其在集合中；</a:t>
            </a:r>
            <a:r>
              <a:rPr lang="en-US" altLang="zh-CN" sz="1800" kern="100" dirty="0" err="1">
                <a:effectLst/>
                <a:latin typeface="Times New Roman" panose="02020603050405020304" pitchFamily="18" charset="0"/>
                <a:ea typeface="楷体" panose="02010609060101010101" pitchFamily="49" charset="-122"/>
              </a:rPr>
              <a:t>y</a:t>
            </a:r>
            <a:r>
              <a:rPr lang="en-US" altLang="zh-CN" sz="1800" kern="100" baseline="-25000" dirty="0" err="1">
                <a:effectLst/>
                <a:latin typeface="Times New Roman" panose="02020603050405020304" pitchFamily="18" charset="0"/>
                <a:ea typeface="楷体" panose="02010609060101010101" pitchFamily="49" charset="-122"/>
              </a:rPr>
              <a:t>3</a:t>
            </a:r>
            <a:r>
              <a:rPr lang="zh-CN" altLang="zh-CN" sz="1800" kern="100" dirty="0">
                <a:effectLst/>
                <a:latin typeface="Times New Roman" panose="02020603050405020304" pitchFamily="18" charset="0"/>
                <a:ea typeface="楷体" panose="02010609060101010101" pitchFamily="49" charset="-122"/>
              </a:rPr>
              <a:t>的</a:t>
            </a:r>
            <a:r>
              <a:rPr lang="en-US" altLang="zh-CN" sz="1800" kern="100" dirty="0">
                <a:effectLst/>
                <a:latin typeface="Times New Roman" panose="02020603050405020304" pitchFamily="18" charset="0"/>
                <a:ea typeface="楷体" panose="02010609060101010101" pitchFamily="49" charset="-122"/>
              </a:rPr>
              <a:t>3</a:t>
            </a:r>
            <a:r>
              <a:rPr lang="zh-CN" altLang="zh-CN" sz="1800" kern="100" dirty="0">
                <a:effectLst/>
                <a:latin typeface="Times New Roman" panose="02020603050405020304" pitchFamily="18" charset="0"/>
                <a:ea typeface="楷体" panose="02010609060101010101" pitchFamily="49" charset="-122"/>
              </a:rPr>
              <a:t>个位也均为</a:t>
            </a:r>
            <a:r>
              <a:rPr lang="en-US" altLang="zh-CN" sz="1800" kern="100" dirty="0">
                <a:effectLst/>
                <a:latin typeface="Times New Roman" panose="02020603050405020304" pitchFamily="18" charset="0"/>
                <a:ea typeface="楷体" panose="02010609060101010101" pitchFamily="49" charset="-122"/>
              </a:rPr>
              <a:t>1</a:t>
            </a:r>
            <a:r>
              <a:rPr lang="zh-CN" altLang="zh-CN" sz="1800" kern="100" dirty="0">
                <a:effectLst/>
                <a:latin typeface="Times New Roman" panose="02020603050405020304" pitchFamily="18" charset="0"/>
                <a:ea typeface="楷体" panose="02010609060101010101" pitchFamily="49" charset="-122"/>
              </a:rPr>
              <a:t>，但是，不能排除过滤器返回的是假阳性。</a:t>
            </a:r>
            <a:endParaRPr lang="zh-CN" altLang="zh-CN" sz="1800" kern="100" dirty="0">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A9AD35A1-9634-E691-FEEE-2FC134738FA2}"/>
              </a:ext>
            </a:extLst>
          </p:cNvPr>
          <p:cNvSpPr txBox="1"/>
          <p:nvPr/>
        </p:nvSpPr>
        <p:spPr>
          <a:xfrm>
            <a:off x="1143000" y="269077"/>
            <a:ext cx="4622800" cy="461665"/>
          </a:xfrm>
          <a:prstGeom prst="rect">
            <a:avLst/>
          </a:prstGeom>
          <a:noFill/>
        </p:spPr>
        <p:txBody>
          <a:bodyPr wrap="square">
            <a:spAutoFit/>
          </a:bodyPr>
          <a:lstStyle/>
          <a:p>
            <a:pPr marL="270510" algn="just">
              <a:spcBef>
                <a:spcPts val="1300"/>
              </a:spcBef>
              <a:spcAft>
                <a:spcPts val="1300"/>
              </a:spcAft>
              <a:buNone/>
            </a:pP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布隆过滤器工作原理</a:t>
            </a:r>
            <a:r>
              <a:rPr lang="en-US"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 </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示例</a:t>
            </a:r>
            <a:endPar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pic>
        <p:nvPicPr>
          <p:cNvPr id="6" name="图片 5" descr="图表&#10;&#10;AI 生成的内容可能不正确。">
            <a:extLst>
              <a:ext uri="{FF2B5EF4-FFF2-40B4-BE49-F238E27FC236}">
                <a16:creationId xmlns:a16="http://schemas.microsoft.com/office/drawing/2014/main" id="{F445415A-B5C3-875D-511A-5722C63D2E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8296" y="1381450"/>
            <a:ext cx="6257584" cy="3612083"/>
          </a:xfrm>
          <a:prstGeom prst="rect">
            <a:avLst/>
          </a:prstGeom>
        </p:spPr>
      </p:pic>
      <p:sp>
        <p:nvSpPr>
          <p:cNvPr id="8" name="文本框 7">
            <a:extLst>
              <a:ext uri="{FF2B5EF4-FFF2-40B4-BE49-F238E27FC236}">
                <a16:creationId xmlns:a16="http://schemas.microsoft.com/office/drawing/2014/main" id="{78DA593F-1D15-6DBF-7A88-A7C6B7ADE544}"/>
              </a:ext>
            </a:extLst>
          </p:cNvPr>
          <p:cNvSpPr txBox="1"/>
          <p:nvPr/>
        </p:nvSpPr>
        <p:spPr>
          <a:xfrm>
            <a:off x="7117080" y="5166253"/>
            <a:ext cx="3281680" cy="382541"/>
          </a:xfrm>
          <a:prstGeom prst="rect">
            <a:avLst/>
          </a:prstGeom>
          <a:noFill/>
        </p:spPr>
        <p:txBody>
          <a:bodyPr wrap="square">
            <a:spAutoFit/>
          </a:bodyPr>
          <a:lstStyle/>
          <a:p>
            <a:pPr algn="ctr">
              <a:lnSpc>
                <a:spcPct val="115000"/>
              </a:lnSpc>
              <a:spcAft>
                <a:spcPts val="600"/>
              </a:spcAft>
              <a:buNone/>
            </a:pPr>
            <a:r>
              <a:rPr lang="zh-CN" altLang="zh-CN" kern="100" dirty="0">
                <a:effectLst/>
                <a:latin typeface="Times New Roman" panose="02020603050405020304" pitchFamily="18" charset="0"/>
                <a:ea typeface="宋体" panose="02010600030101010101" pitchFamily="2" charset="-122"/>
              </a:rPr>
              <a:t>图</a:t>
            </a:r>
            <a:r>
              <a:rPr lang="en-US" altLang="zh-CN" kern="100" dirty="0">
                <a:effectLst/>
                <a:latin typeface="Times New Roman" panose="02020603050405020304" pitchFamily="18" charset="0"/>
                <a:ea typeface="宋体" panose="02010600030101010101" pitchFamily="2" charset="-122"/>
              </a:rPr>
              <a:t>9.41 </a:t>
            </a:r>
            <a:r>
              <a:rPr lang="en-US" altLang="zh-CN" kern="100" dirty="0">
                <a:solidFill>
                  <a:srgbClr val="FF0000"/>
                </a:solidFill>
                <a:effectLst/>
                <a:latin typeface="Times New Roman" panose="02020603050405020304" pitchFamily="18" charset="0"/>
                <a:ea typeface="宋体" panose="02010600030101010101" pitchFamily="2" charset="-122"/>
              </a:rPr>
              <a:t> </a:t>
            </a:r>
            <a:r>
              <a:rPr lang="zh-CN" altLang="zh-CN" kern="100" dirty="0">
                <a:effectLst/>
                <a:latin typeface="Times New Roman" panose="02020603050405020304" pitchFamily="18" charset="0"/>
                <a:ea typeface="宋体" panose="02010600030101010101" pitchFamily="2" charset="-122"/>
              </a:rPr>
              <a:t>布隆过滤器示例</a:t>
            </a:r>
          </a:p>
        </p:txBody>
      </p:sp>
    </p:spTree>
    <p:extLst>
      <p:ext uri="{BB962C8B-B14F-4D97-AF65-F5344CB8AC3E}">
        <p14:creationId xmlns:p14="http://schemas.microsoft.com/office/powerpoint/2010/main" val="397614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363E148-A64E-B38A-C57F-84A993630DE1}"/>
              </a:ext>
            </a:extLst>
          </p:cNvPr>
          <p:cNvSpPr>
            <a:spLocks noGrp="1"/>
          </p:cNvSpPr>
          <p:nvPr>
            <p:ph type="sldNum" sz="quarter" idx="12"/>
          </p:nvPr>
        </p:nvSpPr>
        <p:spPr/>
        <p:txBody>
          <a:bodyPr/>
          <a:lstStyle/>
          <a:p>
            <a:fld id="{D7C0FE0B-717B-41AE-9FA2-CA4BF851D1C3}" type="slidenum">
              <a:rPr lang="zh-CN" altLang="en-US" smtClean="0"/>
              <a:t>64</a:t>
            </a:fld>
            <a:endParaRPr lang="zh-CN" altLang="en-US"/>
          </a:p>
        </p:txBody>
      </p:sp>
      <p:sp>
        <p:nvSpPr>
          <p:cNvPr id="4" name="文本框 3">
            <a:extLst>
              <a:ext uri="{FF2B5EF4-FFF2-40B4-BE49-F238E27FC236}">
                <a16:creationId xmlns:a16="http://schemas.microsoft.com/office/drawing/2014/main" id="{94F702E0-95F8-186C-1008-22249190F223}"/>
              </a:ext>
            </a:extLst>
          </p:cNvPr>
          <p:cNvSpPr txBox="1"/>
          <p:nvPr/>
        </p:nvSpPr>
        <p:spPr>
          <a:xfrm>
            <a:off x="690880" y="930197"/>
            <a:ext cx="5440680" cy="5391604"/>
          </a:xfrm>
          <a:prstGeom prst="rect">
            <a:avLst/>
          </a:prstGeom>
          <a:noFill/>
        </p:spPr>
        <p:txBody>
          <a:bodyPr wrap="square">
            <a:spAutoFit/>
          </a:bodyPr>
          <a:lstStyle/>
          <a:p>
            <a:pPr indent="266700"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rPr>
              <a:t>在理想情况下，需要</a:t>
            </a:r>
            <a:r>
              <a:rPr lang="en-US" altLang="zh-CN" sz="1800" i="1" kern="100" dirty="0">
                <a:effectLst/>
                <a:latin typeface="Times New Roman" panose="02020603050405020304" pitchFamily="18" charset="0"/>
                <a:ea typeface="宋体" panose="02010600030101010101" pitchFamily="2" charset="-122"/>
              </a:rPr>
              <a:t>k</a:t>
            </a:r>
            <a:r>
              <a:rPr lang="zh-CN" altLang="zh-CN" sz="1800" kern="100" dirty="0">
                <a:effectLst/>
                <a:latin typeface="Times New Roman" panose="02020603050405020304" pitchFamily="18" charset="0"/>
                <a:ea typeface="宋体" panose="02010600030101010101" pitchFamily="2" charset="-122"/>
              </a:rPr>
              <a:t>个不同的独立散列函数，以保证对于相同的值不会出现两个索引重复的情况。不过，设计大量独立的散列函数并不容易。常用的解决方案有以下几种：</a:t>
            </a:r>
          </a:p>
          <a:p>
            <a:pPr marL="541655" indent="-274955"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仿宋" panose="02010609060101010101" pitchFamily="49" charset="-122"/>
              </a:rPr>
              <a:t>使用一个带参数的元函数</a:t>
            </a:r>
            <a:r>
              <a:rPr lang="en-US" altLang="zh-CN" sz="1800" i="1" kern="100" dirty="0">
                <a:effectLst/>
                <a:latin typeface="Times New Roman" panose="02020603050405020304" pitchFamily="18" charset="0"/>
                <a:ea typeface="仿宋" panose="02010609060101010101" pitchFamily="49" charset="-122"/>
              </a:rPr>
              <a:t>H</a:t>
            </a:r>
            <a:r>
              <a:rPr lang="en-US" altLang="zh-CN" sz="1800" kern="100" dirty="0">
                <a:effectLst/>
                <a:latin typeface="Times New Roman" panose="02020603050405020304" pitchFamily="18" charset="0"/>
                <a:ea typeface="仿宋" panose="02010609060101010101" pitchFamily="49" charset="-122"/>
              </a:rPr>
              <a:t>(</a:t>
            </a:r>
            <a:r>
              <a:rPr lang="en-US" altLang="zh-CN" sz="1800" i="1" kern="100" dirty="0" err="1">
                <a:effectLst/>
                <a:latin typeface="Times New Roman" panose="02020603050405020304" pitchFamily="18" charset="0"/>
                <a:ea typeface="仿宋" panose="02010609060101010101" pitchFamily="49" charset="-122"/>
              </a:rPr>
              <a:t>i</a:t>
            </a:r>
            <a:r>
              <a:rPr lang="en-US" altLang="zh-CN" sz="1800" kern="100" dirty="0">
                <a:effectLst/>
                <a:latin typeface="Times New Roman" panose="02020603050405020304" pitchFamily="18" charset="0"/>
                <a:ea typeface="仿宋" panose="02010609060101010101" pitchFamily="49" charset="-122"/>
              </a:rPr>
              <a:t>)</a:t>
            </a:r>
            <a:r>
              <a:rPr lang="zh-CN" altLang="zh-CN" sz="1800" kern="100" dirty="0">
                <a:effectLst/>
                <a:latin typeface="Times New Roman" panose="02020603050405020304" pitchFamily="18" charset="0"/>
                <a:ea typeface="仿宋" panose="02010609060101010101" pitchFamily="49" charset="-122"/>
              </a:rPr>
              <a:t>：这个元函数是散列函数的生成器，旨在接收初始值</a:t>
            </a:r>
            <a:r>
              <a:rPr lang="en-US" altLang="zh-CN" sz="1800" i="1" kern="100" dirty="0" err="1">
                <a:effectLst/>
                <a:latin typeface="Times New Roman" panose="02020603050405020304" pitchFamily="18" charset="0"/>
                <a:ea typeface="仿宋" panose="02010609060101010101" pitchFamily="49" charset="-122"/>
              </a:rPr>
              <a:t>i</a:t>
            </a:r>
            <a:r>
              <a:rPr lang="zh-CN" altLang="zh-CN" sz="1800" kern="100" dirty="0">
                <a:effectLst/>
                <a:latin typeface="Times New Roman" panose="02020603050405020304" pitchFamily="18" charset="0"/>
                <a:ea typeface="仿宋" panose="02010609060101010101" pitchFamily="49" charset="-122"/>
              </a:rPr>
              <a:t>并输出散列函数</a:t>
            </a:r>
            <a:r>
              <a:rPr lang="en-US" altLang="zh-CN" sz="1800" i="1" kern="100" dirty="0">
                <a:effectLst/>
                <a:latin typeface="Times New Roman" panose="02020603050405020304" pitchFamily="18" charset="0"/>
                <a:ea typeface="仿宋" panose="02010609060101010101" pitchFamily="49" charset="-122"/>
              </a:rPr>
              <a:t>H</a:t>
            </a:r>
            <a:r>
              <a:rPr lang="en-US" altLang="zh-CN" sz="1800" kern="100" baseline="-25000" dirty="0">
                <a:effectLst/>
                <a:latin typeface="Times New Roman" panose="02020603050405020304" pitchFamily="18" charset="0"/>
                <a:ea typeface="仿宋" panose="02010609060101010101" pitchFamily="49" charset="-122"/>
              </a:rPr>
              <a:t>i</a:t>
            </a:r>
            <a:r>
              <a:rPr lang="en-US" altLang="zh-CN" sz="1800" kern="100" dirty="0">
                <a:effectLst/>
                <a:latin typeface="Times New Roman" panose="02020603050405020304" pitchFamily="18" charset="0"/>
                <a:ea typeface="仿宋" panose="02010609060101010101" pitchFamily="49" charset="-122"/>
              </a:rPr>
              <a:t>=</a:t>
            </a:r>
            <a:r>
              <a:rPr lang="en-US" altLang="zh-CN" sz="1800" i="1" kern="100" dirty="0">
                <a:effectLst/>
                <a:latin typeface="Times New Roman" panose="02020603050405020304" pitchFamily="18" charset="0"/>
                <a:ea typeface="仿宋" panose="02010609060101010101" pitchFamily="49" charset="-122"/>
              </a:rPr>
              <a:t>H</a:t>
            </a:r>
            <a:r>
              <a:rPr lang="en-US" altLang="zh-CN" sz="1800" kern="100" dirty="0">
                <a:effectLst/>
                <a:latin typeface="Times New Roman" panose="02020603050405020304" pitchFamily="18" charset="0"/>
                <a:ea typeface="仿宋" panose="02010609060101010101" pitchFamily="49" charset="-122"/>
              </a:rPr>
              <a:t>(</a:t>
            </a:r>
            <a:r>
              <a:rPr lang="en-US" altLang="zh-CN" sz="1800" i="1" kern="100" dirty="0" err="1">
                <a:effectLst/>
                <a:latin typeface="Times New Roman" panose="02020603050405020304" pitchFamily="18" charset="0"/>
                <a:ea typeface="仿宋" panose="02010609060101010101" pitchFamily="49" charset="-122"/>
              </a:rPr>
              <a:t>i</a:t>
            </a:r>
            <a:r>
              <a:rPr lang="en-US" altLang="zh-CN" sz="1800" kern="100" dirty="0">
                <a:effectLst/>
                <a:latin typeface="Times New Roman" panose="02020603050405020304" pitchFamily="18" charset="0"/>
                <a:ea typeface="仿宋" panose="02010609060101010101" pitchFamily="49" charset="-122"/>
              </a:rPr>
              <a:t>)</a:t>
            </a:r>
            <a:r>
              <a:rPr lang="zh-CN" altLang="zh-CN" sz="1800" kern="100" dirty="0">
                <a:effectLst/>
                <a:latin typeface="Times New Roman" panose="02020603050405020304" pitchFamily="18" charset="0"/>
                <a:ea typeface="仿宋" panose="02010609060101010101" pitchFamily="49" charset="-122"/>
              </a:rPr>
              <a:t>。可通过在 </a:t>
            </a:r>
            <a:r>
              <a:rPr lang="en-US" altLang="zh-CN" sz="1800" i="1" kern="100" dirty="0">
                <a:effectLst/>
                <a:latin typeface="Times New Roman" panose="02020603050405020304" pitchFamily="18" charset="0"/>
                <a:ea typeface="仿宋" panose="02010609060101010101" pitchFamily="49" charset="-122"/>
              </a:rPr>
              <a:t>k</a:t>
            </a:r>
            <a:r>
              <a:rPr lang="en-US" altLang="zh-CN" sz="1800" kern="100" dirty="0">
                <a:effectLst/>
                <a:latin typeface="Times New Roman" panose="02020603050405020304" pitchFamily="18" charset="0"/>
                <a:ea typeface="仿宋" panose="02010609060101010101" pitchFamily="49" charset="-122"/>
              </a:rPr>
              <a:t> </a:t>
            </a:r>
            <a:r>
              <a:rPr lang="zh-CN" altLang="zh-CN" sz="1800" kern="100" dirty="0">
                <a:effectLst/>
                <a:latin typeface="Times New Roman" panose="02020603050405020304" pitchFamily="18" charset="0"/>
                <a:ea typeface="仿宋" panose="02010609060101010101" pitchFamily="49" charset="-122"/>
              </a:rPr>
              <a:t>个不同的（通常是随机的）值上调用生成器 </a:t>
            </a:r>
            <a:r>
              <a:rPr lang="en-US" altLang="zh-CN" sz="1800" i="1" kern="100" dirty="0">
                <a:effectLst/>
                <a:latin typeface="Times New Roman" panose="02020603050405020304" pitchFamily="18" charset="0"/>
                <a:ea typeface="仿宋" panose="02010609060101010101" pitchFamily="49" charset="-122"/>
              </a:rPr>
              <a:t>H</a:t>
            </a:r>
            <a:r>
              <a:rPr lang="zh-CN" altLang="zh-CN" sz="1800" kern="100" dirty="0">
                <a:effectLst/>
                <a:latin typeface="Times New Roman" panose="02020603050405020304" pitchFamily="18" charset="0"/>
                <a:ea typeface="仿宋" panose="02010609060101010101" pitchFamily="49" charset="-122"/>
              </a:rPr>
              <a:t>来创建</a:t>
            </a:r>
            <a:r>
              <a:rPr lang="en-US" altLang="zh-CN" sz="1800" i="1" kern="100" dirty="0">
                <a:effectLst/>
                <a:latin typeface="Times New Roman" panose="02020603050405020304" pitchFamily="18" charset="0"/>
                <a:ea typeface="仿宋" panose="02010609060101010101" pitchFamily="49" charset="-122"/>
              </a:rPr>
              <a:t>k</a:t>
            </a:r>
            <a:r>
              <a:rPr lang="zh-CN" altLang="zh-CN" sz="1800" kern="100" dirty="0">
                <a:effectLst/>
                <a:latin typeface="Times New Roman" panose="02020603050405020304" pitchFamily="18" charset="0"/>
                <a:ea typeface="仿宋" panose="02010609060101010101" pitchFamily="49" charset="-122"/>
              </a:rPr>
              <a:t>个不同的数列函数</a:t>
            </a:r>
            <a:r>
              <a:rPr lang="en-US" altLang="zh-CN" sz="1800" i="1" kern="100" dirty="0" err="1">
                <a:effectLst/>
                <a:latin typeface="Times New Roman" panose="02020603050405020304" pitchFamily="18" charset="0"/>
                <a:ea typeface="仿宋" panose="02010609060101010101" pitchFamily="49" charset="-122"/>
              </a:rPr>
              <a:t>H</a:t>
            </a:r>
            <a:r>
              <a:rPr lang="en-US" altLang="zh-CN" sz="1800" kern="100" baseline="-25000" dirty="0" err="1">
                <a:effectLst/>
                <a:latin typeface="Times New Roman" panose="02020603050405020304" pitchFamily="18" charset="0"/>
                <a:ea typeface="仿宋" panose="02010609060101010101" pitchFamily="49" charset="-122"/>
              </a:rPr>
              <a:t>0</a:t>
            </a:r>
            <a:r>
              <a:rPr lang="en-US" altLang="zh-CN" sz="1800" kern="100" dirty="0" err="1">
                <a:effectLst/>
                <a:latin typeface="Times New Roman" panose="02020603050405020304" pitchFamily="18" charset="0"/>
                <a:ea typeface="仿宋" panose="02010609060101010101" pitchFamily="49" charset="-122"/>
                <a:sym typeface="Symbol" panose="05050102010706020507" pitchFamily="18" charset="2"/>
              </a:rPr>
              <a:t></a:t>
            </a:r>
            <a:r>
              <a:rPr lang="en-US" altLang="zh-CN" sz="1800" i="1" kern="100" dirty="0" err="1">
                <a:effectLst/>
                <a:latin typeface="Times New Roman" panose="02020603050405020304" pitchFamily="18" charset="0"/>
                <a:ea typeface="仿宋" panose="02010609060101010101" pitchFamily="49" charset="-122"/>
              </a:rPr>
              <a:t>H</a:t>
            </a:r>
            <a:r>
              <a:rPr lang="en-US" altLang="zh-CN" sz="1800" kern="100" baseline="-25000" dirty="0" err="1">
                <a:effectLst/>
                <a:latin typeface="Times New Roman" panose="02020603050405020304" pitchFamily="18" charset="0"/>
                <a:ea typeface="仿宋" panose="02010609060101010101" pitchFamily="49" charset="-122"/>
              </a:rPr>
              <a:t>k-1</a:t>
            </a:r>
            <a:r>
              <a:rPr lang="zh-CN" altLang="zh-CN" sz="1800" kern="100" dirty="0">
                <a:effectLst/>
                <a:latin typeface="Times New Roman" panose="02020603050405020304" pitchFamily="18" charset="0"/>
                <a:ea typeface="仿宋" panose="02010609060101010101" pitchFamily="49" charset="-122"/>
              </a:rPr>
              <a:t>。</a:t>
            </a:r>
            <a:endParaRPr lang="zh-CN" altLang="zh-CN" sz="1800" kern="100" dirty="0">
              <a:effectLst/>
              <a:latin typeface="Times New Roman" panose="02020603050405020304" pitchFamily="18" charset="0"/>
              <a:ea typeface="宋体" panose="02010600030101010101" pitchFamily="2" charset="-122"/>
            </a:endParaRPr>
          </a:p>
          <a:p>
            <a:pPr marL="541655" indent="-274955" algn="just">
              <a:lnSpc>
                <a:spcPct val="115000"/>
              </a:lnSpc>
              <a:spcBef>
                <a:spcPts val="600"/>
              </a:spcBef>
              <a:buNone/>
            </a:pPr>
            <a:r>
              <a:rPr lang="zh-CN" altLang="zh-CN" sz="1800" kern="100" dirty="0">
                <a:effectLst/>
                <a:latin typeface="Times New Roman" panose="02020603050405020304" pitchFamily="18" charset="0"/>
                <a:ea typeface="仿宋" panose="02010609060101010101" pitchFamily="49" charset="-122"/>
              </a:rPr>
              <a:t>（</a:t>
            </a:r>
            <a:r>
              <a:rPr lang="en-US" altLang="zh-CN" sz="1800" kern="100" dirty="0">
                <a:effectLst/>
                <a:latin typeface="Times New Roman" panose="02020603050405020304" pitchFamily="18" charset="0"/>
                <a:ea typeface="仿宋" panose="02010609060101010101" pitchFamily="49" charset="-122"/>
              </a:rPr>
              <a:t>2</a:t>
            </a:r>
            <a:r>
              <a:rPr lang="zh-CN" altLang="zh-CN" sz="1800" kern="100" dirty="0">
                <a:effectLst/>
                <a:latin typeface="Times New Roman" panose="02020603050405020304" pitchFamily="18" charset="0"/>
                <a:ea typeface="仿宋" panose="02010609060101010101" pitchFamily="49" charset="-122"/>
              </a:rPr>
              <a:t>）使用单个散列函数</a:t>
            </a:r>
            <a:r>
              <a:rPr lang="en-US" altLang="zh-CN" sz="1800" i="1" kern="100" dirty="0">
                <a:effectLst/>
                <a:latin typeface="Times New Roman" panose="02020603050405020304" pitchFamily="18" charset="0"/>
                <a:ea typeface="仿宋" panose="02010609060101010101" pitchFamily="49" charset="-122"/>
              </a:rPr>
              <a:t>H</a:t>
            </a:r>
            <a:r>
              <a:rPr lang="zh-CN" altLang="zh-CN" sz="1800" kern="100" dirty="0">
                <a:effectLst/>
                <a:latin typeface="Times New Roman" panose="02020603050405020304" pitchFamily="18" charset="0"/>
                <a:ea typeface="仿宋" panose="02010609060101010101" pitchFamily="49" charset="-122"/>
              </a:rPr>
              <a:t>，但初始化</a:t>
            </a:r>
            <a:r>
              <a:rPr lang="en-US" altLang="zh-CN" sz="1800" i="1" kern="100" dirty="0">
                <a:effectLst/>
                <a:latin typeface="Times New Roman" panose="02020603050405020304" pitchFamily="18" charset="0"/>
                <a:ea typeface="仿宋" panose="02010609060101010101" pitchFamily="49" charset="-122"/>
              </a:rPr>
              <a:t>k</a:t>
            </a:r>
            <a:r>
              <a:rPr lang="zh-CN" altLang="zh-CN" sz="1800" kern="100" dirty="0">
                <a:effectLst/>
                <a:latin typeface="Times New Roman" panose="02020603050405020304" pitchFamily="18" charset="0"/>
                <a:ea typeface="仿宋" panose="02010609060101010101" pitchFamily="49" charset="-122"/>
              </a:rPr>
              <a:t>个随机（且唯一）值的列表</a:t>
            </a:r>
            <a:r>
              <a:rPr lang="en-US" altLang="zh-CN" sz="1800" i="1" kern="100" dirty="0">
                <a:effectLst/>
                <a:latin typeface="Times New Roman" panose="02020603050405020304" pitchFamily="18" charset="0"/>
                <a:ea typeface="仿宋" panose="02010609060101010101" pitchFamily="49" charset="-122"/>
              </a:rPr>
              <a:t>L</a:t>
            </a:r>
            <a:r>
              <a:rPr lang="zh-CN" altLang="zh-CN" sz="1800" kern="100" dirty="0">
                <a:effectLst/>
                <a:latin typeface="Times New Roman" panose="02020603050405020304" pitchFamily="18" charset="0"/>
                <a:ea typeface="仿宋" panose="02010609060101010101" pitchFamily="49" charset="-122"/>
              </a:rPr>
              <a:t>。对于要被插入或搜索的每个键</a:t>
            </a:r>
            <a:r>
              <a:rPr lang="en-US" altLang="zh-CN" sz="1800" kern="100" dirty="0">
                <a:effectLst/>
                <a:latin typeface="Times New Roman" panose="02020603050405020304" pitchFamily="18" charset="0"/>
                <a:ea typeface="仿宋" panose="02010609060101010101" pitchFamily="49" charset="-122"/>
              </a:rPr>
              <a:t>key</a:t>
            </a:r>
            <a:r>
              <a:rPr lang="zh-CN" altLang="zh-CN" sz="1800" kern="100" dirty="0">
                <a:effectLst/>
                <a:latin typeface="Times New Roman" panose="02020603050405020304" pitchFamily="18" charset="0"/>
                <a:ea typeface="仿宋" panose="02010609060101010101" pitchFamily="49" charset="-122"/>
              </a:rPr>
              <a:t>，可通过将</a:t>
            </a:r>
            <a:r>
              <a:rPr lang="en-US" altLang="zh-CN" sz="1800" i="1" kern="100" dirty="0">
                <a:effectLst/>
                <a:latin typeface="Times New Roman" panose="02020603050405020304" pitchFamily="18" charset="0"/>
                <a:ea typeface="仿宋" panose="02010609060101010101" pitchFamily="49" charset="-122"/>
              </a:rPr>
              <a:t>L</a:t>
            </a:r>
            <a:r>
              <a:rPr lang="en-US" altLang="zh-CN" sz="1800" kern="100" dirty="0">
                <a:effectLst/>
                <a:latin typeface="Times New Roman" panose="02020603050405020304" pitchFamily="18" charset="0"/>
                <a:ea typeface="仿宋" panose="02010609060101010101" pitchFamily="49" charset="-122"/>
              </a:rPr>
              <a:t>[</a:t>
            </a:r>
            <a:r>
              <a:rPr lang="en-US" altLang="zh-CN" sz="1800" kern="100" dirty="0" err="1">
                <a:effectLst/>
                <a:latin typeface="Times New Roman" panose="02020603050405020304" pitchFamily="18" charset="0"/>
                <a:ea typeface="仿宋" panose="02010609060101010101" pitchFamily="49" charset="-122"/>
              </a:rPr>
              <a:t>i</a:t>
            </a:r>
            <a:r>
              <a:rPr lang="en-US" altLang="zh-CN" sz="1800" kern="100" dirty="0">
                <a:effectLst/>
                <a:latin typeface="Times New Roman" panose="02020603050405020304" pitchFamily="18" charset="0"/>
                <a:ea typeface="仿宋" panose="02010609060101010101" pitchFamily="49" charset="-122"/>
              </a:rPr>
              <a:t>]</a:t>
            </a:r>
            <a:r>
              <a:rPr lang="zh-CN" altLang="zh-CN" sz="1800" kern="100" dirty="0">
                <a:effectLst/>
                <a:latin typeface="Times New Roman" panose="02020603050405020304" pitchFamily="18" charset="0"/>
                <a:ea typeface="仿宋" panose="02010609060101010101" pitchFamily="49" charset="-122"/>
              </a:rPr>
              <a:t>添加或附加到</a:t>
            </a:r>
            <a:r>
              <a:rPr lang="en-US" altLang="zh-CN" sz="1800" kern="100" dirty="0">
                <a:effectLst/>
                <a:latin typeface="Times New Roman" panose="02020603050405020304" pitchFamily="18" charset="0"/>
                <a:ea typeface="仿宋" panose="02010609060101010101" pitchFamily="49" charset="-122"/>
              </a:rPr>
              <a:t>key</a:t>
            </a:r>
            <a:r>
              <a:rPr lang="zh-CN" altLang="zh-CN" sz="1800" kern="100" dirty="0">
                <a:effectLst/>
                <a:latin typeface="Times New Roman" panose="02020603050405020304" pitchFamily="18" charset="0"/>
                <a:ea typeface="仿宋" panose="02010609060101010101" pitchFamily="49" charset="-122"/>
              </a:rPr>
              <a:t>来创建出</a:t>
            </a:r>
            <a:r>
              <a:rPr lang="en-US" altLang="zh-CN" sz="1800" i="1" kern="100" dirty="0">
                <a:effectLst/>
                <a:latin typeface="Times New Roman" panose="02020603050405020304" pitchFamily="18" charset="0"/>
                <a:ea typeface="仿宋" panose="02010609060101010101" pitchFamily="49" charset="-122"/>
              </a:rPr>
              <a:t>k</a:t>
            </a:r>
            <a:r>
              <a:rPr lang="zh-CN" altLang="zh-CN" sz="1800" kern="100" dirty="0">
                <a:effectLst/>
                <a:latin typeface="Times New Roman" panose="02020603050405020304" pitchFamily="18" charset="0"/>
                <a:ea typeface="仿宋" panose="02010609060101010101" pitchFamily="49" charset="-122"/>
              </a:rPr>
              <a:t>个不同的值，然后使用</a:t>
            </a:r>
            <a:r>
              <a:rPr lang="en-US" altLang="zh-CN" sz="1800" i="1" kern="100" dirty="0">
                <a:effectLst/>
                <a:latin typeface="Times New Roman" panose="02020603050405020304" pitchFamily="18" charset="0"/>
                <a:ea typeface="仿宋" panose="02010609060101010101" pitchFamily="49" charset="-122"/>
              </a:rPr>
              <a:t>H</a:t>
            </a:r>
            <a:r>
              <a:rPr lang="zh-CN" altLang="zh-CN" sz="1800" kern="100" dirty="0">
                <a:effectLst/>
                <a:latin typeface="Times New Roman" panose="02020603050405020304" pitchFamily="18" charset="0"/>
                <a:ea typeface="仿宋" panose="02010609060101010101" pitchFamily="49" charset="-122"/>
              </a:rPr>
              <a:t>对它们进行散列。（精心设计的散列函数会因为输入的微小变化而产生完全不同的结果）</a:t>
            </a:r>
            <a:endParaRPr lang="zh-CN" altLang="zh-CN" sz="1800" kern="100" dirty="0">
              <a:effectLst/>
              <a:latin typeface="Times New Roman" panose="02020603050405020304" pitchFamily="18" charset="0"/>
              <a:ea typeface="宋体" panose="02010600030101010101" pitchFamily="2" charset="-122"/>
            </a:endParaRPr>
          </a:p>
          <a:p>
            <a:pPr marL="449580" indent="-182880" algn="just">
              <a:lnSpc>
                <a:spcPct val="115000"/>
              </a:lnSpc>
              <a:spcBef>
                <a:spcPts val="600"/>
              </a:spcBef>
              <a:buNone/>
            </a:pPr>
            <a:r>
              <a:rPr lang="zh-CN" altLang="zh-CN" sz="1800" kern="100" dirty="0">
                <a:effectLst/>
                <a:latin typeface="Times New Roman" panose="02020603050405020304" pitchFamily="18" charset="0"/>
                <a:ea typeface="仿宋" panose="02010609060101010101" pitchFamily="49" charset="-122"/>
              </a:rPr>
              <a:t>（</a:t>
            </a:r>
            <a:r>
              <a:rPr lang="en-US" altLang="zh-CN" sz="1800" kern="100" dirty="0">
                <a:effectLst/>
                <a:latin typeface="Times New Roman" panose="02020603050405020304" pitchFamily="18" charset="0"/>
                <a:ea typeface="仿宋" panose="02010609060101010101" pitchFamily="49" charset="-122"/>
              </a:rPr>
              <a:t>3</a:t>
            </a:r>
            <a:r>
              <a:rPr lang="zh-CN" altLang="zh-CN" sz="1800" kern="100" dirty="0">
                <a:effectLst/>
                <a:latin typeface="Times New Roman" panose="02020603050405020304" pitchFamily="18" charset="0"/>
                <a:ea typeface="仿宋" panose="02010609060101010101" pitchFamily="49" charset="-122"/>
              </a:rPr>
              <a:t>）使用双重或三重散列</a:t>
            </a:r>
            <a:r>
              <a:rPr lang="zh-CN" altLang="zh-CN" sz="1800" kern="100" baseline="30000" dirty="0">
                <a:effectLst/>
                <a:latin typeface="Times New Roman" panose="02020603050405020304" pitchFamily="18" charset="0"/>
                <a:ea typeface="仿宋" panose="02010609060101010101" pitchFamily="49" charset="-122"/>
              </a:rPr>
              <a:t>①</a:t>
            </a:r>
            <a:r>
              <a:rPr lang="zh-CN" altLang="zh-CN" sz="1800" kern="100" dirty="0">
                <a:effectLst/>
                <a:latin typeface="Times New Roman" panose="02020603050405020304" pitchFamily="18" charset="0"/>
                <a:ea typeface="仿宋" panose="02010609060101010101" pitchFamily="49" charset="-122"/>
              </a:rPr>
              <a:t>。</a:t>
            </a:r>
            <a:endParaRPr lang="zh-CN" altLang="zh-CN" sz="1800" kern="100" dirty="0">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796BEE80-6872-5635-D9BC-4C0B256E4C84}"/>
              </a:ext>
            </a:extLst>
          </p:cNvPr>
          <p:cNvSpPr txBox="1"/>
          <p:nvPr/>
        </p:nvSpPr>
        <p:spPr>
          <a:xfrm>
            <a:off x="6502400" y="2229873"/>
            <a:ext cx="4998720" cy="2876428"/>
          </a:xfrm>
          <a:prstGeom prst="rect">
            <a:avLst/>
          </a:prstGeom>
          <a:noFill/>
        </p:spPr>
        <p:txBody>
          <a:bodyPr wrap="square">
            <a:spAutoFit/>
          </a:bodyPr>
          <a:lstStyle/>
          <a:p>
            <a:pPr indent="266700"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rPr>
              <a:t>虽然最后这个解决方案并不能保证生成的散列函数之间的独立性，但足以证明</a:t>
            </a:r>
            <a:r>
              <a:rPr lang="zh-CN" altLang="zh-CN" sz="1800" kern="100" baseline="30000" dirty="0">
                <a:effectLst/>
                <a:latin typeface="Times New Roman" panose="02020603050405020304" pitchFamily="18" charset="0"/>
                <a:ea typeface="等线" panose="02010600030101010101" pitchFamily="2" charset="-122"/>
              </a:rPr>
              <a:t>②</a:t>
            </a:r>
            <a:r>
              <a:rPr lang="zh-CN" altLang="zh-CN" sz="1800" kern="100" dirty="0">
                <a:effectLst/>
                <a:latin typeface="Times New Roman" panose="02020603050405020304" pitchFamily="18" charset="0"/>
                <a:ea typeface="宋体" panose="02010600030101010101" pitchFamily="2" charset="-122"/>
              </a:rPr>
              <a:t>即使放宽这个约束也不会让假阳性率增加太多。为了简单起见，可使用带有两个独立散列函数的双重散列：</a:t>
            </a:r>
            <a:r>
              <a:rPr lang="en-US" altLang="zh-CN" sz="1800" kern="100" dirty="0">
                <a:effectLst/>
                <a:latin typeface="Times New Roman" panose="02020603050405020304" pitchFamily="18" charset="0"/>
                <a:ea typeface="宋体" panose="02010600030101010101" pitchFamily="2" charset="-122"/>
              </a:rPr>
              <a:t>Murmur </a:t>
            </a:r>
            <a:r>
              <a:rPr lang="zh-CN" altLang="zh-CN" sz="1800" kern="100" dirty="0">
                <a:effectLst/>
                <a:latin typeface="Times New Roman" panose="02020603050405020304" pitchFamily="18" charset="0"/>
                <a:ea typeface="宋体" panose="02010600030101010101" pitchFamily="2" charset="-122"/>
              </a:rPr>
              <a:t>散列和</a:t>
            </a:r>
            <a:r>
              <a:rPr lang="en-US" altLang="zh-CN" sz="1800" kern="100" dirty="0">
                <a:effectLst/>
                <a:latin typeface="Times New Roman" panose="02020603050405020304" pitchFamily="18" charset="0"/>
                <a:ea typeface="宋体" panose="02010600030101010101" pitchFamily="2" charset="-122"/>
              </a:rPr>
              <a:t>Fowler-Noll-Vo</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err="1">
                <a:effectLst/>
                <a:latin typeface="Times New Roman" panose="02020603050405020304" pitchFamily="18" charset="0"/>
                <a:ea typeface="宋体" panose="02010600030101010101" pitchFamily="2" charset="-122"/>
              </a:rPr>
              <a:t>fnv1</a:t>
            </a:r>
            <a:r>
              <a:rPr lang="zh-CN" altLang="zh-CN" sz="1800" kern="100" dirty="0">
                <a:effectLst/>
                <a:latin typeface="Times New Roman" panose="02020603050405020304" pitchFamily="18" charset="0"/>
                <a:ea typeface="宋体" panose="02010600030101010101" pitchFamily="2" charset="-122"/>
              </a:rPr>
              <a:t>）散列。</a:t>
            </a:r>
          </a:p>
          <a:p>
            <a:pPr indent="266700" algn="just">
              <a:lnSpc>
                <a:spcPct val="120000"/>
              </a:lnSpc>
              <a:spcBef>
                <a:spcPts val="600"/>
              </a:spcBef>
              <a:buNone/>
            </a:pPr>
            <a:r>
              <a:rPr lang="zh-CN" altLang="zh-CN" sz="1800" kern="100" dirty="0">
                <a:effectLst/>
                <a:latin typeface="Times New Roman" panose="02020603050405020304" pitchFamily="18" charset="0"/>
                <a:ea typeface="宋体" panose="02010600030101010101" pitchFamily="2" charset="-122"/>
              </a:rPr>
              <a:t>因此，对于介于</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rPr>
              <a:t>和</a:t>
            </a:r>
            <a:r>
              <a:rPr lang="en-US" altLang="zh-CN" sz="1800" i="1" kern="100" dirty="0">
                <a:effectLst/>
                <a:latin typeface="Times New Roman" panose="02020603050405020304" pitchFamily="18" charset="0"/>
                <a:ea typeface="仿宋" panose="02010609060101010101" pitchFamily="49" charset="-122"/>
              </a:rPr>
              <a:t>k</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之间的</a:t>
            </a:r>
            <a:r>
              <a:rPr lang="en-US" altLang="zh-CN" sz="1800" i="1" kern="100" dirty="0" err="1">
                <a:effectLst/>
                <a:latin typeface="Times New Roman" panose="02020603050405020304" pitchFamily="18" charset="0"/>
                <a:ea typeface="仿宋" panose="02010609060101010101" pitchFamily="49" charset="-122"/>
              </a:rPr>
              <a:t>i</a:t>
            </a:r>
            <a:r>
              <a:rPr lang="zh-CN" altLang="zh-CN" sz="1800" kern="100" dirty="0">
                <a:effectLst/>
                <a:latin typeface="Times New Roman" panose="02020603050405020304" pitchFamily="18" charset="0"/>
                <a:ea typeface="宋体" panose="02010600030101010101" pitchFamily="2" charset="-122"/>
              </a:rPr>
              <a:t>，实现中的第</a:t>
            </a:r>
            <a:r>
              <a:rPr lang="en-US" altLang="zh-CN" sz="1800" kern="100" dirty="0" err="1">
                <a:effectLst/>
                <a:latin typeface="Times New Roman" panose="02020603050405020304" pitchFamily="18" charset="0"/>
                <a:ea typeface="宋体" panose="02010600030101010101" pitchFamily="2" charset="-122"/>
              </a:rPr>
              <a:t>i</a:t>
            </a:r>
            <a:r>
              <a:rPr lang="zh-CN" altLang="zh-CN" sz="1800" kern="100" dirty="0">
                <a:effectLst/>
                <a:latin typeface="Times New Roman" panose="02020603050405020304" pitchFamily="18" charset="0"/>
                <a:ea typeface="宋体" panose="02010600030101010101" pitchFamily="2" charset="-122"/>
              </a:rPr>
              <a:t>个散列函数的通用公式为</a:t>
            </a:r>
          </a:p>
          <a:p>
            <a:pPr algn="ctr">
              <a:lnSpc>
                <a:spcPct val="120000"/>
              </a:lnSpc>
              <a:spcBef>
                <a:spcPts val="600"/>
              </a:spcBef>
              <a:buNone/>
            </a:pPr>
            <a:r>
              <a:rPr lang="en-US" altLang="zh-CN" sz="1800" i="1" kern="100" dirty="0">
                <a:effectLst/>
                <a:latin typeface="Times New Roman" panose="02020603050405020304" pitchFamily="18" charset="0"/>
                <a:ea typeface="仿宋" panose="02010609060101010101" pitchFamily="49" charset="-122"/>
              </a:rPr>
              <a:t>h</a:t>
            </a:r>
            <a:r>
              <a:rPr lang="en-US" altLang="zh-CN" sz="1800" kern="100" baseline="-25000" dirty="0">
                <a:effectLst/>
                <a:latin typeface="Times New Roman" panose="02020603050405020304" pitchFamily="18" charset="0"/>
                <a:ea typeface="宋体" panose="02010600030101010101" pitchFamily="2" charset="-122"/>
              </a:rPr>
              <a:t>i</a:t>
            </a:r>
            <a:r>
              <a:rPr lang="en-US" altLang="zh-CN" sz="1800" kern="100" dirty="0">
                <a:effectLst/>
                <a:latin typeface="Times New Roman" panose="02020603050405020304" pitchFamily="18" charset="0"/>
                <a:ea typeface="宋体" panose="02010600030101010101" pitchFamily="2" charset="-122"/>
              </a:rPr>
              <a:t>(key) = </a:t>
            </a:r>
            <a:r>
              <a:rPr lang="en-US" altLang="zh-CN" sz="1800" kern="100" dirty="0" err="1">
                <a:effectLst/>
                <a:latin typeface="Times New Roman" panose="02020603050405020304" pitchFamily="18" charset="0"/>
                <a:ea typeface="宋体" panose="02010600030101010101" pitchFamily="2" charset="-122"/>
              </a:rPr>
              <a:t>murmurhash</a:t>
            </a:r>
            <a:r>
              <a:rPr lang="en-US" altLang="zh-CN" sz="1800" kern="100" dirty="0">
                <a:effectLst/>
                <a:latin typeface="Times New Roman" panose="02020603050405020304" pitchFamily="18" charset="0"/>
                <a:ea typeface="宋体" panose="02010600030101010101" pitchFamily="2" charset="-122"/>
              </a:rPr>
              <a:t>(key) + </a:t>
            </a:r>
            <a:r>
              <a:rPr lang="en-US" altLang="zh-CN" sz="1800" i="1" kern="100" dirty="0" err="1">
                <a:effectLst/>
                <a:latin typeface="Times New Roman" panose="02020603050405020304" pitchFamily="18" charset="0"/>
                <a:ea typeface="仿宋" panose="02010609060101010101" pitchFamily="49" charset="-122"/>
              </a:rPr>
              <a:t>i</a:t>
            </a:r>
            <a:r>
              <a:rPr lang="en-US" altLang="zh-CN" sz="1800" kern="100" dirty="0">
                <a:effectLst/>
                <a:latin typeface="Times New Roman" panose="02020603050405020304" pitchFamily="18" charset="0"/>
                <a:ea typeface="宋体" panose="02010600030101010101" pitchFamily="2" charset="-122"/>
              </a:rPr>
              <a:t>*</a:t>
            </a:r>
            <a:r>
              <a:rPr lang="en-US" altLang="zh-CN" sz="1800" kern="100" dirty="0" err="1">
                <a:effectLst/>
                <a:latin typeface="Times New Roman" panose="02020603050405020304" pitchFamily="18" charset="0"/>
                <a:ea typeface="宋体" panose="02010600030101010101" pitchFamily="2" charset="-122"/>
              </a:rPr>
              <a:t>fnv1</a:t>
            </a:r>
            <a:r>
              <a:rPr lang="en-US" altLang="zh-CN" sz="1800" kern="100" dirty="0">
                <a:effectLst/>
                <a:latin typeface="Times New Roman" panose="02020603050405020304" pitchFamily="18" charset="0"/>
                <a:ea typeface="宋体" panose="02010600030101010101" pitchFamily="2" charset="-122"/>
              </a:rPr>
              <a:t>(key)+</a:t>
            </a:r>
            <a:r>
              <a:rPr lang="en-US" altLang="zh-CN" sz="1800" i="1" kern="100" dirty="0" err="1">
                <a:effectLst/>
                <a:latin typeface="Times New Roman" panose="02020603050405020304" pitchFamily="18" charset="0"/>
                <a:ea typeface="仿宋" panose="02010609060101010101" pitchFamily="49" charset="-122"/>
              </a:rPr>
              <a:t>i</a:t>
            </a:r>
            <a:r>
              <a:rPr lang="en-US" altLang="zh-CN" sz="1800" kern="100" dirty="0">
                <a:effectLst/>
                <a:latin typeface="Times New Roman" panose="02020603050405020304" pitchFamily="18" charset="0"/>
                <a:ea typeface="宋体" panose="02010600030101010101" pitchFamily="2" charset="-122"/>
              </a:rPr>
              <a:t>*</a:t>
            </a:r>
            <a:r>
              <a:rPr lang="en-US" altLang="zh-CN" sz="1800" i="1" kern="100" dirty="0" err="1">
                <a:effectLst/>
                <a:latin typeface="Times New Roman" panose="02020603050405020304" pitchFamily="18" charset="0"/>
                <a:ea typeface="仿宋" panose="02010609060101010101" pitchFamily="49" charset="-122"/>
              </a:rPr>
              <a:t>i</a:t>
            </a:r>
            <a:endParaRPr lang="zh-CN" altLang="zh-CN" sz="1800" kern="100" dirty="0">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2275D958-F973-7C8C-25C9-9696BB613113}"/>
              </a:ext>
            </a:extLst>
          </p:cNvPr>
          <p:cNvSpPr txBox="1"/>
          <p:nvPr/>
        </p:nvSpPr>
        <p:spPr>
          <a:xfrm>
            <a:off x="1336040" y="249933"/>
            <a:ext cx="3022600" cy="461665"/>
          </a:xfrm>
          <a:prstGeom prst="rect">
            <a:avLst/>
          </a:prstGeom>
          <a:noFill/>
        </p:spPr>
        <p:txBody>
          <a:bodyPr wrap="square">
            <a:spAutoFit/>
          </a:bodyPr>
          <a:lstStyle/>
          <a:p>
            <a:r>
              <a:rPr lang="zh-CN" altLang="en-US" sz="2400" b="1"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散列函数</a:t>
            </a:r>
            <a:r>
              <a:rPr lang="zh-CN" altLang="zh-CN" sz="2400" b="1"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解决方案</a:t>
            </a:r>
            <a:endParaRPr lang="zh-CN" altLang="en-US" sz="2400" b="1" dirty="0">
              <a:solidFill>
                <a:srgbClr val="3B11E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9214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D56BAC4-75D1-B136-6B40-5C22EB029F25}"/>
              </a:ext>
            </a:extLst>
          </p:cNvPr>
          <p:cNvSpPr/>
          <p:nvPr/>
        </p:nvSpPr>
        <p:spPr>
          <a:xfrm>
            <a:off x="878840" y="2794000"/>
            <a:ext cx="10591800" cy="1960880"/>
          </a:xfrm>
          <a:prstGeom prst="rect">
            <a:avLst/>
          </a:prstGeom>
          <a:solidFill>
            <a:srgbClr val="FFFAEB"/>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6B27788C-4797-A842-EEF8-A8D881025127}"/>
              </a:ext>
            </a:extLst>
          </p:cNvPr>
          <p:cNvSpPr>
            <a:spLocks noGrp="1"/>
          </p:cNvSpPr>
          <p:nvPr>
            <p:ph type="sldNum" sz="quarter" idx="12"/>
          </p:nvPr>
        </p:nvSpPr>
        <p:spPr/>
        <p:txBody>
          <a:bodyPr/>
          <a:lstStyle/>
          <a:p>
            <a:fld id="{D7C0FE0B-717B-41AE-9FA2-CA4BF851D1C3}" type="slidenum">
              <a:rPr lang="zh-CN" altLang="en-US" smtClean="0"/>
              <a:t>65</a:t>
            </a:fld>
            <a:endParaRPr lang="zh-CN" altLang="en-US"/>
          </a:p>
        </p:txBody>
      </p:sp>
      <p:sp>
        <p:nvSpPr>
          <p:cNvPr id="4" name="文本框 3">
            <a:extLst>
              <a:ext uri="{FF2B5EF4-FFF2-40B4-BE49-F238E27FC236}">
                <a16:creationId xmlns:a16="http://schemas.microsoft.com/office/drawing/2014/main" id="{BD8E2FF5-F13E-CE8F-4BBB-32B5994158DE}"/>
              </a:ext>
            </a:extLst>
          </p:cNvPr>
          <p:cNvSpPr txBox="1"/>
          <p:nvPr/>
        </p:nvSpPr>
        <p:spPr>
          <a:xfrm>
            <a:off x="711200" y="966915"/>
            <a:ext cx="10759440" cy="5239896"/>
          </a:xfrm>
          <a:prstGeom prst="rect">
            <a:avLst/>
          </a:prstGeom>
          <a:noFill/>
        </p:spPr>
        <p:txBody>
          <a:bodyPr wrap="square">
            <a:spAutoFit/>
          </a:bodyPr>
          <a:lstStyle/>
          <a:p>
            <a:pPr indent="266700" algn="just">
              <a:lnSpc>
                <a:spcPct val="120000"/>
              </a:lnSpc>
              <a:buNone/>
            </a:pPr>
            <a:r>
              <a:rPr lang="zh-CN" altLang="zh-CN" kern="100" dirty="0">
                <a:effectLst/>
                <a:latin typeface="Times New Roman" panose="02020603050405020304" pitchFamily="18" charset="0"/>
                <a:ea typeface="宋体" panose="02010600030101010101" pitchFamily="2" charset="-122"/>
              </a:rPr>
              <a:t>基本型布隆过滤器的集合</a:t>
            </a:r>
            <a:r>
              <a:rPr lang="en-US" altLang="zh-CN" kern="100" dirty="0">
                <a:effectLst/>
                <a:latin typeface="Times New Roman" panose="02020603050405020304" pitchFamily="18" charset="0"/>
                <a:ea typeface="宋体" panose="02010600030101010101" pitchFamily="2" charset="-122"/>
              </a:rPr>
              <a:t>API</a:t>
            </a:r>
            <a:r>
              <a:rPr lang="zh-CN" altLang="zh-CN" kern="100" dirty="0">
                <a:effectLst/>
                <a:latin typeface="Times New Roman" panose="02020603050405020304" pitchFamily="18" charset="0"/>
                <a:ea typeface="宋体" panose="02010600030101010101" pitchFamily="2" charset="-122"/>
              </a:rPr>
              <a:t>的实现。</a:t>
            </a:r>
          </a:p>
          <a:p>
            <a:pPr marL="270510" algn="just">
              <a:lnSpc>
                <a:spcPct val="120000"/>
              </a:lnSpc>
              <a:spcBef>
                <a:spcPts val="1400"/>
              </a:spcBef>
              <a:spcAft>
                <a:spcPts val="1450"/>
              </a:spcAft>
              <a:buNone/>
            </a:pPr>
            <a:r>
              <a:rPr lang="en-US" altLang="zh-CN" b="1" kern="100" dirty="0">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b="1" kern="100" dirty="0">
                <a:effectLst/>
                <a:latin typeface="Times New Roman" panose="02020603050405020304" pitchFamily="18" charset="0"/>
                <a:ea typeface="楷体" panose="02010609060101010101" pitchFamily="49" charset="-122"/>
                <a:cs typeface="Times New Roman" panose="02020603050405020304" pitchFamily="18" charset="0"/>
              </a:rPr>
              <a:t>．散列函数集合的构成</a:t>
            </a:r>
            <a:endParaRPr lang="zh-CN" altLang="zh-CN" b="1" kern="100" dirty="0">
              <a:effectLst/>
              <a:latin typeface="等线 Light" panose="02010600030101010101" pitchFamily="2" charset="-122"/>
              <a:ea typeface="等线 Light" panose="02010600030101010101" pitchFamily="2" charset="-122"/>
              <a:cs typeface="Times New Roman" panose="02020603050405020304" pitchFamily="18" charset="0"/>
            </a:endParaRPr>
          </a:p>
          <a:p>
            <a:pPr indent="266700" algn="just">
              <a:lnSpc>
                <a:spcPct val="120000"/>
              </a:lnSpc>
              <a:spcAft>
                <a:spcPts val="600"/>
              </a:spcAft>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可对</a:t>
            </a:r>
            <a:r>
              <a:rPr lang="en-US" altLang="zh-CN" kern="100" dirty="0">
                <a:effectLst/>
                <a:latin typeface="Times New Roman" panose="02020603050405020304" pitchFamily="18" charset="0"/>
                <a:ea typeface="宋体" panose="02010600030101010101" pitchFamily="2" charset="-122"/>
              </a:rPr>
              <a:t>9.3.3</a:t>
            </a:r>
            <a:r>
              <a:rPr lang="zh-CN" altLang="zh-CN" kern="100" dirty="0">
                <a:effectLst/>
                <a:latin typeface="Times New Roman" panose="02020603050405020304" pitchFamily="18" charset="0"/>
                <a:ea typeface="宋体" panose="02010600030101010101" pitchFamily="2" charset="-122"/>
              </a:rPr>
              <a:t>节</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布谷鸟散列函数进行改进，引入伪随机数列</a:t>
            </a:r>
            <a:r>
              <a:rPr lang="en-US" altLang="zh-CN" kern="100" dirty="0" err="1">
                <a:effectLst/>
                <a:latin typeface="Courier New" panose="02070309020205020404" pitchFamily="49" charset="0"/>
                <a:ea typeface="宋体" panose="02010600030101010101" pitchFamily="2" charset="-122"/>
              </a:rPr>
              <a:t>hashi</a:t>
            </a:r>
            <a:r>
              <a:rPr lang="en-US" altLang="zh-CN" kern="100" dirty="0">
                <a:effectLst/>
                <a:latin typeface="Courier New" panose="02070309020205020404" pitchFamily="49" charset="0"/>
                <a:ea typeface="宋体" panose="02010600030101010101" pitchFamily="2" charset="-122"/>
              </a:rPr>
              <a:t>[</a:t>
            </a:r>
            <a:r>
              <a:rPr lang="en-US" altLang="zh-CN" kern="100" dirty="0" err="1">
                <a:effectLst/>
                <a:latin typeface="Courier New" panose="02070309020205020404" pitchFamily="49" charset="0"/>
                <a:ea typeface="宋体" panose="02010600030101010101" pitchFamily="2" charset="-122"/>
              </a:rPr>
              <a:t>0..k</a:t>
            </a:r>
            <a:r>
              <a:rPr lang="en-US" altLang="zh-CN" kern="100" dirty="0">
                <a:effectLst/>
                <a:latin typeface="Courier New" panose="02070309020205020404" pitchFamily="49" charset="0"/>
                <a:ea typeface="宋体" panose="02010600030101010101" pitchFamily="2" charset="-122"/>
              </a:rPr>
              <a:t>-1]</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，用</a:t>
            </a:r>
            <a:r>
              <a:rPr lang="en-US" altLang="zh-CN" kern="100" dirty="0" err="1">
                <a:effectLst/>
                <a:latin typeface="Courier New" panose="02070309020205020404" pitchFamily="49" charset="0"/>
                <a:ea typeface="宋体" panose="02010600030101010101" pitchFamily="2" charset="-122"/>
              </a:rPr>
              <a:t>hashi</a:t>
            </a:r>
            <a:r>
              <a:rPr lang="en-US" altLang="zh-CN" kern="100" dirty="0">
                <a:effectLst/>
                <a:latin typeface="Courier New" panose="02070309020205020404" pitchFamily="49" charset="0"/>
                <a:ea typeface="宋体" panose="02010600030101010101" pitchFamily="2" charset="-122"/>
              </a:rPr>
              <a:t>[</a:t>
            </a:r>
            <a:r>
              <a:rPr lang="en-US" altLang="zh-CN" kern="100" dirty="0" err="1">
                <a:effectLst/>
                <a:latin typeface="Courier New" panose="02070309020205020404" pitchFamily="49" charset="0"/>
                <a:ea typeface="宋体" panose="02010600030101010101" pitchFamily="2" charset="-122"/>
              </a:rPr>
              <a:t>i</a:t>
            </a:r>
            <a:r>
              <a:rPr lang="en-US" altLang="zh-CN" kern="100" dirty="0">
                <a:effectLst/>
                <a:latin typeface="Courier New" panose="02070309020205020404" pitchFamily="49" charset="0"/>
                <a:ea typeface="宋体" panose="02010600030101010101" pitchFamily="2" charset="-122"/>
              </a:rPr>
              <a: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替代</a:t>
            </a:r>
            <a:r>
              <a:rPr lang="en-US" altLang="zh-CN" kern="100" dirty="0" err="1">
                <a:effectLst/>
                <a:latin typeface="Courier New" panose="02070309020205020404" pitchFamily="49" charset="0"/>
                <a:ea typeface="宋体" panose="02010600030101010101" pitchFamily="2" charset="-122"/>
              </a:rPr>
              <a:t>i</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，构成以下</a:t>
            </a:r>
            <a:r>
              <a:rPr lang="en-US" altLang="zh-CN" kern="100" dirty="0">
                <a:effectLst/>
                <a:latin typeface="Courier New" panose="02070309020205020404" pitchFamily="49" charset="0"/>
                <a:ea typeface="宋体" panose="02010600030101010101" pitchFamily="2" charset="-122"/>
              </a:rPr>
              <a:t>k</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个双重散列函数。</a:t>
            </a:r>
            <a:endParaRPr lang="zh-CN" altLang="zh-CN" kern="100" dirty="0">
              <a:effectLst/>
              <a:latin typeface="Times New Roman" panose="02020603050405020304" pitchFamily="18" charset="0"/>
              <a:ea typeface="宋体" panose="02010600030101010101" pitchFamily="2" charset="-122"/>
            </a:endParaRPr>
          </a:p>
          <a:p>
            <a:pPr indent="271145" algn="just">
              <a:lnSpc>
                <a:spcPct val="120000"/>
              </a:lnSpc>
              <a:buNone/>
            </a:pP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Hash(</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i</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BloomFilter</a:t>
            </a:r>
            <a:r>
              <a:rPr lang="en-US" altLang="zh-CN" kern="100" dirty="0">
                <a:effectLst/>
                <a:latin typeface="Courier New" panose="02070309020205020404" pitchFamily="49" charset="0"/>
                <a:ea typeface="宋体" panose="02010600030101010101" pitchFamily="2" charset="-122"/>
              </a:rPr>
              <a:t> bf, </a:t>
            </a:r>
            <a:r>
              <a:rPr lang="en-US" altLang="zh-CN" kern="100" dirty="0" err="1">
                <a:effectLst/>
                <a:latin typeface="Courier New" panose="02070309020205020404" pitchFamily="49" charset="0"/>
                <a:ea typeface="宋体" panose="02010600030101010101" pitchFamily="2" charset="-122"/>
              </a:rPr>
              <a:t>KeyType</a:t>
            </a:r>
            <a:r>
              <a:rPr lang="en-US" altLang="zh-CN" kern="100" dirty="0">
                <a:effectLst/>
                <a:latin typeface="Courier New" panose="02070309020205020404" pitchFamily="49" charset="0"/>
                <a:ea typeface="宋体" panose="02010600030101010101" pitchFamily="2" charset="-122"/>
              </a:rPr>
              <a:t> key) </a:t>
            </a:r>
            <a:r>
              <a:rPr lang="en-US" altLang="zh-CN" b="1" kern="100" dirty="0">
                <a:effectLst/>
                <a:latin typeface="Courier New" panose="02070309020205020404" pitchFamily="49" charset="0"/>
                <a:ea typeface="宋体" panose="02010600030101010101" pitchFamily="2" charset="-122"/>
              </a:rPr>
              <a:t>{ </a:t>
            </a:r>
            <a:endParaRPr lang="zh-CN" altLang="zh-CN" kern="100" dirty="0">
              <a:effectLst/>
              <a:latin typeface="Times New Roman" panose="02020603050405020304" pitchFamily="18" charset="0"/>
              <a:ea typeface="宋体" panose="02010600030101010101" pitchFamily="2" charset="-122"/>
            </a:endParaRPr>
          </a:p>
          <a:p>
            <a:pPr indent="27051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 </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参数化的第</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rPr>
              <a:t>i</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个散列函数（</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rPr>
              <a:t>i</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rPr>
              <a:t>0..k</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-1</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bf-M</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为过滤器的总位数，</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bf-&gt;</a:t>
            </a:r>
            <a:r>
              <a:rPr lang="en-US" altLang="zh-CN" kern="100" dirty="0" err="1">
                <a:solidFill>
                  <a:schemeClr val="accent6">
                    <a:lumMod val="75000"/>
                  </a:schemeClr>
                </a:solidFill>
                <a:effectLst/>
                <a:latin typeface="Courier New" panose="02070309020205020404" pitchFamily="49" charset="0"/>
                <a:ea typeface="宋体" panose="02010600030101010101" pitchFamily="2" charset="-122"/>
              </a:rPr>
              <a:t>hashi</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是伪随机数列</a:t>
            </a:r>
            <a:endParaRPr lang="zh-CN" altLang="zh-CN" kern="100" dirty="0">
              <a:solidFill>
                <a:schemeClr val="accent6">
                  <a:lumMod val="75000"/>
                </a:schemeClr>
              </a:solidFill>
              <a:effectLst/>
              <a:latin typeface="Times New Roman" panose="02020603050405020304" pitchFamily="18" charset="0"/>
              <a:ea typeface="宋体" panose="02010600030101010101" pitchFamily="2" charset="-122"/>
            </a:endParaRPr>
          </a:p>
          <a:p>
            <a:pPr indent="27051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h = (</a:t>
            </a:r>
            <a:r>
              <a:rPr lang="en-US" altLang="zh-CN" kern="100" dirty="0" err="1">
                <a:effectLst/>
                <a:latin typeface="Courier New" panose="02070309020205020404" pitchFamily="49" charset="0"/>
                <a:ea typeface="宋体" panose="02010600030101010101" pitchFamily="2" charset="-122"/>
              </a:rPr>
              <a:t>HashFunc1</a:t>
            </a:r>
            <a:r>
              <a:rPr lang="en-US" altLang="zh-CN" kern="100" dirty="0">
                <a:effectLst/>
                <a:latin typeface="Courier New" panose="02070309020205020404" pitchFamily="49" charset="0"/>
                <a:ea typeface="宋体" panose="02010600030101010101" pitchFamily="2" charset="-122"/>
              </a:rPr>
              <a:t>(key) + bf-&gt;</a:t>
            </a:r>
            <a:r>
              <a:rPr lang="en-US" altLang="zh-CN" kern="100" dirty="0" err="1">
                <a:effectLst/>
                <a:latin typeface="Courier New" panose="02070309020205020404" pitchFamily="49" charset="0"/>
                <a:ea typeface="宋体" panose="02010600030101010101" pitchFamily="2" charset="-122"/>
              </a:rPr>
              <a:t>hashi</a:t>
            </a:r>
            <a:r>
              <a:rPr lang="en-US" altLang="zh-CN" kern="100" dirty="0">
                <a:effectLst/>
                <a:latin typeface="Courier New" panose="02070309020205020404" pitchFamily="49" charset="0"/>
                <a:ea typeface="宋体" panose="02010600030101010101" pitchFamily="2" charset="-122"/>
              </a:rPr>
              <a:t>[</a:t>
            </a:r>
            <a:r>
              <a:rPr lang="en-US" altLang="zh-CN" kern="100" dirty="0" err="1">
                <a:effectLst/>
                <a:latin typeface="Courier New" panose="02070309020205020404" pitchFamily="49" charset="0"/>
                <a:ea typeface="宋体" panose="02010600030101010101" pitchFamily="2" charset="-122"/>
              </a:rPr>
              <a:t>i</a:t>
            </a:r>
            <a:r>
              <a:rPr lang="en-US" altLang="zh-CN" kern="100" dirty="0">
                <a:effectLst/>
                <a:latin typeface="Courier New" panose="02070309020205020404" pitchFamily="49" charset="0"/>
                <a:ea typeface="宋体" panose="02010600030101010101" pitchFamily="2" charset="-122"/>
              </a:rPr>
              <a:t>] * </a:t>
            </a:r>
            <a:endParaRPr lang="zh-CN" altLang="zh-CN" kern="100" dirty="0">
              <a:effectLst/>
              <a:latin typeface="Times New Roman" panose="02020603050405020304" pitchFamily="18" charset="0"/>
              <a:ea typeface="宋体" panose="02010600030101010101" pitchFamily="2" charset="-122"/>
            </a:endParaRPr>
          </a:p>
          <a:p>
            <a:pPr indent="270510" algn="just">
              <a:lnSpc>
                <a:spcPct val="120000"/>
              </a:lnSpc>
              <a:buNone/>
            </a:pPr>
            <a:r>
              <a:rPr lang="en-US" altLang="zh-CN" kern="100" dirty="0">
                <a:effectLst/>
                <a:latin typeface="Courier New" panose="02070309020205020404" pitchFamily="49" charset="0"/>
                <a:ea typeface="宋体" panose="02010600030101010101" pitchFamily="2" charset="-122"/>
              </a:rPr>
              <a:t>            HashFunc2(key) + bf-&gt;</a:t>
            </a:r>
            <a:r>
              <a:rPr lang="en-US" altLang="zh-CN" kern="100" dirty="0" err="1">
                <a:effectLst/>
                <a:latin typeface="Courier New" panose="02070309020205020404" pitchFamily="49" charset="0"/>
                <a:ea typeface="宋体" panose="02010600030101010101" pitchFamily="2" charset="-122"/>
              </a:rPr>
              <a:t>hashi</a:t>
            </a:r>
            <a:r>
              <a:rPr lang="en-US" altLang="zh-CN" kern="100" dirty="0">
                <a:effectLst/>
                <a:latin typeface="Courier New" panose="02070309020205020404" pitchFamily="49" charset="0"/>
                <a:ea typeface="宋体" panose="02010600030101010101" pitchFamily="2" charset="-122"/>
              </a:rPr>
              <a:t>[</a:t>
            </a:r>
            <a:r>
              <a:rPr lang="en-US" altLang="zh-CN" kern="100" dirty="0" err="1">
                <a:effectLst/>
                <a:latin typeface="Courier New" panose="02070309020205020404" pitchFamily="49" charset="0"/>
                <a:ea typeface="宋体" panose="02010600030101010101" pitchFamily="2" charset="-122"/>
              </a:rPr>
              <a:t>i</a:t>
            </a:r>
            <a:r>
              <a:rPr lang="en-US" altLang="zh-CN" kern="100" dirty="0">
                <a:effectLst/>
                <a:latin typeface="Courier New" panose="02070309020205020404" pitchFamily="49" charset="0"/>
                <a:ea typeface="宋体" panose="02010600030101010101" pitchFamily="2" charset="-122"/>
              </a:rPr>
              <a:t>] * bf-&gt;</a:t>
            </a:r>
            <a:r>
              <a:rPr lang="en-US" altLang="zh-CN" kern="100" dirty="0" err="1">
                <a:effectLst/>
                <a:latin typeface="Courier New" panose="02070309020205020404" pitchFamily="49" charset="0"/>
                <a:ea typeface="宋体" panose="02010600030101010101" pitchFamily="2" charset="-122"/>
              </a:rPr>
              <a:t>hashi</a:t>
            </a:r>
            <a:r>
              <a:rPr lang="en-US" altLang="zh-CN" kern="100" dirty="0">
                <a:effectLst/>
                <a:latin typeface="Courier New" panose="02070309020205020404" pitchFamily="49" charset="0"/>
                <a:ea typeface="宋体" panose="02010600030101010101" pitchFamily="2" charset="-122"/>
              </a:rPr>
              <a:t>[</a:t>
            </a:r>
            <a:r>
              <a:rPr lang="en-US" altLang="zh-CN" kern="100" dirty="0" err="1">
                <a:effectLst/>
                <a:latin typeface="Courier New" panose="02070309020205020404" pitchFamily="49" charset="0"/>
                <a:ea typeface="宋体" panose="02010600030101010101" pitchFamily="2" charset="-122"/>
              </a:rPr>
              <a:t>i</a:t>
            </a:r>
            <a:r>
              <a:rPr lang="en-US" altLang="zh-CN" kern="100" dirty="0">
                <a:effectLst/>
                <a:latin typeface="Courier New" panose="02070309020205020404" pitchFamily="49" charset="0"/>
                <a:ea typeface="宋体" panose="02010600030101010101" pitchFamily="2" charset="-122"/>
              </a:rPr>
              <a:t>]) % bf-&gt;M;</a:t>
            </a:r>
            <a:endParaRPr lang="zh-CN" altLang="zh-CN" kern="100" dirty="0">
              <a:effectLst/>
              <a:latin typeface="Times New Roman" panose="02020603050405020304" pitchFamily="18" charset="0"/>
              <a:ea typeface="宋体" panose="02010600030101010101" pitchFamily="2" charset="-122"/>
            </a:endParaRPr>
          </a:p>
          <a:p>
            <a:pPr indent="27051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return</a:t>
            </a:r>
            <a:r>
              <a:rPr lang="en-US" altLang="zh-CN" kern="100" dirty="0">
                <a:effectLst/>
                <a:latin typeface="Courier New" panose="02070309020205020404" pitchFamily="49" charset="0"/>
                <a:ea typeface="宋体" panose="02010600030101010101" pitchFamily="2" charset="-122"/>
              </a:rPr>
              <a:t>  h &gt;= 0 ? h : h + bf-&gt;M;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避免返回负值</a:t>
            </a:r>
          </a:p>
          <a:p>
            <a:pPr indent="271145" algn="just">
              <a:lnSpc>
                <a:spcPct val="120000"/>
              </a:lnSpc>
              <a:buNone/>
            </a:pPr>
            <a:r>
              <a:rPr lang="en-US" altLang="zh-CN" b="1" kern="100" dirty="0">
                <a:effectLst/>
                <a:latin typeface="Courier New" panose="02070309020205020404" pitchFamily="49" charset="0"/>
                <a:ea typeface="宋体" panose="02010600030101010101" pitchFamily="2" charset="-122"/>
              </a:rPr>
              <a:t>}</a:t>
            </a:r>
            <a:endParaRPr lang="zh-CN" altLang="zh-CN" kern="100" dirty="0">
              <a:effectLst/>
              <a:latin typeface="Times New Roman" panose="02020603050405020304" pitchFamily="18" charset="0"/>
              <a:ea typeface="宋体" panose="02010600030101010101" pitchFamily="2" charset="-122"/>
            </a:endParaRPr>
          </a:p>
          <a:p>
            <a:pPr indent="266700" algn="just">
              <a:lnSpc>
                <a:spcPct val="120000"/>
              </a:lnSpc>
              <a:spcBef>
                <a:spcPts val="600"/>
              </a:spcBef>
              <a:buNone/>
            </a:pPr>
            <a:r>
              <a:rPr lang="zh-CN" altLang="zh-CN" kern="100" dirty="0">
                <a:effectLst/>
                <a:latin typeface="Times New Roman" panose="02020603050405020304" pitchFamily="18" charset="0"/>
                <a:ea typeface="宋体" panose="02010600030101010101" pitchFamily="2" charset="-122"/>
              </a:rPr>
              <a:t>散列函数集合是通过使用双重散列并以</a:t>
            </a:r>
            <a:r>
              <a:rPr lang="en-US" altLang="zh-CN" i="1" kern="100" dirty="0">
                <a:effectLst/>
                <a:latin typeface="Times New Roman" panose="02020603050405020304" pitchFamily="18" charset="0"/>
                <a:ea typeface="宋体" panose="02010600030101010101" pitchFamily="2" charset="-122"/>
              </a:rPr>
              <a:t>k</a:t>
            </a:r>
            <a:r>
              <a:rPr lang="zh-CN" altLang="zh-CN" kern="100" dirty="0">
                <a:effectLst/>
                <a:latin typeface="Times New Roman" panose="02020603050405020304" pitchFamily="18" charset="0"/>
                <a:ea typeface="宋体" panose="02010600030101010101" pitchFamily="2" charset="-122"/>
              </a:rPr>
              <a:t>种不同方式组合两个参数构成的。相对于线性或二次散列来说，双重散列增加了可以获得的散列函数。散列函数的数量可从</a:t>
            </a:r>
            <a:r>
              <a:rPr lang="en-US" altLang="zh-CN" b="1" i="1" kern="100" dirty="0">
                <a:effectLst/>
                <a:latin typeface="Times New Roman" panose="02020603050405020304" pitchFamily="18" charset="0"/>
                <a:ea typeface="宋体" panose="02010600030101010101" pitchFamily="2" charset="-122"/>
              </a:rPr>
              <a:t>O</a:t>
            </a:r>
            <a:r>
              <a:rPr lang="en-US" altLang="zh-CN" kern="100" dirty="0">
                <a:effectLst/>
                <a:latin typeface="Times New Roman" panose="02020603050405020304" pitchFamily="18" charset="0"/>
                <a:ea typeface="宋体" panose="02010600030101010101" pitchFamily="2" charset="-122"/>
              </a:rPr>
              <a:t>(</a:t>
            </a:r>
            <a:r>
              <a:rPr lang="en-US" altLang="zh-CN" i="1" kern="100" dirty="0">
                <a:effectLst/>
                <a:latin typeface="Times New Roman" panose="02020603050405020304" pitchFamily="18" charset="0"/>
                <a:ea typeface="宋体" panose="02010600030101010101" pitchFamily="2" charset="-122"/>
              </a:rPr>
              <a:t>k</a:t>
            </a:r>
            <a:r>
              <a:rPr lang="en-US" altLang="zh-CN" kern="100" dirty="0">
                <a:effectLst/>
                <a:latin typeface="Times New Roman" panose="02020603050405020304" pitchFamily="18" charset="0"/>
                <a:ea typeface="宋体" panose="02010600030101010101" pitchFamily="2" charset="-122"/>
              </a:rPr>
              <a:t>)</a:t>
            </a:r>
            <a:r>
              <a:rPr lang="zh-CN" altLang="zh-CN" kern="100" dirty="0">
                <a:effectLst/>
                <a:latin typeface="Times New Roman" panose="02020603050405020304" pitchFamily="18" charset="0"/>
                <a:ea typeface="宋体" panose="02010600030101010101" pitchFamily="2" charset="-122"/>
              </a:rPr>
              <a:t>增长到</a:t>
            </a:r>
            <a:r>
              <a:rPr lang="en-US" altLang="zh-CN" b="1" i="1" kern="100" dirty="0">
                <a:effectLst/>
                <a:latin typeface="Times New Roman" panose="02020603050405020304" pitchFamily="18" charset="0"/>
                <a:ea typeface="宋体" panose="02010600030101010101" pitchFamily="2" charset="-122"/>
              </a:rPr>
              <a:t>O</a:t>
            </a:r>
            <a:r>
              <a:rPr lang="en-US" altLang="zh-CN" kern="100" dirty="0">
                <a:effectLst/>
                <a:latin typeface="Times New Roman" panose="02020603050405020304" pitchFamily="18" charset="0"/>
                <a:ea typeface="宋体" panose="02010600030101010101" pitchFamily="2" charset="-122"/>
              </a:rPr>
              <a:t>(</a:t>
            </a:r>
            <a:r>
              <a:rPr lang="en-US" altLang="zh-CN" i="1" kern="100" dirty="0" err="1">
                <a:effectLst/>
                <a:latin typeface="Times New Roman" panose="02020603050405020304" pitchFamily="18" charset="0"/>
                <a:ea typeface="宋体" panose="02010600030101010101" pitchFamily="2" charset="-122"/>
              </a:rPr>
              <a:t>k</a:t>
            </a:r>
            <a:r>
              <a:rPr lang="en-US" altLang="zh-CN" kern="100" baseline="30000" dirty="0" err="1">
                <a:effectLst/>
                <a:latin typeface="Times New Roman" panose="02020603050405020304" pitchFamily="18" charset="0"/>
                <a:ea typeface="宋体" panose="02010600030101010101" pitchFamily="2" charset="-122"/>
              </a:rPr>
              <a:t>2</a:t>
            </a:r>
            <a:r>
              <a:rPr lang="en-US" altLang="zh-CN" kern="100" dirty="0">
                <a:effectLst/>
                <a:latin typeface="Times New Roman" panose="02020603050405020304" pitchFamily="18" charset="0"/>
                <a:ea typeface="宋体" panose="02010600030101010101" pitchFamily="2" charset="-122"/>
              </a:rPr>
              <a:t>)</a:t>
            </a:r>
            <a:r>
              <a:rPr lang="zh-CN" altLang="zh-CN" kern="100" dirty="0">
                <a:effectLst/>
                <a:latin typeface="Times New Roman" panose="02020603050405020304" pitchFamily="18" charset="0"/>
                <a:ea typeface="宋体" panose="02010600030101010101" pitchFamily="2" charset="-122"/>
              </a:rPr>
              <a:t>。尽管如此，这与均匀散列所要保证的理想状态</a:t>
            </a:r>
            <a:r>
              <a:rPr lang="en-US" altLang="zh-CN" b="1" i="1" kern="100" dirty="0">
                <a:effectLst/>
                <a:latin typeface="Times New Roman" panose="02020603050405020304" pitchFamily="18" charset="0"/>
                <a:ea typeface="宋体" panose="02010600030101010101" pitchFamily="2" charset="-122"/>
              </a:rPr>
              <a:t>O</a:t>
            </a:r>
            <a:r>
              <a:rPr lang="en-US" altLang="zh-CN" kern="100" dirty="0">
                <a:effectLst/>
                <a:latin typeface="Times New Roman" panose="02020603050405020304" pitchFamily="18" charset="0"/>
                <a:ea typeface="宋体" panose="02010600030101010101" pitchFamily="2" charset="-122"/>
              </a:rPr>
              <a:t>(</a:t>
            </a:r>
            <a:r>
              <a:rPr lang="en-US" altLang="zh-CN" i="1" kern="100" dirty="0">
                <a:effectLst/>
                <a:latin typeface="Times New Roman" panose="02020603050405020304" pitchFamily="18" charset="0"/>
                <a:ea typeface="宋体" panose="02010600030101010101" pitchFamily="2" charset="-122"/>
              </a:rPr>
              <a:t>k</a:t>
            </a:r>
            <a:r>
              <a:rPr lang="en-US" altLang="zh-CN" kern="100" dirty="0">
                <a:effectLst/>
                <a:latin typeface="Times New Roman" panose="02020603050405020304" pitchFamily="18" charset="0"/>
                <a:ea typeface="宋体" panose="02010600030101010101" pitchFamily="2" charset="-122"/>
              </a:rPr>
              <a:t>!)</a:t>
            </a:r>
            <a:r>
              <a:rPr lang="zh-CN" altLang="zh-CN" kern="100" dirty="0">
                <a:effectLst/>
                <a:latin typeface="Times New Roman" panose="02020603050405020304" pitchFamily="18" charset="0"/>
                <a:ea typeface="宋体" panose="02010600030101010101" pitchFamily="2" charset="-122"/>
              </a:rPr>
              <a:t>仍然相去甚远。但在实际工作中，这已经足够，并且能够保持良好的性能（这意味着更低的碰撞率）。为了增加随机性，还可以用伪随机数列替换双重散列函数中的</a:t>
            </a:r>
            <a:r>
              <a:rPr lang="en-US" altLang="zh-CN" kern="100" dirty="0" err="1">
                <a:effectLst/>
                <a:latin typeface="Times New Roman" panose="02020603050405020304" pitchFamily="18" charset="0"/>
                <a:ea typeface="宋体" panose="02010600030101010101" pitchFamily="2" charset="-122"/>
              </a:rPr>
              <a:t>i</a:t>
            </a:r>
            <a:r>
              <a:rPr lang="zh-CN" altLang="zh-CN" kern="100" dirty="0">
                <a:effectLst/>
                <a:latin typeface="Times New Roman" panose="02020603050405020304" pitchFamily="18" charset="0"/>
                <a:ea typeface="宋体" panose="02010600030101010101" pitchFamily="2" charset="-122"/>
              </a:rPr>
              <a:t>值。</a:t>
            </a:r>
          </a:p>
        </p:txBody>
      </p:sp>
      <p:sp>
        <p:nvSpPr>
          <p:cNvPr id="6" name="文本框 5">
            <a:extLst>
              <a:ext uri="{FF2B5EF4-FFF2-40B4-BE49-F238E27FC236}">
                <a16:creationId xmlns:a16="http://schemas.microsoft.com/office/drawing/2014/main" id="{35FF1B08-1C3B-AA09-D1AC-F8AE61C3057D}"/>
              </a:ext>
            </a:extLst>
          </p:cNvPr>
          <p:cNvSpPr txBox="1"/>
          <p:nvPr/>
        </p:nvSpPr>
        <p:spPr>
          <a:xfrm>
            <a:off x="1031240" y="246206"/>
            <a:ext cx="5064760" cy="461665"/>
          </a:xfrm>
          <a:prstGeom prst="rect">
            <a:avLst/>
          </a:prstGeom>
          <a:noFill/>
        </p:spPr>
        <p:txBody>
          <a:bodyPr wrap="square">
            <a:spAutoFit/>
          </a:bodyPr>
          <a:lstStyle/>
          <a:p>
            <a:pPr marL="270510" algn="just">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黑体" panose="02010609060101010101" pitchFamily="49" charset="-122"/>
                <a:ea typeface="宋体" panose="02010600030101010101" pitchFamily="2" charset="-122"/>
              </a:rPr>
              <a:t>9.4.3  </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布隆过滤器基本型的实现</a:t>
            </a:r>
            <a:endPar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2361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1000"/>
                                        <p:tgtEl>
                                          <p:spTgt spid="4">
                                            <p:txEl>
                                              <p:pRg st="8" end="8"/>
                                            </p:txEl>
                                          </p:spTgt>
                                        </p:tgtEl>
                                      </p:cBhvr>
                                    </p:animEffect>
                                    <p:anim calcmode="lin" valueType="num">
                                      <p:cBhvr>
                                        <p:cTn id="5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1000"/>
                                        <p:tgtEl>
                                          <p:spTgt spid="7"/>
                                        </p:tgtEl>
                                      </p:cBhvr>
                                    </p:animEffect>
                                    <p:anim calcmode="lin" valueType="num">
                                      <p:cBhvr>
                                        <p:cTn id="55" dur="1000" fill="hold"/>
                                        <p:tgtEl>
                                          <p:spTgt spid="7"/>
                                        </p:tgtEl>
                                        <p:attrNameLst>
                                          <p:attrName>ppt_x</p:attrName>
                                        </p:attrNameLst>
                                      </p:cBhvr>
                                      <p:tavLst>
                                        <p:tav tm="0">
                                          <p:val>
                                            <p:strVal val="#ppt_x"/>
                                          </p:val>
                                        </p:tav>
                                        <p:tav tm="100000">
                                          <p:val>
                                            <p:strVal val="#ppt_x"/>
                                          </p:val>
                                        </p:tav>
                                      </p:tavLst>
                                    </p:anim>
                                    <p:anim calcmode="lin" valueType="num">
                                      <p:cBhvr>
                                        <p:cTn id="5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Effect transition="in" filter="fade">
                                      <p:cBhvr>
                                        <p:cTn id="61" dur="1000"/>
                                        <p:tgtEl>
                                          <p:spTgt spid="4">
                                            <p:txEl>
                                              <p:pRg st="9" end="9"/>
                                            </p:txEl>
                                          </p:spTgt>
                                        </p:tgtEl>
                                      </p:cBhvr>
                                    </p:animEffect>
                                    <p:anim calcmode="lin" valueType="num">
                                      <p:cBhvr>
                                        <p:cTn id="62"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5564DBB-0E48-3F25-98CB-7364073CBEA5}"/>
              </a:ext>
            </a:extLst>
          </p:cNvPr>
          <p:cNvSpPr>
            <a:spLocks noGrp="1"/>
          </p:cNvSpPr>
          <p:nvPr>
            <p:ph type="sldNum" sz="quarter" idx="12"/>
          </p:nvPr>
        </p:nvSpPr>
        <p:spPr/>
        <p:txBody>
          <a:bodyPr/>
          <a:lstStyle/>
          <a:p>
            <a:fld id="{D7C0FE0B-717B-41AE-9FA2-CA4BF851D1C3}" type="slidenum">
              <a:rPr lang="zh-CN" altLang="en-US" smtClean="0"/>
              <a:t>66</a:t>
            </a:fld>
            <a:endParaRPr lang="zh-CN" altLang="en-US"/>
          </a:p>
        </p:txBody>
      </p:sp>
      <p:sp>
        <p:nvSpPr>
          <p:cNvPr id="3" name="文本框 5">
            <a:extLst>
              <a:ext uri="{FF2B5EF4-FFF2-40B4-BE49-F238E27FC236}">
                <a16:creationId xmlns:a16="http://schemas.microsoft.com/office/drawing/2014/main" id="{35FF1B08-1C3B-AA09-D1AC-F8AE61C3057D}"/>
              </a:ext>
            </a:extLst>
          </p:cNvPr>
          <p:cNvSpPr txBox="1"/>
          <p:nvPr/>
        </p:nvSpPr>
        <p:spPr>
          <a:xfrm>
            <a:off x="1031240" y="236527"/>
            <a:ext cx="5862320"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70510" algn="just">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黑体" panose="02010609060101010101" pitchFamily="49" charset="-122"/>
                <a:ea typeface="宋体" panose="02010600030101010101" pitchFamily="2" charset="-122"/>
              </a:rPr>
              <a:t>9.4.3  </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布隆过滤器基本型的实现</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（续）</a:t>
            </a:r>
            <a:endPar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3912ED2D-6A0F-C474-E06A-534E30433F31}"/>
              </a:ext>
            </a:extLst>
          </p:cNvPr>
          <p:cNvSpPr txBox="1"/>
          <p:nvPr/>
        </p:nvSpPr>
        <p:spPr>
          <a:xfrm>
            <a:off x="411667" y="771866"/>
            <a:ext cx="4411964" cy="2593531"/>
          </a:xfrm>
          <a:prstGeom prst="rect">
            <a:avLst/>
          </a:prstGeom>
          <a:noFill/>
        </p:spPr>
        <p:txBody>
          <a:bodyPr wrap="square">
            <a:spAutoFit/>
          </a:bodyPr>
          <a:lstStyle/>
          <a:p>
            <a:pPr marL="270510" algn="just">
              <a:lnSpc>
                <a:spcPct val="150000"/>
              </a:lnSpc>
              <a:spcBef>
                <a:spcPts val="1400"/>
              </a:spcBef>
              <a:buNone/>
            </a:pPr>
            <a:r>
              <a:rPr lang="en-US"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．存储结构和构造函数</a:t>
            </a:r>
            <a:endParaRPr lang="zh-CN" altLang="zh-CN" sz="2000" b="1" kern="100" dirty="0">
              <a:solidFill>
                <a:srgbClr val="C00000"/>
              </a:solidFill>
              <a:effectLst/>
              <a:latin typeface="等线 Light" panose="02010600030101010101" pitchFamily="2" charset="-122"/>
              <a:ea typeface="等线 Light" panose="02010600030101010101" pitchFamily="2" charset="-122"/>
              <a:cs typeface="Times New Roman" panose="02020603050405020304" pitchFamily="18" charset="0"/>
            </a:endParaRPr>
          </a:p>
          <a:p>
            <a:pPr indent="266700" algn="just">
              <a:lnSpc>
                <a:spcPct val="120000"/>
              </a:lnSpc>
              <a:buNone/>
            </a:pPr>
            <a:r>
              <a:rPr lang="zh-CN" altLang="zh-CN" kern="100" dirty="0">
                <a:effectLst/>
                <a:latin typeface="Times New Roman" panose="02020603050405020304" pitchFamily="18" charset="0"/>
                <a:ea typeface="宋体" panose="02010600030101010101" pitchFamily="2" charset="-122"/>
              </a:rPr>
              <a:t>以含位向量</a:t>
            </a:r>
            <a:r>
              <a:rPr lang="en-US" altLang="zh-CN" kern="100" dirty="0" err="1">
                <a:effectLst/>
                <a:latin typeface="Courier New" panose="02070309020205020404" pitchFamily="49" charset="0"/>
                <a:ea typeface="宋体" panose="02010600030101010101" pitchFamily="2" charset="-122"/>
              </a:rPr>
              <a:t>BitsVector</a:t>
            </a:r>
            <a:r>
              <a:rPr lang="zh-CN" altLang="zh-CN" kern="100" dirty="0">
                <a:effectLst/>
                <a:latin typeface="Times New Roman" panose="02020603050405020304" pitchFamily="18" charset="0"/>
                <a:ea typeface="宋体" panose="02010600030101010101" pitchFamily="2" charset="-122"/>
              </a:rPr>
              <a:t>和散列函数相关参数域的结构体作为基本型布隆过滤器的存储结构。</a:t>
            </a:r>
          </a:p>
          <a:p>
            <a:pPr indent="266700" algn="just">
              <a:lnSpc>
                <a:spcPct val="120000"/>
              </a:lnSpc>
              <a:spcBef>
                <a:spcPts val="600"/>
              </a:spcBef>
              <a:buNone/>
            </a:pPr>
            <a:r>
              <a:rPr lang="zh-CN" altLang="zh-CN" kern="100" dirty="0">
                <a:effectLst/>
                <a:latin typeface="Times New Roman" panose="02020603050405020304" pitchFamily="18" charset="0"/>
                <a:ea typeface="宋体" panose="02010600030101010101" pitchFamily="2" charset="-122"/>
              </a:rPr>
              <a:t>构造函数的主要任务是设置布隆过滤器的所有内部状态，确定需要分配的资源，从而使存储容量能够满足预定准确率。</a:t>
            </a:r>
          </a:p>
        </p:txBody>
      </p:sp>
      <p:sp>
        <p:nvSpPr>
          <p:cNvPr id="6" name="文本框 5">
            <a:extLst>
              <a:ext uri="{FF2B5EF4-FFF2-40B4-BE49-F238E27FC236}">
                <a16:creationId xmlns:a16="http://schemas.microsoft.com/office/drawing/2014/main" id="{38F816AF-CBA0-5764-796D-E8AA415F5C72}"/>
              </a:ext>
            </a:extLst>
          </p:cNvPr>
          <p:cNvSpPr txBox="1"/>
          <p:nvPr/>
        </p:nvSpPr>
        <p:spPr>
          <a:xfrm>
            <a:off x="244060" y="3490605"/>
            <a:ext cx="7792720" cy="3066096"/>
          </a:xfrm>
          <a:prstGeom prst="rect">
            <a:avLst/>
          </a:prstGeom>
          <a:noFill/>
        </p:spPr>
        <p:txBody>
          <a:bodyPr wrap="square">
            <a:spAutoFit/>
          </a:bodyPr>
          <a:lstStyle/>
          <a:p>
            <a:pPr indent="203835" algn="just">
              <a:lnSpc>
                <a:spcPct val="120000"/>
              </a:lnSpc>
              <a:buNone/>
            </a:pPr>
            <a:r>
              <a:rPr lang="en-US" altLang="zh-CN" b="1" kern="100" dirty="0">
                <a:effectLst/>
                <a:latin typeface="Courier New" panose="02070309020205020404" pitchFamily="49" charset="0"/>
                <a:ea typeface="宋体" panose="02010600030101010101" pitchFamily="2" charset="-122"/>
              </a:rPr>
              <a:t>typedef</a:t>
            </a: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struct</a:t>
            </a: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a:t>
            </a:r>
            <a:endParaRPr lang="zh-CN" altLang="zh-CN" kern="100" dirty="0">
              <a:effectLst/>
              <a:latin typeface="Times New Roman" panose="02020603050405020304" pitchFamily="18" charset="0"/>
              <a:ea typeface="宋体" panose="02010600030101010101" pitchFamily="2" charset="-122"/>
            </a:endParaRPr>
          </a:p>
          <a:p>
            <a:pPr indent="356870" algn="just">
              <a:lnSpc>
                <a:spcPct val="120000"/>
              </a:lnSpc>
              <a:buNone/>
            </a:pPr>
            <a:r>
              <a:rPr lang="en-US" altLang="zh-CN" b="1" kern="100" dirty="0">
                <a:effectLst/>
                <a:latin typeface="Courier New" panose="02070309020205020404" pitchFamily="49" charset="0"/>
                <a:ea typeface="宋体" panose="02010600030101010101" pitchFamily="2" charset="-122"/>
              </a:rPr>
              <a:t>  int</a:t>
            </a:r>
            <a:r>
              <a:rPr lang="en-US" altLang="zh-CN" kern="100" dirty="0">
                <a:effectLst/>
                <a:latin typeface="Courier New" panose="02070309020205020404" pitchFamily="49" charset="0"/>
                <a:ea typeface="宋体" panose="02010600030101010101" pitchFamily="2" charset="-122"/>
              </a:rPr>
              <a:t>   size;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rPr>
              <a:t>// </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键实际个数</a:t>
            </a:r>
            <a:endParaRPr lang="zh-CN" altLang="zh-CN" kern="100" dirty="0">
              <a:solidFill>
                <a:schemeClr val="accent6">
                  <a:lumMod val="75000"/>
                </a:schemeClr>
              </a:solidFill>
              <a:effectLst/>
              <a:latin typeface="Times New Roman" panose="02020603050405020304" pitchFamily="18" charset="0"/>
              <a:ea typeface="宋体" panose="02010600030101010101" pitchFamily="2" charset="-122"/>
            </a:endParaRPr>
          </a:p>
          <a:p>
            <a:pPr indent="20320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maxSize</a:t>
            </a:r>
            <a:r>
              <a:rPr lang="en-US" altLang="zh-CN"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键最大个数</a:t>
            </a:r>
          </a:p>
          <a:p>
            <a:pPr indent="20320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M;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容量</a:t>
            </a:r>
            <a:r>
              <a:rPr lang="en-US" altLang="zh-CN" kern="100" dirty="0">
                <a:solidFill>
                  <a:schemeClr val="accent6">
                    <a:lumMod val="75000"/>
                  </a:schemeClr>
                </a:solidFill>
                <a:latin typeface="Courier New" panose="02070309020205020404" pitchFamily="49" charset="0"/>
                <a:ea typeface="宋体" panose="02010600030101010101" pitchFamily="2" charset="-122"/>
              </a:rPr>
              <a:t>(</a:t>
            </a:r>
            <a:r>
              <a:rPr lang="zh-CN" altLang="en-US" kern="100" dirty="0">
                <a:solidFill>
                  <a:schemeClr val="accent6">
                    <a:lumMod val="75000"/>
                  </a:schemeClr>
                </a:solidFill>
                <a:latin typeface="Courier New" panose="02070309020205020404" pitchFamily="49" charset="0"/>
                <a:ea typeface="宋体" panose="02010600030101010101" pitchFamily="2" charset="-122"/>
              </a:rPr>
              <a:t>二进位的个数</a:t>
            </a:r>
            <a:r>
              <a:rPr lang="en-US" altLang="zh-CN" kern="100" dirty="0">
                <a:solidFill>
                  <a:schemeClr val="accent6">
                    <a:lumMod val="75000"/>
                  </a:schemeClr>
                </a:solidFill>
                <a:latin typeface="Courier New" panose="02070309020205020404" pitchFamily="49" charset="0"/>
                <a:ea typeface="宋体" panose="02010600030101010101" pitchFamily="2" charset="-122"/>
              </a:rPr>
              <a:t>)</a:t>
            </a:r>
            <a:endParaRPr lang="zh-CN" altLang="zh-CN" kern="100" dirty="0">
              <a:solidFill>
                <a:schemeClr val="accent6">
                  <a:lumMod val="75000"/>
                </a:schemeClr>
              </a:solidFill>
              <a:latin typeface="Courier New" panose="02070309020205020404" pitchFamily="49" charset="0"/>
              <a:ea typeface="宋体" panose="02010600030101010101" pitchFamily="2" charset="-122"/>
            </a:endParaRPr>
          </a:p>
          <a:p>
            <a:pPr indent="20320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K;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初始化确定的散列函数个数</a:t>
            </a:r>
          </a:p>
          <a:p>
            <a:pPr indent="20320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hashi</a:t>
            </a:r>
            <a:r>
              <a:rPr lang="en-US" altLang="zh-CN"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存储初始化时为各散列函数生成的随机参数</a:t>
            </a:r>
          </a:p>
          <a:p>
            <a:pPr indent="20320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b="1" kern="100" dirty="0">
                <a:effectLst/>
                <a:latin typeface="Courier New" panose="02070309020205020404" pitchFamily="49" charset="0"/>
                <a:ea typeface="宋体" panose="02010600030101010101" pitchFamily="2" charset="-122"/>
              </a:rPr>
              <a:t>int</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hashvs</a:t>
            </a:r>
            <a:r>
              <a:rPr lang="en-US" altLang="zh-CN"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存储最新求得</a:t>
            </a:r>
            <a:r>
              <a:rPr lang="en-US" altLang="zh-CN" kern="100" dirty="0">
                <a:solidFill>
                  <a:schemeClr val="accent6">
                    <a:lumMod val="75000"/>
                  </a:schemeClr>
                </a:solidFill>
                <a:latin typeface="Courier New" panose="02070309020205020404" pitchFamily="49" charset="0"/>
                <a:ea typeface="宋体" panose="02010600030101010101" pitchFamily="2" charset="-122"/>
              </a:rPr>
              <a:t>K</a:t>
            </a:r>
            <a:r>
              <a:rPr lang="zh-CN" altLang="zh-CN" kern="100" dirty="0">
                <a:solidFill>
                  <a:schemeClr val="accent6">
                    <a:lumMod val="75000"/>
                  </a:schemeClr>
                </a:solidFill>
                <a:latin typeface="Courier New" panose="02070309020205020404" pitchFamily="49" charset="0"/>
                <a:ea typeface="宋体" panose="02010600030101010101" pitchFamily="2" charset="-122"/>
              </a:rPr>
              <a:t>个散列值</a:t>
            </a:r>
          </a:p>
          <a:p>
            <a:pPr indent="203200" algn="just">
              <a:lnSpc>
                <a:spcPct val="120000"/>
              </a:lnSpc>
              <a:buNone/>
            </a:pP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BitsVector</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bv</a:t>
            </a:r>
            <a:r>
              <a:rPr lang="en-US" altLang="zh-CN"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位向量</a:t>
            </a:r>
          </a:p>
          <a:p>
            <a:pPr indent="203835" algn="just">
              <a:lnSpc>
                <a:spcPct val="120000"/>
              </a:lnSpc>
              <a:spcAft>
                <a:spcPts val="600"/>
              </a:spcAft>
              <a:buNone/>
            </a:pPr>
            <a:r>
              <a:rPr lang="en-US" altLang="zh-CN" b="1" kern="100" dirty="0">
                <a:effectLst/>
                <a:latin typeface="Courier New" panose="02070309020205020404" pitchFamily="49" charset="0"/>
                <a:ea typeface="宋体" panose="02010600030101010101" pitchFamily="2" charset="-122"/>
              </a:rPr>
              <a:t>}</a:t>
            </a:r>
            <a:r>
              <a:rPr lang="en-US" altLang="zh-CN" kern="100" dirty="0">
                <a:effectLst/>
                <a:latin typeface="Courier New" panose="02070309020205020404" pitchFamily="49" charset="0"/>
                <a:ea typeface="宋体" panose="02010600030101010101" pitchFamily="2" charset="-122"/>
              </a:rPr>
              <a:t> *</a:t>
            </a:r>
            <a:r>
              <a:rPr lang="en-US" altLang="zh-CN" kern="100" dirty="0" err="1">
                <a:effectLst/>
                <a:latin typeface="Courier New" panose="02070309020205020404" pitchFamily="49" charset="0"/>
                <a:ea typeface="宋体" panose="02010600030101010101" pitchFamily="2" charset="-122"/>
              </a:rPr>
              <a:t>BloomFilter</a:t>
            </a:r>
            <a:r>
              <a:rPr lang="en-US" altLang="zh-CN" kern="100" dirty="0">
                <a:effectLst/>
                <a:latin typeface="Courier New" panose="02070309020205020404" pitchFamily="49" charset="0"/>
                <a:ea typeface="宋体" panose="02010600030101010101" pitchFamily="2" charset="-122"/>
              </a:rPr>
              <a:t>;    </a:t>
            </a:r>
            <a:r>
              <a:rPr lang="en-US" altLang="zh-CN" kern="100" dirty="0">
                <a:solidFill>
                  <a:schemeClr val="accent6">
                    <a:lumMod val="75000"/>
                  </a:schemeClr>
                </a:solidFill>
                <a:latin typeface="Courier New" panose="02070309020205020404" pitchFamily="49" charset="0"/>
                <a:ea typeface="宋体" panose="02010600030101010101" pitchFamily="2" charset="-122"/>
              </a:rPr>
              <a:t>// </a:t>
            </a:r>
            <a:r>
              <a:rPr lang="zh-CN" altLang="zh-CN" kern="100" dirty="0">
                <a:solidFill>
                  <a:schemeClr val="accent6">
                    <a:lumMod val="75000"/>
                  </a:schemeClr>
                </a:solidFill>
                <a:latin typeface="Courier New" panose="02070309020205020404" pitchFamily="49" charset="0"/>
                <a:ea typeface="宋体" panose="02010600030101010101" pitchFamily="2" charset="-122"/>
              </a:rPr>
              <a:t>布隆过滤器指针类型</a:t>
            </a:r>
          </a:p>
        </p:txBody>
      </p:sp>
      <p:graphicFrame>
        <p:nvGraphicFramePr>
          <p:cNvPr id="7" name="表格 6">
            <a:extLst>
              <a:ext uri="{FF2B5EF4-FFF2-40B4-BE49-F238E27FC236}">
                <a16:creationId xmlns:a16="http://schemas.microsoft.com/office/drawing/2014/main" id="{5F6D010A-189B-FD8F-90C9-BB1B4B2311DE}"/>
              </a:ext>
            </a:extLst>
          </p:cNvPr>
          <p:cNvGraphicFramePr>
            <a:graphicFrameLocks noGrp="1"/>
          </p:cNvGraphicFramePr>
          <p:nvPr>
            <p:extLst>
              <p:ext uri="{D42A27DB-BD31-4B8C-83A1-F6EECF244321}">
                <p14:modId xmlns:p14="http://schemas.microsoft.com/office/powerpoint/2010/main" val="176201883"/>
              </p:ext>
            </p:extLst>
          </p:nvPr>
        </p:nvGraphicFramePr>
        <p:xfrm>
          <a:off x="5790012" y="1217376"/>
          <a:ext cx="1845426" cy="2595880"/>
        </p:xfrm>
        <a:graphic>
          <a:graphicData uri="http://schemas.openxmlformats.org/drawingml/2006/table">
            <a:tbl>
              <a:tblPr firstRow="1" bandRow="1">
                <a:tableStyleId>{5940675A-B579-460E-94D1-54222C63F5DA}</a:tableStyleId>
              </a:tblPr>
              <a:tblGrid>
                <a:gridCol w="1158240">
                  <a:extLst>
                    <a:ext uri="{9D8B030D-6E8A-4147-A177-3AD203B41FA5}">
                      <a16:colId xmlns:a16="http://schemas.microsoft.com/office/drawing/2014/main" val="657014307"/>
                    </a:ext>
                  </a:extLst>
                </a:gridCol>
                <a:gridCol w="687186">
                  <a:extLst>
                    <a:ext uri="{9D8B030D-6E8A-4147-A177-3AD203B41FA5}">
                      <a16:colId xmlns:a16="http://schemas.microsoft.com/office/drawing/2014/main" val="2052455180"/>
                    </a:ext>
                  </a:extLst>
                </a:gridCol>
              </a:tblGrid>
              <a:tr h="370840">
                <a:tc>
                  <a:txBody>
                    <a:bodyPr/>
                    <a:lstStyle/>
                    <a:p>
                      <a:pPr algn="r"/>
                      <a:r>
                        <a:rPr lang="en-US" altLang="zh-CN" dirty="0">
                          <a:latin typeface="Courier New" panose="02070309020205020404" pitchFamily="49" charset="0"/>
                          <a:cs typeface="Courier New" panose="02070309020205020404" pitchFamily="49" charset="0"/>
                        </a:rPr>
                        <a:t>size</a:t>
                      </a:r>
                      <a:endParaRPr lang="zh-CN" altLang="en-US" dirty="0">
                        <a:latin typeface="Courier New" panose="02070309020205020404" pitchFamily="49" charset="0"/>
                        <a:cs typeface="Courier New" panose="020703090202050204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CN" b="1" dirty="0"/>
                        <a:t>0</a:t>
                      </a:r>
                      <a:endParaRPr lang="zh-CN" altLang="en-US" b="1" dirty="0"/>
                    </a:p>
                  </a:txBody>
                  <a:tcPr marL="0" marR="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877521208"/>
                  </a:ext>
                </a:extLst>
              </a:tr>
              <a:tr h="370840">
                <a:tc>
                  <a:txBody>
                    <a:bodyPr/>
                    <a:lstStyle/>
                    <a:p>
                      <a:pPr algn="r"/>
                      <a:r>
                        <a:rPr lang="en-US" altLang="zh-CN" dirty="0" err="1">
                          <a:latin typeface="Courier New" panose="02070309020205020404" pitchFamily="49" charset="0"/>
                          <a:cs typeface="Courier New" panose="02070309020205020404" pitchFamily="49" charset="0"/>
                        </a:rPr>
                        <a:t>maxSize</a:t>
                      </a:r>
                      <a:endParaRPr lang="zh-CN" altLang="en-US" dirty="0">
                        <a:latin typeface="Courier New" panose="02070309020205020404" pitchFamily="49" charset="0"/>
                        <a:cs typeface="Courier New" panose="020703090202050204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t>10000</a:t>
                      </a:r>
                      <a:endParaRPr lang="zh-CN" altLang="en-US" b="1" dirty="0"/>
                    </a:p>
                  </a:txBody>
                  <a:tcPr marL="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25232122"/>
                  </a:ext>
                </a:extLst>
              </a:tr>
              <a:tr h="370840">
                <a:tc>
                  <a:txBody>
                    <a:bodyPr/>
                    <a:lstStyle/>
                    <a:p>
                      <a:pPr algn="r"/>
                      <a:r>
                        <a:rPr lang="en-US" altLang="zh-CN" dirty="0">
                          <a:latin typeface="Courier New" panose="02070309020205020404" pitchFamily="49" charset="0"/>
                          <a:cs typeface="Courier New" panose="02070309020205020404" pitchFamily="49" charset="0"/>
                        </a:rPr>
                        <a:t>M</a:t>
                      </a:r>
                      <a:endParaRPr lang="zh-CN" altLang="en-US" dirty="0">
                        <a:latin typeface="Courier New" panose="02070309020205020404" pitchFamily="49" charset="0"/>
                        <a:cs typeface="Courier New" panose="020703090202050204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t>66996</a:t>
                      </a:r>
                      <a:endParaRPr lang="zh-CN" altLang="en-US" b="1" dirty="0"/>
                    </a:p>
                  </a:txBody>
                  <a:tcPr marL="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801427058"/>
                  </a:ext>
                </a:extLst>
              </a:tr>
              <a:tr h="370840">
                <a:tc>
                  <a:txBody>
                    <a:bodyPr/>
                    <a:lstStyle/>
                    <a:p>
                      <a:pPr algn="r"/>
                      <a:r>
                        <a:rPr lang="en-US" altLang="zh-CN" dirty="0">
                          <a:latin typeface="Courier New" panose="02070309020205020404" pitchFamily="49" charset="0"/>
                          <a:cs typeface="Courier New" panose="02070309020205020404" pitchFamily="49" charset="0"/>
                        </a:rPr>
                        <a:t>K</a:t>
                      </a:r>
                      <a:endParaRPr lang="zh-CN" altLang="en-US" dirty="0">
                        <a:latin typeface="Courier New" panose="02070309020205020404" pitchFamily="49" charset="0"/>
                        <a:cs typeface="Courier New" panose="020703090202050204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t>8</a:t>
                      </a:r>
                      <a:endParaRPr lang="zh-CN" altLang="en-US" b="1" dirty="0"/>
                    </a:p>
                  </a:txBody>
                  <a:tcPr marL="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19544125"/>
                  </a:ext>
                </a:extLst>
              </a:tr>
              <a:tr h="370840">
                <a:tc>
                  <a:txBody>
                    <a:bodyPr/>
                    <a:lstStyle/>
                    <a:p>
                      <a:pPr algn="r"/>
                      <a:r>
                        <a:rPr lang="en-US" altLang="zh-CN" dirty="0">
                          <a:latin typeface="Courier New" panose="02070309020205020404" pitchFamily="49" charset="0"/>
                          <a:cs typeface="Courier New" panose="02070309020205020404" pitchFamily="49" charset="0"/>
                        </a:rPr>
                        <a:t>Hashi</a:t>
                      </a:r>
                      <a:endParaRPr lang="zh-CN" altLang="en-US" dirty="0">
                        <a:latin typeface="Courier New" panose="02070309020205020404" pitchFamily="49" charset="0"/>
                        <a:cs typeface="Courier New" panose="020703090202050204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49941912"/>
                  </a:ext>
                </a:extLst>
              </a:tr>
              <a:tr h="370840">
                <a:tc>
                  <a:txBody>
                    <a:bodyPr/>
                    <a:lstStyle/>
                    <a:p>
                      <a:pPr algn="r"/>
                      <a:r>
                        <a:rPr lang="en-US" altLang="zh-CN" dirty="0" err="1">
                          <a:latin typeface="Courier New" panose="02070309020205020404" pitchFamily="49" charset="0"/>
                          <a:cs typeface="Courier New" panose="02070309020205020404" pitchFamily="49" charset="0"/>
                        </a:rPr>
                        <a:t>hashvs</a:t>
                      </a:r>
                      <a:endParaRPr lang="zh-CN" altLang="en-US" dirty="0">
                        <a:latin typeface="Courier New" panose="02070309020205020404" pitchFamily="49" charset="0"/>
                        <a:cs typeface="Courier New" panose="020703090202050204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45144677"/>
                  </a:ext>
                </a:extLst>
              </a:tr>
              <a:tr h="370840">
                <a:tc>
                  <a:txBody>
                    <a:bodyPr/>
                    <a:lstStyle/>
                    <a:p>
                      <a:pPr algn="r"/>
                      <a:r>
                        <a:rPr lang="en-US" altLang="zh-CN" dirty="0" err="1">
                          <a:latin typeface="Courier New" panose="02070309020205020404" pitchFamily="49" charset="0"/>
                          <a:cs typeface="Courier New" panose="02070309020205020404" pitchFamily="49" charset="0"/>
                        </a:rPr>
                        <a:t>bv</a:t>
                      </a:r>
                      <a:endParaRPr lang="zh-CN" altLang="en-US" dirty="0">
                        <a:latin typeface="Courier New" panose="02070309020205020404" pitchFamily="49" charset="0"/>
                        <a:cs typeface="Courier New" panose="020703090202050204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18502738"/>
                  </a:ext>
                </a:extLst>
              </a:tr>
            </a:tbl>
          </a:graphicData>
        </a:graphic>
      </p:graphicFrame>
      <p:grpSp>
        <p:nvGrpSpPr>
          <p:cNvPr id="11" name="组合 10">
            <a:extLst>
              <a:ext uri="{FF2B5EF4-FFF2-40B4-BE49-F238E27FC236}">
                <a16:creationId xmlns:a16="http://schemas.microsoft.com/office/drawing/2014/main" id="{A1B4044E-54D4-3392-7EAB-0696431B0D9A}"/>
              </a:ext>
            </a:extLst>
          </p:cNvPr>
          <p:cNvGrpSpPr/>
          <p:nvPr/>
        </p:nvGrpSpPr>
        <p:grpSpPr>
          <a:xfrm>
            <a:off x="6371139" y="791358"/>
            <a:ext cx="597590" cy="440243"/>
            <a:chOff x="6961450" y="817903"/>
            <a:chExt cx="597590" cy="440243"/>
          </a:xfrm>
        </p:grpSpPr>
        <p:sp>
          <p:nvSpPr>
            <p:cNvPr id="8" name="文本框 7">
              <a:extLst>
                <a:ext uri="{FF2B5EF4-FFF2-40B4-BE49-F238E27FC236}">
                  <a16:creationId xmlns:a16="http://schemas.microsoft.com/office/drawing/2014/main" id="{C682CA75-E02F-7480-296F-D019F38F3A22}"/>
                </a:ext>
              </a:extLst>
            </p:cNvPr>
            <p:cNvSpPr txBox="1"/>
            <p:nvPr/>
          </p:nvSpPr>
          <p:spPr>
            <a:xfrm>
              <a:off x="6961450" y="817903"/>
              <a:ext cx="368691" cy="369332"/>
            </a:xfrm>
            <a:prstGeom prst="rect">
              <a:avLst/>
            </a:prstGeom>
            <a:noFill/>
          </p:spPr>
          <p:txBody>
            <a:bodyPr wrap="none" lIns="0" tIns="0" rIns="0" bIns="0"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BF</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0" name="直接箭头连接符 9">
              <a:extLst>
                <a:ext uri="{FF2B5EF4-FFF2-40B4-BE49-F238E27FC236}">
                  <a16:creationId xmlns:a16="http://schemas.microsoft.com/office/drawing/2014/main" id="{F51FC55A-9822-D671-F2AB-C8ECB369BFAD}"/>
                </a:ext>
              </a:extLst>
            </p:cNvPr>
            <p:cNvCxnSpPr/>
            <p:nvPr/>
          </p:nvCxnSpPr>
          <p:spPr>
            <a:xfrm>
              <a:off x="7317740" y="1061720"/>
              <a:ext cx="241300" cy="196426"/>
            </a:xfrm>
            <a:prstGeom prst="straightConnector1">
              <a:avLst/>
            </a:prstGeom>
            <a:ln>
              <a:solidFill>
                <a:srgbClr val="C00000"/>
              </a:solidFill>
              <a:tailEnd type="triangle" w="med" len="lg"/>
            </a:ln>
          </p:spPr>
          <p:style>
            <a:lnRef idx="2">
              <a:schemeClr val="accent1"/>
            </a:lnRef>
            <a:fillRef idx="0">
              <a:schemeClr val="accent1"/>
            </a:fillRef>
            <a:effectRef idx="1">
              <a:schemeClr val="accent1"/>
            </a:effectRef>
            <a:fontRef idx="minor">
              <a:schemeClr val="tx1"/>
            </a:fontRef>
          </p:style>
        </p:cxnSp>
      </p:grpSp>
      <p:graphicFrame>
        <p:nvGraphicFramePr>
          <p:cNvPr id="12" name="表格 11">
            <a:extLst>
              <a:ext uri="{FF2B5EF4-FFF2-40B4-BE49-F238E27FC236}">
                <a16:creationId xmlns:a16="http://schemas.microsoft.com/office/drawing/2014/main" id="{52BFD907-D019-3867-582D-3B2F3F9F43ED}"/>
              </a:ext>
            </a:extLst>
          </p:cNvPr>
          <p:cNvGraphicFramePr>
            <a:graphicFrameLocks noGrp="1"/>
          </p:cNvGraphicFramePr>
          <p:nvPr>
            <p:extLst>
              <p:ext uri="{D42A27DB-BD31-4B8C-83A1-F6EECF244321}">
                <p14:modId xmlns:p14="http://schemas.microsoft.com/office/powerpoint/2010/main" val="1691997746"/>
              </p:ext>
            </p:extLst>
          </p:nvPr>
        </p:nvGraphicFramePr>
        <p:xfrm>
          <a:off x="7919316" y="2743623"/>
          <a:ext cx="3060304" cy="274320"/>
        </p:xfrm>
        <a:graphic>
          <a:graphicData uri="http://schemas.openxmlformats.org/drawingml/2006/table">
            <a:tbl>
              <a:tblPr firstRow="1" bandRow="1">
                <a:tableStyleId>{5940675A-B579-460E-94D1-54222C63F5DA}</a:tableStyleId>
              </a:tblPr>
              <a:tblGrid>
                <a:gridCol w="765076">
                  <a:extLst>
                    <a:ext uri="{9D8B030D-6E8A-4147-A177-3AD203B41FA5}">
                      <a16:colId xmlns:a16="http://schemas.microsoft.com/office/drawing/2014/main" val="751738302"/>
                    </a:ext>
                  </a:extLst>
                </a:gridCol>
                <a:gridCol w="765076">
                  <a:extLst>
                    <a:ext uri="{9D8B030D-6E8A-4147-A177-3AD203B41FA5}">
                      <a16:colId xmlns:a16="http://schemas.microsoft.com/office/drawing/2014/main" val="2362859588"/>
                    </a:ext>
                  </a:extLst>
                </a:gridCol>
                <a:gridCol w="765076">
                  <a:extLst>
                    <a:ext uri="{9D8B030D-6E8A-4147-A177-3AD203B41FA5}">
                      <a16:colId xmlns:a16="http://schemas.microsoft.com/office/drawing/2014/main" val="2409602680"/>
                    </a:ext>
                  </a:extLst>
                </a:gridCol>
                <a:gridCol w="765076">
                  <a:extLst>
                    <a:ext uri="{9D8B030D-6E8A-4147-A177-3AD203B41FA5}">
                      <a16:colId xmlns:a16="http://schemas.microsoft.com/office/drawing/2014/main" val="3525967834"/>
                    </a:ext>
                  </a:extLst>
                </a:gridCol>
              </a:tblGrid>
              <a:tr h="223855">
                <a:tc>
                  <a:txBody>
                    <a:bodyPr/>
                    <a:lstStyle/>
                    <a:p>
                      <a:pPr algn="ctr"/>
                      <a:r>
                        <a:rPr lang="en-US" altLang="zh-CN" dirty="0"/>
                        <a:t>49082</a:t>
                      </a:r>
                      <a:endParaRPr lang="zh-CN" altLang="en-US" dirty="0"/>
                    </a:p>
                  </a:txBody>
                  <a:tcPr marL="0" marR="0" marT="0" marB="0">
                    <a:solidFill>
                      <a:schemeClr val="accent2">
                        <a:lumMod val="20000"/>
                        <a:lumOff val="80000"/>
                      </a:schemeClr>
                    </a:solidFill>
                  </a:tcPr>
                </a:tc>
                <a:tc>
                  <a:txBody>
                    <a:bodyPr/>
                    <a:lstStyle/>
                    <a:p>
                      <a:pPr algn="ctr"/>
                      <a:r>
                        <a:rPr lang="en-US" altLang="zh-CN" dirty="0"/>
                        <a:t>8077</a:t>
                      </a:r>
                      <a:endParaRPr lang="zh-CN" altLang="en-US" dirty="0"/>
                    </a:p>
                  </a:txBody>
                  <a:tcPr marL="0" marR="0" marT="0" marB="0">
                    <a:solidFill>
                      <a:schemeClr val="accent2">
                        <a:lumMod val="20000"/>
                        <a:lumOff val="80000"/>
                      </a:schemeClr>
                    </a:solidFill>
                  </a:tcPr>
                </a:tc>
                <a:tc>
                  <a:txBody>
                    <a:bodyPr/>
                    <a:lstStyle/>
                    <a:p>
                      <a:pPr algn="ctr"/>
                      <a:r>
                        <a:rPr lang="en-US" altLang="zh-CN" dirty="0">
                          <a:latin typeface="+mj-ea"/>
                          <a:ea typeface="+mj-ea"/>
                        </a:rPr>
                        <a:t>…</a:t>
                      </a:r>
                      <a:endParaRPr lang="zh-CN" altLang="en-US" dirty="0">
                        <a:latin typeface="+mj-ea"/>
                        <a:ea typeface="+mj-ea"/>
                      </a:endParaRPr>
                    </a:p>
                  </a:txBody>
                  <a:tcPr marL="0" marR="0" marT="0" marB="0">
                    <a:solidFill>
                      <a:schemeClr val="accent2">
                        <a:lumMod val="20000"/>
                        <a:lumOff val="80000"/>
                      </a:schemeClr>
                    </a:solidFill>
                  </a:tcPr>
                </a:tc>
                <a:tc>
                  <a:txBody>
                    <a:bodyPr/>
                    <a:lstStyle/>
                    <a:p>
                      <a:pPr algn="ctr"/>
                      <a:r>
                        <a:rPr lang="en-US" altLang="zh-CN" dirty="0"/>
                        <a:t>63625</a:t>
                      </a:r>
                      <a:endParaRPr lang="zh-CN" altLang="en-US" dirty="0"/>
                    </a:p>
                  </a:txBody>
                  <a:tcPr marL="0" marR="0" marT="0" marB="0">
                    <a:solidFill>
                      <a:schemeClr val="accent2">
                        <a:lumMod val="20000"/>
                        <a:lumOff val="80000"/>
                      </a:schemeClr>
                    </a:solidFill>
                  </a:tcPr>
                </a:tc>
                <a:extLst>
                  <a:ext uri="{0D108BD9-81ED-4DB2-BD59-A6C34878D82A}">
                    <a16:rowId xmlns:a16="http://schemas.microsoft.com/office/drawing/2014/main" val="482964193"/>
                  </a:ext>
                </a:extLst>
              </a:tr>
            </a:tbl>
          </a:graphicData>
        </a:graphic>
      </p:graphicFrame>
      <p:cxnSp>
        <p:nvCxnSpPr>
          <p:cNvPr id="16" name="直接箭头连接符 15">
            <a:extLst>
              <a:ext uri="{FF2B5EF4-FFF2-40B4-BE49-F238E27FC236}">
                <a16:creationId xmlns:a16="http://schemas.microsoft.com/office/drawing/2014/main" id="{8D0F5D85-39F5-15E9-65C9-97BBDEF78EFF}"/>
              </a:ext>
            </a:extLst>
          </p:cNvPr>
          <p:cNvCxnSpPr>
            <a:endCxn id="12" idx="1"/>
          </p:cNvCxnSpPr>
          <p:nvPr/>
        </p:nvCxnSpPr>
        <p:spPr>
          <a:xfrm>
            <a:off x="7273877" y="2880783"/>
            <a:ext cx="645439" cy="0"/>
          </a:xfrm>
          <a:prstGeom prst="straightConnector1">
            <a:avLst/>
          </a:prstGeom>
          <a:ln>
            <a:solidFill>
              <a:srgbClr val="00B0F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17" name="表格 16">
            <a:extLst>
              <a:ext uri="{FF2B5EF4-FFF2-40B4-BE49-F238E27FC236}">
                <a16:creationId xmlns:a16="http://schemas.microsoft.com/office/drawing/2014/main" id="{7399120A-1F1D-54BE-FDC9-82FD6CA2FAF1}"/>
              </a:ext>
            </a:extLst>
          </p:cNvPr>
          <p:cNvGraphicFramePr>
            <a:graphicFrameLocks noGrp="1"/>
          </p:cNvGraphicFramePr>
          <p:nvPr>
            <p:extLst>
              <p:ext uri="{D42A27DB-BD31-4B8C-83A1-F6EECF244321}">
                <p14:modId xmlns:p14="http://schemas.microsoft.com/office/powerpoint/2010/main" val="1047110627"/>
              </p:ext>
            </p:extLst>
          </p:nvPr>
        </p:nvGraphicFramePr>
        <p:xfrm>
          <a:off x="7919316" y="3117114"/>
          <a:ext cx="3060304" cy="274320"/>
        </p:xfrm>
        <a:graphic>
          <a:graphicData uri="http://schemas.openxmlformats.org/drawingml/2006/table">
            <a:tbl>
              <a:tblPr firstRow="1" bandRow="1">
                <a:tableStyleId>{5940675A-B579-460E-94D1-54222C63F5DA}</a:tableStyleId>
              </a:tblPr>
              <a:tblGrid>
                <a:gridCol w="765076">
                  <a:extLst>
                    <a:ext uri="{9D8B030D-6E8A-4147-A177-3AD203B41FA5}">
                      <a16:colId xmlns:a16="http://schemas.microsoft.com/office/drawing/2014/main" val="751738302"/>
                    </a:ext>
                  </a:extLst>
                </a:gridCol>
                <a:gridCol w="765076">
                  <a:extLst>
                    <a:ext uri="{9D8B030D-6E8A-4147-A177-3AD203B41FA5}">
                      <a16:colId xmlns:a16="http://schemas.microsoft.com/office/drawing/2014/main" val="2362859588"/>
                    </a:ext>
                  </a:extLst>
                </a:gridCol>
                <a:gridCol w="765076">
                  <a:extLst>
                    <a:ext uri="{9D8B030D-6E8A-4147-A177-3AD203B41FA5}">
                      <a16:colId xmlns:a16="http://schemas.microsoft.com/office/drawing/2014/main" val="2409602680"/>
                    </a:ext>
                  </a:extLst>
                </a:gridCol>
                <a:gridCol w="765076">
                  <a:extLst>
                    <a:ext uri="{9D8B030D-6E8A-4147-A177-3AD203B41FA5}">
                      <a16:colId xmlns:a16="http://schemas.microsoft.com/office/drawing/2014/main" val="3525967834"/>
                    </a:ext>
                  </a:extLst>
                </a:gridCol>
              </a:tblGrid>
              <a:tr h="223855">
                <a:tc>
                  <a:txBody>
                    <a:bodyPr/>
                    <a:lstStyle/>
                    <a:p>
                      <a:pPr algn="ctr"/>
                      <a:endParaRPr lang="zh-CN" altLang="en-US" dirty="0"/>
                    </a:p>
                  </a:txBody>
                  <a:tcPr marL="0" marR="0" marT="0" marB="0">
                    <a:solidFill>
                      <a:schemeClr val="accent5">
                        <a:lumMod val="20000"/>
                        <a:lumOff val="80000"/>
                      </a:schemeClr>
                    </a:solidFill>
                  </a:tcPr>
                </a:tc>
                <a:tc>
                  <a:txBody>
                    <a:bodyPr/>
                    <a:lstStyle/>
                    <a:p>
                      <a:pPr algn="ctr"/>
                      <a:endParaRPr lang="zh-CN" altLang="en-US" dirty="0"/>
                    </a:p>
                  </a:txBody>
                  <a:tcPr marL="0" marR="0" marT="0" marB="0">
                    <a:solidFill>
                      <a:schemeClr val="accent5">
                        <a:lumMod val="20000"/>
                        <a:lumOff val="80000"/>
                      </a:schemeClr>
                    </a:solidFill>
                  </a:tcPr>
                </a:tc>
                <a:tc>
                  <a:txBody>
                    <a:bodyPr/>
                    <a:lstStyle/>
                    <a:p>
                      <a:pPr algn="ctr"/>
                      <a:r>
                        <a:rPr lang="en-US" altLang="zh-CN" dirty="0">
                          <a:latin typeface="+mj-ea"/>
                          <a:ea typeface="+mj-ea"/>
                        </a:rPr>
                        <a:t>…</a:t>
                      </a:r>
                      <a:endParaRPr lang="zh-CN" altLang="en-US" dirty="0">
                        <a:latin typeface="+mj-ea"/>
                        <a:ea typeface="+mj-ea"/>
                      </a:endParaRPr>
                    </a:p>
                  </a:txBody>
                  <a:tcPr marL="0" marR="0" marT="0" marB="0">
                    <a:solidFill>
                      <a:schemeClr val="accent5">
                        <a:lumMod val="20000"/>
                        <a:lumOff val="80000"/>
                      </a:schemeClr>
                    </a:solidFill>
                  </a:tcPr>
                </a:tc>
                <a:tc>
                  <a:txBody>
                    <a:bodyPr/>
                    <a:lstStyle/>
                    <a:p>
                      <a:pPr algn="ctr"/>
                      <a:endParaRPr lang="zh-CN" altLang="en-US" dirty="0"/>
                    </a:p>
                  </a:txBody>
                  <a:tcPr marL="0" marR="0" marT="0" marB="0">
                    <a:solidFill>
                      <a:schemeClr val="accent5">
                        <a:lumMod val="20000"/>
                        <a:lumOff val="80000"/>
                      </a:schemeClr>
                    </a:solidFill>
                  </a:tcPr>
                </a:tc>
                <a:extLst>
                  <a:ext uri="{0D108BD9-81ED-4DB2-BD59-A6C34878D82A}">
                    <a16:rowId xmlns:a16="http://schemas.microsoft.com/office/drawing/2014/main" val="482964193"/>
                  </a:ext>
                </a:extLst>
              </a:tr>
            </a:tbl>
          </a:graphicData>
        </a:graphic>
      </p:graphicFrame>
      <p:cxnSp>
        <p:nvCxnSpPr>
          <p:cNvPr id="18" name="直接箭头连接符 17">
            <a:extLst>
              <a:ext uri="{FF2B5EF4-FFF2-40B4-BE49-F238E27FC236}">
                <a16:creationId xmlns:a16="http://schemas.microsoft.com/office/drawing/2014/main" id="{7C956AC0-E92B-D098-F1F9-1D2B395F6505}"/>
              </a:ext>
            </a:extLst>
          </p:cNvPr>
          <p:cNvCxnSpPr>
            <a:endCxn id="17" idx="1"/>
          </p:cNvCxnSpPr>
          <p:nvPr/>
        </p:nvCxnSpPr>
        <p:spPr>
          <a:xfrm>
            <a:off x="7273877" y="3254274"/>
            <a:ext cx="645439" cy="0"/>
          </a:xfrm>
          <a:prstGeom prst="straightConnector1">
            <a:avLst/>
          </a:prstGeom>
          <a:ln>
            <a:solidFill>
              <a:srgbClr val="00B0F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19" name="表格 18">
            <a:extLst>
              <a:ext uri="{FF2B5EF4-FFF2-40B4-BE49-F238E27FC236}">
                <a16:creationId xmlns:a16="http://schemas.microsoft.com/office/drawing/2014/main" id="{3AE9887D-B09E-D5D4-51C9-0384E9C9319F}"/>
              </a:ext>
            </a:extLst>
          </p:cNvPr>
          <p:cNvGraphicFramePr>
            <a:graphicFrameLocks noGrp="1"/>
          </p:cNvGraphicFramePr>
          <p:nvPr>
            <p:extLst>
              <p:ext uri="{D42A27DB-BD31-4B8C-83A1-F6EECF244321}">
                <p14:modId xmlns:p14="http://schemas.microsoft.com/office/powerpoint/2010/main" val="3164984578"/>
              </p:ext>
            </p:extLst>
          </p:nvPr>
        </p:nvGraphicFramePr>
        <p:xfrm>
          <a:off x="7929219" y="4036056"/>
          <a:ext cx="3816984" cy="274320"/>
        </p:xfrm>
        <a:graphic>
          <a:graphicData uri="http://schemas.openxmlformats.org/drawingml/2006/table">
            <a:tbl>
              <a:tblPr firstRow="1" bandRow="1">
                <a:tableStyleId>{5940675A-B579-460E-94D1-54222C63F5DA}</a:tableStyleId>
              </a:tblPr>
              <a:tblGrid>
                <a:gridCol w="29934">
                  <a:extLst>
                    <a:ext uri="{9D8B030D-6E8A-4147-A177-3AD203B41FA5}">
                      <a16:colId xmlns:a16="http://schemas.microsoft.com/office/drawing/2014/main" val="3854685699"/>
                    </a:ext>
                  </a:extLst>
                </a:gridCol>
                <a:gridCol w="29934">
                  <a:extLst>
                    <a:ext uri="{9D8B030D-6E8A-4147-A177-3AD203B41FA5}">
                      <a16:colId xmlns:a16="http://schemas.microsoft.com/office/drawing/2014/main" val="4069883337"/>
                    </a:ext>
                  </a:extLst>
                </a:gridCol>
                <a:gridCol w="29934">
                  <a:extLst>
                    <a:ext uri="{9D8B030D-6E8A-4147-A177-3AD203B41FA5}">
                      <a16:colId xmlns:a16="http://schemas.microsoft.com/office/drawing/2014/main" val="59969072"/>
                    </a:ext>
                  </a:extLst>
                </a:gridCol>
                <a:gridCol w="29934">
                  <a:extLst>
                    <a:ext uri="{9D8B030D-6E8A-4147-A177-3AD203B41FA5}">
                      <a16:colId xmlns:a16="http://schemas.microsoft.com/office/drawing/2014/main" val="2100852706"/>
                    </a:ext>
                  </a:extLst>
                </a:gridCol>
                <a:gridCol w="29934">
                  <a:extLst>
                    <a:ext uri="{9D8B030D-6E8A-4147-A177-3AD203B41FA5}">
                      <a16:colId xmlns:a16="http://schemas.microsoft.com/office/drawing/2014/main" val="2905264898"/>
                    </a:ext>
                  </a:extLst>
                </a:gridCol>
                <a:gridCol w="29934">
                  <a:extLst>
                    <a:ext uri="{9D8B030D-6E8A-4147-A177-3AD203B41FA5}">
                      <a16:colId xmlns:a16="http://schemas.microsoft.com/office/drawing/2014/main" val="1291860827"/>
                    </a:ext>
                  </a:extLst>
                </a:gridCol>
                <a:gridCol w="29934">
                  <a:extLst>
                    <a:ext uri="{9D8B030D-6E8A-4147-A177-3AD203B41FA5}">
                      <a16:colId xmlns:a16="http://schemas.microsoft.com/office/drawing/2014/main" val="3379124229"/>
                    </a:ext>
                  </a:extLst>
                </a:gridCol>
                <a:gridCol w="29934">
                  <a:extLst>
                    <a:ext uri="{9D8B030D-6E8A-4147-A177-3AD203B41FA5}">
                      <a16:colId xmlns:a16="http://schemas.microsoft.com/office/drawing/2014/main" val="3907456557"/>
                    </a:ext>
                  </a:extLst>
                </a:gridCol>
                <a:gridCol w="29934">
                  <a:extLst>
                    <a:ext uri="{9D8B030D-6E8A-4147-A177-3AD203B41FA5}">
                      <a16:colId xmlns:a16="http://schemas.microsoft.com/office/drawing/2014/main" val="1237048331"/>
                    </a:ext>
                  </a:extLst>
                </a:gridCol>
                <a:gridCol w="29934">
                  <a:extLst>
                    <a:ext uri="{9D8B030D-6E8A-4147-A177-3AD203B41FA5}">
                      <a16:colId xmlns:a16="http://schemas.microsoft.com/office/drawing/2014/main" val="2555161211"/>
                    </a:ext>
                  </a:extLst>
                </a:gridCol>
                <a:gridCol w="29934">
                  <a:extLst>
                    <a:ext uri="{9D8B030D-6E8A-4147-A177-3AD203B41FA5}">
                      <a16:colId xmlns:a16="http://schemas.microsoft.com/office/drawing/2014/main" val="3166712893"/>
                    </a:ext>
                  </a:extLst>
                </a:gridCol>
                <a:gridCol w="29934">
                  <a:extLst>
                    <a:ext uri="{9D8B030D-6E8A-4147-A177-3AD203B41FA5}">
                      <a16:colId xmlns:a16="http://schemas.microsoft.com/office/drawing/2014/main" val="1583288777"/>
                    </a:ext>
                  </a:extLst>
                </a:gridCol>
                <a:gridCol w="29934">
                  <a:extLst>
                    <a:ext uri="{9D8B030D-6E8A-4147-A177-3AD203B41FA5}">
                      <a16:colId xmlns:a16="http://schemas.microsoft.com/office/drawing/2014/main" val="451026663"/>
                    </a:ext>
                  </a:extLst>
                </a:gridCol>
                <a:gridCol w="29934">
                  <a:extLst>
                    <a:ext uri="{9D8B030D-6E8A-4147-A177-3AD203B41FA5}">
                      <a16:colId xmlns:a16="http://schemas.microsoft.com/office/drawing/2014/main" val="146514485"/>
                    </a:ext>
                  </a:extLst>
                </a:gridCol>
                <a:gridCol w="29934">
                  <a:extLst>
                    <a:ext uri="{9D8B030D-6E8A-4147-A177-3AD203B41FA5}">
                      <a16:colId xmlns:a16="http://schemas.microsoft.com/office/drawing/2014/main" val="4058482635"/>
                    </a:ext>
                  </a:extLst>
                </a:gridCol>
                <a:gridCol w="29934">
                  <a:extLst>
                    <a:ext uri="{9D8B030D-6E8A-4147-A177-3AD203B41FA5}">
                      <a16:colId xmlns:a16="http://schemas.microsoft.com/office/drawing/2014/main" val="1698833486"/>
                    </a:ext>
                  </a:extLst>
                </a:gridCol>
                <a:gridCol w="29934">
                  <a:extLst>
                    <a:ext uri="{9D8B030D-6E8A-4147-A177-3AD203B41FA5}">
                      <a16:colId xmlns:a16="http://schemas.microsoft.com/office/drawing/2014/main" val="1062516008"/>
                    </a:ext>
                  </a:extLst>
                </a:gridCol>
                <a:gridCol w="29934">
                  <a:extLst>
                    <a:ext uri="{9D8B030D-6E8A-4147-A177-3AD203B41FA5}">
                      <a16:colId xmlns:a16="http://schemas.microsoft.com/office/drawing/2014/main" val="4257883165"/>
                    </a:ext>
                  </a:extLst>
                </a:gridCol>
                <a:gridCol w="27051">
                  <a:extLst>
                    <a:ext uri="{9D8B030D-6E8A-4147-A177-3AD203B41FA5}">
                      <a16:colId xmlns:a16="http://schemas.microsoft.com/office/drawing/2014/main" val="2864263053"/>
                    </a:ext>
                  </a:extLst>
                </a:gridCol>
                <a:gridCol w="29934">
                  <a:extLst>
                    <a:ext uri="{9D8B030D-6E8A-4147-A177-3AD203B41FA5}">
                      <a16:colId xmlns:a16="http://schemas.microsoft.com/office/drawing/2014/main" val="3908071715"/>
                    </a:ext>
                  </a:extLst>
                </a:gridCol>
                <a:gridCol w="29934">
                  <a:extLst>
                    <a:ext uri="{9D8B030D-6E8A-4147-A177-3AD203B41FA5}">
                      <a16:colId xmlns:a16="http://schemas.microsoft.com/office/drawing/2014/main" val="1690366874"/>
                    </a:ext>
                  </a:extLst>
                </a:gridCol>
                <a:gridCol w="29934">
                  <a:extLst>
                    <a:ext uri="{9D8B030D-6E8A-4147-A177-3AD203B41FA5}">
                      <a16:colId xmlns:a16="http://schemas.microsoft.com/office/drawing/2014/main" val="3128139149"/>
                    </a:ext>
                  </a:extLst>
                </a:gridCol>
                <a:gridCol w="29934">
                  <a:extLst>
                    <a:ext uri="{9D8B030D-6E8A-4147-A177-3AD203B41FA5}">
                      <a16:colId xmlns:a16="http://schemas.microsoft.com/office/drawing/2014/main" val="3041489991"/>
                    </a:ext>
                  </a:extLst>
                </a:gridCol>
                <a:gridCol w="29934">
                  <a:extLst>
                    <a:ext uri="{9D8B030D-6E8A-4147-A177-3AD203B41FA5}">
                      <a16:colId xmlns:a16="http://schemas.microsoft.com/office/drawing/2014/main" val="3606527256"/>
                    </a:ext>
                  </a:extLst>
                </a:gridCol>
                <a:gridCol w="29934">
                  <a:extLst>
                    <a:ext uri="{9D8B030D-6E8A-4147-A177-3AD203B41FA5}">
                      <a16:colId xmlns:a16="http://schemas.microsoft.com/office/drawing/2014/main" val="477877099"/>
                    </a:ext>
                  </a:extLst>
                </a:gridCol>
                <a:gridCol w="29934">
                  <a:extLst>
                    <a:ext uri="{9D8B030D-6E8A-4147-A177-3AD203B41FA5}">
                      <a16:colId xmlns:a16="http://schemas.microsoft.com/office/drawing/2014/main" val="744111436"/>
                    </a:ext>
                  </a:extLst>
                </a:gridCol>
                <a:gridCol w="29934">
                  <a:extLst>
                    <a:ext uri="{9D8B030D-6E8A-4147-A177-3AD203B41FA5}">
                      <a16:colId xmlns:a16="http://schemas.microsoft.com/office/drawing/2014/main" val="1141131843"/>
                    </a:ext>
                  </a:extLst>
                </a:gridCol>
                <a:gridCol w="29934">
                  <a:extLst>
                    <a:ext uri="{9D8B030D-6E8A-4147-A177-3AD203B41FA5}">
                      <a16:colId xmlns:a16="http://schemas.microsoft.com/office/drawing/2014/main" val="576560580"/>
                    </a:ext>
                  </a:extLst>
                </a:gridCol>
                <a:gridCol w="29934">
                  <a:extLst>
                    <a:ext uri="{9D8B030D-6E8A-4147-A177-3AD203B41FA5}">
                      <a16:colId xmlns:a16="http://schemas.microsoft.com/office/drawing/2014/main" val="2238837051"/>
                    </a:ext>
                  </a:extLst>
                </a:gridCol>
                <a:gridCol w="29934">
                  <a:extLst>
                    <a:ext uri="{9D8B030D-6E8A-4147-A177-3AD203B41FA5}">
                      <a16:colId xmlns:a16="http://schemas.microsoft.com/office/drawing/2014/main" val="90987136"/>
                    </a:ext>
                  </a:extLst>
                </a:gridCol>
                <a:gridCol w="29934">
                  <a:extLst>
                    <a:ext uri="{9D8B030D-6E8A-4147-A177-3AD203B41FA5}">
                      <a16:colId xmlns:a16="http://schemas.microsoft.com/office/drawing/2014/main" val="1937838293"/>
                    </a:ext>
                  </a:extLst>
                </a:gridCol>
                <a:gridCol w="29934">
                  <a:extLst>
                    <a:ext uri="{9D8B030D-6E8A-4147-A177-3AD203B41FA5}">
                      <a16:colId xmlns:a16="http://schemas.microsoft.com/office/drawing/2014/main" val="3215268978"/>
                    </a:ext>
                  </a:extLst>
                </a:gridCol>
                <a:gridCol w="29934">
                  <a:extLst>
                    <a:ext uri="{9D8B030D-6E8A-4147-A177-3AD203B41FA5}">
                      <a16:colId xmlns:a16="http://schemas.microsoft.com/office/drawing/2014/main" val="3794310310"/>
                    </a:ext>
                  </a:extLst>
                </a:gridCol>
                <a:gridCol w="29934">
                  <a:extLst>
                    <a:ext uri="{9D8B030D-6E8A-4147-A177-3AD203B41FA5}">
                      <a16:colId xmlns:a16="http://schemas.microsoft.com/office/drawing/2014/main" val="1725595291"/>
                    </a:ext>
                  </a:extLst>
                </a:gridCol>
                <a:gridCol w="29934">
                  <a:extLst>
                    <a:ext uri="{9D8B030D-6E8A-4147-A177-3AD203B41FA5}">
                      <a16:colId xmlns:a16="http://schemas.microsoft.com/office/drawing/2014/main" val="481841698"/>
                    </a:ext>
                  </a:extLst>
                </a:gridCol>
                <a:gridCol w="29934">
                  <a:extLst>
                    <a:ext uri="{9D8B030D-6E8A-4147-A177-3AD203B41FA5}">
                      <a16:colId xmlns:a16="http://schemas.microsoft.com/office/drawing/2014/main" val="1436824986"/>
                    </a:ext>
                  </a:extLst>
                </a:gridCol>
                <a:gridCol w="29934">
                  <a:extLst>
                    <a:ext uri="{9D8B030D-6E8A-4147-A177-3AD203B41FA5}">
                      <a16:colId xmlns:a16="http://schemas.microsoft.com/office/drawing/2014/main" val="3762952060"/>
                    </a:ext>
                  </a:extLst>
                </a:gridCol>
                <a:gridCol w="29934">
                  <a:extLst>
                    <a:ext uri="{9D8B030D-6E8A-4147-A177-3AD203B41FA5}">
                      <a16:colId xmlns:a16="http://schemas.microsoft.com/office/drawing/2014/main" val="921619893"/>
                    </a:ext>
                  </a:extLst>
                </a:gridCol>
                <a:gridCol w="29934">
                  <a:extLst>
                    <a:ext uri="{9D8B030D-6E8A-4147-A177-3AD203B41FA5}">
                      <a16:colId xmlns:a16="http://schemas.microsoft.com/office/drawing/2014/main" val="3811712146"/>
                    </a:ext>
                  </a:extLst>
                </a:gridCol>
                <a:gridCol w="29934">
                  <a:extLst>
                    <a:ext uri="{9D8B030D-6E8A-4147-A177-3AD203B41FA5}">
                      <a16:colId xmlns:a16="http://schemas.microsoft.com/office/drawing/2014/main" val="2566678800"/>
                    </a:ext>
                  </a:extLst>
                </a:gridCol>
                <a:gridCol w="29934">
                  <a:extLst>
                    <a:ext uri="{9D8B030D-6E8A-4147-A177-3AD203B41FA5}">
                      <a16:colId xmlns:a16="http://schemas.microsoft.com/office/drawing/2014/main" val="1435082001"/>
                    </a:ext>
                  </a:extLst>
                </a:gridCol>
                <a:gridCol w="29934">
                  <a:extLst>
                    <a:ext uri="{9D8B030D-6E8A-4147-A177-3AD203B41FA5}">
                      <a16:colId xmlns:a16="http://schemas.microsoft.com/office/drawing/2014/main" val="2002242691"/>
                    </a:ext>
                  </a:extLst>
                </a:gridCol>
                <a:gridCol w="29934">
                  <a:extLst>
                    <a:ext uri="{9D8B030D-6E8A-4147-A177-3AD203B41FA5}">
                      <a16:colId xmlns:a16="http://schemas.microsoft.com/office/drawing/2014/main" val="3194452256"/>
                    </a:ext>
                  </a:extLst>
                </a:gridCol>
                <a:gridCol w="29934">
                  <a:extLst>
                    <a:ext uri="{9D8B030D-6E8A-4147-A177-3AD203B41FA5}">
                      <a16:colId xmlns:a16="http://schemas.microsoft.com/office/drawing/2014/main" val="3866833535"/>
                    </a:ext>
                  </a:extLst>
                </a:gridCol>
                <a:gridCol w="29934">
                  <a:extLst>
                    <a:ext uri="{9D8B030D-6E8A-4147-A177-3AD203B41FA5}">
                      <a16:colId xmlns:a16="http://schemas.microsoft.com/office/drawing/2014/main" val="3080813145"/>
                    </a:ext>
                  </a:extLst>
                </a:gridCol>
                <a:gridCol w="29934">
                  <a:extLst>
                    <a:ext uri="{9D8B030D-6E8A-4147-A177-3AD203B41FA5}">
                      <a16:colId xmlns:a16="http://schemas.microsoft.com/office/drawing/2014/main" val="1582869039"/>
                    </a:ext>
                  </a:extLst>
                </a:gridCol>
                <a:gridCol w="29934">
                  <a:extLst>
                    <a:ext uri="{9D8B030D-6E8A-4147-A177-3AD203B41FA5}">
                      <a16:colId xmlns:a16="http://schemas.microsoft.com/office/drawing/2014/main" val="1030833174"/>
                    </a:ext>
                  </a:extLst>
                </a:gridCol>
                <a:gridCol w="29934">
                  <a:extLst>
                    <a:ext uri="{9D8B030D-6E8A-4147-A177-3AD203B41FA5}">
                      <a16:colId xmlns:a16="http://schemas.microsoft.com/office/drawing/2014/main" val="2083775675"/>
                    </a:ext>
                  </a:extLst>
                </a:gridCol>
                <a:gridCol w="25400">
                  <a:extLst>
                    <a:ext uri="{9D8B030D-6E8A-4147-A177-3AD203B41FA5}">
                      <a16:colId xmlns:a16="http://schemas.microsoft.com/office/drawing/2014/main" val="811773459"/>
                    </a:ext>
                  </a:extLst>
                </a:gridCol>
                <a:gridCol w="471793">
                  <a:extLst>
                    <a:ext uri="{9D8B030D-6E8A-4147-A177-3AD203B41FA5}">
                      <a16:colId xmlns:a16="http://schemas.microsoft.com/office/drawing/2014/main" val="173358436"/>
                    </a:ext>
                  </a:extLst>
                </a:gridCol>
                <a:gridCol w="29934">
                  <a:extLst>
                    <a:ext uri="{9D8B030D-6E8A-4147-A177-3AD203B41FA5}">
                      <a16:colId xmlns:a16="http://schemas.microsoft.com/office/drawing/2014/main" val="806589669"/>
                    </a:ext>
                  </a:extLst>
                </a:gridCol>
                <a:gridCol w="29934">
                  <a:extLst>
                    <a:ext uri="{9D8B030D-6E8A-4147-A177-3AD203B41FA5}">
                      <a16:colId xmlns:a16="http://schemas.microsoft.com/office/drawing/2014/main" val="987740188"/>
                    </a:ext>
                  </a:extLst>
                </a:gridCol>
                <a:gridCol w="29934">
                  <a:extLst>
                    <a:ext uri="{9D8B030D-6E8A-4147-A177-3AD203B41FA5}">
                      <a16:colId xmlns:a16="http://schemas.microsoft.com/office/drawing/2014/main" val="1423058187"/>
                    </a:ext>
                  </a:extLst>
                </a:gridCol>
                <a:gridCol w="29934">
                  <a:extLst>
                    <a:ext uri="{9D8B030D-6E8A-4147-A177-3AD203B41FA5}">
                      <a16:colId xmlns:a16="http://schemas.microsoft.com/office/drawing/2014/main" val="250502920"/>
                    </a:ext>
                  </a:extLst>
                </a:gridCol>
                <a:gridCol w="29934">
                  <a:extLst>
                    <a:ext uri="{9D8B030D-6E8A-4147-A177-3AD203B41FA5}">
                      <a16:colId xmlns:a16="http://schemas.microsoft.com/office/drawing/2014/main" val="2722306830"/>
                    </a:ext>
                  </a:extLst>
                </a:gridCol>
                <a:gridCol w="29934">
                  <a:extLst>
                    <a:ext uri="{9D8B030D-6E8A-4147-A177-3AD203B41FA5}">
                      <a16:colId xmlns:a16="http://schemas.microsoft.com/office/drawing/2014/main" val="3054058786"/>
                    </a:ext>
                  </a:extLst>
                </a:gridCol>
                <a:gridCol w="29934">
                  <a:extLst>
                    <a:ext uri="{9D8B030D-6E8A-4147-A177-3AD203B41FA5}">
                      <a16:colId xmlns:a16="http://schemas.microsoft.com/office/drawing/2014/main" val="2563034181"/>
                    </a:ext>
                  </a:extLst>
                </a:gridCol>
                <a:gridCol w="29934">
                  <a:extLst>
                    <a:ext uri="{9D8B030D-6E8A-4147-A177-3AD203B41FA5}">
                      <a16:colId xmlns:a16="http://schemas.microsoft.com/office/drawing/2014/main" val="569069685"/>
                    </a:ext>
                  </a:extLst>
                </a:gridCol>
                <a:gridCol w="29934">
                  <a:extLst>
                    <a:ext uri="{9D8B030D-6E8A-4147-A177-3AD203B41FA5}">
                      <a16:colId xmlns:a16="http://schemas.microsoft.com/office/drawing/2014/main" val="2567319668"/>
                    </a:ext>
                  </a:extLst>
                </a:gridCol>
                <a:gridCol w="29934">
                  <a:extLst>
                    <a:ext uri="{9D8B030D-6E8A-4147-A177-3AD203B41FA5}">
                      <a16:colId xmlns:a16="http://schemas.microsoft.com/office/drawing/2014/main" val="3030169883"/>
                    </a:ext>
                  </a:extLst>
                </a:gridCol>
                <a:gridCol w="29934">
                  <a:extLst>
                    <a:ext uri="{9D8B030D-6E8A-4147-A177-3AD203B41FA5}">
                      <a16:colId xmlns:a16="http://schemas.microsoft.com/office/drawing/2014/main" val="390796247"/>
                    </a:ext>
                  </a:extLst>
                </a:gridCol>
                <a:gridCol w="29934">
                  <a:extLst>
                    <a:ext uri="{9D8B030D-6E8A-4147-A177-3AD203B41FA5}">
                      <a16:colId xmlns:a16="http://schemas.microsoft.com/office/drawing/2014/main" val="1329533265"/>
                    </a:ext>
                  </a:extLst>
                </a:gridCol>
                <a:gridCol w="29934">
                  <a:extLst>
                    <a:ext uri="{9D8B030D-6E8A-4147-A177-3AD203B41FA5}">
                      <a16:colId xmlns:a16="http://schemas.microsoft.com/office/drawing/2014/main" val="2955899037"/>
                    </a:ext>
                  </a:extLst>
                </a:gridCol>
                <a:gridCol w="29934">
                  <a:extLst>
                    <a:ext uri="{9D8B030D-6E8A-4147-A177-3AD203B41FA5}">
                      <a16:colId xmlns:a16="http://schemas.microsoft.com/office/drawing/2014/main" val="3713627713"/>
                    </a:ext>
                  </a:extLst>
                </a:gridCol>
                <a:gridCol w="29934">
                  <a:extLst>
                    <a:ext uri="{9D8B030D-6E8A-4147-A177-3AD203B41FA5}">
                      <a16:colId xmlns:a16="http://schemas.microsoft.com/office/drawing/2014/main" val="1529228858"/>
                    </a:ext>
                  </a:extLst>
                </a:gridCol>
                <a:gridCol w="29934">
                  <a:extLst>
                    <a:ext uri="{9D8B030D-6E8A-4147-A177-3AD203B41FA5}">
                      <a16:colId xmlns:a16="http://schemas.microsoft.com/office/drawing/2014/main" val="1566927790"/>
                    </a:ext>
                  </a:extLst>
                </a:gridCol>
                <a:gridCol w="29934">
                  <a:extLst>
                    <a:ext uri="{9D8B030D-6E8A-4147-A177-3AD203B41FA5}">
                      <a16:colId xmlns:a16="http://schemas.microsoft.com/office/drawing/2014/main" val="363646714"/>
                    </a:ext>
                  </a:extLst>
                </a:gridCol>
                <a:gridCol w="29934">
                  <a:extLst>
                    <a:ext uri="{9D8B030D-6E8A-4147-A177-3AD203B41FA5}">
                      <a16:colId xmlns:a16="http://schemas.microsoft.com/office/drawing/2014/main" val="1020268650"/>
                    </a:ext>
                  </a:extLst>
                </a:gridCol>
                <a:gridCol w="29934">
                  <a:extLst>
                    <a:ext uri="{9D8B030D-6E8A-4147-A177-3AD203B41FA5}">
                      <a16:colId xmlns:a16="http://schemas.microsoft.com/office/drawing/2014/main" val="3766933006"/>
                    </a:ext>
                  </a:extLst>
                </a:gridCol>
                <a:gridCol w="29934">
                  <a:extLst>
                    <a:ext uri="{9D8B030D-6E8A-4147-A177-3AD203B41FA5}">
                      <a16:colId xmlns:a16="http://schemas.microsoft.com/office/drawing/2014/main" val="438137958"/>
                    </a:ext>
                  </a:extLst>
                </a:gridCol>
                <a:gridCol w="29934">
                  <a:extLst>
                    <a:ext uri="{9D8B030D-6E8A-4147-A177-3AD203B41FA5}">
                      <a16:colId xmlns:a16="http://schemas.microsoft.com/office/drawing/2014/main" val="4152558883"/>
                    </a:ext>
                  </a:extLst>
                </a:gridCol>
                <a:gridCol w="29934">
                  <a:extLst>
                    <a:ext uri="{9D8B030D-6E8A-4147-A177-3AD203B41FA5}">
                      <a16:colId xmlns:a16="http://schemas.microsoft.com/office/drawing/2014/main" val="3637906799"/>
                    </a:ext>
                  </a:extLst>
                </a:gridCol>
                <a:gridCol w="29934">
                  <a:extLst>
                    <a:ext uri="{9D8B030D-6E8A-4147-A177-3AD203B41FA5}">
                      <a16:colId xmlns:a16="http://schemas.microsoft.com/office/drawing/2014/main" val="748232560"/>
                    </a:ext>
                  </a:extLst>
                </a:gridCol>
                <a:gridCol w="29934">
                  <a:extLst>
                    <a:ext uri="{9D8B030D-6E8A-4147-A177-3AD203B41FA5}">
                      <a16:colId xmlns:a16="http://schemas.microsoft.com/office/drawing/2014/main" val="4226337543"/>
                    </a:ext>
                  </a:extLst>
                </a:gridCol>
                <a:gridCol w="29934">
                  <a:extLst>
                    <a:ext uri="{9D8B030D-6E8A-4147-A177-3AD203B41FA5}">
                      <a16:colId xmlns:a16="http://schemas.microsoft.com/office/drawing/2014/main" val="2221035085"/>
                    </a:ext>
                  </a:extLst>
                </a:gridCol>
                <a:gridCol w="29934">
                  <a:extLst>
                    <a:ext uri="{9D8B030D-6E8A-4147-A177-3AD203B41FA5}">
                      <a16:colId xmlns:a16="http://schemas.microsoft.com/office/drawing/2014/main" val="4213629826"/>
                    </a:ext>
                  </a:extLst>
                </a:gridCol>
                <a:gridCol w="29934">
                  <a:extLst>
                    <a:ext uri="{9D8B030D-6E8A-4147-A177-3AD203B41FA5}">
                      <a16:colId xmlns:a16="http://schemas.microsoft.com/office/drawing/2014/main" val="4132392630"/>
                    </a:ext>
                  </a:extLst>
                </a:gridCol>
                <a:gridCol w="29934">
                  <a:extLst>
                    <a:ext uri="{9D8B030D-6E8A-4147-A177-3AD203B41FA5}">
                      <a16:colId xmlns:a16="http://schemas.microsoft.com/office/drawing/2014/main" val="2622523520"/>
                    </a:ext>
                  </a:extLst>
                </a:gridCol>
                <a:gridCol w="29934">
                  <a:extLst>
                    <a:ext uri="{9D8B030D-6E8A-4147-A177-3AD203B41FA5}">
                      <a16:colId xmlns:a16="http://schemas.microsoft.com/office/drawing/2014/main" val="915032657"/>
                    </a:ext>
                  </a:extLst>
                </a:gridCol>
                <a:gridCol w="29934">
                  <a:extLst>
                    <a:ext uri="{9D8B030D-6E8A-4147-A177-3AD203B41FA5}">
                      <a16:colId xmlns:a16="http://schemas.microsoft.com/office/drawing/2014/main" val="4102063422"/>
                    </a:ext>
                  </a:extLst>
                </a:gridCol>
                <a:gridCol w="29934">
                  <a:extLst>
                    <a:ext uri="{9D8B030D-6E8A-4147-A177-3AD203B41FA5}">
                      <a16:colId xmlns:a16="http://schemas.microsoft.com/office/drawing/2014/main" val="3616938078"/>
                    </a:ext>
                  </a:extLst>
                </a:gridCol>
                <a:gridCol w="29934">
                  <a:extLst>
                    <a:ext uri="{9D8B030D-6E8A-4147-A177-3AD203B41FA5}">
                      <a16:colId xmlns:a16="http://schemas.microsoft.com/office/drawing/2014/main" val="4271799568"/>
                    </a:ext>
                  </a:extLst>
                </a:gridCol>
                <a:gridCol w="29934">
                  <a:extLst>
                    <a:ext uri="{9D8B030D-6E8A-4147-A177-3AD203B41FA5}">
                      <a16:colId xmlns:a16="http://schemas.microsoft.com/office/drawing/2014/main" val="585458561"/>
                    </a:ext>
                  </a:extLst>
                </a:gridCol>
                <a:gridCol w="29934">
                  <a:extLst>
                    <a:ext uri="{9D8B030D-6E8A-4147-A177-3AD203B41FA5}">
                      <a16:colId xmlns:a16="http://schemas.microsoft.com/office/drawing/2014/main" val="892615619"/>
                    </a:ext>
                  </a:extLst>
                </a:gridCol>
                <a:gridCol w="29934">
                  <a:extLst>
                    <a:ext uri="{9D8B030D-6E8A-4147-A177-3AD203B41FA5}">
                      <a16:colId xmlns:a16="http://schemas.microsoft.com/office/drawing/2014/main" val="3502326676"/>
                    </a:ext>
                  </a:extLst>
                </a:gridCol>
                <a:gridCol w="29934">
                  <a:extLst>
                    <a:ext uri="{9D8B030D-6E8A-4147-A177-3AD203B41FA5}">
                      <a16:colId xmlns:a16="http://schemas.microsoft.com/office/drawing/2014/main" val="3795886551"/>
                    </a:ext>
                  </a:extLst>
                </a:gridCol>
                <a:gridCol w="29934">
                  <a:extLst>
                    <a:ext uri="{9D8B030D-6E8A-4147-A177-3AD203B41FA5}">
                      <a16:colId xmlns:a16="http://schemas.microsoft.com/office/drawing/2014/main" val="2830615847"/>
                    </a:ext>
                  </a:extLst>
                </a:gridCol>
                <a:gridCol w="29934">
                  <a:extLst>
                    <a:ext uri="{9D8B030D-6E8A-4147-A177-3AD203B41FA5}">
                      <a16:colId xmlns:a16="http://schemas.microsoft.com/office/drawing/2014/main" val="929893893"/>
                    </a:ext>
                  </a:extLst>
                </a:gridCol>
                <a:gridCol w="29934">
                  <a:extLst>
                    <a:ext uri="{9D8B030D-6E8A-4147-A177-3AD203B41FA5}">
                      <a16:colId xmlns:a16="http://schemas.microsoft.com/office/drawing/2014/main" val="1033213128"/>
                    </a:ext>
                  </a:extLst>
                </a:gridCol>
                <a:gridCol w="29934">
                  <a:extLst>
                    <a:ext uri="{9D8B030D-6E8A-4147-A177-3AD203B41FA5}">
                      <a16:colId xmlns:a16="http://schemas.microsoft.com/office/drawing/2014/main" val="3371556813"/>
                    </a:ext>
                  </a:extLst>
                </a:gridCol>
                <a:gridCol w="29934">
                  <a:extLst>
                    <a:ext uri="{9D8B030D-6E8A-4147-A177-3AD203B41FA5}">
                      <a16:colId xmlns:a16="http://schemas.microsoft.com/office/drawing/2014/main" val="2334086039"/>
                    </a:ext>
                  </a:extLst>
                </a:gridCol>
                <a:gridCol w="29934">
                  <a:extLst>
                    <a:ext uri="{9D8B030D-6E8A-4147-A177-3AD203B41FA5}">
                      <a16:colId xmlns:a16="http://schemas.microsoft.com/office/drawing/2014/main" val="228315234"/>
                    </a:ext>
                  </a:extLst>
                </a:gridCol>
                <a:gridCol w="29934">
                  <a:extLst>
                    <a:ext uri="{9D8B030D-6E8A-4147-A177-3AD203B41FA5}">
                      <a16:colId xmlns:a16="http://schemas.microsoft.com/office/drawing/2014/main" val="2658498317"/>
                    </a:ext>
                  </a:extLst>
                </a:gridCol>
                <a:gridCol w="29934">
                  <a:extLst>
                    <a:ext uri="{9D8B030D-6E8A-4147-A177-3AD203B41FA5}">
                      <a16:colId xmlns:a16="http://schemas.microsoft.com/office/drawing/2014/main" val="2441578901"/>
                    </a:ext>
                  </a:extLst>
                </a:gridCol>
                <a:gridCol w="29934">
                  <a:extLst>
                    <a:ext uri="{9D8B030D-6E8A-4147-A177-3AD203B41FA5}">
                      <a16:colId xmlns:a16="http://schemas.microsoft.com/office/drawing/2014/main" val="2813408416"/>
                    </a:ext>
                  </a:extLst>
                </a:gridCol>
                <a:gridCol w="29934">
                  <a:extLst>
                    <a:ext uri="{9D8B030D-6E8A-4147-A177-3AD203B41FA5}">
                      <a16:colId xmlns:a16="http://schemas.microsoft.com/office/drawing/2014/main" val="4237023338"/>
                    </a:ext>
                  </a:extLst>
                </a:gridCol>
                <a:gridCol w="29934">
                  <a:extLst>
                    <a:ext uri="{9D8B030D-6E8A-4147-A177-3AD203B41FA5}">
                      <a16:colId xmlns:a16="http://schemas.microsoft.com/office/drawing/2014/main" val="2593874341"/>
                    </a:ext>
                  </a:extLst>
                </a:gridCol>
                <a:gridCol w="29934">
                  <a:extLst>
                    <a:ext uri="{9D8B030D-6E8A-4147-A177-3AD203B41FA5}">
                      <a16:colId xmlns:a16="http://schemas.microsoft.com/office/drawing/2014/main" val="2729698810"/>
                    </a:ext>
                  </a:extLst>
                </a:gridCol>
                <a:gridCol w="29934">
                  <a:extLst>
                    <a:ext uri="{9D8B030D-6E8A-4147-A177-3AD203B41FA5}">
                      <a16:colId xmlns:a16="http://schemas.microsoft.com/office/drawing/2014/main" val="3314826197"/>
                    </a:ext>
                  </a:extLst>
                </a:gridCol>
                <a:gridCol w="29934">
                  <a:extLst>
                    <a:ext uri="{9D8B030D-6E8A-4147-A177-3AD203B41FA5}">
                      <a16:colId xmlns:a16="http://schemas.microsoft.com/office/drawing/2014/main" val="2700316730"/>
                    </a:ext>
                  </a:extLst>
                </a:gridCol>
                <a:gridCol w="29934">
                  <a:extLst>
                    <a:ext uri="{9D8B030D-6E8A-4147-A177-3AD203B41FA5}">
                      <a16:colId xmlns:a16="http://schemas.microsoft.com/office/drawing/2014/main" val="3517230894"/>
                    </a:ext>
                  </a:extLst>
                </a:gridCol>
                <a:gridCol w="29934">
                  <a:extLst>
                    <a:ext uri="{9D8B030D-6E8A-4147-A177-3AD203B41FA5}">
                      <a16:colId xmlns:a16="http://schemas.microsoft.com/office/drawing/2014/main" val="968723487"/>
                    </a:ext>
                  </a:extLst>
                </a:gridCol>
                <a:gridCol w="29934">
                  <a:extLst>
                    <a:ext uri="{9D8B030D-6E8A-4147-A177-3AD203B41FA5}">
                      <a16:colId xmlns:a16="http://schemas.microsoft.com/office/drawing/2014/main" val="4212379344"/>
                    </a:ext>
                  </a:extLst>
                </a:gridCol>
                <a:gridCol w="29934">
                  <a:extLst>
                    <a:ext uri="{9D8B030D-6E8A-4147-A177-3AD203B41FA5}">
                      <a16:colId xmlns:a16="http://schemas.microsoft.com/office/drawing/2014/main" val="662642760"/>
                    </a:ext>
                  </a:extLst>
                </a:gridCol>
                <a:gridCol w="29934">
                  <a:extLst>
                    <a:ext uri="{9D8B030D-6E8A-4147-A177-3AD203B41FA5}">
                      <a16:colId xmlns:a16="http://schemas.microsoft.com/office/drawing/2014/main" val="258373363"/>
                    </a:ext>
                  </a:extLst>
                </a:gridCol>
                <a:gridCol w="29934">
                  <a:extLst>
                    <a:ext uri="{9D8B030D-6E8A-4147-A177-3AD203B41FA5}">
                      <a16:colId xmlns:a16="http://schemas.microsoft.com/office/drawing/2014/main" val="3425096362"/>
                    </a:ext>
                  </a:extLst>
                </a:gridCol>
                <a:gridCol w="29934">
                  <a:extLst>
                    <a:ext uri="{9D8B030D-6E8A-4147-A177-3AD203B41FA5}">
                      <a16:colId xmlns:a16="http://schemas.microsoft.com/office/drawing/2014/main" val="3365233658"/>
                    </a:ext>
                  </a:extLst>
                </a:gridCol>
                <a:gridCol w="29934">
                  <a:extLst>
                    <a:ext uri="{9D8B030D-6E8A-4147-A177-3AD203B41FA5}">
                      <a16:colId xmlns:a16="http://schemas.microsoft.com/office/drawing/2014/main" val="1350972604"/>
                    </a:ext>
                  </a:extLst>
                </a:gridCol>
                <a:gridCol w="29934">
                  <a:extLst>
                    <a:ext uri="{9D8B030D-6E8A-4147-A177-3AD203B41FA5}">
                      <a16:colId xmlns:a16="http://schemas.microsoft.com/office/drawing/2014/main" val="2091536844"/>
                    </a:ext>
                  </a:extLst>
                </a:gridCol>
                <a:gridCol w="29934">
                  <a:extLst>
                    <a:ext uri="{9D8B030D-6E8A-4147-A177-3AD203B41FA5}">
                      <a16:colId xmlns:a16="http://schemas.microsoft.com/office/drawing/2014/main" val="4055906921"/>
                    </a:ext>
                  </a:extLst>
                </a:gridCol>
                <a:gridCol w="29934">
                  <a:extLst>
                    <a:ext uri="{9D8B030D-6E8A-4147-A177-3AD203B41FA5}">
                      <a16:colId xmlns:a16="http://schemas.microsoft.com/office/drawing/2014/main" val="303997507"/>
                    </a:ext>
                  </a:extLst>
                </a:gridCol>
                <a:gridCol w="29934">
                  <a:extLst>
                    <a:ext uri="{9D8B030D-6E8A-4147-A177-3AD203B41FA5}">
                      <a16:colId xmlns:a16="http://schemas.microsoft.com/office/drawing/2014/main" val="2792235801"/>
                    </a:ext>
                  </a:extLst>
                </a:gridCol>
                <a:gridCol w="29934">
                  <a:extLst>
                    <a:ext uri="{9D8B030D-6E8A-4147-A177-3AD203B41FA5}">
                      <a16:colId xmlns:a16="http://schemas.microsoft.com/office/drawing/2014/main" val="555731645"/>
                    </a:ext>
                  </a:extLst>
                </a:gridCol>
              </a:tblGrid>
              <a:tr h="216087">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pPr algn="ctr"/>
                      <a:r>
                        <a:rPr lang="en-US" altLang="zh-CN" dirty="0">
                          <a:latin typeface="+mj-ea"/>
                          <a:ea typeface="+mj-ea"/>
                        </a:rPr>
                        <a:t>…</a:t>
                      </a:r>
                      <a:endParaRPr lang="zh-CN" altLang="en-US" dirty="0">
                        <a:latin typeface="+mj-ea"/>
                        <a:ea typeface="+mj-ea"/>
                      </a:endParaRPr>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tc>
                  <a:txBody>
                    <a:bodyPr/>
                    <a:lstStyle/>
                    <a:p>
                      <a:endParaRPr lang="zh-CN" altLang="en-US" dirty="0"/>
                    </a:p>
                  </a:txBody>
                  <a:tcPr marL="0" marR="0" marT="0" marB="0">
                    <a:solidFill>
                      <a:schemeClr val="accent6">
                        <a:lumMod val="20000"/>
                        <a:lumOff val="80000"/>
                      </a:schemeClr>
                    </a:solidFill>
                  </a:tcPr>
                </a:tc>
                <a:extLst>
                  <a:ext uri="{0D108BD9-81ED-4DB2-BD59-A6C34878D82A}">
                    <a16:rowId xmlns:a16="http://schemas.microsoft.com/office/drawing/2014/main" val="979229796"/>
                  </a:ext>
                </a:extLst>
              </a:tr>
            </a:tbl>
          </a:graphicData>
        </a:graphic>
      </p:graphicFrame>
      <p:graphicFrame>
        <p:nvGraphicFramePr>
          <p:cNvPr id="20" name="表格 19">
            <a:extLst>
              <a:ext uri="{FF2B5EF4-FFF2-40B4-BE49-F238E27FC236}">
                <a16:creationId xmlns:a16="http://schemas.microsoft.com/office/drawing/2014/main" id="{71E40A3A-570D-5441-E123-F5FD976CA959}"/>
              </a:ext>
            </a:extLst>
          </p:cNvPr>
          <p:cNvGraphicFramePr>
            <a:graphicFrameLocks noGrp="1"/>
          </p:cNvGraphicFramePr>
          <p:nvPr>
            <p:extLst>
              <p:ext uri="{D42A27DB-BD31-4B8C-83A1-F6EECF244321}">
                <p14:modId xmlns:p14="http://schemas.microsoft.com/office/powerpoint/2010/main" val="3492655672"/>
              </p:ext>
            </p:extLst>
          </p:nvPr>
        </p:nvGraphicFramePr>
        <p:xfrm>
          <a:off x="6040433" y="4021969"/>
          <a:ext cx="1597432" cy="864291"/>
        </p:xfrm>
        <a:graphic>
          <a:graphicData uri="http://schemas.openxmlformats.org/drawingml/2006/table">
            <a:tbl>
              <a:tblPr firstRow="1" bandRow="1">
                <a:tableStyleId>{5940675A-B579-460E-94D1-54222C63F5DA}</a:tableStyleId>
              </a:tblPr>
              <a:tblGrid>
                <a:gridCol w="898528">
                  <a:extLst>
                    <a:ext uri="{9D8B030D-6E8A-4147-A177-3AD203B41FA5}">
                      <a16:colId xmlns:a16="http://schemas.microsoft.com/office/drawing/2014/main" val="3532108810"/>
                    </a:ext>
                  </a:extLst>
                </a:gridCol>
                <a:gridCol w="698904">
                  <a:extLst>
                    <a:ext uri="{9D8B030D-6E8A-4147-A177-3AD203B41FA5}">
                      <a16:colId xmlns:a16="http://schemas.microsoft.com/office/drawing/2014/main" val="2958737758"/>
                    </a:ext>
                  </a:extLst>
                </a:gridCol>
              </a:tblGrid>
              <a:tr h="288097">
                <a:tc>
                  <a:txBody>
                    <a:bodyPr/>
                    <a:lstStyle/>
                    <a:p>
                      <a:pPr algn="r"/>
                      <a:r>
                        <a:rPr lang="en-US" altLang="zh-CN" b="1" dirty="0">
                          <a:latin typeface="Courier New" panose="02070309020205020404" pitchFamily="49" charset="0"/>
                          <a:cs typeface="Courier New" panose="02070309020205020404" pitchFamily="49" charset="0"/>
                        </a:rPr>
                        <a:t>bytes</a:t>
                      </a:r>
                      <a:endParaRPr lang="zh-CN" altLang="en-US" b="1" dirty="0">
                        <a:latin typeface="Courier New" panose="02070309020205020404" pitchFamily="49" charset="0"/>
                        <a:cs typeface="Courier New" panose="02070309020205020404" pitchFamily="49" charset="0"/>
                      </a:endParaRPr>
                    </a:p>
                  </a:txBody>
                  <a:tcPr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CN" altLang="en-US"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8879758"/>
                  </a:ext>
                </a:extLst>
              </a:tr>
              <a:tr h="288097">
                <a:tc>
                  <a:txBody>
                    <a:bodyPr/>
                    <a:lstStyle/>
                    <a:p>
                      <a:pPr algn="r"/>
                      <a:r>
                        <a:rPr lang="en-US" altLang="zh-CN" b="1" dirty="0" err="1">
                          <a:latin typeface="Courier New" panose="02070309020205020404" pitchFamily="49" charset="0"/>
                          <a:cs typeface="Courier New" panose="02070309020205020404" pitchFamily="49" charset="0"/>
                        </a:rPr>
                        <a:t>len</a:t>
                      </a:r>
                      <a:endParaRPr lang="zh-CN" altLang="en-US" b="1" dirty="0">
                        <a:latin typeface="Courier New" panose="02070309020205020404" pitchFamily="49" charset="0"/>
                        <a:cs typeface="Courier New" panose="02070309020205020404" pitchFamily="49" charset="0"/>
                      </a:endParaRPr>
                    </a:p>
                  </a:txBody>
                  <a:tcPr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r"/>
                      <a:r>
                        <a:rPr lang="en-US" altLang="zh-CN" b="1" dirty="0"/>
                        <a:t>8395</a:t>
                      </a:r>
                      <a:endParaRPr lang="zh-CN" altLang="en-US" b="1"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42443110"/>
                  </a:ext>
                </a:extLst>
              </a:tr>
              <a:tr h="288097">
                <a:tc>
                  <a:txBody>
                    <a:bodyPr/>
                    <a:lstStyle/>
                    <a:p>
                      <a:pPr algn="r"/>
                      <a:r>
                        <a:rPr lang="en-US" altLang="zh-CN" b="1" dirty="0">
                          <a:latin typeface="Courier New" panose="02070309020205020404" pitchFamily="49" charset="0"/>
                          <a:cs typeface="Courier New" panose="02070309020205020404" pitchFamily="49" charset="0"/>
                        </a:rPr>
                        <a:t>bn</a:t>
                      </a:r>
                      <a:endParaRPr lang="zh-CN" altLang="en-US" b="1" dirty="0">
                        <a:latin typeface="Courier New" panose="02070309020205020404" pitchFamily="49" charset="0"/>
                        <a:cs typeface="Courier New" panose="02070309020205020404" pitchFamily="49" charset="0"/>
                      </a:endParaRPr>
                    </a:p>
                  </a:txBody>
                  <a:tcPr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l"/>
                      <a:r>
                        <a:rPr lang="en-US" altLang="zh-CN" b="1" dirty="0"/>
                        <a:t>66996</a:t>
                      </a:r>
                      <a:endParaRPr lang="zh-CN" altLang="en-US" b="1" dirty="0"/>
                    </a:p>
                  </a:txBody>
                  <a:tcPr marL="36000" marR="360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925519961"/>
                  </a:ext>
                </a:extLst>
              </a:tr>
            </a:tbl>
          </a:graphicData>
        </a:graphic>
      </p:graphicFrame>
      <p:cxnSp>
        <p:nvCxnSpPr>
          <p:cNvPr id="21" name="直接箭头连接符 20">
            <a:extLst>
              <a:ext uri="{FF2B5EF4-FFF2-40B4-BE49-F238E27FC236}">
                <a16:creationId xmlns:a16="http://schemas.microsoft.com/office/drawing/2014/main" id="{7EEC418A-EAAC-7911-35B3-7BE67D45A656}"/>
              </a:ext>
            </a:extLst>
          </p:cNvPr>
          <p:cNvCxnSpPr>
            <a:cxnSpLocks/>
          </p:cNvCxnSpPr>
          <p:nvPr/>
        </p:nvCxnSpPr>
        <p:spPr>
          <a:xfrm>
            <a:off x="7290023" y="3680412"/>
            <a:ext cx="0" cy="341557"/>
          </a:xfrm>
          <a:prstGeom prst="straightConnector1">
            <a:avLst/>
          </a:prstGeom>
          <a:ln>
            <a:solidFill>
              <a:srgbClr val="00B0F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24" name="直接箭头连接符 23">
            <a:extLst>
              <a:ext uri="{FF2B5EF4-FFF2-40B4-BE49-F238E27FC236}">
                <a16:creationId xmlns:a16="http://schemas.microsoft.com/office/drawing/2014/main" id="{87E368B5-96B2-8CF5-A7DE-6CF23620FB35}"/>
              </a:ext>
            </a:extLst>
          </p:cNvPr>
          <p:cNvCxnSpPr/>
          <p:nvPr/>
        </p:nvCxnSpPr>
        <p:spPr>
          <a:xfrm>
            <a:off x="7283781" y="4181293"/>
            <a:ext cx="645439" cy="0"/>
          </a:xfrm>
          <a:prstGeom prst="straightConnector1">
            <a:avLst/>
          </a:prstGeom>
          <a:ln>
            <a:solidFill>
              <a:srgbClr val="00B0F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25" name="文本框 24">
            <a:extLst>
              <a:ext uri="{FF2B5EF4-FFF2-40B4-BE49-F238E27FC236}">
                <a16:creationId xmlns:a16="http://schemas.microsoft.com/office/drawing/2014/main" id="{FF10478D-A54E-D8F3-295D-7CD163993BFD}"/>
              </a:ext>
            </a:extLst>
          </p:cNvPr>
          <p:cNvSpPr txBox="1"/>
          <p:nvPr/>
        </p:nvSpPr>
        <p:spPr>
          <a:xfrm>
            <a:off x="7275574" y="657942"/>
            <a:ext cx="4504759" cy="400110"/>
          </a:xfrm>
          <a:prstGeom prst="rect">
            <a:avLst/>
          </a:prstGeom>
          <a:noFill/>
        </p:spPr>
        <p:txBody>
          <a:bodyPr wrap="none" rtlCol="0">
            <a:spAutoFit/>
          </a:bodyPr>
          <a:lstStyle/>
          <a:p>
            <a:r>
              <a:rPr lang="zh-CN" altLang="en-US" sz="2000" b="1" dirty="0">
                <a:solidFill>
                  <a:srgbClr val="3B11EF"/>
                </a:solidFill>
                <a:latin typeface="+mj-ea"/>
                <a:ea typeface="+mj-ea"/>
              </a:rPr>
              <a:t>示例</a:t>
            </a:r>
            <a:r>
              <a:rPr lang="zh-CN" altLang="en-US" sz="2000" b="1" dirty="0">
                <a:solidFill>
                  <a:srgbClr val="3B11EF"/>
                </a:solidFill>
              </a:rPr>
              <a:t>：</a:t>
            </a:r>
            <a:r>
              <a:rPr lang="zh-CN" altLang="en-US" sz="2000" b="1" dirty="0">
                <a:solidFill>
                  <a:srgbClr val="FF0000"/>
                </a:solidFill>
              </a:rPr>
              <a:t>算法</a:t>
            </a:r>
            <a:r>
              <a:rPr lang="en-US" altLang="zh-CN" sz="2000" b="1" dirty="0">
                <a:solidFill>
                  <a:srgbClr val="FF0000"/>
                </a:solidFill>
              </a:rPr>
              <a:t>9.41</a:t>
            </a:r>
            <a:r>
              <a:rPr lang="zh-CN" altLang="en-US" sz="2000" b="1" dirty="0">
                <a:solidFill>
                  <a:srgbClr val="3B11EF"/>
                </a:solidFill>
              </a:rPr>
              <a:t>初建的一个</a:t>
            </a:r>
            <a:r>
              <a:rPr lang="zh-CN" altLang="en-US" sz="2000" b="1" dirty="0">
                <a:solidFill>
                  <a:srgbClr val="FF0000"/>
                </a:solidFill>
              </a:rPr>
              <a:t>布隆过滤器</a:t>
            </a:r>
          </a:p>
        </p:txBody>
      </p:sp>
    </p:spTree>
    <p:extLst>
      <p:ext uri="{BB962C8B-B14F-4D97-AF65-F5344CB8AC3E}">
        <p14:creationId xmlns:p14="http://schemas.microsoft.com/office/powerpoint/2010/main" val="360029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500"/>
                                        <p:tgtEl>
                                          <p:spTgt spid="11"/>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1500"/>
                                        <p:tgtEl>
                                          <p:spTgt spid="7"/>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1000"/>
                                        <p:tgtEl>
                                          <p:spTgt spid="12"/>
                                        </p:tgtEl>
                                      </p:cBhvr>
                                    </p:animEffect>
                                  </p:childTnLst>
                                </p:cTn>
                              </p:par>
                            </p:childTnLst>
                          </p:cTn>
                        </p:par>
                        <p:par>
                          <p:cTn id="27" fill="hold">
                            <p:stCondLst>
                              <p:cond delay="3500"/>
                            </p:stCondLst>
                            <p:childTnLst>
                              <p:par>
                                <p:cTn id="28" presetID="22" presetClass="entr" presetSubtype="8" fill="hold"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4000"/>
                            </p:stCondLst>
                            <p:childTnLst>
                              <p:par>
                                <p:cTn id="32" presetID="22" presetClass="entr" presetSubtype="8"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1000"/>
                                        <p:tgtEl>
                                          <p:spTgt spid="17"/>
                                        </p:tgtEl>
                                      </p:cBhvr>
                                    </p:animEffect>
                                  </p:childTnLst>
                                </p:cTn>
                              </p:par>
                            </p:childTnLst>
                          </p:cTn>
                        </p:par>
                        <p:par>
                          <p:cTn id="35" fill="hold">
                            <p:stCondLst>
                              <p:cond delay="5000"/>
                            </p:stCondLst>
                            <p:childTnLst>
                              <p:par>
                                <p:cTn id="36" presetID="22" presetClass="entr" presetSubtype="1"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up)">
                                      <p:cBhvr>
                                        <p:cTn id="38" dur="500"/>
                                        <p:tgtEl>
                                          <p:spTgt spid="21"/>
                                        </p:tgtEl>
                                      </p:cBhvr>
                                    </p:animEffect>
                                  </p:childTnLst>
                                </p:cTn>
                              </p:par>
                            </p:childTnLst>
                          </p:cTn>
                        </p:par>
                        <p:par>
                          <p:cTn id="39" fill="hold">
                            <p:stCondLst>
                              <p:cond delay="5500"/>
                            </p:stCondLst>
                            <p:childTnLst>
                              <p:par>
                                <p:cTn id="40" presetID="22" presetClass="entr" presetSubtype="1"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up)">
                                      <p:cBhvr>
                                        <p:cTn id="42" dur="1000"/>
                                        <p:tgtEl>
                                          <p:spTgt spid="20"/>
                                        </p:tgtEl>
                                      </p:cBhvr>
                                    </p:animEffect>
                                  </p:childTnLst>
                                </p:cTn>
                              </p:par>
                            </p:childTnLst>
                          </p:cTn>
                        </p:par>
                        <p:par>
                          <p:cTn id="43" fill="hold">
                            <p:stCondLst>
                              <p:cond delay="6500"/>
                            </p:stCondLst>
                            <p:childTnLst>
                              <p:par>
                                <p:cTn id="44" presetID="22" presetClass="entr" presetSubtype="8"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par>
                          <p:cTn id="47" fill="hold">
                            <p:stCondLst>
                              <p:cond delay="7000"/>
                            </p:stCondLst>
                            <p:childTnLst>
                              <p:par>
                                <p:cTn id="48" presetID="22" presetClass="entr" presetSubtype="8"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1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C887AE9-058B-0CC3-F0EE-597C8DEABE21}"/>
              </a:ext>
            </a:extLst>
          </p:cNvPr>
          <p:cNvSpPr>
            <a:spLocks noGrp="1"/>
          </p:cNvSpPr>
          <p:nvPr>
            <p:ph type="sldNum" sz="quarter" idx="12"/>
          </p:nvPr>
        </p:nvSpPr>
        <p:spPr/>
        <p:txBody>
          <a:bodyPr/>
          <a:lstStyle/>
          <a:p>
            <a:fld id="{D7C0FE0B-717B-41AE-9FA2-CA4BF851D1C3}" type="slidenum">
              <a:rPr lang="zh-CN" altLang="en-US" smtClean="0"/>
              <a:t>67</a:t>
            </a:fld>
            <a:endParaRPr lang="zh-CN" altLang="en-US"/>
          </a:p>
        </p:txBody>
      </p:sp>
      <p:sp>
        <p:nvSpPr>
          <p:cNvPr id="3" name="文本框 5">
            <a:extLst>
              <a:ext uri="{FF2B5EF4-FFF2-40B4-BE49-F238E27FC236}">
                <a16:creationId xmlns:a16="http://schemas.microsoft.com/office/drawing/2014/main" id="{29FAB7D5-F5A0-8A83-AD73-7915B218846B}"/>
              </a:ext>
            </a:extLst>
          </p:cNvPr>
          <p:cNvSpPr txBox="1"/>
          <p:nvPr/>
        </p:nvSpPr>
        <p:spPr>
          <a:xfrm>
            <a:off x="1031240" y="236527"/>
            <a:ext cx="5862320"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70510" algn="just">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黑体" panose="02010609060101010101" pitchFamily="49" charset="-122"/>
                <a:ea typeface="宋体" panose="02010600030101010101" pitchFamily="2" charset="-122"/>
              </a:rPr>
              <a:t>9.4.3  </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布隆过滤器基本型的实现</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（续）</a:t>
            </a:r>
            <a:endPar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B0100A36-D850-9BA2-02FA-718E09567DDA}"/>
              </a:ext>
            </a:extLst>
          </p:cNvPr>
          <p:cNvSpPr txBox="1"/>
          <p:nvPr/>
        </p:nvSpPr>
        <p:spPr>
          <a:xfrm>
            <a:off x="502370" y="899001"/>
            <a:ext cx="2942579" cy="5416355"/>
          </a:xfrm>
          <a:prstGeom prst="rect">
            <a:avLst/>
          </a:prstGeom>
          <a:noFill/>
        </p:spPr>
        <p:txBody>
          <a:bodyPr wrap="square">
            <a:spAutoFit/>
          </a:bodyPr>
          <a:lstStyle/>
          <a:p>
            <a:pPr marL="270510" algn="just">
              <a:lnSpc>
                <a:spcPct val="150000"/>
              </a:lnSpc>
              <a:spcBef>
                <a:spcPts val="1400"/>
              </a:spcBef>
              <a:buNone/>
            </a:pPr>
            <a:r>
              <a:rPr lang="en-US"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查找关键字</a:t>
            </a:r>
            <a:endParaRPr lang="zh-CN" altLang="zh-CN" sz="2000" b="1" kern="100" dirty="0">
              <a:solidFill>
                <a:srgbClr val="C00000"/>
              </a:solidFill>
              <a:effectLst/>
              <a:latin typeface="等线 Light" panose="02010600030101010101" pitchFamily="2" charset="-122"/>
              <a:ea typeface="等线 Light"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rPr>
              <a:t>假设关键字是字符串，但也可以是任何其他的可序列化对象。通过使用位向量，查找布隆过滤器中的关键字变得非常简单。只需要检索那些会被用来存储关键字的位的位置，并检查这些位是否都是</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即可。</a:t>
            </a:r>
            <a:endParaRPr lang="en-US" altLang="zh-CN" sz="1800" kern="100" dirty="0">
              <a:effectLst/>
              <a:latin typeface="Times New Roman" panose="02020603050405020304" pitchFamily="18" charset="0"/>
              <a:ea typeface="宋体" panose="02010600030101010101" pitchFamily="2" charset="-122"/>
            </a:endParaRPr>
          </a:p>
          <a:p>
            <a:pPr indent="266700" algn="just">
              <a:lnSpc>
                <a:spcPct val="115000"/>
              </a:lnSpc>
              <a:spcBef>
                <a:spcPts val="600"/>
              </a:spcBef>
              <a:buNone/>
            </a:pPr>
            <a:r>
              <a:rPr lang="zh-CN" altLang="zh-CN" sz="1800" kern="100" dirty="0">
                <a:solidFill>
                  <a:srgbClr val="041ABC"/>
                </a:solidFill>
                <a:effectLst/>
                <a:latin typeface="+mj-ea"/>
                <a:ea typeface="+mj-ea"/>
              </a:rPr>
              <a:t>图</a:t>
            </a:r>
            <a:r>
              <a:rPr lang="en-US" altLang="zh-CN" sz="1800" kern="100" dirty="0">
                <a:solidFill>
                  <a:srgbClr val="041ABC"/>
                </a:solidFill>
                <a:effectLst/>
                <a:latin typeface="+mj-ea"/>
                <a:ea typeface="+mj-ea"/>
              </a:rPr>
              <a:t>9.42</a:t>
            </a:r>
            <a:r>
              <a:rPr lang="zh-CN" altLang="zh-CN" sz="1800" kern="100" dirty="0">
                <a:effectLst/>
                <a:latin typeface="Times New Roman" panose="02020603050405020304" pitchFamily="18" charset="0"/>
                <a:ea typeface="宋体" panose="02010600030101010101" pitchFamily="2" charset="-122"/>
              </a:rPr>
              <a:t>展示了三个键的查找过程。查找操作的实现如</a:t>
            </a:r>
            <a:r>
              <a:rPr lang="zh-CN" altLang="zh-CN" sz="1800" b="1" kern="100" dirty="0">
                <a:solidFill>
                  <a:srgbClr val="C00000"/>
                </a:solidFill>
                <a:effectLst/>
                <a:latin typeface="Times New Roman" panose="02020603050405020304" pitchFamily="18" charset="0"/>
                <a:ea typeface="宋体" panose="02010600030101010101" pitchFamily="2" charset="-122"/>
              </a:rPr>
              <a:t>算法</a:t>
            </a:r>
            <a:r>
              <a:rPr lang="en-US" altLang="zh-CN" sz="1800" b="1" kern="100" dirty="0">
                <a:solidFill>
                  <a:srgbClr val="C00000"/>
                </a:solidFill>
                <a:effectLst/>
                <a:latin typeface="Times New Roman" panose="02020603050405020304" pitchFamily="18" charset="0"/>
                <a:ea typeface="宋体" panose="02010600030101010101" pitchFamily="2" charset="-122"/>
              </a:rPr>
              <a:t>9.42</a:t>
            </a:r>
            <a:r>
              <a:rPr lang="zh-CN" altLang="zh-CN" sz="1800" kern="100" dirty="0">
                <a:effectLst/>
                <a:latin typeface="Times New Roman" panose="02020603050405020304" pitchFamily="18" charset="0"/>
                <a:ea typeface="宋体" panose="02010600030101010101" pitchFamily="2" charset="-122"/>
              </a:rPr>
              <a:t>所示。</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函数</a:t>
            </a:r>
            <a:r>
              <a:rPr lang="en-US" altLang="zh-CN" sz="1800" kern="100" dirty="0" err="1">
                <a:effectLst/>
                <a:latin typeface="Courier New" panose="02070309020205020404" pitchFamily="49" charset="0"/>
                <a:ea typeface="宋体" panose="02010600030101010101" pitchFamily="2" charset="-122"/>
              </a:rPr>
              <a:t>ContainsBF</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接收一个键到参数</a:t>
            </a:r>
            <a:r>
              <a:rPr lang="en-US" altLang="zh-CN" sz="1800" kern="100" dirty="0">
                <a:effectLst/>
                <a:latin typeface="Courier New" panose="02070309020205020404" pitchFamily="49" charset="0"/>
                <a:ea typeface="宋体" panose="02010600030101010101" pitchFamily="2" charset="-122"/>
              </a:rPr>
              <a:t>key</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，当且仅当与键对应的所有位都被设置为</a:t>
            </a:r>
            <a:r>
              <a:rPr lang="en-US" altLang="zh-CN" sz="1800" kern="100" dirty="0">
                <a:effectLst/>
                <a:latin typeface="Courier New" panose="02070309020205020404" pitchFamily="49" charset="0"/>
                <a:ea typeface="宋体" panose="02010600030101010101" pitchFamily="2" charset="-122"/>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时才返回</a:t>
            </a:r>
            <a:r>
              <a:rPr lang="en-US" altLang="zh-CN" sz="1800" kern="100" dirty="0">
                <a:effectLst/>
                <a:latin typeface="Courier New" panose="02070309020205020404" pitchFamily="49" charset="0"/>
                <a:ea typeface="宋体" panose="02010600030101010101" pitchFamily="2" charset="-122"/>
              </a:rPr>
              <a:t>TRUE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800" kern="100" dirty="0">
              <a:effectLst/>
              <a:latin typeface="Times New Roman" panose="02020603050405020304" pitchFamily="18" charset="0"/>
              <a:ea typeface="宋体" panose="02010600030101010101" pitchFamily="2" charset="-122"/>
            </a:endParaRPr>
          </a:p>
        </p:txBody>
      </p:sp>
      <p:graphicFrame>
        <p:nvGraphicFramePr>
          <p:cNvPr id="7" name="表格 6">
            <a:extLst>
              <a:ext uri="{FF2B5EF4-FFF2-40B4-BE49-F238E27FC236}">
                <a16:creationId xmlns:a16="http://schemas.microsoft.com/office/drawing/2014/main" id="{9022CC30-1D62-C229-459E-D7F4D044081B}"/>
              </a:ext>
            </a:extLst>
          </p:cNvPr>
          <p:cNvGraphicFramePr>
            <a:graphicFrameLocks noGrp="1"/>
          </p:cNvGraphicFramePr>
          <p:nvPr>
            <p:extLst>
              <p:ext uri="{D42A27DB-BD31-4B8C-83A1-F6EECF244321}">
                <p14:modId xmlns:p14="http://schemas.microsoft.com/office/powerpoint/2010/main" val="3007378458"/>
              </p:ext>
            </p:extLst>
          </p:nvPr>
        </p:nvGraphicFramePr>
        <p:xfrm>
          <a:off x="3800062" y="2667000"/>
          <a:ext cx="7553738" cy="762000"/>
        </p:xfrm>
        <a:graphic>
          <a:graphicData uri="http://schemas.openxmlformats.org/drawingml/2006/table">
            <a:tbl>
              <a:tblPr firstRow="1" bandRow="1">
                <a:tableStyleId>{5940675A-B579-460E-94D1-54222C63F5DA}</a:tableStyleId>
              </a:tblPr>
              <a:tblGrid>
                <a:gridCol w="719403">
                  <a:extLst>
                    <a:ext uri="{9D8B030D-6E8A-4147-A177-3AD203B41FA5}">
                      <a16:colId xmlns:a16="http://schemas.microsoft.com/office/drawing/2014/main" val="2164547918"/>
                    </a:ext>
                  </a:extLst>
                </a:gridCol>
                <a:gridCol w="705245">
                  <a:extLst>
                    <a:ext uri="{9D8B030D-6E8A-4147-A177-3AD203B41FA5}">
                      <a16:colId xmlns:a16="http://schemas.microsoft.com/office/drawing/2014/main" val="4228931799"/>
                    </a:ext>
                  </a:extLst>
                </a:gridCol>
                <a:gridCol w="373858">
                  <a:extLst>
                    <a:ext uri="{9D8B030D-6E8A-4147-A177-3AD203B41FA5}">
                      <a16:colId xmlns:a16="http://schemas.microsoft.com/office/drawing/2014/main" val="2528081326"/>
                    </a:ext>
                  </a:extLst>
                </a:gridCol>
                <a:gridCol w="359702">
                  <a:extLst>
                    <a:ext uri="{9D8B030D-6E8A-4147-A177-3AD203B41FA5}">
                      <a16:colId xmlns:a16="http://schemas.microsoft.com/office/drawing/2014/main" val="1271768842"/>
                    </a:ext>
                  </a:extLst>
                </a:gridCol>
                <a:gridCol w="359702">
                  <a:extLst>
                    <a:ext uri="{9D8B030D-6E8A-4147-A177-3AD203B41FA5}">
                      <a16:colId xmlns:a16="http://schemas.microsoft.com/office/drawing/2014/main" val="1448285576"/>
                    </a:ext>
                  </a:extLst>
                </a:gridCol>
                <a:gridCol w="359702">
                  <a:extLst>
                    <a:ext uri="{9D8B030D-6E8A-4147-A177-3AD203B41FA5}">
                      <a16:colId xmlns:a16="http://schemas.microsoft.com/office/drawing/2014/main" val="1486772646"/>
                    </a:ext>
                  </a:extLst>
                </a:gridCol>
                <a:gridCol w="359702">
                  <a:extLst>
                    <a:ext uri="{9D8B030D-6E8A-4147-A177-3AD203B41FA5}">
                      <a16:colId xmlns:a16="http://schemas.microsoft.com/office/drawing/2014/main" val="2547724356"/>
                    </a:ext>
                  </a:extLst>
                </a:gridCol>
                <a:gridCol w="359702">
                  <a:extLst>
                    <a:ext uri="{9D8B030D-6E8A-4147-A177-3AD203B41FA5}">
                      <a16:colId xmlns:a16="http://schemas.microsoft.com/office/drawing/2014/main" val="59269214"/>
                    </a:ext>
                  </a:extLst>
                </a:gridCol>
                <a:gridCol w="359702">
                  <a:extLst>
                    <a:ext uri="{9D8B030D-6E8A-4147-A177-3AD203B41FA5}">
                      <a16:colId xmlns:a16="http://schemas.microsoft.com/office/drawing/2014/main" val="81754473"/>
                    </a:ext>
                  </a:extLst>
                </a:gridCol>
                <a:gridCol w="359702">
                  <a:extLst>
                    <a:ext uri="{9D8B030D-6E8A-4147-A177-3AD203B41FA5}">
                      <a16:colId xmlns:a16="http://schemas.microsoft.com/office/drawing/2014/main" val="3935709126"/>
                    </a:ext>
                  </a:extLst>
                </a:gridCol>
                <a:gridCol w="359702">
                  <a:extLst>
                    <a:ext uri="{9D8B030D-6E8A-4147-A177-3AD203B41FA5}">
                      <a16:colId xmlns:a16="http://schemas.microsoft.com/office/drawing/2014/main" val="184009337"/>
                    </a:ext>
                  </a:extLst>
                </a:gridCol>
                <a:gridCol w="359702">
                  <a:extLst>
                    <a:ext uri="{9D8B030D-6E8A-4147-A177-3AD203B41FA5}">
                      <a16:colId xmlns:a16="http://schemas.microsoft.com/office/drawing/2014/main" val="1264419617"/>
                    </a:ext>
                  </a:extLst>
                </a:gridCol>
                <a:gridCol w="359702">
                  <a:extLst>
                    <a:ext uri="{9D8B030D-6E8A-4147-A177-3AD203B41FA5}">
                      <a16:colId xmlns:a16="http://schemas.microsoft.com/office/drawing/2014/main" val="4221547450"/>
                    </a:ext>
                  </a:extLst>
                </a:gridCol>
                <a:gridCol w="359702">
                  <a:extLst>
                    <a:ext uri="{9D8B030D-6E8A-4147-A177-3AD203B41FA5}">
                      <a16:colId xmlns:a16="http://schemas.microsoft.com/office/drawing/2014/main" val="9241010"/>
                    </a:ext>
                  </a:extLst>
                </a:gridCol>
                <a:gridCol w="359702">
                  <a:extLst>
                    <a:ext uri="{9D8B030D-6E8A-4147-A177-3AD203B41FA5}">
                      <a16:colId xmlns:a16="http://schemas.microsoft.com/office/drawing/2014/main" val="1367301787"/>
                    </a:ext>
                  </a:extLst>
                </a:gridCol>
                <a:gridCol w="359702">
                  <a:extLst>
                    <a:ext uri="{9D8B030D-6E8A-4147-A177-3AD203B41FA5}">
                      <a16:colId xmlns:a16="http://schemas.microsoft.com/office/drawing/2014/main" val="1095632640"/>
                    </a:ext>
                  </a:extLst>
                </a:gridCol>
                <a:gridCol w="359702">
                  <a:extLst>
                    <a:ext uri="{9D8B030D-6E8A-4147-A177-3AD203B41FA5}">
                      <a16:colId xmlns:a16="http://schemas.microsoft.com/office/drawing/2014/main" val="1978806490"/>
                    </a:ext>
                  </a:extLst>
                </a:gridCol>
                <a:gridCol w="359702">
                  <a:extLst>
                    <a:ext uri="{9D8B030D-6E8A-4147-A177-3AD203B41FA5}">
                      <a16:colId xmlns:a16="http://schemas.microsoft.com/office/drawing/2014/main" val="2631700330"/>
                    </a:ext>
                  </a:extLst>
                </a:gridCol>
                <a:gridCol w="359702">
                  <a:extLst>
                    <a:ext uri="{9D8B030D-6E8A-4147-A177-3AD203B41FA5}">
                      <a16:colId xmlns:a16="http://schemas.microsoft.com/office/drawing/2014/main" val="1722840214"/>
                    </a:ext>
                  </a:extLst>
                </a:gridCol>
              </a:tblGrid>
              <a:tr h="281343">
                <a:tc>
                  <a:txBody>
                    <a:bodyPr/>
                    <a:lstStyle/>
                    <a:p>
                      <a:pPr algn="r"/>
                      <a:endParaRPr lang="zh-CN" altLang="en-US" dirty="0"/>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zh-CN" altLang="en-US" dirty="0"/>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041ABC"/>
                          </a:solidFill>
                        </a:rPr>
                        <a:t>0</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2</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3</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4</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5</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6</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7</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8</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9</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10</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11</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12</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13</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14</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15</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16</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9682412"/>
                  </a:ext>
                </a:extLst>
              </a:tr>
              <a:tr h="37240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t>BF</a:t>
                      </a:r>
                      <a:r>
                        <a:rPr lang="zh-CN" altLang="en-US" sz="2000" b="1" dirty="0"/>
                        <a:t>的位向量</a:t>
                      </a:r>
                    </a:p>
                  </a:txBody>
                  <a:tcPr marL="36000" marR="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endParaRPr dirty="0"/>
                    </a:p>
                  </a:txBody>
                  <a:tcPr marL="36000" marR="72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98089069"/>
                  </a:ext>
                </a:extLst>
              </a:tr>
            </a:tbl>
          </a:graphicData>
        </a:graphic>
      </p:graphicFrame>
      <p:sp>
        <p:nvSpPr>
          <p:cNvPr id="8" name="文本框 7">
            <a:extLst>
              <a:ext uri="{FF2B5EF4-FFF2-40B4-BE49-F238E27FC236}">
                <a16:creationId xmlns:a16="http://schemas.microsoft.com/office/drawing/2014/main" id="{33404DA4-B7AE-9E40-0006-297E6FE1D2D2}"/>
              </a:ext>
            </a:extLst>
          </p:cNvPr>
          <p:cNvSpPr txBox="1"/>
          <p:nvPr/>
        </p:nvSpPr>
        <p:spPr>
          <a:xfrm>
            <a:off x="7586606" y="1126372"/>
            <a:ext cx="1662763" cy="400110"/>
          </a:xfrm>
          <a:prstGeom prst="rect">
            <a:avLst/>
          </a:prstGeom>
          <a:noFill/>
        </p:spPr>
        <p:txBody>
          <a:bodyPr wrap="none" rtlCol="0">
            <a:spAutoFit/>
          </a:bodyPr>
          <a:lstStyle/>
          <a:p>
            <a:r>
              <a:rPr lang="en-US" altLang="zh-CN" sz="2000" b="1" dirty="0">
                <a:latin typeface="Cambria" panose="02040503050406030204" pitchFamily="18" charset="0"/>
                <a:ea typeface="Cambria" panose="02040503050406030204" pitchFamily="18" charset="0"/>
                <a:cs typeface="Courier New" panose="02070309020205020404" pitchFamily="49" charset="0"/>
              </a:rPr>
              <a:t>“</a:t>
            </a:r>
            <a:r>
              <a:rPr lang="en-US" altLang="zh-CN" sz="2000" b="1" dirty="0" err="1">
                <a:latin typeface="Cambria" panose="02040503050406030204" pitchFamily="18" charset="0"/>
                <a:ea typeface="Cambria" panose="02040503050406030204" pitchFamily="18" charset="0"/>
                <a:cs typeface="Courier New" panose="02070309020205020404" pitchFamily="49" charset="0"/>
              </a:rPr>
              <a:t>gdu.edu.cn</a:t>
            </a:r>
            <a:r>
              <a:rPr lang="en-US" altLang="zh-CN" sz="2000" b="1" dirty="0">
                <a:latin typeface="Cambria" panose="02040503050406030204" pitchFamily="18" charset="0"/>
                <a:ea typeface="Cambria" panose="02040503050406030204" pitchFamily="18" charset="0"/>
                <a:cs typeface="Courier New" panose="02070309020205020404" pitchFamily="49" charset="0"/>
              </a:rPr>
              <a:t>”</a:t>
            </a:r>
            <a:endParaRPr lang="zh-CN" altLang="en-US" sz="2000" b="1" dirty="0">
              <a:latin typeface="Cambria" panose="02040503050406030204" pitchFamily="18" charset="0"/>
              <a:cs typeface="Courier New" panose="02070309020205020404" pitchFamily="49" charset="0"/>
            </a:endParaRPr>
          </a:p>
        </p:txBody>
      </p:sp>
      <p:sp>
        <p:nvSpPr>
          <p:cNvPr id="9" name="文本框 8">
            <a:extLst>
              <a:ext uri="{FF2B5EF4-FFF2-40B4-BE49-F238E27FC236}">
                <a16:creationId xmlns:a16="http://schemas.microsoft.com/office/drawing/2014/main" id="{8EF4EB01-6DD8-E722-94E0-DB41FDEB337C}"/>
              </a:ext>
            </a:extLst>
          </p:cNvPr>
          <p:cNvSpPr txBox="1"/>
          <p:nvPr/>
        </p:nvSpPr>
        <p:spPr>
          <a:xfrm>
            <a:off x="5054497" y="1439459"/>
            <a:ext cx="675185" cy="369332"/>
          </a:xfrm>
          <a:prstGeom prst="rect">
            <a:avLst/>
          </a:prstGeom>
          <a:noFill/>
        </p:spPr>
        <p:txBody>
          <a:bodyPr wrap="none" rtlCol="0">
            <a:spAutoFit/>
          </a:bodyPr>
          <a:lstStyle/>
          <a:p>
            <a:r>
              <a:rPr lang="en-US" altLang="zh-CN" b="1" dirty="0" err="1">
                <a:solidFill>
                  <a:srgbClr val="3B11EF"/>
                </a:solidFill>
              </a:rPr>
              <a:t>h0</a:t>
            </a:r>
            <a:r>
              <a:rPr lang="en-US" altLang="zh-CN" b="1" dirty="0">
                <a:solidFill>
                  <a:srgbClr val="3B11EF"/>
                </a:solidFill>
              </a:rPr>
              <a:t>=</a:t>
            </a:r>
            <a:r>
              <a:rPr lang="en-US" altLang="zh-CN" b="1" dirty="0">
                <a:solidFill>
                  <a:srgbClr val="FF0000"/>
                </a:solidFill>
              </a:rPr>
              <a:t>2</a:t>
            </a:r>
            <a:endParaRPr lang="zh-CN" altLang="en-US" b="1" dirty="0">
              <a:solidFill>
                <a:srgbClr val="FF0000"/>
              </a:solidFill>
            </a:endParaRPr>
          </a:p>
        </p:txBody>
      </p:sp>
      <p:cxnSp>
        <p:nvCxnSpPr>
          <p:cNvPr id="11" name="直接连接符 10">
            <a:extLst>
              <a:ext uri="{FF2B5EF4-FFF2-40B4-BE49-F238E27FC236}">
                <a16:creationId xmlns:a16="http://schemas.microsoft.com/office/drawing/2014/main" id="{E8A4668E-2856-D575-6C7B-0C93CC14C3A0}"/>
              </a:ext>
            </a:extLst>
          </p:cNvPr>
          <p:cNvCxnSpPr>
            <a:cxnSpLocks/>
          </p:cNvCxnSpPr>
          <p:nvPr/>
        </p:nvCxnSpPr>
        <p:spPr>
          <a:xfrm>
            <a:off x="5554114" y="1753362"/>
            <a:ext cx="541446" cy="965006"/>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3" name="文本框 12">
            <a:extLst>
              <a:ext uri="{FF2B5EF4-FFF2-40B4-BE49-F238E27FC236}">
                <a16:creationId xmlns:a16="http://schemas.microsoft.com/office/drawing/2014/main" id="{8244AF5E-3404-1105-74CF-7761A83B5203}"/>
              </a:ext>
            </a:extLst>
          </p:cNvPr>
          <p:cNvSpPr txBox="1"/>
          <p:nvPr/>
        </p:nvSpPr>
        <p:spPr>
          <a:xfrm>
            <a:off x="5715255" y="1439459"/>
            <a:ext cx="790601" cy="369332"/>
          </a:xfrm>
          <a:prstGeom prst="rect">
            <a:avLst/>
          </a:prstGeom>
          <a:noFill/>
        </p:spPr>
        <p:txBody>
          <a:bodyPr wrap="none" rtlCol="0">
            <a:spAutoFit/>
          </a:bodyPr>
          <a:lstStyle/>
          <a:p>
            <a:r>
              <a:rPr lang="en-US" altLang="zh-CN" b="1" dirty="0" err="1">
                <a:solidFill>
                  <a:srgbClr val="3B11EF"/>
                </a:solidFill>
              </a:rPr>
              <a:t>h1</a:t>
            </a:r>
            <a:r>
              <a:rPr lang="en-US" altLang="zh-CN" b="1" dirty="0">
                <a:solidFill>
                  <a:srgbClr val="3B11EF"/>
                </a:solidFill>
              </a:rPr>
              <a:t>=</a:t>
            </a:r>
            <a:r>
              <a:rPr lang="en-US" altLang="zh-CN" b="1" dirty="0">
                <a:solidFill>
                  <a:srgbClr val="FF0000"/>
                </a:solidFill>
              </a:rPr>
              <a:t>12</a:t>
            </a:r>
            <a:endParaRPr lang="zh-CN" altLang="en-US" b="1" dirty="0">
              <a:solidFill>
                <a:srgbClr val="FF0000"/>
              </a:solidFill>
            </a:endParaRPr>
          </a:p>
        </p:txBody>
      </p:sp>
      <p:cxnSp>
        <p:nvCxnSpPr>
          <p:cNvPr id="14" name="直接连接符 13">
            <a:extLst>
              <a:ext uri="{FF2B5EF4-FFF2-40B4-BE49-F238E27FC236}">
                <a16:creationId xmlns:a16="http://schemas.microsoft.com/office/drawing/2014/main" id="{60C10AA3-B33B-1990-9791-F6C94EA89DD1}"/>
              </a:ext>
            </a:extLst>
          </p:cNvPr>
          <p:cNvCxnSpPr>
            <a:cxnSpLocks/>
          </p:cNvCxnSpPr>
          <p:nvPr/>
        </p:nvCxnSpPr>
        <p:spPr>
          <a:xfrm>
            <a:off x="6273020" y="1780616"/>
            <a:ext cx="3447923" cy="987176"/>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2A6D38C8-985A-57AF-2406-7ED0B96322E8}"/>
              </a:ext>
            </a:extLst>
          </p:cNvPr>
          <p:cNvSpPr txBox="1"/>
          <p:nvPr/>
        </p:nvSpPr>
        <p:spPr>
          <a:xfrm>
            <a:off x="6451113" y="1439459"/>
            <a:ext cx="790601" cy="369332"/>
          </a:xfrm>
          <a:prstGeom prst="rect">
            <a:avLst/>
          </a:prstGeom>
          <a:noFill/>
        </p:spPr>
        <p:txBody>
          <a:bodyPr wrap="none" rtlCol="0">
            <a:spAutoFit/>
          </a:bodyPr>
          <a:lstStyle/>
          <a:p>
            <a:r>
              <a:rPr lang="en-US" altLang="zh-CN" b="1" dirty="0" err="1">
                <a:solidFill>
                  <a:srgbClr val="3B11EF"/>
                </a:solidFill>
              </a:rPr>
              <a:t>h2</a:t>
            </a:r>
            <a:r>
              <a:rPr lang="en-US" altLang="zh-CN" b="1" dirty="0">
                <a:solidFill>
                  <a:srgbClr val="3B11EF"/>
                </a:solidFill>
              </a:rPr>
              <a:t>=</a:t>
            </a:r>
            <a:r>
              <a:rPr lang="en-US" altLang="zh-CN" b="1" dirty="0">
                <a:solidFill>
                  <a:srgbClr val="FF0000"/>
                </a:solidFill>
              </a:rPr>
              <a:t>14</a:t>
            </a:r>
            <a:endParaRPr lang="zh-CN" altLang="en-US" b="1" dirty="0">
              <a:solidFill>
                <a:srgbClr val="FF0000"/>
              </a:solidFill>
            </a:endParaRPr>
          </a:p>
        </p:txBody>
      </p:sp>
      <p:cxnSp>
        <p:nvCxnSpPr>
          <p:cNvPr id="18" name="直接连接符 17">
            <a:extLst>
              <a:ext uri="{FF2B5EF4-FFF2-40B4-BE49-F238E27FC236}">
                <a16:creationId xmlns:a16="http://schemas.microsoft.com/office/drawing/2014/main" id="{0D654C7E-0E89-84CF-9E88-D3AC2ECA4665}"/>
              </a:ext>
            </a:extLst>
          </p:cNvPr>
          <p:cNvCxnSpPr>
            <a:cxnSpLocks/>
          </p:cNvCxnSpPr>
          <p:nvPr/>
        </p:nvCxnSpPr>
        <p:spPr>
          <a:xfrm>
            <a:off x="7008878" y="1780616"/>
            <a:ext cx="3447923" cy="987176"/>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9" name="矩形: 圆角 18">
            <a:extLst>
              <a:ext uri="{FF2B5EF4-FFF2-40B4-BE49-F238E27FC236}">
                <a16:creationId xmlns:a16="http://schemas.microsoft.com/office/drawing/2014/main" id="{1B95C58A-648D-C227-B7E6-1C7459FE9F78}"/>
              </a:ext>
            </a:extLst>
          </p:cNvPr>
          <p:cNvSpPr/>
          <p:nvPr/>
        </p:nvSpPr>
        <p:spPr>
          <a:xfrm>
            <a:off x="6023344" y="3094074"/>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4815418-135F-11B5-A8D9-59E00345540D}"/>
              </a:ext>
            </a:extLst>
          </p:cNvPr>
          <p:cNvSpPr txBox="1"/>
          <p:nvPr/>
        </p:nvSpPr>
        <p:spPr>
          <a:xfrm>
            <a:off x="5390446" y="4452677"/>
            <a:ext cx="1286801" cy="369332"/>
          </a:xfrm>
          <a:prstGeom prst="rect">
            <a:avLst/>
          </a:prstGeom>
          <a:noFill/>
        </p:spPr>
        <p:txBody>
          <a:bodyPr wrap="square" rtlCol="0">
            <a:spAutoFit/>
          </a:bodyPr>
          <a:lstStyle/>
          <a:p>
            <a:r>
              <a:rPr lang="zh-CN" altLang="en-US" b="1" dirty="0">
                <a:latin typeface="+mj-ea"/>
                <a:ea typeface="+mj-ea"/>
              </a:rPr>
              <a:t>（      ）</a:t>
            </a:r>
          </a:p>
        </p:txBody>
      </p:sp>
      <p:sp>
        <p:nvSpPr>
          <p:cNvPr id="21" name="文本框 20">
            <a:extLst>
              <a:ext uri="{FF2B5EF4-FFF2-40B4-BE49-F238E27FC236}">
                <a16:creationId xmlns:a16="http://schemas.microsoft.com/office/drawing/2014/main" id="{64324E99-15EE-A1BF-0F8D-2D21E5DA4D57}"/>
              </a:ext>
            </a:extLst>
          </p:cNvPr>
          <p:cNvSpPr txBox="1"/>
          <p:nvPr/>
        </p:nvSpPr>
        <p:spPr>
          <a:xfrm>
            <a:off x="5656000" y="4436435"/>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22" name="直接连接符 21">
            <a:extLst>
              <a:ext uri="{FF2B5EF4-FFF2-40B4-BE49-F238E27FC236}">
                <a16:creationId xmlns:a16="http://schemas.microsoft.com/office/drawing/2014/main" id="{54DC72AD-3615-3DCD-A4BF-C9940A4E6C50}"/>
              </a:ext>
            </a:extLst>
          </p:cNvPr>
          <p:cNvCxnSpPr>
            <a:cxnSpLocks/>
            <a:endCxn id="21" idx="0"/>
          </p:cNvCxnSpPr>
          <p:nvPr/>
        </p:nvCxnSpPr>
        <p:spPr>
          <a:xfrm flipH="1">
            <a:off x="5825277" y="3341675"/>
            <a:ext cx="301734" cy="109476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25" name="矩形: 圆角 24">
            <a:extLst>
              <a:ext uri="{FF2B5EF4-FFF2-40B4-BE49-F238E27FC236}">
                <a16:creationId xmlns:a16="http://schemas.microsoft.com/office/drawing/2014/main" id="{20398DA5-67BC-4254-A987-84D13F831563}"/>
              </a:ext>
            </a:extLst>
          </p:cNvPr>
          <p:cNvSpPr/>
          <p:nvPr/>
        </p:nvSpPr>
        <p:spPr>
          <a:xfrm>
            <a:off x="9617276" y="3094074"/>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486E856A-7C9C-E99E-69EF-382125C5CB8B}"/>
              </a:ext>
            </a:extLst>
          </p:cNvPr>
          <p:cNvSpPr txBox="1"/>
          <p:nvPr/>
        </p:nvSpPr>
        <p:spPr>
          <a:xfrm>
            <a:off x="5921554" y="4432531"/>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27" name="直接连接符 26">
            <a:extLst>
              <a:ext uri="{FF2B5EF4-FFF2-40B4-BE49-F238E27FC236}">
                <a16:creationId xmlns:a16="http://schemas.microsoft.com/office/drawing/2014/main" id="{69DEF947-D9C8-9842-C26A-8DB645F80AD7}"/>
              </a:ext>
            </a:extLst>
          </p:cNvPr>
          <p:cNvCxnSpPr>
            <a:cxnSpLocks/>
            <a:stCxn id="25" idx="2"/>
            <a:endCxn id="26" idx="0"/>
          </p:cNvCxnSpPr>
          <p:nvPr/>
        </p:nvCxnSpPr>
        <p:spPr>
          <a:xfrm flipH="1">
            <a:off x="6090831" y="3359888"/>
            <a:ext cx="3630113" cy="1072643"/>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29" name="矩形: 圆角 28">
            <a:extLst>
              <a:ext uri="{FF2B5EF4-FFF2-40B4-BE49-F238E27FC236}">
                <a16:creationId xmlns:a16="http://schemas.microsoft.com/office/drawing/2014/main" id="{A5C89C0C-3CF0-571A-ACC5-CACEBE2DE9EE}"/>
              </a:ext>
            </a:extLst>
          </p:cNvPr>
          <p:cNvSpPr/>
          <p:nvPr/>
        </p:nvSpPr>
        <p:spPr>
          <a:xfrm>
            <a:off x="10342501" y="3083442"/>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0292433E-A85A-75C3-30B8-EE4004EC7A2D}"/>
              </a:ext>
            </a:extLst>
          </p:cNvPr>
          <p:cNvSpPr txBox="1"/>
          <p:nvPr/>
        </p:nvSpPr>
        <p:spPr>
          <a:xfrm>
            <a:off x="6180390" y="4428627"/>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31" name="直接连接符 30">
            <a:extLst>
              <a:ext uri="{FF2B5EF4-FFF2-40B4-BE49-F238E27FC236}">
                <a16:creationId xmlns:a16="http://schemas.microsoft.com/office/drawing/2014/main" id="{159B1AEE-B643-240C-C0D5-2BF58111B61B}"/>
              </a:ext>
            </a:extLst>
          </p:cNvPr>
          <p:cNvCxnSpPr>
            <a:cxnSpLocks/>
            <a:stCxn id="29" idx="2"/>
            <a:endCxn id="30" idx="0"/>
          </p:cNvCxnSpPr>
          <p:nvPr/>
        </p:nvCxnSpPr>
        <p:spPr>
          <a:xfrm flipH="1">
            <a:off x="6349667" y="3349256"/>
            <a:ext cx="4096502" cy="1079371"/>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33" name="矩形: 圆角 32">
            <a:extLst>
              <a:ext uri="{FF2B5EF4-FFF2-40B4-BE49-F238E27FC236}">
                <a16:creationId xmlns:a16="http://schemas.microsoft.com/office/drawing/2014/main" id="{A0957626-B363-CDC0-6C63-5E8862D28EEA}"/>
              </a:ext>
            </a:extLst>
          </p:cNvPr>
          <p:cNvSpPr/>
          <p:nvPr/>
        </p:nvSpPr>
        <p:spPr>
          <a:xfrm>
            <a:off x="7468455" y="3090170"/>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A019FEF6-BA13-F5F6-B37A-0CA4F9F1C0CB}"/>
              </a:ext>
            </a:extLst>
          </p:cNvPr>
          <p:cNvSpPr/>
          <p:nvPr/>
        </p:nvSpPr>
        <p:spPr>
          <a:xfrm>
            <a:off x="7820310" y="3090170"/>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圆角 34">
            <a:extLst>
              <a:ext uri="{FF2B5EF4-FFF2-40B4-BE49-F238E27FC236}">
                <a16:creationId xmlns:a16="http://schemas.microsoft.com/office/drawing/2014/main" id="{A45719F8-F6B5-03DC-A6E2-B9C0FA2A435B}"/>
              </a:ext>
            </a:extLst>
          </p:cNvPr>
          <p:cNvSpPr/>
          <p:nvPr/>
        </p:nvSpPr>
        <p:spPr>
          <a:xfrm>
            <a:off x="10343474" y="3083442"/>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D3C6D16F-09B3-C8E9-E8F7-CE4D70313A9A}"/>
              </a:ext>
            </a:extLst>
          </p:cNvPr>
          <p:cNvSpPr txBox="1"/>
          <p:nvPr/>
        </p:nvSpPr>
        <p:spPr>
          <a:xfrm>
            <a:off x="5110791" y="1126372"/>
            <a:ext cx="2242922" cy="400110"/>
          </a:xfrm>
          <a:prstGeom prst="rect">
            <a:avLst/>
          </a:prstGeom>
          <a:noFill/>
        </p:spPr>
        <p:txBody>
          <a:bodyPr wrap="none" rtlCol="0">
            <a:spAutoFit/>
          </a:bodyPr>
          <a:lstStyle/>
          <a:p>
            <a:r>
              <a:rPr lang="en-US" altLang="zh-CN" sz="2000" b="1" dirty="0">
                <a:latin typeface="Cambria" panose="02040503050406030204" pitchFamily="18" charset="0"/>
                <a:ea typeface="Cambria" panose="02040503050406030204" pitchFamily="18" charset="0"/>
                <a:cs typeface="Courier New" panose="02070309020205020404" pitchFamily="49" charset="0"/>
              </a:rPr>
              <a:t>“</a:t>
            </a:r>
            <a:r>
              <a:rPr lang="en-US" altLang="zh-CN" sz="2000" b="1" dirty="0" err="1">
                <a:latin typeface="Cambria" panose="02040503050406030204" pitchFamily="18" charset="0"/>
                <a:ea typeface="Cambria" panose="02040503050406030204" pitchFamily="18" charset="0"/>
                <a:cs typeface="Courier New" panose="02070309020205020404" pitchFamily="49" charset="0"/>
              </a:rPr>
              <a:t>tsinghua.edu.cn</a:t>
            </a:r>
            <a:r>
              <a:rPr lang="en-US" altLang="zh-CN" sz="2000" b="1" dirty="0">
                <a:latin typeface="Cambria" panose="02040503050406030204" pitchFamily="18" charset="0"/>
                <a:ea typeface="Cambria" panose="02040503050406030204" pitchFamily="18" charset="0"/>
                <a:cs typeface="Courier New" panose="02070309020205020404" pitchFamily="49" charset="0"/>
              </a:rPr>
              <a:t>”</a:t>
            </a:r>
            <a:endParaRPr lang="zh-CN" altLang="en-US" sz="2000" b="1" dirty="0">
              <a:latin typeface="Cambria" panose="02040503050406030204" pitchFamily="18" charset="0"/>
              <a:cs typeface="Courier New" panose="02070309020205020404" pitchFamily="49" charset="0"/>
            </a:endParaRPr>
          </a:p>
        </p:txBody>
      </p:sp>
      <p:sp>
        <p:nvSpPr>
          <p:cNvPr id="37" name="文本框 36">
            <a:extLst>
              <a:ext uri="{FF2B5EF4-FFF2-40B4-BE49-F238E27FC236}">
                <a16:creationId xmlns:a16="http://schemas.microsoft.com/office/drawing/2014/main" id="{C8423F96-6767-B829-84C8-54FCE0799AB1}"/>
              </a:ext>
            </a:extLst>
          </p:cNvPr>
          <p:cNvSpPr txBox="1"/>
          <p:nvPr/>
        </p:nvSpPr>
        <p:spPr>
          <a:xfrm>
            <a:off x="7314637" y="1439459"/>
            <a:ext cx="675185" cy="369332"/>
          </a:xfrm>
          <a:prstGeom prst="rect">
            <a:avLst/>
          </a:prstGeom>
          <a:noFill/>
        </p:spPr>
        <p:txBody>
          <a:bodyPr wrap="none" rtlCol="0">
            <a:spAutoFit/>
          </a:bodyPr>
          <a:lstStyle/>
          <a:p>
            <a:r>
              <a:rPr lang="en-US" altLang="zh-CN" b="1" dirty="0" err="1">
                <a:solidFill>
                  <a:srgbClr val="3B11EF"/>
                </a:solidFill>
              </a:rPr>
              <a:t>h0</a:t>
            </a:r>
            <a:r>
              <a:rPr lang="en-US" altLang="zh-CN" b="1" dirty="0">
                <a:solidFill>
                  <a:srgbClr val="3B11EF"/>
                </a:solidFill>
              </a:rPr>
              <a:t>=</a:t>
            </a:r>
            <a:r>
              <a:rPr lang="en-US" altLang="zh-CN" b="1" dirty="0">
                <a:solidFill>
                  <a:srgbClr val="FF0000"/>
                </a:solidFill>
              </a:rPr>
              <a:t>6</a:t>
            </a:r>
            <a:endParaRPr lang="zh-CN" altLang="en-US" b="1" dirty="0">
              <a:solidFill>
                <a:srgbClr val="FF0000"/>
              </a:solidFill>
            </a:endParaRPr>
          </a:p>
        </p:txBody>
      </p:sp>
      <p:sp>
        <p:nvSpPr>
          <p:cNvPr id="38" name="文本框 37">
            <a:extLst>
              <a:ext uri="{FF2B5EF4-FFF2-40B4-BE49-F238E27FC236}">
                <a16:creationId xmlns:a16="http://schemas.microsoft.com/office/drawing/2014/main" id="{3D174C29-C38A-DDB9-5C65-4B576FF30E11}"/>
              </a:ext>
            </a:extLst>
          </p:cNvPr>
          <p:cNvSpPr txBox="1"/>
          <p:nvPr/>
        </p:nvSpPr>
        <p:spPr>
          <a:xfrm>
            <a:off x="7975395" y="1439459"/>
            <a:ext cx="675185" cy="369332"/>
          </a:xfrm>
          <a:prstGeom prst="rect">
            <a:avLst/>
          </a:prstGeom>
          <a:noFill/>
        </p:spPr>
        <p:txBody>
          <a:bodyPr wrap="none" rtlCol="0">
            <a:spAutoFit/>
          </a:bodyPr>
          <a:lstStyle/>
          <a:p>
            <a:r>
              <a:rPr lang="en-US" altLang="zh-CN" b="1" dirty="0" err="1">
                <a:solidFill>
                  <a:srgbClr val="3B11EF"/>
                </a:solidFill>
              </a:rPr>
              <a:t>h1</a:t>
            </a:r>
            <a:r>
              <a:rPr lang="en-US" altLang="zh-CN" b="1" dirty="0">
                <a:solidFill>
                  <a:srgbClr val="3B11EF"/>
                </a:solidFill>
              </a:rPr>
              <a:t>=</a:t>
            </a:r>
            <a:r>
              <a:rPr lang="en-US" altLang="zh-CN" b="1" dirty="0">
                <a:solidFill>
                  <a:srgbClr val="FF0000"/>
                </a:solidFill>
              </a:rPr>
              <a:t>7</a:t>
            </a:r>
            <a:endParaRPr lang="zh-CN" altLang="en-US" b="1" dirty="0">
              <a:solidFill>
                <a:srgbClr val="FF0000"/>
              </a:solidFill>
            </a:endParaRPr>
          </a:p>
        </p:txBody>
      </p:sp>
      <p:sp>
        <p:nvSpPr>
          <p:cNvPr id="39" name="文本框 38">
            <a:extLst>
              <a:ext uri="{FF2B5EF4-FFF2-40B4-BE49-F238E27FC236}">
                <a16:creationId xmlns:a16="http://schemas.microsoft.com/office/drawing/2014/main" id="{83649F07-694D-A629-E363-938BF7A8383D}"/>
              </a:ext>
            </a:extLst>
          </p:cNvPr>
          <p:cNvSpPr txBox="1"/>
          <p:nvPr/>
        </p:nvSpPr>
        <p:spPr>
          <a:xfrm>
            <a:off x="8711253" y="1439459"/>
            <a:ext cx="790601" cy="369332"/>
          </a:xfrm>
          <a:prstGeom prst="rect">
            <a:avLst/>
          </a:prstGeom>
          <a:noFill/>
        </p:spPr>
        <p:txBody>
          <a:bodyPr wrap="none" rtlCol="0">
            <a:spAutoFit/>
          </a:bodyPr>
          <a:lstStyle/>
          <a:p>
            <a:r>
              <a:rPr lang="en-US" altLang="zh-CN" b="1" dirty="0" err="1">
                <a:solidFill>
                  <a:srgbClr val="3B11EF"/>
                </a:solidFill>
              </a:rPr>
              <a:t>h2</a:t>
            </a:r>
            <a:r>
              <a:rPr lang="en-US" altLang="zh-CN" b="1" dirty="0">
                <a:solidFill>
                  <a:srgbClr val="3B11EF"/>
                </a:solidFill>
              </a:rPr>
              <a:t>=</a:t>
            </a:r>
            <a:r>
              <a:rPr lang="en-US" altLang="zh-CN" b="1" dirty="0">
                <a:solidFill>
                  <a:srgbClr val="FF0000"/>
                </a:solidFill>
              </a:rPr>
              <a:t>14</a:t>
            </a:r>
            <a:endParaRPr lang="zh-CN" altLang="en-US" b="1" dirty="0">
              <a:solidFill>
                <a:srgbClr val="FF0000"/>
              </a:solidFill>
            </a:endParaRPr>
          </a:p>
        </p:txBody>
      </p:sp>
      <p:sp>
        <p:nvSpPr>
          <p:cNvPr id="40" name="文本框 39">
            <a:extLst>
              <a:ext uri="{FF2B5EF4-FFF2-40B4-BE49-F238E27FC236}">
                <a16:creationId xmlns:a16="http://schemas.microsoft.com/office/drawing/2014/main" id="{5B4354D1-07FE-56D5-B863-5276C506F1E9}"/>
              </a:ext>
            </a:extLst>
          </p:cNvPr>
          <p:cNvSpPr txBox="1"/>
          <p:nvPr/>
        </p:nvSpPr>
        <p:spPr>
          <a:xfrm>
            <a:off x="5909846" y="4925364"/>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41" name="文本框 40">
            <a:extLst>
              <a:ext uri="{FF2B5EF4-FFF2-40B4-BE49-F238E27FC236}">
                <a16:creationId xmlns:a16="http://schemas.microsoft.com/office/drawing/2014/main" id="{37EBAF57-42A0-B8D3-7CE3-FA2A5664F4F5}"/>
              </a:ext>
            </a:extLst>
          </p:cNvPr>
          <p:cNvSpPr txBox="1"/>
          <p:nvPr/>
        </p:nvSpPr>
        <p:spPr>
          <a:xfrm>
            <a:off x="5306724" y="5196947"/>
            <a:ext cx="1463862" cy="369332"/>
          </a:xfrm>
          <a:prstGeom prst="rect">
            <a:avLst/>
          </a:prstGeom>
          <a:noFill/>
        </p:spPr>
        <p:txBody>
          <a:bodyPr wrap="none" rtlCol="0">
            <a:spAutoFit/>
          </a:bodyPr>
          <a:lstStyle/>
          <a:p>
            <a:r>
              <a:rPr lang="zh-CN" altLang="en-US" b="1" dirty="0">
                <a:solidFill>
                  <a:srgbClr val="3B11EF"/>
                </a:solidFill>
                <a:latin typeface="+mj-ea"/>
                <a:ea typeface="+mj-ea"/>
              </a:rPr>
              <a:t>全为</a:t>
            </a:r>
            <a:r>
              <a:rPr lang="en-US" altLang="zh-CN" b="1" dirty="0">
                <a:solidFill>
                  <a:srgbClr val="3B11EF"/>
                </a:solidFill>
                <a:latin typeface="+mj-ea"/>
                <a:ea typeface="+mj-ea"/>
              </a:rPr>
              <a:t>1</a:t>
            </a:r>
            <a:r>
              <a:rPr lang="zh-CN" altLang="en-US" b="1" dirty="0">
                <a:solidFill>
                  <a:srgbClr val="3B11EF"/>
                </a:solidFill>
                <a:latin typeface="+mj-ea"/>
                <a:ea typeface="+mj-ea"/>
              </a:rPr>
              <a:t>：存在</a:t>
            </a:r>
          </a:p>
        </p:txBody>
      </p:sp>
      <p:cxnSp>
        <p:nvCxnSpPr>
          <p:cNvPr id="42" name="直接连接符 41">
            <a:extLst>
              <a:ext uri="{FF2B5EF4-FFF2-40B4-BE49-F238E27FC236}">
                <a16:creationId xmlns:a16="http://schemas.microsoft.com/office/drawing/2014/main" id="{69C1E532-FD5D-B7FF-56C0-E24D5F94510D}"/>
              </a:ext>
            </a:extLst>
          </p:cNvPr>
          <p:cNvCxnSpPr>
            <a:cxnSpLocks/>
            <a:endCxn id="7" idx="0"/>
          </p:cNvCxnSpPr>
          <p:nvPr/>
        </p:nvCxnSpPr>
        <p:spPr>
          <a:xfrm flipH="1">
            <a:off x="7576931" y="1760470"/>
            <a:ext cx="245953" cy="90653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0CDDE05F-BC71-DA2E-34F6-67502B2F1C45}"/>
              </a:ext>
            </a:extLst>
          </p:cNvPr>
          <p:cNvCxnSpPr>
            <a:cxnSpLocks/>
          </p:cNvCxnSpPr>
          <p:nvPr/>
        </p:nvCxnSpPr>
        <p:spPr>
          <a:xfrm flipH="1">
            <a:off x="7963146" y="1732842"/>
            <a:ext cx="516319" cy="945949"/>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4" name="直接连接符 43">
            <a:extLst>
              <a:ext uri="{FF2B5EF4-FFF2-40B4-BE49-F238E27FC236}">
                <a16:creationId xmlns:a16="http://schemas.microsoft.com/office/drawing/2014/main" id="{70B26909-287C-C110-BB7D-9B16C1D7ED99}"/>
              </a:ext>
            </a:extLst>
          </p:cNvPr>
          <p:cNvCxnSpPr>
            <a:cxnSpLocks/>
          </p:cNvCxnSpPr>
          <p:nvPr/>
        </p:nvCxnSpPr>
        <p:spPr>
          <a:xfrm>
            <a:off x="9298172" y="1728938"/>
            <a:ext cx="1147996" cy="1008588"/>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52" name="文本框 51">
            <a:extLst>
              <a:ext uri="{FF2B5EF4-FFF2-40B4-BE49-F238E27FC236}">
                <a16:creationId xmlns:a16="http://schemas.microsoft.com/office/drawing/2014/main" id="{AF3FB6FC-A46E-E71A-915A-E6DAE87EE208}"/>
              </a:ext>
            </a:extLst>
          </p:cNvPr>
          <p:cNvSpPr txBox="1"/>
          <p:nvPr/>
        </p:nvSpPr>
        <p:spPr>
          <a:xfrm>
            <a:off x="7428759" y="4450744"/>
            <a:ext cx="1286801" cy="369332"/>
          </a:xfrm>
          <a:prstGeom prst="rect">
            <a:avLst/>
          </a:prstGeom>
          <a:noFill/>
        </p:spPr>
        <p:txBody>
          <a:bodyPr wrap="square" rtlCol="0">
            <a:spAutoFit/>
          </a:bodyPr>
          <a:lstStyle/>
          <a:p>
            <a:r>
              <a:rPr lang="zh-CN" altLang="en-US" b="1" dirty="0">
                <a:latin typeface="+mj-ea"/>
                <a:ea typeface="+mj-ea"/>
              </a:rPr>
              <a:t>（      ）</a:t>
            </a:r>
          </a:p>
        </p:txBody>
      </p:sp>
      <p:sp>
        <p:nvSpPr>
          <p:cNvPr id="53" name="文本框 52">
            <a:extLst>
              <a:ext uri="{FF2B5EF4-FFF2-40B4-BE49-F238E27FC236}">
                <a16:creationId xmlns:a16="http://schemas.microsoft.com/office/drawing/2014/main" id="{3E3C726C-719E-99AF-2AA7-28464C656B15}"/>
              </a:ext>
            </a:extLst>
          </p:cNvPr>
          <p:cNvSpPr txBox="1"/>
          <p:nvPr/>
        </p:nvSpPr>
        <p:spPr>
          <a:xfrm>
            <a:off x="7694313" y="4434502"/>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0</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54" name="文本框 53">
            <a:extLst>
              <a:ext uri="{FF2B5EF4-FFF2-40B4-BE49-F238E27FC236}">
                <a16:creationId xmlns:a16="http://schemas.microsoft.com/office/drawing/2014/main" id="{0A8A943F-A9E2-2686-ADDE-A9A88142A461}"/>
              </a:ext>
            </a:extLst>
          </p:cNvPr>
          <p:cNvSpPr txBox="1"/>
          <p:nvPr/>
        </p:nvSpPr>
        <p:spPr>
          <a:xfrm>
            <a:off x="7959867" y="4430598"/>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0</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55" name="文本框 54">
            <a:extLst>
              <a:ext uri="{FF2B5EF4-FFF2-40B4-BE49-F238E27FC236}">
                <a16:creationId xmlns:a16="http://schemas.microsoft.com/office/drawing/2014/main" id="{0C33C865-DA99-8945-34AD-1F03B31F8162}"/>
              </a:ext>
            </a:extLst>
          </p:cNvPr>
          <p:cNvSpPr txBox="1"/>
          <p:nvPr/>
        </p:nvSpPr>
        <p:spPr>
          <a:xfrm>
            <a:off x="8218703" y="4426694"/>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56" name="文本框 55">
            <a:extLst>
              <a:ext uri="{FF2B5EF4-FFF2-40B4-BE49-F238E27FC236}">
                <a16:creationId xmlns:a16="http://schemas.microsoft.com/office/drawing/2014/main" id="{5999FFB1-C686-055C-8CA7-F699AD80AF0C}"/>
              </a:ext>
            </a:extLst>
          </p:cNvPr>
          <p:cNvSpPr txBox="1"/>
          <p:nvPr/>
        </p:nvSpPr>
        <p:spPr>
          <a:xfrm>
            <a:off x="7948159" y="4923431"/>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57" name="文本框 56">
            <a:extLst>
              <a:ext uri="{FF2B5EF4-FFF2-40B4-BE49-F238E27FC236}">
                <a16:creationId xmlns:a16="http://schemas.microsoft.com/office/drawing/2014/main" id="{398839BB-73FF-DFDF-B8F8-5C2CF50FDC58}"/>
              </a:ext>
            </a:extLst>
          </p:cNvPr>
          <p:cNvSpPr txBox="1"/>
          <p:nvPr/>
        </p:nvSpPr>
        <p:spPr>
          <a:xfrm>
            <a:off x="7147069" y="5196947"/>
            <a:ext cx="1928733" cy="369332"/>
          </a:xfrm>
          <a:prstGeom prst="rect">
            <a:avLst/>
          </a:prstGeom>
          <a:noFill/>
        </p:spPr>
        <p:txBody>
          <a:bodyPr wrap="none" rtlCol="0">
            <a:spAutoFit/>
          </a:bodyPr>
          <a:lstStyle/>
          <a:p>
            <a:r>
              <a:rPr lang="zh-CN" altLang="en-US" b="1" dirty="0">
                <a:solidFill>
                  <a:srgbClr val="3B11EF"/>
                </a:solidFill>
                <a:latin typeface="+mj-ea"/>
                <a:ea typeface="+mj-ea"/>
              </a:rPr>
              <a:t>非全为</a:t>
            </a:r>
            <a:r>
              <a:rPr lang="en-US" altLang="zh-CN" b="1" dirty="0">
                <a:solidFill>
                  <a:srgbClr val="3B11EF"/>
                </a:solidFill>
                <a:latin typeface="+mj-ea"/>
                <a:ea typeface="+mj-ea"/>
              </a:rPr>
              <a:t>1</a:t>
            </a:r>
            <a:r>
              <a:rPr lang="zh-CN" altLang="en-US" b="1" dirty="0">
                <a:solidFill>
                  <a:srgbClr val="3B11EF"/>
                </a:solidFill>
                <a:latin typeface="+mj-ea"/>
                <a:ea typeface="+mj-ea"/>
              </a:rPr>
              <a:t>：不存在</a:t>
            </a:r>
          </a:p>
        </p:txBody>
      </p:sp>
      <p:cxnSp>
        <p:nvCxnSpPr>
          <p:cNvPr id="58" name="直接连接符 57">
            <a:extLst>
              <a:ext uri="{FF2B5EF4-FFF2-40B4-BE49-F238E27FC236}">
                <a16:creationId xmlns:a16="http://schemas.microsoft.com/office/drawing/2014/main" id="{DE717CA0-521F-F246-363D-53BAE0463B6F}"/>
              </a:ext>
            </a:extLst>
          </p:cNvPr>
          <p:cNvCxnSpPr>
            <a:cxnSpLocks/>
            <a:endCxn id="53" idx="0"/>
          </p:cNvCxnSpPr>
          <p:nvPr/>
        </p:nvCxnSpPr>
        <p:spPr>
          <a:xfrm>
            <a:off x="7577464" y="3370111"/>
            <a:ext cx="286126" cy="1064391"/>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9" name="直接连接符 58">
            <a:extLst>
              <a:ext uri="{FF2B5EF4-FFF2-40B4-BE49-F238E27FC236}">
                <a16:creationId xmlns:a16="http://schemas.microsoft.com/office/drawing/2014/main" id="{E1D8064F-B80B-F5D8-9B2A-E942D1E23621}"/>
              </a:ext>
            </a:extLst>
          </p:cNvPr>
          <p:cNvCxnSpPr>
            <a:cxnSpLocks/>
            <a:endCxn id="54" idx="0"/>
          </p:cNvCxnSpPr>
          <p:nvPr/>
        </p:nvCxnSpPr>
        <p:spPr>
          <a:xfrm>
            <a:off x="7933949" y="3338579"/>
            <a:ext cx="195195" cy="1092019"/>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0" name="直接连接符 59">
            <a:extLst>
              <a:ext uri="{FF2B5EF4-FFF2-40B4-BE49-F238E27FC236}">
                <a16:creationId xmlns:a16="http://schemas.microsoft.com/office/drawing/2014/main" id="{AEB2E2B5-9FDA-98CB-B321-7943E16DF340}"/>
              </a:ext>
            </a:extLst>
          </p:cNvPr>
          <p:cNvCxnSpPr>
            <a:cxnSpLocks/>
            <a:endCxn id="55" idx="0"/>
          </p:cNvCxnSpPr>
          <p:nvPr/>
        </p:nvCxnSpPr>
        <p:spPr>
          <a:xfrm flipH="1">
            <a:off x="8387980" y="3360019"/>
            <a:ext cx="2060990" cy="1066675"/>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64" name="文本框 63">
            <a:extLst>
              <a:ext uri="{FF2B5EF4-FFF2-40B4-BE49-F238E27FC236}">
                <a16:creationId xmlns:a16="http://schemas.microsoft.com/office/drawing/2014/main" id="{2CD30FBC-5F65-F6D5-6D1A-0A279AA05DCE}"/>
              </a:ext>
            </a:extLst>
          </p:cNvPr>
          <p:cNvSpPr txBox="1"/>
          <p:nvPr/>
        </p:nvSpPr>
        <p:spPr>
          <a:xfrm>
            <a:off x="9668075" y="1128219"/>
            <a:ext cx="1759521" cy="400110"/>
          </a:xfrm>
          <a:prstGeom prst="rect">
            <a:avLst/>
          </a:prstGeom>
          <a:noFill/>
        </p:spPr>
        <p:txBody>
          <a:bodyPr wrap="none" rtlCol="0">
            <a:spAutoFit/>
          </a:bodyPr>
          <a:lstStyle/>
          <a:p>
            <a:r>
              <a:rPr lang="en-US" altLang="zh-CN" sz="2000" b="1" dirty="0">
                <a:latin typeface="Cambria" panose="02040503050406030204" pitchFamily="18" charset="0"/>
                <a:ea typeface="Cambria" panose="02040503050406030204" pitchFamily="18" charset="0"/>
                <a:cs typeface="Courier New" panose="02070309020205020404" pitchFamily="49" charset="0"/>
              </a:rPr>
              <a:t>“</a:t>
            </a:r>
            <a:r>
              <a:rPr lang="en-US" altLang="zh-CN" sz="2000" b="1" dirty="0" err="1">
                <a:latin typeface="Cambria" panose="02040503050406030204" pitchFamily="18" charset="0"/>
                <a:ea typeface="Cambria" panose="02040503050406030204" pitchFamily="18" charset="0"/>
                <a:cs typeface="Courier New" panose="02070309020205020404" pitchFamily="49" charset="0"/>
              </a:rPr>
              <a:t>gdut.edu.cn</a:t>
            </a:r>
            <a:r>
              <a:rPr lang="en-US" altLang="zh-CN" sz="2000" b="1" dirty="0">
                <a:latin typeface="Cambria" panose="02040503050406030204" pitchFamily="18" charset="0"/>
                <a:ea typeface="Cambria" panose="02040503050406030204" pitchFamily="18" charset="0"/>
                <a:cs typeface="Courier New" panose="02070309020205020404" pitchFamily="49" charset="0"/>
              </a:rPr>
              <a:t>”</a:t>
            </a:r>
            <a:endParaRPr lang="zh-CN" altLang="en-US" sz="2000" b="1" dirty="0">
              <a:latin typeface="Cambria" panose="02040503050406030204" pitchFamily="18" charset="0"/>
              <a:cs typeface="Courier New" panose="02070309020205020404" pitchFamily="49" charset="0"/>
            </a:endParaRPr>
          </a:p>
        </p:txBody>
      </p:sp>
      <p:sp>
        <p:nvSpPr>
          <p:cNvPr id="65" name="文本框 64">
            <a:extLst>
              <a:ext uri="{FF2B5EF4-FFF2-40B4-BE49-F238E27FC236}">
                <a16:creationId xmlns:a16="http://schemas.microsoft.com/office/drawing/2014/main" id="{055C96A0-3643-E319-BE54-EAC7D78139D7}"/>
              </a:ext>
            </a:extLst>
          </p:cNvPr>
          <p:cNvSpPr txBox="1"/>
          <p:nvPr/>
        </p:nvSpPr>
        <p:spPr>
          <a:xfrm>
            <a:off x="9553953" y="1441306"/>
            <a:ext cx="675185" cy="369332"/>
          </a:xfrm>
          <a:prstGeom prst="rect">
            <a:avLst/>
          </a:prstGeom>
          <a:noFill/>
        </p:spPr>
        <p:txBody>
          <a:bodyPr wrap="none" rtlCol="0">
            <a:spAutoFit/>
          </a:bodyPr>
          <a:lstStyle/>
          <a:p>
            <a:r>
              <a:rPr lang="en-US" altLang="zh-CN" b="1" dirty="0" err="1">
                <a:solidFill>
                  <a:srgbClr val="3B11EF"/>
                </a:solidFill>
              </a:rPr>
              <a:t>h0</a:t>
            </a:r>
            <a:r>
              <a:rPr lang="en-US" altLang="zh-CN" b="1" dirty="0">
                <a:solidFill>
                  <a:srgbClr val="3B11EF"/>
                </a:solidFill>
              </a:rPr>
              <a:t>=</a:t>
            </a:r>
            <a:r>
              <a:rPr lang="en-US" altLang="zh-CN" b="1" dirty="0">
                <a:solidFill>
                  <a:srgbClr val="FF0000"/>
                </a:solidFill>
              </a:rPr>
              <a:t>4</a:t>
            </a:r>
            <a:endParaRPr lang="zh-CN" altLang="en-US" b="1" dirty="0">
              <a:solidFill>
                <a:srgbClr val="FF0000"/>
              </a:solidFill>
            </a:endParaRPr>
          </a:p>
        </p:txBody>
      </p:sp>
      <p:sp>
        <p:nvSpPr>
          <p:cNvPr id="66" name="文本框 65">
            <a:extLst>
              <a:ext uri="{FF2B5EF4-FFF2-40B4-BE49-F238E27FC236}">
                <a16:creationId xmlns:a16="http://schemas.microsoft.com/office/drawing/2014/main" id="{93BFAB53-9D23-60A9-147C-4D1524D94E1C}"/>
              </a:ext>
            </a:extLst>
          </p:cNvPr>
          <p:cNvSpPr txBox="1"/>
          <p:nvPr/>
        </p:nvSpPr>
        <p:spPr>
          <a:xfrm>
            <a:off x="10214711" y="1441306"/>
            <a:ext cx="790601" cy="369332"/>
          </a:xfrm>
          <a:prstGeom prst="rect">
            <a:avLst/>
          </a:prstGeom>
          <a:noFill/>
        </p:spPr>
        <p:txBody>
          <a:bodyPr wrap="none" rtlCol="0">
            <a:spAutoFit/>
          </a:bodyPr>
          <a:lstStyle/>
          <a:p>
            <a:r>
              <a:rPr lang="en-US" altLang="zh-CN" b="1" dirty="0" err="1">
                <a:solidFill>
                  <a:srgbClr val="3B11EF"/>
                </a:solidFill>
              </a:rPr>
              <a:t>h1</a:t>
            </a:r>
            <a:r>
              <a:rPr lang="en-US" altLang="zh-CN" b="1" dirty="0">
                <a:solidFill>
                  <a:srgbClr val="3B11EF"/>
                </a:solidFill>
              </a:rPr>
              <a:t>=</a:t>
            </a:r>
            <a:r>
              <a:rPr lang="en-US" altLang="zh-CN" b="1" dirty="0">
                <a:solidFill>
                  <a:srgbClr val="FF0000"/>
                </a:solidFill>
              </a:rPr>
              <a:t>13</a:t>
            </a:r>
            <a:endParaRPr lang="zh-CN" altLang="en-US" b="1" dirty="0">
              <a:solidFill>
                <a:srgbClr val="FF0000"/>
              </a:solidFill>
            </a:endParaRPr>
          </a:p>
        </p:txBody>
      </p:sp>
      <p:sp>
        <p:nvSpPr>
          <p:cNvPr id="67" name="文本框 66">
            <a:extLst>
              <a:ext uri="{FF2B5EF4-FFF2-40B4-BE49-F238E27FC236}">
                <a16:creationId xmlns:a16="http://schemas.microsoft.com/office/drawing/2014/main" id="{ED807997-92C9-8721-60EC-0A35B17718D4}"/>
              </a:ext>
            </a:extLst>
          </p:cNvPr>
          <p:cNvSpPr txBox="1"/>
          <p:nvPr/>
        </p:nvSpPr>
        <p:spPr>
          <a:xfrm>
            <a:off x="10966517" y="1441306"/>
            <a:ext cx="790601" cy="369332"/>
          </a:xfrm>
          <a:prstGeom prst="rect">
            <a:avLst/>
          </a:prstGeom>
          <a:noFill/>
        </p:spPr>
        <p:txBody>
          <a:bodyPr wrap="none" rtlCol="0">
            <a:spAutoFit/>
          </a:bodyPr>
          <a:lstStyle/>
          <a:p>
            <a:r>
              <a:rPr lang="en-US" altLang="zh-CN" b="1" dirty="0" err="1">
                <a:solidFill>
                  <a:srgbClr val="3B11EF"/>
                </a:solidFill>
              </a:rPr>
              <a:t>h2</a:t>
            </a:r>
            <a:r>
              <a:rPr lang="en-US" altLang="zh-CN" b="1" dirty="0">
                <a:solidFill>
                  <a:srgbClr val="3B11EF"/>
                </a:solidFill>
              </a:rPr>
              <a:t>=</a:t>
            </a:r>
            <a:r>
              <a:rPr lang="en-US" altLang="zh-CN" b="1" dirty="0">
                <a:solidFill>
                  <a:srgbClr val="FF0000"/>
                </a:solidFill>
              </a:rPr>
              <a:t>16</a:t>
            </a:r>
            <a:endParaRPr lang="zh-CN" altLang="en-US" b="1" dirty="0">
              <a:solidFill>
                <a:srgbClr val="FF0000"/>
              </a:solidFill>
            </a:endParaRPr>
          </a:p>
        </p:txBody>
      </p:sp>
      <p:cxnSp>
        <p:nvCxnSpPr>
          <p:cNvPr id="68" name="直接连接符 67">
            <a:extLst>
              <a:ext uri="{FF2B5EF4-FFF2-40B4-BE49-F238E27FC236}">
                <a16:creationId xmlns:a16="http://schemas.microsoft.com/office/drawing/2014/main" id="{BD532BF6-0DDC-9BF2-D90C-002813B4AA59}"/>
              </a:ext>
            </a:extLst>
          </p:cNvPr>
          <p:cNvCxnSpPr>
            <a:cxnSpLocks/>
          </p:cNvCxnSpPr>
          <p:nvPr/>
        </p:nvCxnSpPr>
        <p:spPr>
          <a:xfrm flipH="1">
            <a:off x="6898201" y="1760470"/>
            <a:ext cx="3169707" cy="997202"/>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69" name="直接连接符 68">
            <a:extLst>
              <a:ext uri="{FF2B5EF4-FFF2-40B4-BE49-F238E27FC236}">
                <a16:creationId xmlns:a16="http://schemas.microsoft.com/office/drawing/2014/main" id="{0DDA8869-402D-5AB3-C387-04187BE7318B}"/>
              </a:ext>
            </a:extLst>
          </p:cNvPr>
          <p:cNvCxnSpPr>
            <a:cxnSpLocks/>
          </p:cNvCxnSpPr>
          <p:nvPr/>
        </p:nvCxnSpPr>
        <p:spPr>
          <a:xfrm flipH="1">
            <a:off x="10101014" y="1732842"/>
            <a:ext cx="653696" cy="102483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70" name="直接连接符 69">
            <a:extLst>
              <a:ext uri="{FF2B5EF4-FFF2-40B4-BE49-F238E27FC236}">
                <a16:creationId xmlns:a16="http://schemas.microsoft.com/office/drawing/2014/main" id="{4B945987-39EE-B3FF-1283-24882237DFD5}"/>
              </a:ext>
            </a:extLst>
          </p:cNvPr>
          <p:cNvCxnSpPr>
            <a:cxnSpLocks/>
          </p:cNvCxnSpPr>
          <p:nvPr/>
        </p:nvCxnSpPr>
        <p:spPr>
          <a:xfrm flipH="1">
            <a:off x="11189156" y="1728938"/>
            <a:ext cx="384261" cy="98943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74" name="矩形: 圆角 73">
            <a:extLst>
              <a:ext uri="{FF2B5EF4-FFF2-40B4-BE49-F238E27FC236}">
                <a16:creationId xmlns:a16="http://schemas.microsoft.com/office/drawing/2014/main" id="{9BEB2A50-E8BB-CE76-3392-FE00CD42AAF3}"/>
              </a:ext>
            </a:extLst>
          </p:cNvPr>
          <p:cNvSpPr/>
          <p:nvPr/>
        </p:nvSpPr>
        <p:spPr>
          <a:xfrm>
            <a:off x="9976406" y="3088824"/>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圆角 74">
            <a:extLst>
              <a:ext uri="{FF2B5EF4-FFF2-40B4-BE49-F238E27FC236}">
                <a16:creationId xmlns:a16="http://schemas.microsoft.com/office/drawing/2014/main" id="{3E87CE55-1DC8-FBF6-1122-0308397ED354}"/>
              </a:ext>
            </a:extLst>
          </p:cNvPr>
          <p:cNvSpPr/>
          <p:nvPr/>
        </p:nvSpPr>
        <p:spPr>
          <a:xfrm>
            <a:off x="6744811" y="3091346"/>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圆角 75">
            <a:extLst>
              <a:ext uri="{FF2B5EF4-FFF2-40B4-BE49-F238E27FC236}">
                <a16:creationId xmlns:a16="http://schemas.microsoft.com/office/drawing/2014/main" id="{116FE792-5AEB-3E72-60DE-6339AA124FAB}"/>
              </a:ext>
            </a:extLst>
          </p:cNvPr>
          <p:cNvSpPr/>
          <p:nvPr/>
        </p:nvSpPr>
        <p:spPr>
          <a:xfrm>
            <a:off x="11064044" y="3091856"/>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连接符 76">
            <a:extLst>
              <a:ext uri="{FF2B5EF4-FFF2-40B4-BE49-F238E27FC236}">
                <a16:creationId xmlns:a16="http://schemas.microsoft.com/office/drawing/2014/main" id="{A739F624-7240-D6CD-5DD8-FA6BC4D5312C}"/>
              </a:ext>
            </a:extLst>
          </p:cNvPr>
          <p:cNvCxnSpPr>
            <a:cxnSpLocks/>
            <a:endCxn id="83" idx="0"/>
          </p:cNvCxnSpPr>
          <p:nvPr/>
        </p:nvCxnSpPr>
        <p:spPr>
          <a:xfrm>
            <a:off x="6839338" y="3345352"/>
            <a:ext cx="3372075" cy="108415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78" name="直接连接符 77">
            <a:extLst>
              <a:ext uri="{FF2B5EF4-FFF2-40B4-BE49-F238E27FC236}">
                <a16:creationId xmlns:a16="http://schemas.microsoft.com/office/drawing/2014/main" id="{C73BDCD7-928C-D59B-1438-BA13E2FB1068}"/>
              </a:ext>
            </a:extLst>
          </p:cNvPr>
          <p:cNvCxnSpPr>
            <a:cxnSpLocks/>
            <a:stCxn id="74" idx="2"/>
            <a:endCxn id="84" idx="0"/>
          </p:cNvCxnSpPr>
          <p:nvPr/>
        </p:nvCxnSpPr>
        <p:spPr>
          <a:xfrm>
            <a:off x="10080074" y="3354638"/>
            <a:ext cx="396893" cy="107096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79" name="直接连接符 78">
            <a:extLst>
              <a:ext uri="{FF2B5EF4-FFF2-40B4-BE49-F238E27FC236}">
                <a16:creationId xmlns:a16="http://schemas.microsoft.com/office/drawing/2014/main" id="{4DC57999-ACA5-EE14-F5F8-BFCAFB315F58}"/>
              </a:ext>
            </a:extLst>
          </p:cNvPr>
          <p:cNvCxnSpPr>
            <a:cxnSpLocks/>
            <a:endCxn id="85" idx="0"/>
          </p:cNvCxnSpPr>
          <p:nvPr/>
        </p:nvCxnSpPr>
        <p:spPr>
          <a:xfrm flipH="1">
            <a:off x="10735803" y="3354596"/>
            <a:ext cx="428902" cy="1067102"/>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82" name="文本框 81">
            <a:extLst>
              <a:ext uri="{FF2B5EF4-FFF2-40B4-BE49-F238E27FC236}">
                <a16:creationId xmlns:a16="http://schemas.microsoft.com/office/drawing/2014/main" id="{EE06A54D-1436-BF52-C032-D78ABB6BD8F2}"/>
              </a:ext>
            </a:extLst>
          </p:cNvPr>
          <p:cNvSpPr txBox="1"/>
          <p:nvPr/>
        </p:nvSpPr>
        <p:spPr>
          <a:xfrm>
            <a:off x="9776582" y="4445748"/>
            <a:ext cx="1286801" cy="369332"/>
          </a:xfrm>
          <a:prstGeom prst="rect">
            <a:avLst/>
          </a:prstGeom>
          <a:noFill/>
        </p:spPr>
        <p:txBody>
          <a:bodyPr wrap="square" rtlCol="0">
            <a:spAutoFit/>
          </a:bodyPr>
          <a:lstStyle/>
          <a:p>
            <a:r>
              <a:rPr lang="zh-CN" altLang="en-US" b="1" dirty="0">
                <a:latin typeface="+mj-ea"/>
                <a:ea typeface="+mj-ea"/>
              </a:rPr>
              <a:t>（      ）</a:t>
            </a:r>
          </a:p>
        </p:txBody>
      </p:sp>
      <p:sp>
        <p:nvSpPr>
          <p:cNvPr id="83" name="文本框 82">
            <a:extLst>
              <a:ext uri="{FF2B5EF4-FFF2-40B4-BE49-F238E27FC236}">
                <a16:creationId xmlns:a16="http://schemas.microsoft.com/office/drawing/2014/main" id="{786843A8-A334-11FC-58CC-12DBB67D045A}"/>
              </a:ext>
            </a:extLst>
          </p:cNvPr>
          <p:cNvSpPr txBox="1"/>
          <p:nvPr/>
        </p:nvSpPr>
        <p:spPr>
          <a:xfrm>
            <a:off x="10042136" y="4429506"/>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84" name="文本框 83">
            <a:extLst>
              <a:ext uri="{FF2B5EF4-FFF2-40B4-BE49-F238E27FC236}">
                <a16:creationId xmlns:a16="http://schemas.microsoft.com/office/drawing/2014/main" id="{BDB114D1-A8AF-C2ED-5C8B-C937912CCAB7}"/>
              </a:ext>
            </a:extLst>
          </p:cNvPr>
          <p:cNvSpPr txBox="1"/>
          <p:nvPr/>
        </p:nvSpPr>
        <p:spPr>
          <a:xfrm>
            <a:off x="10307690" y="4425602"/>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85" name="文本框 84">
            <a:extLst>
              <a:ext uri="{FF2B5EF4-FFF2-40B4-BE49-F238E27FC236}">
                <a16:creationId xmlns:a16="http://schemas.microsoft.com/office/drawing/2014/main" id="{2830761E-C852-6BA5-3270-54B914EDC91A}"/>
              </a:ext>
            </a:extLst>
          </p:cNvPr>
          <p:cNvSpPr txBox="1"/>
          <p:nvPr/>
        </p:nvSpPr>
        <p:spPr>
          <a:xfrm>
            <a:off x="10566526" y="4421698"/>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86" name="文本框 85">
            <a:extLst>
              <a:ext uri="{FF2B5EF4-FFF2-40B4-BE49-F238E27FC236}">
                <a16:creationId xmlns:a16="http://schemas.microsoft.com/office/drawing/2014/main" id="{13A24729-B4C8-C990-22A4-DF16F10DB54D}"/>
              </a:ext>
            </a:extLst>
          </p:cNvPr>
          <p:cNvSpPr txBox="1"/>
          <p:nvPr/>
        </p:nvSpPr>
        <p:spPr>
          <a:xfrm>
            <a:off x="10295982" y="4918435"/>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87" name="文本框 86">
            <a:extLst>
              <a:ext uri="{FF2B5EF4-FFF2-40B4-BE49-F238E27FC236}">
                <a16:creationId xmlns:a16="http://schemas.microsoft.com/office/drawing/2014/main" id="{E79D197F-FF95-F619-B95D-52DDC5E2E8DC}"/>
              </a:ext>
            </a:extLst>
          </p:cNvPr>
          <p:cNvSpPr txBox="1"/>
          <p:nvPr/>
        </p:nvSpPr>
        <p:spPr>
          <a:xfrm>
            <a:off x="9692860" y="5190018"/>
            <a:ext cx="1463862" cy="369332"/>
          </a:xfrm>
          <a:prstGeom prst="rect">
            <a:avLst/>
          </a:prstGeom>
          <a:noFill/>
        </p:spPr>
        <p:txBody>
          <a:bodyPr wrap="none" rtlCol="0">
            <a:spAutoFit/>
          </a:bodyPr>
          <a:lstStyle/>
          <a:p>
            <a:r>
              <a:rPr lang="zh-CN" altLang="en-US" b="1" dirty="0">
                <a:solidFill>
                  <a:srgbClr val="3B11EF"/>
                </a:solidFill>
                <a:latin typeface="+mj-ea"/>
                <a:ea typeface="+mj-ea"/>
              </a:rPr>
              <a:t>全为</a:t>
            </a:r>
            <a:r>
              <a:rPr lang="en-US" altLang="zh-CN" b="1" dirty="0">
                <a:solidFill>
                  <a:srgbClr val="3B11EF"/>
                </a:solidFill>
                <a:latin typeface="+mj-ea"/>
                <a:ea typeface="+mj-ea"/>
              </a:rPr>
              <a:t>1</a:t>
            </a:r>
            <a:r>
              <a:rPr lang="zh-CN" altLang="en-US" b="1" dirty="0">
                <a:solidFill>
                  <a:srgbClr val="3B11EF"/>
                </a:solidFill>
                <a:latin typeface="+mj-ea"/>
                <a:ea typeface="+mj-ea"/>
              </a:rPr>
              <a:t>：存在</a:t>
            </a:r>
          </a:p>
        </p:txBody>
      </p:sp>
    </p:spTree>
    <p:extLst>
      <p:ext uri="{BB962C8B-B14F-4D97-AF65-F5344CB8AC3E}">
        <p14:creationId xmlns:p14="http://schemas.microsoft.com/office/powerpoint/2010/main" val="3272419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1000"/>
                                        <p:tgtEl>
                                          <p:spTgt spid="36"/>
                                        </p:tgtEl>
                                      </p:cBhvr>
                                    </p:animEffect>
                                    <p:anim calcmode="lin" valueType="num">
                                      <p:cBhvr>
                                        <p:cTn id="34" dur="1000" fill="hold"/>
                                        <p:tgtEl>
                                          <p:spTgt spid="36"/>
                                        </p:tgtEl>
                                        <p:attrNameLst>
                                          <p:attrName>ppt_x</p:attrName>
                                        </p:attrNameLst>
                                      </p:cBhvr>
                                      <p:tavLst>
                                        <p:tav tm="0">
                                          <p:val>
                                            <p:strVal val="#ppt_x"/>
                                          </p:val>
                                        </p:tav>
                                        <p:tav tm="100000">
                                          <p:val>
                                            <p:strVal val="#ppt_x"/>
                                          </p:val>
                                        </p:tav>
                                      </p:tavLst>
                                    </p:anim>
                                    <p:anim calcmode="lin" valueType="num">
                                      <p:cBhvr>
                                        <p:cTn id="3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1000"/>
                                        <p:tgtEl>
                                          <p:spTgt spid="9"/>
                                        </p:tgtEl>
                                        <p:attrNameLst>
                                          <p:attrName>ppt_y</p:attrName>
                                        </p:attrNameLst>
                                      </p:cBhvr>
                                      <p:tavLst>
                                        <p:tav tm="0">
                                          <p:val>
                                            <p:strVal val="#ppt_y-#ppt_h*1.125000"/>
                                          </p:val>
                                        </p:tav>
                                        <p:tav tm="100000">
                                          <p:val>
                                            <p:strVal val="#ppt_y"/>
                                          </p:val>
                                        </p:tav>
                                      </p:tavLst>
                                    </p:anim>
                                    <p:animEffect transition="in" filter="wipe(down)">
                                      <p:cBhvr>
                                        <p:cTn id="41" dur="1000"/>
                                        <p:tgtEl>
                                          <p:spTgt spid="9"/>
                                        </p:tgtEl>
                                      </p:cBhvr>
                                    </p:animEffect>
                                  </p:childTnLst>
                                </p:cTn>
                              </p:par>
                            </p:childTnLst>
                          </p:cTn>
                        </p:par>
                        <p:par>
                          <p:cTn id="42" fill="hold">
                            <p:stCondLst>
                              <p:cond delay="1000"/>
                            </p:stCondLst>
                            <p:childTnLst>
                              <p:par>
                                <p:cTn id="43" presetID="22" presetClass="entr" presetSubtype="1"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up)">
                                      <p:cBhvr>
                                        <p:cTn id="45" dur="1000"/>
                                        <p:tgtEl>
                                          <p:spTgt spid="11"/>
                                        </p:tgtEl>
                                      </p:cBhvr>
                                    </p:animEffect>
                                  </p:childTnLst>
                                </p:cTn>
                              </p:par>
                            </p:childTnLst>
                          </p:cTn>
                        </p:par>
                        <p:par>
                          <p:cTn id="46" fill="hold">
                            <p:stCondLst>
                              <p:cond delay="2000"/>
                            </p:stCondLst>
                            <p:childTnLst>
                              <p:par>
                                <p:cTn id="47" presetID="31" presetClass="entr" presetSubtype="0"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p:cTn id="49" dur="1000" fill="hold"/>
                                        <p:tgtEl>
                                          <p:spTgt spid="19"/>
                                        </p:tgtEl>
                                        <p:attrNameLst>
                                          <p:attrName>ppt_w</p:attrName>
                                        </p:attrNameLst>
                                      </p:cBhvr>
                                      <p:tavLst>
                                        <p:tav tm="0">
                                          <p:val>
                                            <p:fltVal val="0"/>
                                          </p:val>
                                        </p:tav>
                                        <p:tav tm="100000">
                                          <p:val>
                                            <p:strVal val="#ppt_w"/>
                                          </p:val>
                                        </p:tav>
                                      </p:tavLst>
                                    </p:anim>
                                    <p:anim calcmode="lin" valueType="num">
                                      <p:cBhvr>
                                        <p:cTn id="50" dur="1000" fill="hold"/>
                                        <p:tgtEl>
                                          <p:spTgt spid="19"/>
                                        </p:tgtEl>
                                        <p:attrNameLst>
                                          <p:attrName>ppt_h</p:attrName>
                                        </p:attrNameLst>
                                      </p:cBhvr>
                                      <p:tavLst>
                                        <p:tav tm="0">
                                          <p:val>
                                            <p:fltVal val="0"/>
                                          </p:val>
                                        </p:tav>
                                        <p:tav tm="100000">
                                          <p:val>
                                            <p:strVal val="#ppt_h"/>
                                          </p:val>
                                        </p:tav>
                                      </p:tavLst>
                                    </p:anim>
                                    <p:anim calcmode="lin" valueType="num">
                                      <p:cBhvr>
                                        <p:cTn id="51" dur="1000" fill="hold"/>
                                        <p:tgtEl>
                                          <p:spTgt spid="19"/>
                                        </p:tgtEl>
                                        <p:attrNameLst>
                                          <p:attrName>style.rotation</p:attrName>
                                        </p:attrNameLst>
                                      </p:cBhvr>
                                      <p:tavLst>
                                        <p:tav tm="0">
                                          <p:val>
                                            <p:fltVal val="90"/>
                                          </p:val>
                                        </p:tav>
                                        <p:tav tm="100000">
                                          <p:val>
                                            <p:fltVal val="0"/>
                                          </p:val>
                                        </p:tav>
                                      </p:tavLst>
                                    </p:anim>
                                    <p:animEffect transition="in" filter="fade">
                                      <p:cBhvr>
                                        <p:cTn id="52" dur="1000"/>
                                        <p:tgtEl>
                                          <p:spTgt spid="19"/>
                                        </p:tgtEl>
                                      </p:cBhvr>
                                    </p:animEffect>
                                  </p:childTnLst>
                                </p:cTn>
                              </p:par>
                            </p:childTnLst>
                          </p:cTn>
                        </p:par>
                        <p:par>
                          <p:cTn id="53" fill="hold">
                            <p:stCondLst>
                              <p:cond delay="3000"/>
                            </p:stCondLst>
                            <p:childTnLst>
                              <p:par>
                                <p:cTn id="54" presetID="22" presetClass="entr" presetSubtype="1"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up)">
                                      <p:cBhvr>
                                        <p:cTn id="56" dur="1000"/>
                                        <p:tgtEl>
                                          <p:spTgt spid="22"/>
                                        </p:tgtEl>
                                      </p:cBhvr>
                                    </p:animEffect>
                                  </p:childTnLst>
                                </p:cTn>
                              </p:par>
                              <p:par>
                                <p:cTn id="57" presetID="16" presetClass="entr" presetSubtype="37"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barn(outVertical)">
                                      <p:cBhvr>
                                        <p:cTn id="59" dur="1000"/>
                                        <p:tgtEl>
                                          <p:spTgt spid="20"/>
                                        </p:tgtEl>
                                      </p:cBhvr>
                                    </p:animEffect>
                                  </p:childTnLst>
                                </p:cTn>
                              </p:par>
                            </p:childTnLst>
                          </p:cTn>
                        </p:par>
                        <p:par>
                          <p:cTn id="60" fill="hold">
                            <p:stCondLst>
                              <p:cond delay="4000"/>
                            </p:stCondLst>
                            <p:childTnLst>
                              <p:par>
                                <p:cTn id="61" presetID="10"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1"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anim calcmode="lin" valueType="num">
                                      <p:cBhvr additive="base">
                                        <p:cTn id="68" dur="1000"/>
                                        <p:tgtEl>
                                          <p:spTgt spid="13"/>
                                        </p:tgtEl>
                                        <p:attrNameLst>
                                          <p:attrName>ppt_y</p:attrName>
                                        </p:attrNameLst>
                                      </p:cBhvr>
                                      <p:tavLst>
                                        <p:tav tm="0">
                                          <p:val>
                                            <p:strVal val="#ppt_y-#ppt_h*1.125000"/>
                                          </p:val>
                                        </p:tav>
                                        <p:tav tm="100000">
                                          <p:val>
                                            <p:strVal val="#ppt_y"/>
                                          </p:val>
                                        </p:tav>
                                      </p:tavLst>
                                    </p:anim>
                                    <p:animEffect transition="in" filter="wipe(down)">
                                      <p:cBhvr>
                                        <p:cTn id="69" dur="1000"/>
                                        <p:tgtEl>
                                          <p:spTgt spid="13"/>
                                        </p:tgtEl>
                                      </p:cBhvr>
                                    </p:animEffect>
                                  </p:childTnLst>
                                </p:cTn>
                              </p:par>
                            </p:childTnLst>
                          </p:cTn>
                        </p:par>
                        <p:par>
                          <p:cTn id="70" fill="hold">
                            <p:stCondLst>
                              <p:cond delay="1000"/>
                            </p:stCondLst>
                            <p:childTnLst>
                              <p:par>
                                <p:cTn id="71" presetID="22" presetClass="entr" presetSubtype="1" fill="hold" nodeType="after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up)">
                                      <p:cBhvr>
                                        <p:cTn id="73" dur="1000"/>
                                        <p:tgtEl>
                                          <p:spTgt spid="14"/>
                                        </p:tgtEl>
                                      </p:cBhvr>
                                    </p:animEffect>
                                  </p:childTnLst>
                                </p:cTn>
                              </p:par>
                            </p:childTnLst>
                          </p:cTn>
                        </p:par>
                        <p:par>
                          <p:cTn id="74" fill="hold">
                            <p:stCondLst>
                              <p:cond delay="2000"/>
                            </p:stCondLst>
                            <p:childTnLst>
                              <p:par>
                                <p:cTn id="75" presetID="31" presetClass="entr" presetSubtype="0" fill="hold" grpId="0" nodeType="after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p:cTn id="77" dur="1000" fill="hold"/>
                                        <p:tgtEl>
                                          <p:spTgt spid="25"/>
                                        </p:tgtEl>
                                        <p:attrNameLst>
                                          <p:attrName>ppt_w</p:attrName>
                                        </p:attrNameLst>
                                      </p:cBhvr>
                                      <p:tavLst>
                                        <p:tav tm="0">
                                          <p:val>
                                            <p:fltVal val="0"/>
                                          </p:val>
                                        </p:tav>
                                        <p:tav tm="100000">
                                          <p:val>
                                            <p:strVal val="#ppt_w"/>
                                          </p:val>
                                        </p:tav>
                                      </p:tavLst>
                                    </p:anim>
                                    <p:anim calcmode="lin" valueType="num">
                                      <p:cBhvr>
                                        <p:cTn id="78" dur="1000" fill="hold"/>
                                        <p:tgtEl>
                                          <p:spTgt spid="25"/>
                                        </p:tgtEl>
                                        <p:attrNameLst>
                                          <p:attrName>ppt_h</p:attrName>
                                        </p:attrNameLst>
                                      </p:cBhvr>
                                      <p:tavLst>
                                        <p:tav tm="0">
                                          <p:val>
                                            <p:fltVal val="0"/>
                                          </p:val>
                                        </p:tav>
                                        <p:tav tm="100000">
                                          <p:val>
                                            <p:strVal val="#ppt_h"/>
                                          </p:val>
                                        </p:tav>
                                      </p:tavLst>
                                    </p:anim>
                                    <p:anim calcmode="lin" valueType="num">
                                      <p:cBhvr>
                                        <p:cTn id="79" dur="1000" fill="hold"/>
                                        <p:tgtEl>
                                          <p:spTgt spid="25"/>
                                        </p:tgtEl>
                                        <p:attrNameLst>
                                          <p:attrName>style.rotation</p:attrName>
                                        </p:attrNameLst>
                                      </p:cBhvr>
                                      <p:tavLst>
                                        <p:tav tm="0">
                                          <p:val>
                                            <p:fltVal val="90"/>
                                          </p:val>
                                        </p:tav>
                                        <p:tav tm="100000">
                                          <p:val>
                                            <p:fltVal val="0"/>
                                          </p:val>
                                        </p:tav>
                                      </p:tavLst>
                                    </p:anim>
                                    <p:animEffect transition="in" filter="fade">
                                      <p:cBhvr>
                                        <p:cTn id="80" dur="1000"/>
                                        <p:tgtEl>
                                          <p:spTgt spid="25"/>
                                        </p:tgtEl>
                                      </p:cBhvr>
                                    </p:animEffect>
                                  </p:childTnLst>
                                </p:cTn>
                              </p:par>
                            </p:childTnLst>
                          </p:cTn>
                        </p:par>
                        <p:par>
                          <p:cTn id="81" fill="hold">
                            <p:stCondLst>
                              <p:cond delay="3000"/>
                            </p:stCondLst>
                            <p:childTnLst>
                              <p:par>
                                <p:cTn id="82" presetID="22" presetClass="entr" presetSubtype="1" fill="hold"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up)">
                                      <p:cBhvr>
                                        <p:cTn id="84" dur="1000"/>
                                        <p:tgtEl>
                                          <p:spTgt spid="27"/>
                                        </p:tgtEl>
                                      </p:cBhvr>
                                    </p:animEffect>
                                  </p:childTnLst>
                                </p:cTn>
                              </p:par>
                            </p:childTnLst>
                          </p:cTn>
                        </p:par>
                        <p:par>
                          <p:cTn id="85" fill="hold">
                            <p:stCondLst>
                              <p:cond delay="4000"/>
                            </p:stCondLst>
                            <p:childTnLst>
                              <p:par>
                                <p:cTn id="86" presetID="10" presetClass="entr" presetSubtype="0" fill="hold" grpId="0" nodeType="after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500"/>
                                        <p:tgtEl>
                                          <p:spTgt spid="26"/>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1"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anim calcmode="lin" valueType="num">
                                      <p:cBhvr additive="base">
                                        <p:cTn id="93" dur="1000"/>
                                        <p:tgtEl>
                                          <p:spTgt spid="17"/>
                                        </p:tgtEl>
                                        <p:attrNameLst>
                                          <p:attrName>ppt_y</p:attrName>
                                        </p:attrNameLst>
                                      </p:cBhvr>
                                      <p:tavLst>
                                        <p:tav tm="0">
                                          <p:val>
                                            <p:strVal val="#ppt_y-#ppt_h*1.125000"/>
                                          </p:val>
                                        </p:tav>
                                        <p:tav tm="100000">
                                          <p:val>
                                            <p:strVal val="#ppt_y"/>
                                          </p:val>
                                        </p:tav>
                                      </p:tavLst>
                                    </p:anim>
                                    <p:animEffect transition="in" filter="wipe(down)">
                                      <p:cBhvr>
                                        <p:cTn id="94" dur="1000"/>
                                        <p:tgtEl>
                                          <p:spTgt spid="17"/>
                                        </p:tgtEl>
                                      </p:cBhvr>
                                    </p:animEffect>
                                  </p:childTnLst>
                                </p:cTn>
                              </p:par>
                            </p:childTnLst>
                          </p:cTn>
                        </p:par>
                        <p:par>
                          <p:cTn id="95" fill="hold">
                            <p:stCondLst>
                              <p:cond delay="1000"/>
                            </p:stCondLst>
                            <p:childTnLst>
                              <p:par>
                                <p:cTn id="96" presetID="22" presetClass="entr" presetSubtype="1" fill="hold" nodeType="afterEffect">
                                  <p:stCondLst>
                                    <p:cond delay="0"/>
                                  </p:stCondLst>
                                  <p:childTnLst>
                                    <p:set>
                                      <p:cBhvr>
                                        <p:cTn id="97" dur="1" fill="hold">
                                          <p:stCondLst>
                                            <p:cond delay="0"/>
                                          </p:stCondLst>
                                        </p:cTn>
                                        <p:tgtEl>
                                          <p:spTgt spid="18"/>
                                        </p:tgtEl>
                                        <p:attrNameLst>
                                          <p:attrName>style.visibility</p:attrName>
                                        </p:attrNameLst>
                                      </p:cBhvr>
                                      <p:to>
                                        <p:strVal val="visible"/>
                                      </p:to>
                                    </p:set>
                                    <p:animEffect transition="in" filter="wipe(up)">
                                      <p:cBhvr>
                                        <p:cTn id="98" dur="1000"/>
                                        <p:tgtEl>
                                          <p:spTgt spid="18"/>
                                        </p:tgtEl>
                                      </p:cBhvr>
                                    </p:animEffect>
                                  </p:childTnLst>
                                </p:cTn>
                              </p:par>
                            </p:childTnLst>
                          </p:cTn>
                        </p:par>
                        <p:par>
                          <p:cTn id="99" fill="hold">
                            <p:stCondLst>
                              <p:cond delay="2000"/>
                            </p:stCondLst>
                            <p:childTnLst>
                              <p:par>
                                <p:cTn id="100" presetID="31" presetClass="entr" presetSubtype="0" fill="hold" grpId="0" nodeType="afterEffect">
                                  <p:stCondLst>
                                    <p:cond delay="0"/>
                                  </p:stCondLst>
                                  <p:childTnLst>
                                    <p:set>
                                      <p:cBhvr>
                                        <p:cTn id="101" dur="1" fill="hold">
                                          <p:stCondLst>
                                            <p:cond delay="0"/>
                                          </p:stCondLst>
                                        </p:cTn>
                                        <p:tgtEl>
                                          <p:spTgt spid="29"/>
                                        </p:tgtEl>
                                        <p:attrNameLst>
                                          <p:attrName>style.visibility</p:attrName>
                                        </p:attrNameLst>
                                      </p:cBhvr>
                                      <p:to>
                                        <p:strVal val="visible"/>
                                      </p:to>
                                    </p:set>
                                    <p:anim calcmode="lin" valueType="num">
                                      <p:cBhvr>
                                        <p:cTn id="102" dur="1000" fill="hold"/>
                                        <p:tgtEl>
                                          <p:spTgt spid="29"/>
                                        </p:tgtEl>
                                        <p:attrNameLst>
                                          <p:attrName>ppt_w</p:attrName>
                                        </p:attrNameLst>
                                      </p:cBhvr>
                                      <p:tavLst>
                                        <p:tav tm="0">
                                          <p:val>
                                            <p:fltVal val="0"/>
                                          </p:val>
                                        </p:tav>
                                        <p:tav tm="100000">
                                          <p:val>
                                            <p:strVal val="#ppt_w"/>
                                          </p:val>
                                        </p:tav>
                                      </p:tavLst>
                                    </p:anim>
                                    <p:anim calcmode="lin" valueType="num">
                                      <p:cBhvr>
                                        <p:cTn id="103" dur="1000" fill="hold"/>
                                        <p:tgtEl>
                                          <p:spTgt spid="29"/>
                                        </p:tgtEl>
                                        <p:attrNameLst>
                                          <p:attrName>ppt_h</p:attrName>
                                        </p:attrNameLst>
                                      </p:cBhvr>
                                      <p:tavLst>
                                        <p:tav tm="0">
                                          <p:val>
                                            <p:fltVal val="0"/>
                                          </p:val>
                                        </p:tav>
                                        <p:tav tm="100000">
                                          <p:val>
                                            <p:strVal val="#ppt_h"/>
                                          </p:val>
                                        </p:tav>
                                      </p:tavLst>
                                    </p:anim>
                                    <p:anim calcmode="lin" valueType="num">
                                      <p:cBhvr>
                                        <p:cTn id="104" dur="1000" fill="hold"/>
                                        <p:tgtEl>
                                          <p:spTgt spid="29"/>
                                        </p:tgtEl>
                                        <p:attrNameLst>
                                          <p:attrName>style.rotation</p:attrName>
                                        </p:attrNameLst>
                                      </p:cBhvr>
                                      <p:tavLst>
                                        <p:tav tm="0">
                                          <p:val>
                                            <p:fltVal val="90"/>
                                          </p:val>
                                        </p:tav>
                                        <p:tav tm="100000">
                                          <p:val>
                                            <p:fltVal val="0"/>
                                          </p:val>
                                        </p:tav>
                                      </p:tavLst>
                                    </p:anim>
                                    <p:animEffect transition="in" filter="fade">
                                      <p:cBhvr>
                                        <p:cTn id="105" dur="1000"/>
                                        <p:tgtEl>
                                          <p:spTgt spid="29"/>
                                        </p:tgtEl>
                                      </p:cBhvr>
                                    </p:animEffect>
                                  </p:childTnLst>
                                </p:cTn>
                              </p:par>
                            </p:childTnLst>
                          </p:cTn>
                        </p:par>
                        <p:par>
                          <p:cTn id="106" fill="hold">
                            <p:stCondLst>
                              <p:cond delay="3000"/>
                            </p:stCondLst>
                            <p:childTnLst>
                              <p:par>
                                <p:cTn id="107" presetID="22" presetClass="entr" presetSubtype="1" fill="hold" nodeType="after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wipe(up)">
                                      <p:cBhvr>
                                        <p:cTn id="109" dur="1000"/>
                                        <p:tgtEl>
                                          <p:spTgt spid="31"/>
                                        </p:tgtEl>
                                      </p:cBhvr>
                                    </p:animEffect>
                                  </p:childTnLst>
                                </p:cTn>
                              </p:par>
                            </p:childTnLst>
                          </p:cTn>
                        </p:par>
                        <p:par>
                          <p:cTn id="110" fill="hold">
                            <p:stCondLst>
                              <p:cond delay="4000"/>
                            </p:stCondLst>
                            <p:childTnLst>
                              <p:par>
                                <p:cTn id="111" presetID="10" presetClass="entr" presetSubtype="0" fill="hold" grpId="0" nodeType="afterEffect">
                                  <p:stCondLst>
                                    <p:cond delay="0"/>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500"/>
                                        <p:tgtEl>
                                          <p:spTgt spid="30"/>
                                        </p:tgtEl>
                                      </p:cBhvr>
                                    </p:animEffect>
                                  </p:childTnLst>
                                </p:cTn>
                              </p:par>
                            </p:childTnLst>
                          </p:cTn>
                        </p:par>
                        <p:par>
                          <p:cTn id="114" fill="hold">
                            <p:stCondLst>
                              <p:cond delay="4500"/>
                            </p:stCondLst>
                            <p:childTnLst>
                              <p:par>
                                <p:cTn id="115" presetID="12" presetClass="entr" presetSubtype="1" fill="hold" grpId="0" nodeType="afterEffect">
                                  <p:stCondLst>
                                    <p:cond delay="0"/>
                                  </p:stCondLst>
                                  <p:childTnLst>
                                    <p:set>
                                      <p:cBhvr>
                                        <p:cTn id="116" dur="1" fill="hold">
                                          <p:stCondLst>
                                            <p:cond delay="0"/>
                                          </p:stCondLst>
                                        </p:cTn>
                                        <p:tgtEl>
                                          <p:spTgt spid="40"/>
                                        </p:tgtEl>
                                        <p:attrNameLst>
                                          <p:attrName>style.visibility</p:attrName>
                                        </p:attrNameLst>
                                      </p:cBhvr>
                                      <p:to>
                                        <p:strVal val="visible"/>
                                      </p:to>
                                    </p:set>
                                    <p:anim calcmode="lin" valueType="num">
                                      <p:cBhvr additive="base">
                                        <p:cTn id="117" dur="1000"/>
                                        <p:tgtEl>
                                          <p:spTgt spid="40"/>
                                        </p:tgtEl>
                                        <p:attrNameLst>
                                          <p:attrName>ppt_y</p:attrName>
                                        </p:attrNameLst>
                                      </p:cBhvr>
                                      <p:tavLst>
                                        <p:tav tm="0">
                                          <p:val>
                                            <p:strVal val="#ppt_y-#ppt_h*1.125000"/>
                                          </p:val>
                                        </p:tav>
                                        <p:tav tm="100000">
                                          <p:val>
                                            <p:strVal val="#ppt_y"/>
                                          </p:val>
                                        </p:tav>
                                      </p:tavLst>
                                    </p:anim>
                                    <p:animEffect transition="in" filter="wipe(down)">
                                      <p:cBhvr>
                                        <p:cTn id="118" dur="1000"/>
                                        <p:tgtEl>
                                          <p:spTgt spid="40"/>
                                        </p:tgtEl>
                                      </p:cBhvr>
                                    </p:animEffect>
                                  </p:childTnLst>
                                </p:cTn>
                              </p:par>
                            </p:childTnLst>
                          </p:cTn>
                        </p:par>
                        <p:par>
                          <p:cTn id="119" fill="hold">
                            <p:stCondLst>
                              <p:cond delay="5500"/>
                            </p:stCondLst>
                            <p:childTnLst>
                              <p:par>
                                <p:cTn id="120" presetID="22" presetClass="entr" presetSubtype="8" fill="hold" grpId="0" nodeType="after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wipe(left)">
                                      <p:cBhvr>
                                        <p:cTn id="122" dur="1000"/>
                                        <p:tgtEl>
                                          <p:spTgt spid="41"/>
                                        </p:tgtEl>
                                      </p:cBhvr>
                                    </p:animEffect>
                                  </p:childTnLst>
                                </p:cTn>
                              </p:par>
                            </p:childTnLst>
                          </p:cTn>
                        </p:par>
                      </p:childTnLst>
                    </p:cTn>
                  </p:par>
                  <p:par>
                    <p:cTn id="123" fill="hold">
                      <p:stCondLst>
                        <p:cond delay="indefinite"/>
                      </p:stCondLst>
                      <p:childTnLst>
                        <p:par>
                          <p:cTn id="124" fill="hold">
                            <p:stCondLst>
                              <p:cond delay="0"/>
                            </p:stCondLst>
                            <p:childTnLst>
                              <p:par>
                                <p:cTn id="125" presetID="47" presetClass="entr" presetSubtype="0" fill="hold" grpId="0" nodeType="clickEffect">
                                  <p:stCondLst>
                                    <p:cond delay="0"/>
                                  </p:stCondLst>
                                  <p:childTnLst>
                                    <p:set>
                                      <p:cBhvr>
                                        <p:cTn id="126" dur="1" fill="hold">
                                          <p:stCondLst>
                                            <p:cond delay="0"/>
                                          </p:stCondLst>
                                        </p:cTn>
                                        <p:tgtEl>
                                          <p:spTgt spid="8"/>
                                        </p:tgtEl>
                                        <p:attrNameLst>
                                          <p:attrName>style.visibility</p:attrName>
                                        </p:attrNameLst>
                                      </p:cBhvr>
                                      <p:to>
                                        <p:strVal val="visible"/>
                                      </p:to>
                                    </p:set>
                                    <p:animEffect transition="in" filter="fade">
                                      <p:cBhvr>
                                        <p:cTn id="127" dur="1000"/>
                                        <p:tgtEl>
                                          <p:spTgt spid="8"/>
                                        </p:tgtEl>
                                      </p:cBhvr>
                                    </p:animEffect>
                                    <p:anim calcmode="lin" valueType="num">
                                      <p:cBhvr>
                                        <p:cTn id="128" dur="1000" fill="hold"/>
                                        <p:tgtEl>
                                          <p:spTgt spid="8"/>
                                        </p:tgtEl>
                                        <p:attrNameLst>
                                          <p:attrName>ppt_x</p:attrName>
                                        </p:attrNameLst>
                                      </p:cBhvr>
                                      <p:tavLst>
                                        <p:tav tm="0">
                                          <p:val>
                                            <p:strVal val="#ppt_x"/>
                                          </p:val>
                                        </p:tav>
                                        <p:tav tm="100000">
                                          <p:val>
                                            <p:strVal val="#ppt_x"/>
                                          </p:val>
                                        </p:tav>
                                      </p:tavLst>
                                    </p:anim>
                                    <p:anim calcmode="lin" valueType="num">
                                      <p:cBhvr>
                                        <p:cTn id="129" dur="1000" fill="hold"/>
                                        <p:tgtEl>
                                          <p:spTgt spid="8"/>
                                        </p:tgtEl>
                                        <p:attrNameLst>
                                          <p:attrName>ppt_y</p:attrName>
                                        </p:attrNameLst>
                                      </p:cBhvr>
                                      <p:tavLst>
                                        <p:tav tm="0">
                                          <p:val>
                                            <p:strVal val="#ppt_y-.1"/>
                                          </p:val>
                                        </p:tav>
                                        <p:tav tm="100000">
                                          <p:val>
                                            <p:strVal val="#ppt_y"/>
                                          </p:val>
                                        </p:tav>
                                      </p:tavLst>
                                    </p:anim>
                                  </p:childTnLst>
                                </p:cTn>
                              </p:par>
                              <p:par>
                                <p:cTn id="130" presetID="10" presetClass="exit" presetSubtype="0" fill="hold" grpId="1" nodeType="withEffect">
                                  <p:stCondLst>
                                    <p:cond delay="0"/>
                                  </p:stCondLst>
                                  <p:childTnLst>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par>
                                <p:cTn id="133" presetID="10" presetClass="exit" presetSubtype="0" fill="hold" grpId="1" nodeType="withEffect">
                                  <p:stCondLst>
                                    <p:cond delay="0"/>
                                  </p:stCondLst>
                                  <p:childTnLst>
                                    <p:animEffect transition="out" filter="fade">
                                      <p:cBhvr>
                                        <p:cTn id="134" dur="500"/>
                                        <p:tgtEl>
                                          <p:spTgt spid="25"/>
                                        </p:tgtEl>
                                      </p:cBhvr>
                                    </p:animEffect>
                                    <p:set>
                                      <p:cBhvr>
                                        <p:cTn id="135" dur="1" fill="hold">
                                          <p:stCondLst>
                                            <p:cond delay="499"/>
                                          </p:stCondLst>
                                        </p:cTn>
                                        <p:tgtEl>
                                          <p:spTgt spid="25"/>
                                        </p:tgtEl>
                                        <p:attrNameLst>
                                          <p:attrName>style.visibility</p:attrName>
                                        </p:attrNameLst>
                                      </p:cBhvr>
                                      <p:to>
                                        <p:strVal val="hidden"/>
                                      </p:to>
                                    </p:set>
                                  </p:childTnLst>
                                </p:cTn>
                              </p:par>
                              <p:par>
                                <p:cTn id="136" presetID="10" presetClass="exit" presetSubtype="0" fill="hold" grpId="1" nodeType="withEffect">
                                  <p:stCondLst>
                                    <p:cond delay="0"/>
                                  </p:stCondLst>
                                  <p:childTnLst>
                                    <p:animEffect transition="out" filter="fade">
                                      <p:cBhvr>
                                        <p:cTn id="137" dur="500"/>
                                        <p:tgtEl>
                                          <p:spTgt spid="29"/>
                                        </p:tgtEl>
                                      </p:cBhvr>
                                    </p:animEffect>
                                    <p:set>
                                      <p:cBhvr>
                                        <p:cTn id="138" dur="1" fill="hold">
                                          <p:stCondLst>
                                            <p:cond delay="499"/>
                                          </p:stCondLst>
                                        </p:cTn>
                                        <p:tgtEl>
                                          <p:spTgt spid="29"/>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500"/>
                                        <p:tgtEl>
                                          <p:spTgt spid="11"/>
                                        </p:tgtEl>
                                      </p:cBhvr>
                                    </p:animEffect>
                                    <p:set>
                                      <p:cBhvr>
                                        <p:cTn id="141" dur="1" fill="hold">
                                          <p:stCondLst>
                                            <p:cond delay="499"/>
                                          </p:stCondLst>
                                        </p:cTn>
                                        <p:tgtEl>
                                          <p:spTgt spid="11"/>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500"/>
                                        <p:tgtEl>
                                          <p:spTgt spid="22"/>
                                        </p:tgtEl>
                                      </p:cBhvr>
                                    </p:animEffect>
                                    <p:set>
                                      <p:cBhvr>
                                        <p:cTn id="144" dur="1" fill="hold">
                                          <p:stCondLst>
                                            <p:cond delay="499"/>
                                          </p:stCondLst>
                                        </p:cTn>
                                        <p:tgtEl>
                                          <p:spTgt spid="22"/>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500"/>
                                        <p:tgtEl>
                                          <p:spTgt spid="14"/>
                                        </p:tgtEl>
                                      </p:cBhvr>
                                    </p:animEffect>
                                    <p:set>
                                      <p:cBhvr>
                                        <p:cTn id="147" dur="1" fill="hold">
                                          <p:stCondLst>
                                            <p:cond delay="499"/>
                                          </p:stCondLst>
                                        </p:cTn>
                                        <p:tgtEl>
                                          <p:spTgt spid="14"/>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500"/>
                                        <p:tgtEl>
                                          <p:spTgt spid="27"/>
                                        </p:tgtEl>
                                      </p:cBhvr>
                                    </p:animEffect>
                                    <p:set>
                                      <p:cBhvr>
                                        <p:cTn id="150" dur="1" fill="hold">
                                          <p:stCondLst>
                                            <p:cond delay="499"/>
                                          </p:stCondLst>
                                        </p:cTn>
                                        <p:tgtEl>
                                          <p:spTgt spid="27"/>
                                        </p:tgtEl>
                                        <p:attrNameLst>
                                          <p:attrName>style.visibility</p:attrName>
                                        </p:attrNameLst>
                                      </p:cBhvr>
                                      <p:to>
                                        <p:strVal val="hidden"/>
                                      </p:to>
                                    </p:set>
                                  </p:childTnLst>
                                </p:cTn>
                              </p:par>
                              <p:par>
                                <p:cTn id="151" presetID="10" presetClass="exit" presetSubtype="0" fill="hold" nodeType="withEffect">
                                  <p:stCondLst>
                                    <p:cond delay="0"/>
                                  </p:stCondLst>
                                  <p:childTnLst>
                                    <p:animEffect transition="out" filter="fade">
                                      <p:cBhvr>
                                        <p:cTn id="152" dur="500"/>
                                        <p:tgtEl>
                                          <p:spTgt spid="18"/>
                                        </p:tgtEl>
                                      </p:cBhvr>
                                    </p:animEffect>
                                    <p:set>
                                      <p:cBhvr>
                                        <p:cTn id="153" dur="1" fill="hold">
                                          <p:stCondLst>
                                            <p:cond delay="499"/>
                                          </p:stCondLst>
                                        </p:cTn>
                                        <p:tgtEl>
                                          <p:spTgt spid="18"/>
                                        </p:tgtEl>
                                        <p:attrNameLst>
                                          <p:attrName>style.visibility</p:attrName>
                                        </p:attrNameLst>
                                      </p:cBhvr>
                                      <p:to>
                                        <p:strVal val="hidden"/>
                                      </p:to>
                                    </p:set>
                                  </p:childTnLst>
                                </p:cTn>
                              </p:par>
                              <p:par>
                                <p:cTn id="154" presetID="10" presetClass="exit" presetSubtype="0" fill="hold" nodeType="withEffect">
                                  <p:stCondLst>
                                    <p:cond delay="0"/>
                                  </p:stCondLst>
                                  <p:childTnLst>
                                    <p:animEffect transition="out" filter="fade">
                                      <p:cBhvr>
                                        <p:cTn id="155" dur="500"/>
                                        <p:tgtEl>
                                          <p:spTgt spid="31"/>
                                        </p:tgtEl>
                                      </p:cBhvr>
                                    </p:animEffect>
                                    <p:set>
                                      <p:cBhvr>
                                        <p:cTn id="156" dur="1" fill="hold">
                                          <p:stCondLst>
                                            <p:cond delay="499"/>
                                          </p:stCondLst>
                                        </p:cTn>
                                        <p:tgtEl>
                                          <p:spTgt spid="31"/>
                                        </p:tgtEl>
                                        <p:attrNameLst>
                                          <p:attrName>style.visibility</p:attrName>
                                        </p:attrNameLst>
                                      </p:cBhvr>
                                      <p:to>
                                        <p:strVal val="hidden"/>
                                      </p:to>
                                    </p:set>
                                  </p:childTnLst>
                                </p:cTn>
                              </p:par>
                            </p:childTnLst>
                          </p:cTn>
                        </p:par>
                      </p:childTnLst>
                    </p:cTn>
                  </p:par>
                  <p:par>
                    <p:cTn id="157" fill="hold">
                      <p:stCondLst>
                        <p:cond delay="indefinite"/>
                      </p:stCondLst>
                      <p:childTnLst>
                        <p:par>
                          <p:cTn id="158" fill="hold">
                            <p:stCondLst>
                              <p:cond delay="0"/>
                            </p:stCondLst>
                            <p:childTnLst>
                              <p:par>
                                <p:cTn id="159" presetID="12" presetClass="entr" presetSubtype="1" fill="hold" grpId="0" nodeType="clickEffect">
                                  <p:stCondLst>
                                    <p:cond delay="0"/>
                                  </p:stCondLst>
                                  <p:childTnLst>
                                    <p:set>
                                      <p:cBhvr>
                                        <p:cTn id="160" dur="1" fill="hold">
                                          <p:stCondLst>
                                            <p:cond delay="0"/>
                                          </p:stCondLst>
                                        </p:cTn>
                                        <p:tgtEl>
                                          <p:spTgt spid="37"/>
                                        </p:tgtEl>
                                        <p:attrNameLst>
                                          <p:attrName>style.visibility</p:attrName>
                                        </p:attrNameLst>
                                      </p:cBhvr>
                                      <p:to>
                                        <p:strVal val="visible"/>
                                      </p:to>
                                    </p:set>
                                    <p:anim calcmode="lin" valueType="num">
                                      <p:cBhvr additive="base">
                                        <p:cTn id="161" dur="1000"/>
                                        <p:tgtEl>
                                          <p:spTgt spid="37"/>
                                        </p:tgtEl>
                                        <p:attrNameLst>
                                          <p:attrName>ppt_y</p:attrName>
                                        </p:attrNameLst>
                                      </p:cBhvr>
                                      <p:tavLst>
                                        <p:tav tm="0">
                                          <p:val>
                                            <p:strVal val="#ppt_y-#ppt_h*1.125000"/>
                                          </p:val>
                                        </p:tav>
                                        <p:tav tm="100000">
                                          <p:val>
                                            <p:strVal val="#ppt_y"/>
                                          </p:val>
                                        </p:tav>
                                      </p:tavLst>
                                    </p:anim>
                                    <p:animEffect transition="in" filter="wipe(down)">
                                      <p:cBhvr>
                                        <p:cTn id="162" dur="1000"/>
                                        <p:tgtEl>
                                          <p:spTgt spid="37"/>
                                        </p:tgtEl>
                                      </p:cBhvr>
                                    </p:animEffect>
                                  </p:childTnLst>
                                </p:cTn>
                              </p:par>
                            </p:childTnLst>
                          </p:cTn>
                        </p:par>
                        <p:par>
                          <p:cTn id="163" fill="hold">
                            <p:stCondLst>
                              <p:cond delay="1000"/>
                            </p:stCondLst>
                            <p:childTnLst>
                              <p:par>
                                <p:cTn id="164" presetID="22" presetClass="entr" presetSubtype="1" fill="hold"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wipe(up)">
                                      <p:cBhvr>
                                        <p:cTn id="166" dur="1000"/>
                                        <p:tgtEl>
                                          <p:spTgt spid="42"/>
                                        </p:tgtEl>
                                      </p:cBhvr>
                                    </p:animEffect>
                                  </p:childTnLst>
                                </p:cTn>
                              </p:par>
                            </p:childTnLst>
                          </p:cTn>
                        </p:par>
                        <p:par>
                          <p:cTn id="167" fill="hold">
                            <p:stCondLst>
                              <p:cond delay="2000"/>
                            </p:stCondLst>
                            <p:childTnLst>
                              <p:par>
                                <p:cTn id="168" presetID="31" presetClass="entr" presetSubtype="0" fill="hold" grpId="0" nodeType="afterEffect">
                                  <p:stCondLst>
                                    <p:cond delay="0"/>
                                  </p:stCondLst>
                                  <p:childTnLst>
                                    <p:set>
                                      <p:cBhvr>
                                        <p:cTn id="169" dur="1" fill="hold">
                                          <p:stCondLst>
                                            <p:cond delay="0"/>
                                          </p:stCondLst>
                                        </p:cTn>
                                        <p:tgtEl>
                                          <p:spTgt spid="33"/>
                                        </p:tgtEl>
                                        <p:attrNameLst>
                                          <p:attrName>style.visibility</p:attrName>
                                        </p:attrNameLst>
                                      </p:cBhvr>
                                      <p:to>
                                        <p:strVal val="visible"/>
                                      </p:to>
                                    </p:set>
                                    <p:anim calcmode="lin" valueType="num">
                                      <p:cBhvr>
                                        <p:cTn id="170" dur="1000" fill="hold"/>
                                        <p:tgtEl>
                                          <p:spTgt spid="33"/>
                                        </p:tgtEl>
                                        <p:attrNameLst>
                                          <p:attrName>ppt_w</p:attrName>
                                        </p:attrNameLst>
                                      </p:cBhvr>
                                      <p:tavLst>
                                        <p:tav tm="0">
                                          <p:val>
                                            <p:fltVal val="0"/>
                                          </p:val>
                                        </p:tav>
                                        <p:tav tm="100000">
                                          <p:val>
                                            <p:strVal val="#ppt_w"/>
                                          </p:val>
                                        </p:tav>
                                      </p:tavLst>
                                    </p:anim>
                                    <p:anim calcmode="lin" valueType="num">
                                      <p:cBhvr>
                                        <p:cTn id="171" dur="1000" fill="hold"/>
                                        <p:tgtEl>
                                          <p:spTgt spid="33"/>
                                        </p:tgtEl>
                                        <p:attrNameLst>
                                          <p:attrName>ppt_h</p:attrName>
                                        </p:attrNameLst>
                                      </p:cBhvr>
                                      <p:tavLst>
                                        <p:tav tm="0">
                                          <p:val>
                                            <p:fltVal val="0"/>
                                          </p:val>
                                        </p:tav>
                                        <p:tav tm="100000">
                                          <p:val>
                                            <p:strVal val="#ppt_h"/>
                                          </p:val>
                                        </p:tav>
                                      </p:tavLst>
                                    </p:anim>
                                    <p:anim calcmode="lin" valueType="num">
                                      <p:cBhvr>
                                        <p:cTn id="172" dur="1000" fill="hold"/>
                                        <p:tgtEl>
                                          <p:spTgt spid="33"/>
                                        </p:tgtEl>
                                        <p:attrNameLst>
                                          <p:attrName>style.rotation</p:attrName>
                                        </p:attrNameLst>
                                      </p:cBhvr>
                                      <p:tavLst>
                                        <p:tav tm="0">
                                          <p:val>
                                            <p:fltVal val="90"/>
                                          </p:val>
                                        </p:tav>
                                        <p:tav tm="100000">
                                          <p:val>
                                            <p:fltVal val="0"/>
                                          </p:val>
                                        </p:tav>
                                      </p:tavLst>
                                    </p:anim>
                                    <p:animEffect transition="in" filter="fade">
                                      <p:cBhvr>
                                        <p:cTn id="173" dur="1000"/>
                                        <p:tgtEl>
                                          <p:spTgt spid="33"/>
                                        </p:tgtEl>
                                      </p:cBhvr>
                                    </p:animEffect>
                                  </p:childTnLst>
                                </p:cTn>
                              </p:par>
                            </p:childTnLst>
                          </p:cTn>
                        </p:par>
                        <p:par>
                          <p:cTn id="174" fill="hold">
                            <p:stCondLst>
                              <p:cond delay="3000"/>
                            </p:stCondLst>
                            <p:childTnLst>
                              <p:par>
                                <p:cTn id="175" presetID="22" presetClass="entr" presetSubtype="1" fill="hold" nodeType="afterEffect">
                                  <p:stCondLst>
                                    <p:cond delay="0"/>
                                  </p:stCondLst>
                                  <p:childTnLst>
                                    <p:set>
                                      <p:cBhvr>
                                        <p:cTn id="176" dur="1" fill="hold">
                                          <p:stCondLst>
                                            <p:cond delay="0"/>
                                          </p:stCondLst>
                                        </p:cTn>
                                        <p:tgtEl>
                                          <p:spTgt spid="58"/>
                                        </p:tgtEl>
                                        <p:attrNameLst>
                                          <p:attrName>style.visibility</p:attrName>
                                        </p:attrNameLst>
                                      </p:cBhvr>
                                      <p:to>
                                        <p:strVal val="visible"/>
                                      </p:to>
                                    </p:set>
                                    <p:animEffect transition="in" filter="wipe(up)">
                                      <p:cBhvr>
                                        <p:cTn id="177" dur="1000"/>
                                        <p:tgtEl>
                                          <p:spTgt spid="58"/>
                                        </p:tgtEl>
                                      </p:cBhvr>
                                    </p:animEffect>
                                  </p:childTnLst>
                                </p:cTn>
                              </p:par>
                              <p:par>
                                <p:cTn id="178" presetID="16" presetClass="entr" presetSubtype="37" fill="hold" grpId="0" nodeType="withEffect">
                                  <p:stCondLst>
                                    <p:cond delay="0"/>
                                  </p:stCondLst>
                                  <p:childTnLst>
                                    <p:set>
                                      <p:cBhvr>
                                        <p:cTn id="179" dur="1" fill="hold">
                                          <p:stCondLst>
                                            <p:cond delay="0"/>
                                          </p:stCondLst>
                                        </p:cTn>
                                        <p:tgtEl>
                                          <p:spTgt spid="52"/>
                                        </p:tgtEl>
                                        <p:attrNameLst>
                                          <p:attrName>style.visibility</p:attrName>
                                        </p:attrNameLst>
                                      </p:cBhvr>
                                      <p:to>
                                        <p:strVal val="visible"/>
                                      </p:to>
                                    </p:set>
                                    <p:animEffect transition="in" filter="barn(outVertical)">
                                      <p:cBhvr>
                                        <p:cTn id="180" dur="1000"/>
                                        <p:tgtEl>
                                          <p:spTgt spid="52"/>
                                        </p:tgtEl>
                                      </p:cBhvr>
                                    </p:animEffect>
                                  </p:childTnLst>
                                </p:cTn>
                              </p:par>
                            </p:childTnLst>
                          </p:cTn>
                        </p:par>
                        <p:par>
                          <p:cTn id="181" fill="hold">
                            <p:stCondLst>
                              <p:cond delay="4000"/>
                            </p:stCondLst>
                            <p:childTnLst>
                              <p:par>
                                <p:cTn id="182" presetID="10" presetClass="entr" presetSubtype="0" fill="hold" grpId="0" nodeType="afterEffect">
                                  <p:stCondLst>
                                    <p:cond delay="0"/>
                                  </p:stCondLst>
                                  <p:childTnLst>
                                    <p:set>
                                      <p:cBhvr>
                                        <p:cTn id="183" dur="1" fill="hold">
                                          <p:stCondLst>
                                            <p:cond delay="0"/>
                                          </p:stCondLst>
                                        </p:cTn>
                                        <p:tgtEl>
                                          <p:spTgt spid="53"/>
                                        </p:tgtEl>
                                        <p:attrNameLst>
                                          <p:attrName>style.visibility</p:attrName>
                                        </p:attrNameLst>
                                      </p:cBhvr>
                                      <p:to>
                                        <p:strVal val="visible"/>
                                      </p:to>
                                    </p:set>
                                    <p:animEffect transition="in" filter="fade">
                                      <p:cBhvr>
                                        <p:cTn id="184" dur="500"/>
                                        <p:tgtEl>
                                          <p:spTgt spid="53"/>
                                        </p:tgtEl>
                                      </p:cBhvr>
                                    </p:animEffect>
                                  </p:childTnLst>
                                </p:cTn>
                              </p:par>
                            </p:childTnLst>
                          </p:cTn>
                        </p:par>
                      </p:childTnLst>
                    </p:cTn>
                  </p:par>
                  <p:par>
                    <p:cTn id="185" fill="hold">
                      <p:stCondLst>
                        <p:cond delay="indefinite"/>
                      </p:stCondLst>
                      <p:childTnLst>
                        <p:par>
                          <p:cTn id="186" fill="hold">
                            <p:stCondLst>
                              <p:cond delay="0"/>
                            </p:stCondLst>
                            <p:childTnLst>
                              <p:par>
                                <p:cTn id="187" presetID="12" presetClass="entr" presetSubtype="1" fill="hold" grpId="0" nodeType="clickEffect">
                                  <p:stCondLst>
                                    <p:cond delay="0"/>
                                  </p:stCondLst>
                                  <p:childTnLst>
                                    <p:set>
                                      <p:cBhvr>
                                        <p:cTn id="188" dur="1" fill="hold">
                                          <p:stCondLst>
                                            <p:cond delay="0"/>
                                          </p:stCondLst>
                                        </p:cTn>
                                        <p:tgtEl>
                                          <p:spTgt spid="38"/>
                                        </p:tgtEl>
                                        <p:attrNameLst>
                                          <p:attrName>style.visibility</p:attrName>
                                        </p:attrNameLst>
                                      </p:cBhvr>
                                      <p:to>
                                        <p:strVal val="visible"/>
                                      </p:to>
                                    </p:set>
                                    <p:anim calcmode="lin" valueType="num">
                                      <p:cBhvr additive="base">
                                        <p:cTn id="189" dur="1000"/>
                                        <p:tgtEl>
                                          <p:spTgt spid="38"/>
                                        </p:tgtEl>
                                        <p:attrNameLst>
                                          <p:attrName>ppt_y</p:attrName>
                                        </p:attrNameLst>
                                      </p:cBhvr>
                                      <p:tavLst>
                                        <p:tav tm="0">
                                          <p:val>
                                            <p:strVal val="#ppt_y-#ppt_h*1.125000"/>
                                          </p:val>
                                        </p:tav>
                                        <p:tav tm="100000">
                                          <p:val>
                                            <p:strVal val="#ppt_y"/>
                                          </p:val>
                                        </p:tav>
                                      </p:tavLst>
                                    </p:anim>
                                    <p:animEffect transition="in" filter="wipe(down)">
                                      <p:cBhvr>
                                        <p:cTn id="190" dur="1000"/>
                                        <p:tgtEl>
                                          <p:spTgt spid="38"/>
                                        </p:tgtEl>
                                      </p:cBhvr>
                                    </p:animEffect>
                                  </p:childTnLst>
                                </p:cTn>
                              </p:par>
                            </p:childTnLst>
                          </p:cTn>
                        </p:par>
                        <p:par>
                          <p:cTn id="191" fill="hold">
                            <p:stCondLst>
                              <p:cond delay="1000"/>
                            </p:stCondLst>
                            <p:childTnLst>
                              <p:par>
                                <p:cTn id="192" presetID="22" presetClass="entr" presetSubtype="1" fill="hold" nodeType="afterEffect">
                                  <p:stCondLst>
                                    <p:cond delay="0"/>
                                  </p:stCondLst>
                                  <p:childTnLst>
                                    <p:set>
                                      <p:cBhvr>
                                        <p:cTn id="193" dur="1" fill="hold">
                                          <p:stCondLst>
                                            <p:cond delay="0"/>
                                          </p:stCondLst>
                                        </p:cTn>
                                        <p:tgtEl>
                                          <p:spTgt spid="43"/>
                                        </p:tgtEl>
                                        <p:attrNameLst>
                                          <p:attrName>style.visibility</p:attrName>
                                        </p:attrNameLst>
                                      </p:cBhvr>
                                      <p:to>
                                        <p:strVal val="visible"/>
                                      </p:to>
                                    </p:set>
                                    <p:animEffect transition="in" filter="wipe(up)">
                                      <p:cBhvr>
                                        <p:cTn id="194" dur="1000"/>
                                        <p:tgtEl>
                                          <p:spTgt spid="43"/>
                                        </p:tgtEl>
                                      </p:cBhvr>
                                    </p:animEffect>
                                  </p:childTnLst>
                                </p:cTn>
                              </p:par>
                            </p:childTnLst>
                          </p:cTn>
                        </p:par>
                        <p:par>
                          <p:cTn id="195" fill="hold">
                            <p:stCondLst>
                              <p:cond delay="2000"/>
                            </p:stCondLst>
                            <p:childTnLst>
                              <p:par>
                                <p:cTn id="196" presetID="31" presetClass="entr" presetSubtype="0" fill="hold" grpId="0" nodeType="afterEffect">
                                  <p:stCondLst>
                                    <p:cond delay="0"/>
                                  </p:stCondLst>
                                  <p:childTnLst>
                                    <p:set>
                                      <p:cBhvr>
                                        <p:cTn id="197" dur="1" fill="hold">
                                          <p:stCondLst>
                                            <p:cond delay="0"/>
                                          </p:stCondLst>
                                        </p:cTn>
                                        <p:tgtEl>
                                          <p:spTgt spid="34"/>
                                        </p:tgtEl>
                                        <p:attrNameLst>
                                          <p:attrName>style.visibility</p:attrName>
                                        </p:attrNameLst>
                                      </p:cBhvr>
                                      <p:to>
                                        <p:strVal val="visible"/>
                                      </p:to>
                                    </p:set>
                                    <p:anim calcmode="lin" valueType="num">
                                      <p:cBhvr>
                                        <p:cTn id="198" dur="1000" fill="hold"/>
                                        <p:tgtEl>
                                          <p:spTgt spid="34"/>
                                        </p:tgtEl>
                                        <p:attrNameLst>
                                          <p:attrName>ppt_w</p:attrName>
                                        </p:attrNameLst>
                                      </p:cBhvr>
                                      <p:tavLst>
                                        <p:tav tm="0">
                                          <p:val>
                                            <p:fltVal val="0"/>
                                          </p:val>
                                        </p:tav>
                                        <p:tav tm="100000">
                                          <p:val>
                                            <p:strVal val="#ppt_w"/>
                                          </p:val>
                                        </p:tav>
                                      </p:tavLst>
                                    </p:anim>
                                    <p:anim calcmode="lin" valueType="num">
                                      <p:cBhvr>
                                        <p:cTn id="199" dur="1000" fill="hold"/>
                                        <p:tgtEl>
                                          <p:spTgt spid="34"/>
                                        </p:tgtEl>
                                        <p:attrNameLst>
                                          <p:attrName>ppt_h</p:attrName>
                                        </p:attrNameLst>
                                      </p:cBhvr>
                                      <p:tavLst>
                                        <p:tav tm="0">
                                          <p:val>
                                            <p:fltVal val="0"/>
                                          </p:val>
                                        </p:tav>
                                        <p:tav tm="100000">
                                          <p:val>
                                            <p:strVal val="#ppt_h"/>
                                          </p:val>
                                        </p:tav>
                                      </p:tavLst>
                                    </p:anim>
                                    <p:anim calcmode="lin" valueType="num">
                                      <p:cBhvr>
                                        <p:cTn id="200" dur="1000" fill="hold"/>
                                        <p:tgtEl>
                                          <p:spTgt spid="34"/>
                                        </p:tgtEl>
                                        <p:attrNameLst>
                                          <p:attrName>style.rotation</p:attrName>
                                        </p:attrNameLst>
                                      </p:cBhvr>
                                      <p:tavLst>
                                        <p:tav tm="0">
                                          <p:val>
                                            <p:fltVal val="90"/>
                                          </p:val>
                                        </p:tav>
                                        <p:tav tm="100000">
                                          <p:val>
                                            <p:fltVal val="0"/>
                                          </p:val>
                                        </p:tav>
                                      </p:tavLst>
                                    </p:anim>
                                    <p:animEffect transition="in" filter="fade">
                                      <p:cBhvr>
                                        <p:cTn id="201" dur="1000"/>
                                        <p:tgtEl>
                                          <p:spTgt spid="34"/>
                                        </p:tgtEl>
                                      </p:cBhvr>
                                    </p:animEffect>
                                  </p:childTnLst>
                                </p:cTn>
                              </p:par>
                            </p:childTnLst>
                          </p:cTn>
                        </p:par>
                        <p:par>
                          <p:cTn id="202" fill="hold">
                            <p:stCondLst>
                              <p:cond delay="3000"/>
                            </p:stCondLst>
                            <p:childTnLst>
                              <p:par>
                                <p:cTn id="203" presetID="22" presetClass="entr" presetSubtype="1" fill="hold" nodeType="afterEffect">
                                  <p:stCondLst>
                                    <p:cond delay="0"/>
                                  </p:stCondLst>
                                  <p:childTnLst>
                                    <p:set>
                                      <p:cBhvr>
                                        <p:cTn id="204" dur="1" fill="hold">
                                          <p:stCondLst>
                                            <p:cond delay="0"/>
                                          </p:stCondLst>
                                        </p:cTn>
                                        <p:tgtEl>
                                          <p:spTgt spid="59"/>
                                        </p:tgtEl>
                                        <p:attrNameLst>
                                          <p:attrName>style.visibility</p:attrName>
                                        </p:attrNameLst>
                                      </p:cBhvr>
                                      <p:to>
                                        <p:strVal val="visible"/>
                                      </p:to>
                                    </p:set>
                                    <p:animEffect transition="in" filter="wipe(up)">
                                      <p:cBhvr>
                                        <p:cTn id="205" dur="1000"/>
                                        <p:tgtEl>
                                          <p:spTgt spid="59"/>
                                        </p:tgtEl>
                                      </p:cBhvr>
                                    </p:animEffect>
                                  </p:childTnLst>
                                </p:cTn>
                              </p:par>
                            </p:childTnLst>
                          </p:cTn>
                        </p:par>
                        <p:par>
                          <p:cTn id="206" fill="hold">
                            <p:stCondLst>
                              <p:cond delay="4000"/>
                            </p:stCondLst>
                            <p:childTnLst>
                              <p:par>
                                <p:cTn id="207" presetID="10" presetClass="entr" presetSubtype="0" fill="hold" grpId="0" nodeType="afterEffect">
                                  <p:stCondLst>
                                    <p:cond delay="0"/>
                                  </p:stCondLst>
                                  <p:childTnLst>
                                    <p:set>
                                      <p:cBhvr>
                                        <p:cTn id="208" dur="1" fill="hold">
                                          <p:stCondLst>
                                            <p:cond delay="0"/>
                                          </p:stCondLst>
                                        </p:cTn>
                                        <p:tgtEl>
                                          <p:spTgt spid="54"/>
                                        </p:tgtEl>
                                        <p:attrNameLst>
                                          <p:attrName>style.visibility</p:attrName>
                                        </p:attrNameLst>
                                      </p:cBhvr>
                                      <p:to>
                                        <p:strVal val="visible"/>
                                      </p:to>
                                    </p:set>
                                    <p:animEffect transition="in" filter="fade">
                                      <p:cBhvr>
                                        <p:cTn id="209" dur="500"/>
                                        <p:tgtEl>
                                          <p:spTgt spid="54"/>
                                        </p:tgtEl>
                                      </p:cBhvr>
                                    </p:animEffect>
                                  </p:childTnLst>
                                </p:cTn>
                              </p:par>
                            </p:childTnLst>
                          </p:cTn>
                        </p:par>
                      </p:childTnLst>
                    </p:cTn>
                  </p:par>
                  <p:par>
                    <p:cTn id="210" fill="hold">
                      <p:stCondLst>
                        <p:cond delay="indefinite"/>
                      </p:stCondLst>
                      <p:childTnLst>
                        <p:par>
                          <p:cTn id="211" fill="hold">
                            <p:stCondLst>
                              <p:cond delay="0"/>
                            </p:stCondLst>
                            <p:childTnLst>
                              <p:par>
                                <p:cTn id="212" presetID="12" presetClass="entr" presetSubtype="1" fill="hold" grpId="0" nodeType="clickEffect">
                                  <p:stCondLst>
                                    <p:cond delay="0"/>
                                  </p:stCondLst>
                                  <p:childTnLst>
                                    <p:set>
                                      <p:cBhvr>
                                        <p:cTn id="213" dur="1" fill="hold">
                                          <p:stCondLst>
                                            <p:cond delay="0"/>
                                          </p:stCondLst>
                                        </p:cTn>
                                        <p:tgtEl>
                                          <p:spTgt spid="39"/>
                                        </p:tgtEl>
                                        <p:attrNameLst>
                                          <p:attrName>style.visibility</p:attrName>
                                        </p:attrNameLst>
                                      </p:cBhvr>
                                      <p:to>
                                        <p:strVal val="visible"/>
                                      </p:to>
                                    </p:set>
                                    <p:anim calcmode="lin" valueType="num">
                                      <p:cBhvr additive="base">
                                        <p:cTn id="214" dur="1000"/>
                                        <p:tgtEl>
                                          <p:spTgt spid="39"/>
                                        </p:tgtEl>
                                        <p:attrNameLst>
                                          <p:attrName>ppt_y</p:attrName>
                                        </p:attrNameLst>
                                      </p:cBhvr>
                                      <p:tavLst>
                                        <p:tav tm="0">
                                          <p:val>
                                            <p:strVal val="#ppt_y-#ppt_h*1.125000"/>
                                          </p:val>
                                        </p:tav>
                                        <p:tav tm="100000">
                                          <p:val>
                                            <p:strVal val="#ppt_y"/>
                                          </p:val>
                                        </p:tav>
                                      </p:tavLst>
                                    </p:anim>
                                    <p:animEffect transition="in" filter="wipe(down)">
                                      <p:cBhvr>
                                        <p:cTn id="215" dur="1000"/>
                                        <p:tgtEl>
                                          <p:spTgt spid="39"/>
                                        </p:tgtEl>
                                      </p:cBhvr>
                                    </p:animEffect>
                                  </p:childTnLst>
                                </p:cTn>
                              </p:par>
                            </p:childTnLst>
                          </p:cTn>
                        </p:par>
                        <p:par>
                          <p:cTn id="216" fill="hold">
                            <p:stCondLst>
                              <p:cond delay="1000"/>
                            </p:stCondLst>
                            <p:childTnLst>
                              <p:par>
                                <p:cTn id="217" presetID="22" presetClass="entr" presetSubtype="1" fill="hold" nodeType="afterEffect">
                                  <p:stCondLst>
                                    <p:cond delay="0"/>
                                  </p:stCondLst>
                                  <p:childTnLst>
                                    <p:set>
                                      <p:cBhvr>
                                        <p:cTn id="218" dur="1" fill="hold">
                                          <p:stCondLst>
                                            <p:cond delay="0"/>
                                          </p:stCondLst>
                                        </p:cTn>
                                        <p:tgtEl>
                                          <p:spTgt spid="44"/>
                                        </p:tgtEl>
                                        <p:attrNameLst>
                                          <p:attrName>style.visibility</p:attrName>
                                        </p:attrNameLst>
                                      </p:cBhvr>
                                      <p:to>
                                        <p:strVal val="visible"/>
                                      </p:to>
                                    </p:set>
                                    <p:animEffect transition="in" filter="wipe(up)">
                                      <p:cBhvr>
                                        <p:cTn id="219" dur="1000"/>
                                        <p:tgtEl>
                                          <p:spTgt spid="44"/>
                                        </p:tgtEl>
                                      </p:cBhvr>
                                    </p:animEffect>
                                  </p:childTnLst>
                                </p:cTn>
                              </p:par>
                            </p:childTnLst>
                          </p:cTn>
                        </p:par>
                        <p:par>
                          <p:cTn id="220" fill="hold">
                            <p:stCondLst>
                              <p:cond delay="2000"/>
                            </p:stCondLst>
                            <p:childTnLst>
                              <p:par>
                                <p:cTn id="221" presetID="31" presetClass="entr" presetSubtype="0" fill="hold" grpId="0" nodeType="afterEffect">
                                  <p:stCondLst>
                                    <p:cond delay="0"/>
                                  </p:stCondLst>
                                  <p:childTnLst>
                                    <p:set>
                                      <p:cBhvr>
                                        <p:cTn id="222" dur="1" fill="hold">
                                          <p:stCondLst>
                                            <p:cond delay="0"/>
                                          </p:stCondLst>
                                        </p:cTn>
                                        <p:tgtEl>
                                          <p:spTgt spid="35"/>
                                        </p:tgtEl>
                                        <p:attrNameLst>
                                          <p:attrName>style.visibility</p:attrName>
                                        </p:attrNameLst>
                                      </p:cBhvr>
                                      <p:to>
                                        <p:strVal val="visible"/>
                                      </p:to>
                                    </p:set>
                                    <p:anim calcmode="lin" valueType="num">
                                      <p:cBhvr>
                                        <p:cTn id="223" dur="1000" fill="hold"/>
                                        <p:tgtEl>
                                          <p:spTgt spid="35"/>
                                        </p:tgtEl>
                                        <p:attrNameLst>
                                          <p:attrName>ppt_w</p:attrName>
                                        </p:attrNameLst>
                                      </p:cBhvr>
                                      <p:tavLst>
                                        <p:tav tm="0">
                                          <p:val>
                                            <p:fltVal val="0"/>
                                          </p:val>
                                        </p:tav>
                                        <p:tav tm="100000">
                                          <p:val>
                                            <p:strVal val="#ppt_w"/>
                                          </p:val>
                                        </p:tav>
                                      </p:tavLst>
                                    </p:anim>
                                    <p:anim calcmode="lin" valueType="num">
                                      <p:cBhvr>
                                        <p:cTn id="224" dur="1000" fill="hold"/>
                                        <p:tgtEl>
                                          <p:spTgt spid="35"/>
                                        </p:tgtEl>
                                        <p:attrNameLst>
                                          <p:attrName>ppt_h</p:attrName>
                                        </p:attrNameLst>
                                      </p:cBhvr>
                                      <p:tavLst>
                                        <p:tav tm="0">
                                          <p:val>
                                            <p:fltVal val="0"/>
                                          </p:val>
                                        </p:tav>
                                        <p:tav tm="100000">
                                          <p:val>
                                            <p:strVal val="#ppt_h"/>
                                          </p:val>
                                        </p:tav>
                                      </p:tavLst>
                                    </p:anim>
                                    <p:anim calcmode="lin" valueType="num">
                                      <p:cBhvr>
                                        <p:cTn id="225" dur="1000" fill="hold"/>
                                        <p:tgtEl>
                                          <p:spTgt spid="35"/>
                                        </p:tgtEl>
                                        <p:attrNameLst>
                                          <p:attrName>style.rotation</p:attrName>
                                        </p:attrNameLst>
                                      </p:cBhvr>
                                      <p:tavLst>
                                        <p:tav tm="0">
                                          <p:val>
                                            <p:fltVal val="90"/>
                                          </p:val>
                                        </p:tav>
                                        <p:tav tm="100000">
                                          <p:val>
                                            <p:fltVal val="0"/>
                                          </p:val>
                                        </p:tav>
                                      </p:tavLst>
                                    </p:anim>
                                    <p:animEffect transition="in" filter="fade">
                                      <p:cBhvr>
                                        <p:cTn id="226" dur="1000"/>
                                        <p:tgtEl>
                                          <p:spTgt spid="35"/>
                                        </p:tgtEl>
                                      </p:cBhvr>
                                    </p:animEffect>
                                  </p:childTnLst>
                                </p:cTn>
                              </p:par>
                            </p:childTnLst>
                          </p:cTn>
                        </p:par>
                        <p:par>
                          <p:cTn id="227" fill="hold">
                            <p:stCondLst>
                              <p:cond delay="3000"/>
                            </p:stCondLst>
                            <p:childTnLst>
                              <p:par>
                                <p:cTn id="228" presetID="22" presetClass="entr" presetSubtype="1" fill="hold" nodeType="afterEffect">
                                  <p:stCondLst>
                                    <p:cond delay="0"/>
                                  </p:stCondLst>
                                  <p:childTnLst>
                                    <p:set>
                                      <p:cBhvr>
                                        <p:cTn id="229" dur="1" fill="hold">
                                          <p:stCondLst>
                                            <p:cond delay="0"/>
                                          </p:stCondLst>
                                        </p:cTn>
                                        <p:tgtEl>
                                          <p:spTgt spid="60"/>
                                        </p:tgtEl>
                                        <p:attrNameLst>
                                          <p:attrName>style.visibility</p:attrName>
                                        </p:attrNameLst>
                                      </p:cBhvr>
                                      <p:to>
                                        <p:strVal val="visible"/>
                                      </p:to>
                                    </p:set>
                                    <p:animEffect transition="in" filter="wipe(up)">
                                      <p:cBhvr>
                                        <p:cTn id="230" dur="1000"/>
                                        <p:tgtEl>
                                          <p:spTgt spid="60"/>
                                        </p:tgtEl>
                                      </p:cBhvr>
                                    </p:animEffect>
                                  </p:childTnLst>
                                </p:cTn>
                              </p:par>
                            </p:childTnLst>
                          </p:cTn>
                        </p:par>
                        <p:par>
                          <p:cTn id="231" fill="hold">
                            <p:stCondLst>
                              <p:cond delay="4000"/>
                            </p:stCondLst>
                            <p:childTnLst>
                              <p:par>
                                <p:cTn id="232" presetID="10" presetClass="entr" presetSubtype="0" fill="hold" grpId="0" nodeType="afterEffect">
                                  <p:stCondLst>
                                    <p:cond delay="0"/>
                                  </p:stCondLst>
                                  <p:childTnLst>
                                    <p:set>
                                      <p:cBhvr>
                                        <p:cTn id="233" dur="1" fill="hold">
                                          <p:stCondLst>
                                            <p:cond delay="0"/>
                                          </p:stCondLst>
                                        </p:cTn>
                                        <p:tgtEl>
                                          <p:spTgt spid="55"/>
                                        </p:tgtEl>
                                        <p:attrNameLst>
                                          <p:attrName>style.visibility</p:attrName>
                                        </p:attrNameLst>
                                      </p:cBhvr>
                                      <p:to>
                                        <p:strVal val="visible"/>
                                      </p:to>
                                    </p:set>
                                    <p:animEffect transition="in" filter="fade">
                                      <p:cBhvr>
                                        <p:cTn id="234" dur="500"/>
                                        <p:tgtEl>
                                          <p:spTgt spid="55"/>
                                        </p:tgtEl>
                                      </p:cBhvr>
                                    </p:animEffect>
                                  </p:childTnLst>
                                </p:cTn>
                              </p:par>
                            </p:childTnLst>
                          </p:cTn>
                        </p:par>
                        <p:par>
                          <p:cTn id="235" fill="hold">
                            <p:stCondLst>
                              <p:cond delay="4500"/>
                            </p:stCondLst>
                            <p:childTnLst>
                              <p:par>
                                <p:cTn id="236" presetID="12" presetClass="entr" presetSubtype="1" fill="hold" grpId="0" nodeType="afterEffect">
                                  <p:stCondLst>
                                    <p:cond delay="0"/>
                                  </p:stCondLst>
                                  <p:childTnLst>
                                    <p:set>
                                      <p:cBhvr>
                                        <p:cTn id="237" dur="1" fill="hold">
                                          <p:stCondLst>
                                            <p:cond delay="0"/>
                                          </p:stCondLst>
                                        </p:cTn>
                                        <p:tgtEl>
                                          <p:spTgt spid="56"/>
                                        </p:tgtEl>
                                        <p:attrNameLst>
                                          <p:attrName>style.visibility</p:attrName>
                                        </p:attrNameLst>
                                      </p:cBhvr>
                                      <p:to>
                                        <p:strVal val="visible"/>
                                      </p:to>
                                    </p:set>
                                    <p:anim calcmode="lin" valueType="num">
                                      <p:cBhvr additive="base">
                                        <p:cTn id="238" dur="1000"/>
                                        <p:tgtEl>
                                          <p:spTgt spid="56"/>
                                        </p:tgtEl>
                                        <p:attrNameLst>
                                          <p:attrName>ppt_y</p:attrName>
                                        </p:attrNameLst>
                                      </p:cBhvr>
                                      <p:tavLst>
                                        <p:tav tm="0">
                                          <p:val>
                                            <p:strVal val="#ppt_y-#ppt_h*1.125000"/>
                                          </p:val>
                                        </p:tav>
                                        <p:tav tm="100000">
                                          <p:val>
                                            <p:strVal val="#ppt_y"/>
                                          </p:val>
                                        </p:tav>
                                      </p:tavLst>
                                    </p:anim>
                                    <p:animEffect transition="in" filter="wipe(down)">
                                      <p:cBhvr>
                                        <p:cTn id="239" dur="1000"/>
                                        <p:tgtEl>
                                          <p:spTgt spid="56"/>
                                        </p:tgtEl>
                                      </p:cBhvr>
                                    </p:animEffect>
                                  </p:childTnLst>
                                </p:cTn>
                              </p:par>
                            </p:childTnLst>
                          </p:cTn>
                        </p:par>
                        <p:par>
                          <p:cTn id="240" fill="hold">
                            <p:stCondLst>
                              <p:cond delay="5500"/>
                            </p:stCondLst>
                            <p:childTnLst>
                              <p:par>
                                <p:cTn id="241" presetID="22" presetClass="entr" presetSubtype="8" fill="hold" grpId="0" nodeType="afterEffect">
                                  <p:stCondLst>
                                    <p:cond delay="0"/>
                                  </p:stCondLst>
                                  <p:childTnLst>
                                    <p:set>
                                      <p:cBhvr>
                                        <p:cTn id="242" dur="1" fill="hold">
                                          <p:stCondLst>
                                            <p:cond delay="0"/>
                                          </p:stCondLst>
                                        </p:cTn>
                                        <p:tgtEl>
                                          <p:spTgt spid="57"/>
                                        </p:tgtEl>
                                        <p:attrNameLst>
                                          <p:attrName>style.visibility</p:attrName>
                                        </p:attrNameLst>
                                      </p:cBhvr>
                                      <p:to>
                                        <p:strVal val="visible"/>
                                      </p:to>
                                    </p:set>
                                    <p:animEffect transition="in" filter="wipe(left)">
                                      <p:cBhvr>
                                        <p:cTn id="243" dur="1000"/>
                                        <p:tgtEl>
                                          <p:spTgt spid="57"/>
                                        </p:tgtEl>
                                      </p:cBhvr>
                                    </p:animEffect>
                                  </p:childTnLst>
                                </p:cTn>
                              </p:par>
                              <p:par>
                                <p:cTn id="244" presetID="10" presetClass="exit" presetSubtype="0" fill="hold" nodeType="withEffect">
                                  <p:stCondLst>
                                    <p:cond delay="0"/>
                                  </p:stCondLst>
                                  <p:childTnLst>
                                    <p:animEffect transition="out" filter="fade">
                                      <p:cBhvr>
                                        <p:cTn id="245" dur="500"/>
                                        <p:tgtEl>
                                          <p:spTgt spid="42"/>
                                        </p:tgtEl>
                                      </p:cBhvr>
                                    </p:animEffect>
                                    <p:set>
                                      <p:cBhvr>
                                        <p:cTn id="246" dur="1" fill="hold">
                                          <p:stCondLst>
                                            <p:cond delay="499"/>
                                          </p:stCondLst>
                                        </p:cTn>
                                        <p:tgtEl>
                                          <p:spTgt spid="42"/>
                                        </p:tgtEl>
                                        <p:attrNameLst>
                                          <p:attrName>style.visibility</p:attrName>
                                        </p:attrNameLst>
                                      </p:cBhvr>
                                      <p:to>
                                        <p:strVal val="hidden"/>
                                      </p:to>
                                    </p:set>
                                  </p:childTnLst>
                                </p:cTn>
                              </p:par>
                              <p:par>
                                <p:cTn id="247" presetID="10" presetClass="exit" presetSubtype="0" fill="hold" nodeType="withEffect">
                                  <p:stCondLst>
                                    <p:cond delay="0"/>
                                  </p:stCondLst>
                                  <p:childTnLst>
                                    <p:animEffect transition="out" filter="fade">
                                      <p:cBhvr>
                                        <p:cTn id="248" dur="500"/>
                                        <p:tgtEl>
                                          <p:spTgt spid="43"/>
                                        </p:tgtEl>
                                      </p:cBhvr>
                                    </p:animEffect>
                                    <p:set>
                                      <p:cBhvr>
                                        <p:cTn id="249" dur="1" fill="hold">
                                          <p:stCondLst>
                                            <p:cond delay="499"/>
                                          </p:stCondLst>
                                        </p:cTn>
                                        <p:tgtEl>
                                          <p:spTgt spid="43"/>
                                        </p:tgtEl>
                                        <p:attrNameLst>
                                          <p:attrName>style.visibility</p:attrName>
                                        </p:attrNameLst>
                                      </p:cBhvr>
                                      <p:to>
                                        <p:strVal val="hidden"/>
                                      </p:to>
                                    </p:set>
                                  </p:childTnLst>
                                </p:cTn>
                              </p:par>
                              <p:par>
                                <p:cTn id="250" presetID="10" presetClass="exit" presetSubtype="0" fill="hold" nodeType="withEffect">
                                  <p:stCondLst>
                                    <p:cond delay="0"/>
                                  </p:stCondLst>
                                  <p:childTnLst>
                                    <p:animEffect transition="out" filter="fade">
                                      <p:cBhvr>
                                        <p:cTn id="251" dur="500"/>
                                        <p:tgtEl>
                                          <p:spTgt spid="44"/>
                                        </p:tgtEl>
                                      </p:cBhvr>
                                    </p:animEffect>
                                    <p:set>
                                      <p:cBhvr>
                                        <p:cTn id="252" dur="1" fill="hold">
                                          <p:stCondLst>
                                            <p:cond delay="499"/>
                                          </p:stCondLst>
                                        </p:cTn>
                                        <p:tgtEl>
                                          <p:spTgt spid="44"/>
                                        </p:tgtEl>
                                        <p:attrNameLst>
                                          <p:attrName>style.visibility</p:attrName>
                                        </p:attrNameLst>
                                      </p:cBhvr>
                                      <p:to>
                                        <p:strVal val="hidden"/>
                                      </p:to>
                                    </p:set>
                                  </p:childTnLst>
                                </p:cTn>
                              </p:par>
                              <p:par>
                                <p:cTn id="253" presetID="10" presetClass="exit" presetSubtype="0" fill="hold" nodeType="withEffect">
                                  <p:stCondLst>
                                    <p:cond delay="0"/>
                                  </p:stCondLst>
                                  <p:childTnLst>
                                    <p:animEffect transition="out" filter="fade">
                                      <p:cBhvr>
                                        <p:cTn id="254" dur="500"/>
                                        <p:tgtEl>
                                          <p:spTgt spid="58"/>
                                        </p:tgtEl>
                                      </p:cBhvr>
                                    </p:animEffect>
                                    <p:set>
                                      <p:cBhvr>
                                        <p:cTn id="255" dur="1" fill="hold">
                                          <p:stCondLst>
                                            <p:cond delay="499"/>
                                          </p:stCondLst>
                                        </p:cTn>
                                        <p:tgtEl>
                                          <p:spTgt spid="58"/>
                                        </p:tgtEl>
                                        <p:attrNameLst>
                                          <p:attrName>style.visibility</p:attrName>
                                        </p:attrNameLst>
                                      </p:cBhvr>
                                      <p:to>
                                        <p:strVal val="hidden"/>
                                      </p:to>
                                    </p:set>
                                  </p:childTnLst>
                                </p:cTn>
                              </p:par>
                              <p:par>
                                <p:cTn id="256" presetID="10" presetClass="exit" presetSubtype="0" fill="hold" nodeType="withEffect">
                                  <p:stCondLst>
                                    <p:cond delay="0"/>
                                  </p:stCondLst>
                                  <p:childTnLst>
                                    <p:animEffect transition="out" filter="fade">
                                      <p:cBhvr>
                                        <p:cTn id="257" dur="500"/>
                                        <p:tgtEl>
                                          <p:spTgt spid="59"/>
                                        </p:tgtEl>
                                      </p:cBhvr>
                                    </p:animEffect>
                                    <p:set>
                                      <p:cBhvr>
                                        <p:cTn id="258" dur="1" fill="hold">
                                          <p:stCondLst>
                                            <p:cond delay="499"/>
                                          </p:stCondLst>
                                        </p:cTn>
                                        <p:tgtEl>
                                          <p:spTgt spid="59"/>
                                        </p:tgtEl>
                                        <p:attrNameLst>
                                          <p:attrName>style.visibility</p:attrName>
                                        </p:attrNameLst>
                                      </p:cBhvr>
                                      <p:to>
                                        <p:strVal val="hidden"/>
                                      </p:to>
                                    </p:set>
                                  </p:childTnLst>
                                </p:cTn>
                              </p:par>
                              <p:par>
                                <p:cTn id="259" presetID="10" presetClass="exit" presetSubtype="0" fill="hold" nodeType="withEffect">
                                  <p:stCondLst>
                                    <p:cond delay="0"/>
                                  </p:stCondLst>
                                  <p:childTnLst>
                                    <p:animEffect transition="out" filter="fade">
                                      <p:cBhvr>
                                        <p:cTn id="260" dur="500"/>
                                        <p:tgtEl>
                                          <p:spTgt spid="60"/>
                                        </p:tgtEl>
                                      </p:cBhvr>
                                    </p:animEffect>
                                    <p:set>
                                      <p:cBhvr>
                                        <p:cTn id="261" dur="1" fill="hold">
                                          <p:stCondLst>
                                            <p:cond delay="499"/>
                                          </p:stCondLst>
                                        </p:cTn>
                                        <p:tgtEl>
                                          <p:spTgt spid="60"/>
                                        </p:tgtEl>
                                        <p:attrNameLst>
                                          <p:attrName>style.visibility</p:attrName>
                                        </p:attrNameLst>
                                      </p:cBhvr>
                                      <p:to>
                                        <p:strVal val="hidden"/>
                                      </p:to>
                                    </p:set>
                                  </p:childTnLst>
                                </p:cTn>
                              </p:par>
                              <p:par>
                                <p:cTn id="262" presetID="10" presetClass="exit" presetSubtype="0" fill="hold" grpId="1" nodeType="withEffect">
                                  <p:stCondLst>
                                    <p:cond delay="0"/>
                                  </p:stCondLst>
                                  <p:childTnLst>
                                    <p:animEffect transition="out" filter="fade">
                                      <p:cBhvr>
                                        <p:cTn id="263" dur="500"/>
                                        <p:tgtEl>
                                          <p:spTgt spid="33"/>
                                        </p:tgtEl>
                                      </p:cBhvr>
                                    </p:animEffect>
                                    <p:set>
                                      <p:cBhvr>
                                        <p:cTn id="264" dur="1" fill="hold">
                                          <p:stCondLst>
                                            <p:cond delay="499"/>
                                          </p:stCondLst>
                                        </p:cTn>
                                        <p:tgtEl>
                                          <p:spTgt spid="33"/>
                                        </p:tgtEl>
                                        <p:attrNameLst>
                                          <p:attrName>style.visibility</p:attrName>
                                        </p:attrNameLst>
                                      </p:cBhvr>
                                      <p:to>
                                        <p:strVal val="hidden"/>
                                      </p:to>
                                    </p:set>
                                  </p:childTnLst>
                                </p:cTn>
                              </p:par>
                              <p:par>
                                <p:cTn id="265" presetID="10" presetClass="exit" presetSubtype="0" fill="hold" grpId="1" nodeType="withEffect">
                                  <p:stCondLst>
                                    <p:cond delay="0"/>
                                  </p:stCondLst>
                                  <p:childTnLst>
                                    <p:animEffect transition="out" filter="fade">
                                      <p:cBhvr>
                                        <p:cTn id="266" dur="500"/>
                                        <p:tgtEl>
                                          <p:spTgt spid="34"/>
                                        </p:tgtEl>
                                      </p:cBhvr>
                                    </p:animEffect>
                                    <p:set>
                                      <p:cBhvr>
                                        <p:cTn id="267" dur="1" fill="hold">
                                          <p:stCondLst>
                                            <p:cond delay="499"/>
                                          </p:stCondLst>
                                        </p:cTn>
                                        <p:tgtEl>
                                          <p:spTgt spid="34"/>
                                        </p:tgtEl>
                                        <p:attrNameLst>
                                          <p:attrName>style.visibility</p:attrName>
                                        </p:attrNameLst>
                                      </p:cBhvr>
                                      <p:to>
                                        <p:strVal val="hidden"/>
                                      </p:to>
                                    </p:set>
                                  </p:childTnLst>
                                </p:cTn>
                              </p:par>
                              <p:par>
                                <p:cTn id="268" presetID="10" presetClass="exit" presetSubtype="0" fill="hold" grpId="1" nodeType="withEffect">
                                  <p:stCondLst>
                                    <p:cond delay="0"/>
                                  </p:stCondLst>
                                  <p:childTnLst>
                                    <p:animEffect transition="out" filter="fade">
                                      <p:cBhvr>
                                        <p:cTn id="269" dur="500"/>
                                        <p:tgtEl>
                                          <p:spTgt spid="35"/>
                                        </p:tgtEl>
                                      </p:cBhvr>
                                    </p:animEffect>
                                    <p:set>
                                      <p:cBhvr>
                                        <p:cTn id="270" dur="1" fill="hold">
                                          <p:stCondLst>
                                            <p:cond delay="499"/>
                                          </p:stCondLst>
                                        </p:cTn>
                                        <p:tgtEl>
                                          <p:spTgt spid="35"/>
                                        </p:tgtEl>
                                        <p:attrNameLst>
                                          <p:attrName>style.visibility</p:attrName>
                                        </p:attrNameLst>
                                      </p:cBhvr>
                                      <p:to>
                                        <p:strVal val="hidden"/>
                                      </p:to>
                                    </p:set>
                                  </p:childTnLst>
                                </p:cTn>
                              </p:par>
                            </p:childTnLst>
                          </p:cTn>
                        </p:par>
                      </p:childTnLst>
                    </p:cTn>
                  </p:par>
                  <p:par>
                    <p:cTn id="271" fill="hold">
                      <p:stCondLst>
                        <p:cond delay="indefinite"/>
                      </p:stCondLst>
                      <p:childTnLst>
                        <p:par>
                          <p:cTn id="272" fill="hold">
                            <p:stCondLst>
                              <p:cond delay="0"/>
                            </p:stCondLst>
                            <p:childTnLst>
                              <p:par>
                                <p:cTn id="273" presetID="47" presetClass="entr" presetSubtype="0" fill="hold" grpId="0" nodeType="clickEffect">
                                  <p:stCondLst>
                                    <p:cond delay="0"/>
                                  </p:stCondLst>
                                  <p:childTnLst>
                                    <p:set>
                                      <p:cBhvr>
                                        <p:cTn id="274" dur="1" fill="hold">
                                          <p:stCondLst>
                                            <p:cond delay="0"/>
                                          </p:stCondLst>
                                        </p:cTn>
                                        <p:tgtEl>
                                          <p:spTgt spid="64"/>
                                        </p:tgtEl>
                                        <p:attrNameLst>
                                          <p:attrName>style.visibility</p:attrName>
                                        </p:attrNameLst>
                                      </p:cBhvr>
                                      <p:to>
                                        <p:strVal val="visible"/>
                                      </p:to>
                                    </p:set>
                                    <p:animEffect transition="in" filter="fade">
                                      <p:cBhvr>
                                        <p:cTn id="275" dur="1000"/>
                                        <p:tgtEl>
                                          <p:spTgt spid="64"/>
                                        </p:tgtEl>
                                      </p:cBhvr>
                                    </p:animEffect>
                                    <p:anim calcmode="lin" valueType="num">
                                      <p:cBhvr>
                                        <p:cTn id="276" dur="1000" fill="hold"/>
                                        <p:tgtEl>
                                          <p:spTgt spid="64"/>
                                        </p:tgtEl>
                                        <p:attrNameLst>
                                          <p:attrName>ppt_x</p:attrName>
                                        </p:attrNameLst>
                                      </p:cBhvr>
                                      <p:tavLst>
                                        <p:tav tm="0">
                                          <p:val>
                                            <p:strVal val="#ppt_x"/>
                                          </p:val>
                                        </p:tav>
                                        <p:tav tm="100000">
                                          <p:val>
                                            <p:strVal val="#ppt_x"/>
                                          </p:val>
                                        </p:tav>
                                      </p:tavLst>
                                    </p:anim>
                                    <p:anim calcmode="lin" valueType="num">
                                      <p:cBhvr>
                                        <p:cTn id="277"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278" fill="hold">
                      <p:stCondLst>
                        <p:cond delay="indefinite"/>
                      </p:stCondLst>
                      <p:childTnLst>
                        <p:par>
                          <p:cTn id="279" fill="hold">
                            <p:stCondLst>
                              <p:cond delay="0"/>
                            </p:stCondLst>
                            <p:childTnLst>
                              <p:par>
                                <p:cTn id="280" presetID="12" presetClass="entr" presetSubtype="1" fill="hold" grpId="0" nodeType="clickEffect">
                                  <p:stCondLst>
                                    <p:cond delay="0"/>
                                  </p:stCondLst>
                                  <p:childTnLst>
                                    <p:set>
                                      <p:cBhvr>
                                        <p:cTn id="281" dur="1" fill="hold">
                                          <p:stCondLst>
                                            <p:cond delay="0"/>
                                          </p:stCondLst>
                                        </p:cTn>
                                        <p:tgtEl>
                                          <p:spTgt spid="65"/>
                                        </p:tgtEl>
                                        <p:attrNameLst>
                                          <p:attrName>style.visibility</p:attrName>
                                        </p:attrNameLst>
                                      </p:cBhvr>
                                      <p:to>
                                        <p:strVal val="visible"/>
                                      </p:to>
                                    </p:set>
                                    <p:anim calcmode="lin" valueType="num">
                                      <p:cBhvr additive="base">
                                        <p:cTn id="282" dur="1000"/>
                                        <p:tgtEl>
                                          <p:spTgt spid="65"/>
                                        </p:tgtEl>
                                        <p:attrNameLst>
                                          <p:attrName>ppt_y</p:attrName>
                                        </p:attrNameLst>
                                      </p:cBhvr>
                                      <p:tavLst>
                                        <p:tav tm="0">
                                          <p:val>
                                            <p:strVal val="#ppt_y-#ppt_h*1.125000"/>
                                          </p:val>
                                        </p:tav>
                                        <p:tav tm="100000">
                                          <p:val>
                                            <p:strVal val="#ppt_y"/>
                                          </p:val>
                                        </p:tav>
                                      </p:tavLst>
                                    </p:anim>
                                    <p:animEffect transition="in" filter="wipe(down)">
                                      <p:cBhvr>
                                        <p:cTn id="283" dur="1000"/>
                                        <p:tgtEl>
                                          <p:spTgt spid="65"/>
                                        </p:tgtEl>
                                      </p:cBhvr>
                                    </p:animEffect>
                                  </p:childTnLst>
                                </p:cTn>
                              </p:par>
                            </p:childTnLst>
                          </p:cTn>
                        </p:par>
                        <p:par>
                          <p:cTn id="284" fill="hold">
                            <p:stCondLst>
                              <p:cond delay="1000"/>
                            </p:stCondLst>
                            <p:childTnLst>
                              <p:par>
                                <p:cTn id="285" presetID="22" presetClass="entr" presetSubtype="1" fill="hold" nodeType="afterEffect">
                                  <p:stCondLst>
                                    <p:cond delay="0"/>
                                  </p:stCondLst>
                                  <p:childTnLst>
                                    <p:set>
                                      <p:cBhvr>
                                        <p:cTn id="286" dur="1" fill="hold">
                                          <p:stCondLst>
                                            <p:cond delay="0"/>
                                          </p:stCondLst>
                                        </p:cTn>
                                        <p:tgtEl>
                                          <p:spTgt spid="68"/>
                                        </p:tgtEl>
                                        <p:attrNameLst>
                                          <p:attrName>style.visibility</p:attrName>
                                        </p:attrNameLst>
                                      </p:cBhvr>
                                      <p:to>
                                        <p:strVal val="visible"/>
                                      </p:to>
                                    </p:set>
                                    <p:animEffect transition="in" filter="wipe(up)">
                                      <p:cBhvr>
                                        <p:cTn id="287" dur="1000"/>
                                        <p:tgtEl>
                                          <p:spTgt spid="68"/>
                                        </p:tgtEl>
                                      </p:cBhvr>
                                    </p:animEffect>
                                  </p:childTnLst>
                                </p:cTn>
                              </p:par>
                            </p:childTnLst>
                          </p:cTn>
                        </p:par>
                        <p:par>
                          <p:cTn id="288" fill="hold">
                            <p:stCondLst>
                              <p:cond delay="3000"/>
                            </p:stCondLst>
                            <p:childTnLst>
                              <p:par>
                                <p:cTn id="289" presetID="31" presetClass="entr" presetSubtype="0" fill="hold" grpId="0" nodeType="afterEffect">
                                  <p:stCondLst>
                                    <p:cond delay="0"/>
                                  </p:stCondLst>
                                  <p:childTnLst>
                                    <p:set>
                                      <p:cBhvr>
                                        <p:cTn id="290" dur="1" fill="hold">
                                          <p:stCondLst>
                                            <p:cond delay="0"/>
                                          </p:stCondLst>
                                        </p:cTn>
                                        <p:tgtEl>
                                          <p:spTgt spid="75"/>
                                        </p:tgtEl>
                                        <p:attrNameLst>
                                          <p:attrName>style.visibility</p:attrName>
                                        </p:attrNameLst>
                                      </p:cBhvr>
                                      <p:to>
                                        <p:strVal val="visible"/>
                                      </p:to>
                                    </p:set>
                                    <p:anim calcmode="lin" valueType="num">
                                      <p:cBhvr>
                                        <p:cTn id="291" dur="1000" fill="hold"/>
                                        <p:tgtEl>
                                          <p:spTgt spid="75"/>
                                        </p:tgtEl>
                                        <p:attrNameLst>
                                          <p:attrName>ppt_w</p:attrName>
                                        </p:attrNameLst>
                                      </p:cBhvr>
                                      <p:tavLst>
                                        <p:tav tm="0">
                                          <p:val>
                                            <p:fltVal val="0"/>
                                          </p:val>
                                        </p:tav>
                                        <p:tav tm="100000">
                                          <p:val>
                                            <p:strVal val="#ppt_w"/>
                                          </p:val>
                                        </p:tav>
                                      </p:tavLst>
                                    </p:anim>
                                    <p:anim calcmode="lin" valueType="num">
                                      <p:cBhvr>
                                        <p:cTn id="292" dur="1000" fill="hold"/>
                                        <p:tgtEl>
                                          <p:spTgt spid="75"/>
                                        </p:tgtEl>
                                        <p:attrNameLst>
                                          <p:attrName>ppt_h</p:attrName>
                                        </p:attrNameLst>
                                      </p:cBhvr>
                                      <p:tavLst>
                                        <p:tav tm="0">
                                          <p:val>
                                            <p:fltVal val="0"/>
                                          </p:val>
                                        </p:tav>
                                        <p:tav tm="100000">
                                          <p:val>
                                            <p:strVal val="#ppt_h"/>
                                          </p:val>
                                        </p:tav>
                                      </p:tavLst>
                                    </p:anim>
                                    <p:anim calcmode="lin" valueType="num">
                                      <p:cBhvr>
                                        <p:cTn id="293" dur="1000" fill="hold"/>
                                        <p:tgtEl>
                                          <p:spTgt spid="75"/>
                                        </p:tgtEl>
                                        <p:attrNameLst>
                                          <p:attrName>style.rotation</p:attrName>
                                        </p:attrNameLst>
                                      </p:cBhvr>
                                      <p:tavLst>
                                        <p:tav tm="0">
                                          <p:val>
                                            <p:fltVal val="90"/>
                                          </p:val>
                                        </p:tav>
                                        <p:tav tm="100000">
                                          <p:val>
                                            <p:fltVal val="0"/>
                                          </p:val>
                                        </p:tav>
                                      </p:tavLst>
                                    </p:anim>
                                    <p:animEffect transition="in" filter="fade">
                                      <p:cBhvr>
                                        <p:cTn id="294" dur="1000"/>
                                        <p:tgtEl>
                                          <p:spTgt spid="75"/>
                                        </p:tgtEl>
                                      </p:cBhvr>
                                    </p:animEffect>
                                  </p:childTnLst>
                                </p:cTn>
                              </p:par>
                            </p:childTnLst>
                          </p:cTn>
                        </p:par>
                        <p:par>
                          <p:cTn id="295" fill="hold">
                            <p:stCondLst>
                              <p:cond delay="4000"/>
                            </p:stCondLst>
                            <p:childTnLst>
                              <p:par>
                                <p:cTn id="296" presetID="22" presetClass="entr" presetSubtype="1" fill="hold" nodeType="afterEffect">
                                  <p:stCondLst>
                                    <p:cond delay="0"/>
                                  </p:stCondLst>
                                  <p:childTnLst>
                                    <p:set>
                                      <p:cBhvr>
                                        <p:cTn id="297" dur="1" fill="hold">
                                          <p:stCondLst>
                                            <p:cond delay="0"/>
                                          </p:stCondLst>
                                        </p:cTn>
                                        <p:tgtEl>
                                          <p:spTgt spid="77"/>
                                        </p:tgtEl>
                                        <p:attrNameLst>
                                          <p:attrName>style.visibility</p:attrName>
                                        </p:attrNameLst>
                                      </p:cBhvr>
                                      <p:to>
                                        <p:strVal val="visible"/>
                                      </p:to>
                                    </p:set>
                                    <p:animEffect transition="in" filter="wipe(up)">
                                      <p:cBhvr>
                                        <p:cTn id="298" dur="1000"/>
                                        <p:tgtEl>
                                          <p:spTgt spid="77"/>
                                        </p:tgtEl>
                                      </p:cBhvr>
                                    </p:animEffect>
                                  </p:childTnLst>
                                </p:cTn>
                              </p:par>
                              <p:par>
                                <p:cTn id="299" presetID="16" presetClass="entr" presetSubtype="37" fill="hold" grpId="0" nodeType="withEffect">
                                  <p:stCondLst>
                                    <p:cond delay="0"/>
                                  </p:stCondLst>
                                  <p:childTnLst>
                                    <p:set>
                                      <p:cBhvr>
                                        <p:cTn id="300" dur="1" fill="hold">
                                          <p:stCondLst>
                                            <p:cond delay="0"/>
                                          </p:stCondLst>
                                        </p:cTn>
                                        <p:tgtEl>
                                          <p:spTgt spid="82"/>
                                        </p:tgtEl>
                                        <p:attrNameLst>
                                          <p:attrName>style.visibility</p:attrName>
                                        </p:attrNameLst>
                                      </p:cBhvr>
                                      <p:to>
                                        <p:strVal val="visible"/>
                                      </p:to>
                                    </p:set>
                                    <p:animEffect transition="in" filter="barn(outVertical)">
                                      <p:cBhvr>
                                        <p:cTn id="301" dur="1000"/>
                                        <p:tgtEl>
                                          <p:spTgt spid="82"/>
                                        </p:tgtEl>
                                      </p:cBhvr>
                                    </p:animEffect>
                                  </p:childTnLst>
                                </p:cTn>
                              </p:par>
                            </p:childTnLst>
                          </p:cTn>
                        </p:par>
                        <p:par>
                          <p:cTn id="302" fill="hold">
                            <p:stCondLst>
                              <p:cond delay="5000"/>
                            </p:stCondLst>
                            <p:childTnLst>
                              <p:par>
                                <p:cTn id="303" presetID="10" presetClass="entr" presetSubtype="0" fill="hold" grpId="0" nodeType="afterEffect">
                                  <p:stCondLst>
                                    <p:cond delay="0"/>
                                  </p:stCondLst>
                                  <p:childTnLst>
                                    <p:set>
                                      <p:cBhvr>
                                        <p:cTn id="304" dur="1" fill="hold">
                                          <p:stCondLst>
                                            <p:cond delay="0"/>
                                          </p:stCondLst>
                                        </p:cTn>
                                        <p:tgtEl>
                                          <p:spTgt spid="83"/>
                                        </p:tgtEl>
                                        <p:attrNameLst>
                                          <p:attrName>style.visibility</p:attrName>
                                        </p:attrNameLst>
                                      </p:cBhvr>
                                      <p:to>
                                        <p:strVal val="visible"/>
                                      </p:to>
                                    </p:set>
                                    <p:animEffect transition="in" filter="fade">
                                      <p:cBhvr>
                                        <p:cTn id="305" dur="500"/>
                                        <p:tgtEl>
                                          <p:spTgt spid="83"/>
                                        </p:tgtEl>
                                      </p:cBhvr>
                                    </p:animEffect>
                                  </p:childTnLst>
                                </p:cTn>
                              </p:par>
                            </p:childTnLst>
                          </p:cTn>
                        </p:par>
                      </p:childTnLst>
                    </p:cTn>
                  </p:par>
                  <p:par>
                    <p:cTn id="306" fill="hold">
                      <p:stCondLst>
                        <p:cond delay="indefinite"/>
                      </p:stCondLst>
                      <p:childTnLst>
                        <p:par>
                          <p:cTn id="307" fill="hold">
                            <p:stCondLst>
                              <p:cond delay="0"/>
                            </p:stCondLst>
                            <p:childTnLst>
                              <p:par>
                                <p:cTn id="308" presetID="12" presetClass="entr" presetSubtype="1" fill="hold" grpId="0" nodeType="clickEffect">
                                  <p:stCondLst>
                                    <p:cond delay="0"/>
                                  </p:stCondLst>
                                  <p:childTnLst>
                                    <p:set>
                                      <p:cBhvr>
                                        <p:cTn id="309" dur="1" fill="hold">
                                          <p:stCondLst>
                                            <p:cond delay="0"/>
                                          </p:stCondLst>
                                        </p:cTn>
                                        <p:tgtEl>
                                          <p:spTgt spid="66"/>
                                        </p:tgtEl>
                                        <p:attrNameLst>
                                          <p:attrName>style.visibility</p:attrName>
                                        </p:attrNameLst>
                                      </p:cBhvr>
                                      <p:to>
                                        <p:strVal val="visible"/>
                                      </p:to>
                                    </p:set>
                                    <p:anim calcmode="lin" valueType="num">
                                      <p:cBhvr additive="base">
                                        <p:cTn id="310" dur="1000"/>
                                        <p:tgtEl>
                                          <p:spTgt spid="66"/>
                                        </p:tgtEl>
                                        <p:attrNameLst>
                                          <p:attrName>ppt_y</p:attrName>
                                        </p:attrNameLst>
                                      </p:cBhvr>
                                      <p:tavLst>
                                        <p:tav tm="0">
                                          <p:val>
                                            <p:strVal val="#ppt_y-#ppt_h*1.125000"/>
                                          </p:val>
                                        </p:tav>
                                        <p:tav tm="100000">
                                          <p:val>
                                            <p:strVal val="#ppt_y"/>
                                          </p:val>
                                        </p:tav>
                                      </p:tavLst>
                                    </p:anim>
                                    <p:animEffect transition="in" filter="wipe(down)">
                                      <p:cBhvr>
                                        <p:cTn id="311" dur="1000"/>
                                        <p:tgtEl>
                                          <p:spTgt spid="66"/>
                                        </p:tgtEl>
                                      </p:cBhvr>
                                    </p:animEffect>
                                  </p:childTnLst>
                                </p:cTn>
                              </p:par>
                            </p:childTnLst>
                          </p:cTn>
                        </p:par>
                        <p:par>
                          <p:cTn id="312" fill="hold">
                            <p:stCondLst>
                              <p:cond delay="1000"/>
                            </p:stCondLst>
                            <p:childTnLst>
                              <p:par>
                                <p:cTn id="313" presetID="22" presetClass="entr" presetSubtype="1" fill="hold" nodeType="afterEffect">
                                  <p:stCondLst>
                                    <p:cond delay="0"/>
                                  </p:stCondLst>
                                  <p:childTnLst>
                                    <p:set>
                                      <p:cBhvr>
                                        <p:cTn id="314" dur="1" fill="hold">
                                          <p:stCondLst>
                                            <p:cond delay="0"/>
                                          </p:stCondLst>
                                        </p:cTn>
                                        <p:tgtEl>
                                          <p:spTgt spid="69"/>
                                        </p:tgtEl>
                                        <p:attrNameLst>
                                          <p:attrName>style.visibility</p:attrName>
                                        </p:attrNameLst>
                                      </p:cBhvr>
                                      <p:to>
                                        <p:strVal val="visible"/>
                                      </p:to>
                                    </p:set>
                                    <p:animEffect transition="in" filter="wipe(up)">
                                      <p:cBhvr>
                                        <p:cTn id="315" dur="1000"/>
                                        <p:tgtEl>
                                          <p:spTgt spid="69"/>
                                        </p:tgtEl>
                                      </p:cBhvr>
                                    </p:animEffect>
                                  </p:childTnLst>
                                </p:cTn>
                              </p:par>
                            </p:childTnLst>
                          </p:cTn>
                        </p:par>
                        <p:par>
                          <p:cTn id="316" fill="hold">
                            <p:stCondLst>
                              <p:cond delay="2000"/>
                            </p:stCondLst>
                            <p:childTnLst>
                              <p:par>
                                <p:cTn id="317" presetID="31" presetClass="entr" presetSubtype="0" fill="hold" grpId="0" nodeType="afterEffect">
                                  <p:stCondLst>
                                    <p:cond delay="0"/>
                                  </p:stCondLst>
                                  <p:childTnLst>
                                    <p:set>
                                      <p:cBhvr>
                                        <p:cTn id="318" dur="1" fill="hold">
                                          <p:stCondLst>
                                            <p:cond delay="0"/>
                                          </p:stCondLst>
                                        </p:cTn>
                                        <p:tgtEl>
                                          <p:spTgt spid="74"/>
                                        </p:tgtEl>
                                        <p:attrNameLst>
                                          <p:attrName>style.visibility</p:attrName>
                                        </p:attrNameLst>
                                      </p:cBhvr>
                                      <p:to>
                                        <p:strVal val="visible"/>
                                      </p:to>
                                    </p:set>
                                    <p:anim calcmode="lin" valueType="num">
                                      <p:cBhvr>
                                        <p:cTn id="319" dur="1000" fill="hold"/>
                                        <p:tgtEl>
                                          <p:spTgt spid="74"/>
                                        </p:tgtEl>
                                        <p:attrNameLst>
                                          <p:attrName>ppt_w</p:attrName>
                                        </p:attrNameLst>
                                      </p:cBhvr>
                                      <p:tavLst>
                                        <p:tav tm="0">
                                          <p:val>
                                            <p:fltVal val="0"/>
                                          </p:val>
                                        </p:tav>
                                        <p:tav tm="100000">
                                          <p:val>
                                            <p:strVal val="#ppt_w"/>
                                          </p:val>
                                        </p:tav>
                                      </p:tavLst>
                                    </p:anim>
                                    <p:anim calcmode="lin" valueType="num">
                                      <p:cBhvr>
                                        <p:cTn id="320" dur="1000" fill="hold"/>
                                        <p:tgtEl>
                                          <p:spTgt spid="74"/>
                                        </p:tgtEl>
                                        <p:attrNameLst>
                                          <p:attrName>ppt_h</p:attrName>
                                        </p:attrNameLst>
                                      </p:cBhvr>
                                      <p:tavLst>
                                        <p:tav tm="0">
                                          <p:val>
                                            <p:fltVal val="0"/>
                                          </p:val>
                                        </p:tav>
                                        <p:tav tm="100000">
                                          <p:val>
                                            <p:strVal val="#ppt_h"/>
                                          </p:val>
                                        </p:tav>
                                      </p:tavLst>
                                    </p:anim>
                                    <p:anim calcmode="lin" valueType="num">
                                      <p:cBhvr>
                                        <p:cTn id="321" dur="1000" fill="hold"/>
                                        <p:tgtEl>
                                          <p:spTgt spid="74"/>
                                        </p:tgtEl>
                                        <p:attrNameLst>
                                          <p:attrName>style.rotation</p:attrName>
                                        </p:attrNameLst>
                                      </p:cBhvr>
                                      <p:tavLst>
                                        <p:tav tm="0">
                                          <p:val>
                                            <p:fltVal val="90"/>
                                          </p:val>
                                        </p:tav>
                                        <p:tav tm="100000">
                                          <p:val>
                                            <p:fltVal val="0"/>
                                          </p:val>
                                        </p:tav>
                                      </p:tavLst>
                                    </p:anim>
                                    <p:animEffect transition="in" filter="fade">
                                      <p:cBhvr>
                                        <p:cTn id="322" dur="1000"/>
                                        <p:tgtEl>
                                          <p:spTgt spid="74"/>
                                        </p:tgtEl>
                                      </p:cBhvr>
                                    </p:animEffect>
                                  </p:childTnLst>
                                </p:cTn>
                              </p:par>
                            </p:childTnLst>
                          </p:cTn>
                        </p:par>
                        <p:par>
                          <p:cTn id="323" fill="hold">
                            <p:stCondLst>
                              <p:cond delay="3000"/>
                            </p:stCondLst>
                            <p:childTnLst>
                              <p:par>
                                <p:cTn id="324" presetID="22" presetClass="entr" presetSubtype="1" fill="hold" nodeType="afterEffect">
                                  <p:stCondLst>
                                    <p:cond delay="0"/>
                                  </p:stCondLst>
                                  <p:childTnLst>
                                    <p:set>
                                      <p:cBhvr>
                                        <p:cTn id="325" dur="1" fill="hold">
                                          <p:stCondLst>
                                            <p:cond delay="0"/>
                                          </p:stCondLst>
                                        </p:cTn>
                                        <p:tgtEl>
                                          <p:spTgt spid="78"/>
                                        </p:tgtEl>
                                        <p:attrNameLst>
                                          <p:attrName>style.visibility</p:attrName>
                                        </p:attrNameLst>
                                      </p:cBhvr>
                                      <p:to>
                                        <p:strVal val="visible"/>
                                      </p:to>
                                    </p:set>
                                    <p:animEffect transition="in" filter="wipe(up)">
                                      <p:cBhvr>
                                        <p:cTn id="326" dur="1000"/>
                                        <p:tgtEl>
                                          <p:spTgt spid="78"/>
                                        </p:tgtEl>
                                      </p:cBhvr>
                                    </p:animEffect>
                                  </p:childTnLst>
                                </p:cTn>
                              </p:par>
                            </p:childTnLst>
                          </p:cTn>
                        </p:par>
                        <p:par>
                          <p:cTn id="327" fill="hold">
                            <p:stCondLst>
                              <p:cond delay="4000"/>
                            </p:stCondLst>
                            <p:childTnLst>
                              <p:par>
                                <p:cTn id="328" presetID="10" presetClass="entr" presetSubtype="0" fill="hold" grpId="0" nodeType="afterEffect">
                                  <p:stCondLst>
                                    <p:cond delay="0"/>
                                  </p:stCondLst>
                                  <p:childTnLst>
                                    <p:set>
                                      <p:cBhvr>
                                        <p:cTn id="329" dur="1" fill="hold">
                                          <p:stCondLst>
                                            <p:cond delay="0"/>
                                          </p:stCondLst>
                                        </p:cTn>
                                        <p:tgtEl>
                                          <p:spTgt spid="84"/>
                                        </p:tgtEl>
                                        <p:attrNameLst>
                                          <p:attrName>style.visibility</p:attrName>
                                        </p:attrNameLst>
                                      </p:cBhvr>
                                      <p:to>
                                        <p:strVal val="visible"/>
                                      </p:to>
                                    </p:set>
                                    <p:animEffect transition="in" filter="fade">
                                      <p:cBhvr>
                                        <p:cTn id="330" dur="500"/>
                                        <p:tgtEl>
                                          <p:spTgt spid="84"/>
                                        </p:tgtEl>
                                      </p:cBhvr>
                                    </p:animEffect>
                                  </p:childTnLst>
                                </p:cTn>
                              </p:par>
                            </p:childTnLst>
                          </p:cTn>
                        </p:par>
                      </p:childTnLst>
                    </p:cTn>
                  </p:par>
                  <p:par>
                    <p:cTn id="331" fill="hold">
                      <p:stCondLst>
                        <p:cond delay="indefinite"/>
                      </p:stCondLst>
                      <p:childTnLst>
                        <p:par>
                          <p:cTn id="332" fill="hold">
                            <p:stCondLst>
                              <p:cond delay="0"/>
                            </p:stCondLst>
                            <p:childTnLst>
                              <p:par>
                                <p:cTn id="333" presetID="12" presetClass="entr" presetSubtype="1" fill="hold" grpId="0" nodeType="clickEffect">
                                  <p:stCondLst>
                                    <p:cond delay="0"/>
                                  </p:stCondLst>
                                  <p:childTnLst>
                                    <p:set>
                                      <p:cBhvr>
                                        <p:cTn id="334" dur="1" fill="hold">
                                          <p:stCondLst>
                                            <p:cond delay="0"/>
                                          </p:stCondLst>
                                        </p:cTn>
                                        <p:tgtEl>
                                          <p:spTgt spid="67"/>
                                        </p:tgtEl>
                                        <p:attrNameLst>
                                          <p:attrName>style.visibility</p:attrName>
                                        </p:attrNameLst>
                                      </p:cBhvr>
                                      <p:to>
                                        <p:strVal val="visible"/>
                                      </p:to>
                                    </p:set>
                                    <p:anim calcmode="lin" valueType="num">
                                      <p:cBhvr additive="base">
                                        <p:cTn id="335" dur="1000"/>
                                        <p:tgtEl>
                                          <p:spTgt spid="67"/>
                                        </p:tgtEl>
                                        <p:attrNameLst>
                                          <p:attrName>ppt_y</p:attrName>
                                        </p:attrNameLst>
                                      </p:cBhvr>
                                      <p:tavLst>
                                        <p:tav tm="0">
                                          <p:val>
                                            <p:strVal val="#ppt_y-#ppt_h*1.125000"/>
                                          </p:val>
                                        </p:tav>
                                        <p:tav tm="100000">
                                          <p:val>
                                            <p:strVal val="#ppt_y"/>
                                          </p:val>
                                        </p:tav>
                                      </p:tavLst>
                                    </p:anim>
                                    <p:animEffect transition="in" filter="wipe(down)">
                                      <p:cBhvr>
                                        <p:cTn id="336" dur="1000"/>
                                        <p:tgtEl>
                                          <p:spTgt spid="67"/>
                                        </p:tgtEl>
                                      </p:cBhvr>
                                    </p:animEffect>
                                  </p:childTnLst>
                                </p:cTn>
                              </p:par>
                            </p:childTnLst>
                          </p:cTn>
                        </p:par>
                        <p:par>
                          <p:cTn id="337" fill="hold">
                            <p:stCondLst>
                              <p:cond delay="1000"/>
                            </p:stCondLst>
                            <p:childTnLst>
                              <p:par>
                                <p:cTn id="338" presetID="22" presetClass="entr" presetSubtype="1" fill="hold" nodeType="afterEffect">
                                  <p:stCondLst>
                                    <p:cond delay="0"/>
                                  </p:stCondLst>
                                  <p:childTnLst>
                                    <p:set>
                                      <p:cBhvr>
                                        <p:cTn id="339" dur="1" fill="hold">
                                          <p:stCondLst>
                                            <p:cond delay="0"/>
                                          </p:stCondLst>
                                        </p:cTn>
                                        <p:tgtEl>
                                          <p:spTgt spid="70"/>
                                        </p:tgtEl>
                                        <p:attrNameLst>
                                          <p:attrName>style.visibility</p:attrName>
                                        </p:attrNameLst>
                                      </p:cBhvr>
                                      <p:to>
                                        <p:strVal val="visible"/>
                                      </p:to>
                                    </p:set>
                                    <p:animEffect transition="in" filter="wipe(up)">
                                      <p:cBhvr>
                                        <p:cTn id="340" dur="1000"/>
                                        <p:tgtEl>
                                          <p:spTgt spid="70"/>
                                        </p:tgtEl>
                                      </p:cBhvr>
                                    </p:animEffect>
                                  </p:childTnLst>
                                </p:cTn>
                              </p:par>
                            </p:childTnLst>
                          </p:cTn>
                        </p:par>
                        <p:par>
                          <p:cTn id="341" fill="hold">
                            <p:stCondLst>
                              <p:cond delay="2000"/>
                            </p:stCondLst>
                            <p:childTnLst>
                              <p:par>
                                <p:cTn id="342" presetID="31" presetClass="entr" presetSubtype="0" fill="hold" grpId="0" nodeType="afterEffect">
                                  <p:stCondLst>
                                    <p:cond delay="0"/>
                                  </p:stCondLst>
                                  <p:childTnLst>
                                    <p:set>
                                      <p:cBhvr>
                                        <p:cTn id="343" dur="1" fill="hold">
                                          <p:stCondLst>
                                            <p:cond delay="0"/>
                                          </p:stCondLst>
                                        </p:cTn>
                                        <p:tgtEl>
                                          <p:spTgt spid="76"/>
                                        </p:tgtEl>
                                        <p:attrNameLst>
                                          <p:attrName>style.visibility</p:attrName>
                                        </p:attrNameLst>
                                      </p:cBhvr>
                                      <p:to>
                                        <p:strVal val="visible"/>
                                      </p:to>
                                    </p:set>
                                    <p:anim calcmode="lin" valueType="num">
                                      <p:cBhvr>
                                        <p:cTn id="344" dur="1000" fill="hold"/>
                                        <p:tgtEl>
                                          <p:spTgt spid="76"/>
                                        </p:tgtEl>
                                        <p:attrNameLst>
                                          <p:attrName>ppt_w</p:attrName>
                                        </p:attrNameLst>
                                      </p:cBhvr>
                                      <p:tavLst>
                                        <p:tav tm="0">
                                          <p:val>
                                            <p:fltVal val="0"/>
                                          </p:val>
                                        </p:tav>
                                        <p:tav tm="100000">
                                          <p:val>
                                            <p:strVal val="#ppt_w"/>
                                          </p:val>
                                        </p:tav>
                                      </p:tavLst>
                                    </p:anim>
                                    <p:anim calcmode="lin" valueType="num">
                                      <p:cBhvr>
                                        <p:cTn id="345" dur="1000" fill="hold"/>
                                        <p:tgtEl>
                                          <p:spTgt spid="76"/>
                                        </p:tgtEl>
                                        <p:attrNameLst>
                                          <p:attrName>ppt_h</p:attrName>
                                        </p:attrNameLst>
                                      </p:cBhvr>
                                      <p:tavLst>
                                        <p:tav tm="0">
                                          <p:val>
                                            <p:fltVal val="0"/>
                                          </p:val>
                                        </p:tav>
                                        <p:tav tm="100000">
                                          <p:val>
                                            <p:strVal val="#ppt_h"/>
                                          </p:val>
                                        </p:tav>
                                      </p:tavLst>
                                    </p:anim>
                                    <p:anim calcmode="lin" valueType="num">
                                      <p:cBhvr>
                                        <p:cTn id="346" dur="1000" fill="hold"/>
                                        <p:tgtEl>
                                          <p:spTgt spid="76"/>
                                        </p:tgtEl>
                                        <p:attrNameLst>
                                          <p:attrName>style.rotation</p:attrName>
                                        </p:attrNameLst>
                                      </p:cBhvr>
                                      <p:tavLst>
                                        <p:tav tm="0">
                                          <p:val>
                                            <p:fltVal val="90"/>
                                          </p:val>
                                        </p:tav>
                                        <p:tav tm="100000">
                                          <p:val>
                                            <p:fltVal val="0"/>
                                          </p:val>
                                        </p:tav>
                                      </p:tavLst>
                                    </p:anim>
                                    <p:animEffect transition="in" filter="fade">
                                      <p:cBhvr>
                                        <p:cTn id="347" dur="1000"/>
                                        <p:tgtEl>
                                          <p:spTgt spid="76"/>
                                        </p:tgtEl>
                                      </p:cBhvr>
                                    </p:animEffect>
                                  </p:childTnLst>
                                </p:cTn>
                              </p:par>
                            </p:childTnLst>
                          </p:cTn>
                        </p:par>
                        <p:par>
                          <p:cTn id="348" fill="hold">
                            <p:stCondLst>
                              <p:cond delay="3000"/>
                            </p:stCondLst>
                            <p:childTnLst>
                              <p:par>
                                <p:cTn id="349" presetID="22" presetClass="entr" presetSubtype="1" fill="hold" nodeType="afterEffect">
                                  <p:stCondLst>
                                    <p:cond delay="0"/>
                                  </p:stCondLst>
                                  <p:childTnLst>
                                    <p:set>
                                      <p:cBhvr>
                                        <p:cTn id="350" dur="1" fill="hold">
                                          <p:stCondLst>
                                            <p:cond delay="0"/>
                                          </p:stCondLst>
                                        </p:cTn>
                                        <p:tgtEl>
                                          <p:spTgt spid="79"/>
                                        </p:tgtEl>
                                        <p:attrNameLst>
                                          <p:attrName>style.visibility</p:attrName>
                                        </p:attrNameLst>
                                      </p:cBhvr>
                                      <p:to>
                                        <p:strVal val="visible"/>
                                      </p:to>
                                    </p:set>
                                    <p:animEffect transition="in" filter="wipe(up)">
                                      <p:cBhvr>
                                        <p:cTn id="351" dur="1000"/>
                                        <p:tgtEl>
                                          <p:spTgt spid="79"/>
                                        </p:tgtEl>
                                      </p:cBhvr>
                                    </p:animEffect>
                                  </p:childTnLst>
                                </p:cTn>
                              </p:par>
                            </p:childTnLst>
                          </p:cTn>
                        </p:par>
                        <p:par>
                          <p:cTn id="352" fill="hold">
                            <p:stCondLst>
                              <p:cond delay="4000"/>
                            </p:stCondLst>
                            <p:childTnLst>
                              <p:par>
                                <p:cTn id="353" presetID="10" presetClass="entr" presetSubtype="0" fill="hold" grpId="0" nodeType="afterEffect">
                                  <p:stCondLst>
                                    <p:cond delay="0"/>
                                  </p:stCondLst>
                                  <p:childTnLst>
                                    <p:set>
                                      <p:cBhvr>
                                        <p:cTn id="354" dur="1" fill="hold">
                                          <p:stCondLst>
                                            <p:cond delay="0"/>
                                          </p:stCondLst>
                                        </p:cTn>
                                        <p:tgtEl>
                                          <p:spTgt spid="85"/>
                                        </p:tgtEl>
                                        <p:attrNameLst>
                                          <p:attrName>style.visibility</p:attrName>
                                        </p:attrNameLst>
                                      </p:cBhvr>
                                      <p:to>
                                        <p:strVal val="visible"/>
                                      </p:to>
                                    </p:set>
                                    <p:animEffect transition="in" filter="fade">
                                      <p:cBhvr>
                                        <p:cTn id="355" dur="500"/>
                                        <p:tgtEl>
                                          <p:spTgt spid="85"/>
                                        </p:tgtEl>
                                      </p:cBhvr>
                                    </p:animEffect>
                                  </p:childTnLst>
                                </p:cTn>
                              </p:par>
                            </p:childTnLst>
                          </p:cTn>
                        </p:par>
                        <p:par>
                          <p:cTn id="356" fill="hold">
                            <p:stCondLst>
                              <p:cond delay="4500"/>
                            </p:stCondLst>
                            <p:childTnLst>
                              <p:par>
                                <p:cTn id="357" presetID="12" presetClass="entr" presetSubtype="1" fill="hold" grpId="0" nodeType="afterEffect">
                                  <p:stCondLst>
                                    <p:cond delay="0"/>
                                  </p:stCondLst>
                                  <p:childTnLst>
                                    <p:set>
                                      <p:cBhvr>
                                        <p:cTn id="358" dur="1" fill="hold">
                                          <p:stCondLst>
                                            <p:cond delay="0"/>
                                          </p:stCondLst>
                                        </p:cTn>
                                        <p:tgtEl>
                                          <p:spTgt spid="86"/>
                                        </p:tgtEl>
                                        <p:attrNameLst>
                                          <p:attrName>style.visibility</p:attrName>
                                        </p:attrNameLst>
                                      </p:cBhvr>
                                      <p:to>
                                        <p:strVal val="visible"/>
                                      </p:to>
                                    </p:set>
                                    <p:anim calcmode="lin" valueType="num">
                                      <p:cBhvr additive="base">
                                        <p:cTn id="359" dur="1000"/>
                                        <p:tgtEl>
                                          <p:spTgt spid="86"/>
                                        </p:tgtEl>
                                        <p:attrNameLst>
                                          <p:attrName>ppt_y</p:attrName>
                                        </p:attrNameLst>
                                      </p:cBhvr>
                                      <p:tavLst>
                                        <p:tav tm="0">
                                          <p:val>
                                            <p:strVal val="#ppt_y-#ppt_h*1.125000"/>
                                          </p:val>
                                        </p:tav>
                                        <p:tav tm="100000">
                                          <p:val>
                                            <p:strVal val="#ppt_y"/>
                                          </p:val>
                                        </p:tav>
                                      </p:tavLst>
                                    </p:anim>
                                    <p:animEffect transition="in" filter="wipe(down)">
                                      <p:cBhvr>
                                        <p:cTn id="360" dur="1000"/>
                                        <p:tgtEl>
                                          <p:spTgt spid="86"/>
                                        </p:tgtEl>
                                      </p:cBhvr>
                                    </p:animEffect>
                                  </p:childTnLst>
                                </p:cTn>
                              </p:par>
                            </p:childTnLst>
                          </p:cTn>
                        </p:par>
                        <p:par>
                          <p:cTn id="361" fill="hold">
                            <p:stCondLst>
                              <p:cond delay="5500"/>
                            </p:stCondLst>
                            <p:childTnLst>
                              <p:par>
                                <p:cTn id="362" presetID="22" presetClass="entr" presetSubtype="8" fill="hold" grpId="0" nodeType="afterEffect">
                                  <p:stCondLst>
                                    <p:cond delay="0"/>
                                  </p:stCondLst>
                                  <p:childTnLst>
                                    <p:set>
                                      <p:cBhvr>
                                        <p:cTn id="363" dur="1" fill="hold">
                                          <p:stCondLst>
                                            <p:cond delay="0"/>
                                          </p:stCondLst>
                                        </p:cTn>
                                        <p:tgtEl>
                                          <p:spTgt spid="87"/>
                                        </p:tgtEl>
                                        <p:attrNameLst>
                                          <p:attrName>style.visibility</p:attrName>
                                        </p:attrNameLst>
                                      </p:cBhvr>
                                      <p:to>
                                        <p:strVal val="visible"/>
                                      </p:to>
                                    </p:set>
                                    <p:animEffect transition="in" filter="wipe(left)">
                                      <p:cBhvr>
                                        <p:cTn id="364"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8" grpId="0"/>
      <p:bldP spid="9" grpId="0"/>
      <p:bldP spid="13" grpId="0"/>
      <p:bldP spid="17" grpId="0"/>
      <p:bldP spid="19" grpId="0" animBg="1"/>
      <p:bldP spid="19" grpId="1" animBg="1"/>
      <p:bldP spid="20" grpId="0"/>
      <p:bldP spid="21" grpId="0"/>
      <p:bldP spid="25" grpId="0" animBg="1"/>
      <p:bldP spid="25" grpId="1" animBg="1"/>
      <p:bldP spid="26" grpId="0"/>
      <p:bldP spid="29" grpId="0" animBg="1"/>
      <p:bldP spid="29" grpId="1" animBg="1"/>
      <p:bldP spid="30" grpId="0"/>
      <p:bldP spid="33" grpId="0" animBg="1"/>
      <p:bldP spid="33" grpId="1" animBg="1"/>
      <p:bldP spid="34" grpId="0" animBg="1"/>
      <p:bldP spid="34" grpId="1" animBg="1"/>
      <p:bldP spid="35" grpId="0" animBg="1"/>
      <p:bldP spid="35" grpId="1" animBg="1"/>
      <p:bldP spid="36" grpId="0"/>
      <p:bldP spid="37" grpId="0"/>
      <p:bldP spid="38" grpId="0"/>
      <p:bldP spid="39" grpId="0"/>
      <p:bldP spid="40" grpId="0"/>
      <p:bldP spid="41" grpId="0"/>
      <p:bldP spid="52" grpId="0"/>
      <p:bldP spid="53" grpId="0"/>
      <p:bldP spid="54" grpId="0"/>
      <p:bldP spid="55" grpId="0"/>
      <p:bldP spid="56" grpId="0"/>
      <p:bldP spid="57" grpId="0"/>
      <p:bldP spid="64" grpId="0"/>
      <p:bldP spid="65" grpId="0"/>
      <p:bldP spid="66" grpId="0"/>
      <p:bldP spid="67" grpId="0"/>
      <p:bldP spid="74" grpId="0" animBg="1"/>
      <p:bldP spid="75" grpId="0" animBg="1"/>
      <p:bldP spid="76" grpId="0" animBg="1"/>
      <p:bldP spid="82" grpId="0"/>
      <p:bldP spid="83" grpId="0"/>
      <p:bldP spid="84" grpId="0"/>
      <p:bldP spid="85" grpId="0"/>
      <p:bldP spid="86" grpId="0"/>
      <p:bldP spid="8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905E2F7-8EC7-0969-D5E8-29C318C0A54C}"/>
              </a:ext>
            </a:extLst>
          </p:cNvPr>
          <p:cNvSpPr>
            <a:spLocks noGrp="1"/>
          </p:cNvSpPr>
          <p:nvPr>
            <p:ph type="sldNum" sz="quarter" idx="12"/>
          </p:nvPr>
        </p:nvSpPr>
        <p:spPr/>
        <p:txBody>
          <a:bodyPr/>
          <a:lstStyle/>
          <a:p>
            <a:fld id="{D7C0FE0B-717B-41AE-9FA2-CA4BF851D1C3}" type="slidenum">
              <a:rPr lang="zh-CN" altLang="en-US" smtClean="0"/>
              <a:t>68</a:t>
            </a:fld>
            <a:endParaRPr lang="zh-CN" altLang="en-US"/>
          </a:p>
        </p:txBody>
      </p:sp>
      <p:sp>
        <p:nvSpPr>
          <p:cNvPr id="4" name="文本框 3">
            <a:extLst>
              <a:ext uri="{FF2B5EF4-FFF2-40B4-BE49-F238E27FC236}">
                <a16:creationId xmlns:a16="http://schemas.microsoft.com/office/drawing/2014/main" id="{83404BBC-5EDD-CF45-A299-227EAA923ECF}"/>
              </a:ext>
            </a:extLst>
          </p:cNvPr>
          <p:cNvSpPr txBox="1"/>
          <p:nvPr/>
        </p:nvSpPr>
        <p:spPr>
          <a:xfrm>
            <a:off x="408215" y="761345"/>
            <a:ext cx="2873828" cy="5636287"/>
          </a:xfrm>
          <a:prstGeom prst="rect">
            <a:avLst/>
          </a:prstGeom>
          <a:noFill/>
        </p:spPr>
        <p:txBody>
          <a:bodyPr wrap="square">
            <a:spAutoFit/>
          </a:bodyPr>
          <a:lstStyle/>
          <a:p>
            <a:pPr marL="270510" algn="just">
              <a:lnSpc>
                <a:spcPct val="157000"/>
              </a:lnSpc>
              <a:spcBef>
                <a:spcPts val="1400"/>
              </a:spcBef>
              <a:spcAft>
                <a:spcPts val="600"/>
              </a:spcAft>
              <a:buNone/>
            </a:pPr>
            <a:r>
              <a:rPr lang="en-US"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4. </a:t>
            </a:r>
            <a:r>
              <a:rPr lang="zh-CN"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存储关键字</a:t>
            </a:r>
            <a:endParaRPr lang="zh-CN" altLang="zh-CN" sz="2000" b="1" kern="100" dirty="0">
              <a:solidFill>
                <a:srgbClr val="C00000"/>
              </a:solidFill>
              <a:effectLst/>
              <a:latin typeface="等线 Light" panose="02010600030101010101" pitchFamily="2" charset="-122"/>
              <a:ea typeface="等线 Light" panose="02010600030101010101" pitchFamily="2" charset="-122"/>
              <a:cs typeface="Times New Roman" panose="02020603050405020304" pitchFamily="18" charset="0"/>
            </a:endParaRPr>
          </a:p>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rPr>
              <a:t>存储键与查找键非常相似，但另外需要一些步骤来跟踪添加到过滤器中的元素数量，并且使用的函数是</a:t>
            </a:r>
            <a:r>
              <a:rPr lang="en-US" altLang="zh-CN" sz="1800" kern="100" dirty="0" err="1">
                <a:effectLst/>
                <a:latin typeface="Courier New" panose="02070309020205020404" pitchFamily="49" charset="0"/>
                <a:ea typeface="宋体" panose="02010600030101010101" pitchFamily="2" charset="-122"/>
              </a:rPr>
              <a:t>SetBV</a:t>
            </a:r>
            <a:r>
              <a:rPr lang="zh-CN" altLang="zh-CN" sz="1800" kern="100" dirty="0">
                <a:effectLst/>
                <a:latin typeface="Times New Roman" panose="02020603050405020304" pitchFamily="18" charset="0"/>
                <a:ea typeface="宋体" panose="02010600030101010101" pitchFamily="2" charset="-122"/>
              </a:rPr>
              <a:t>而不是</a:t>
            </a:r>
            <a:r>
              <a:rPr lang="en-US" altLang="zh-CN" sz="1800" kern="100" dirty="0" err="1">
                <a:effectLst/>
                <a:latin typeface="Courier New" panose="02070309020205020404" pitchFamily="49" charset="0"/>
                <a:ea typeface="宋体" panose="02010600030101010101" pitchFamily="2" charset="-122"/>
              </a:rPr>
              <a:t>GetBV</a:t>
            </a:r>
            <a:r>
              <a:rPr lang="zh-CN" altLang="zh-CN" sz="1800" kern="100" dirty="0">
                <a:effectLst/>
                <a:latin typeface="Times New Roman" panose="02020603050405020304" pitchFamily="18" charset="0"/>
                <a:ea typeface="宋体" panose="02010600030101010101" pitchFamily="2" charset="-122"/>
              </a:rPr>
              <a:t>。</a:t>
            </a:r>
          </a:p>
          <a:p>
            <a:pPr indent="266700" algn="just">
              <a:spcBef>
                <a:spcPts val="600"/>
              </a:spcBef>
              <a:buNone/>
            </a:pPr>
            <a:r>
              <a:rPr lang="zh-CN" altLang="zh-CN" sz="1800" kern="100" dirty="0">
                <a:effectLst/>
                <a:latin typeface="Times New Roman" panose="02020603050405020304" pitchFamily="18" charset="0"/>
                <a:ea typeface="宋体" panose="02010600030101010101" pitchFamily="2" charset="-122"/>
              </a:rPr>
              <a:t>算法</a:t>
            </a:r>
            <a:r>
              <a:rPr lang="en-US" altLang="zh-CN" sz="1800" kern="100" dirty="0">
                <a:effectLst/>
                <a:latin typeface="Times New Roman" panose="02020603050405020304" pitchFamily="18" charset="0"/>
                <a:ea typeface="宋体" panose="02010600030101010101" pitchFamily="2" charset="-122"/>
              </a:rPr>
              <a:t>9.43</a:t>
            </a:r>
            <a:r>
              <a:rPr lang="zh-CN" altLang="zh-CN" sz="1800" kern="100" dirty="0">
                <a:effectLst/>
                <a:latin typeface="Times New Roman" panose="02020603050405020304" pitchFamily="18" charset="0"/>
                <a:ea typeface="宋体" panose="02010600030101010101" pitchFamily="2" charset="-122"/>
              </a:rPr>
              <a:t>实现了插入操作，当计算过滤器的大小时，需要跟踪添加到过滤器中的不同键的数量，而不是跟踪</a:t>
            </a:r>
            <a:r>
              <a:rPr lang="en-US" altLang="zh-CN" sz="1400" kern="100" dirty="0">
                <a:effectLst/>
                <a:latin typeface="Courier New" panose="02070309020205020404" pitchFamily="49" charset="0"/>
                <a:ea typeface="宋体" panose="02010600030101010101" pitchFamily="2" charset="-122"/>
              </a:rPr>
              <a:t>Insert</a:t>
            </a:r>
            <a:r>
              <a:rPr lang="zh-CN" altLang="zh-CN" sz="1800" kern="100" dirty="0">
                <a:effectLst/>
                <a:latin typeface="Times New Roman" panose="02020603050405020304" pitchFamily="18" charset="0"/>
                <a:ea typeface="宋体" panose="02010600030101010101" pitchFamily="2" charset="-122"/>
              </a:rPr>
              <a:t>方法的总调用次数。因此，需先确认键</a:t>
            </a:r>
            <a:r>
              <a:rPr lang="en-US" altLang="zh-CN" sz="1800" kern="100" dirty="0">
                <a:effectLst/>
                <a:latin typeface="Courier New" panose="02070309020205020404" pitchFamily="49" charset="0"/>
                <a:ea typeface="宋体" panose="02010600030101010101" pitchFamily="2" charset="-122"/>
              </a:rPr>
              <a:t>key</a:t>
            </a:r>
            <a:r>
              <a:rPr lang="zh-CN" altLang="zh-CN" sz="1800" kern="100" dirty="0">
                <a:effectLst/>
                <a:latin typeface="Times New Roman" panose="02020603050405020304" pitchFamily="18" charset="0"/>
                <a:ea typeface="宋体" panose="02010600030101010101" pitchFamily="2" charset="-122"/>
              </a:rPr>
              <a:t>不存在，才实施置位，避免</a:t>
            </a:r>
            <a:r>
              <a:rPr lang="en-US" altLang="zh-CN" sz="1800" kern="100" dirty="0">
                <a:effectLst/>
                <a:latin typeface="Courier New" panose="02070309020205020404" pitchFamily="49" charset="0"/>
                <a:ea typeface="宋体" panose="02010600030101010101" pitchFamily="2" charset="-122"/>
              </a:rPr>
              <a:t>size</a:t>
            </a:r>
            <a:r>
              <a:rPr lang="zh-CN" altLang="zh-CN" sz="1800" kern="100" dirty="0">
                <a:effectLst/>
                <a:latin typeface="Times New Roman" panose="02020603050405020304" pitchFamily="18" charset="0"/>
                <a:ea typeface="宋体" panose="02010600030101010101" pitchFamily="2" charset="-122"/>
              </a:rPr>
              <a:t>域的重复计数。</a:t>
            </a:r>
            <a:r>
              <a:rPr lang="en-US" altLang="zh-CN" sz="1800" kern="100" dirty="0">
                <a:effectLst/>
                <a:latin typeface="Courier New" panose="02070309020205020404" pitchFamily="49" charset="0"/>
                <a:ea typeface="宋体" panose="02010600030101010101" pitchFamily="2" charset="-122"/>
              </a:rPr>
              <a:t>size</a:t>
            </a:r>
            <a:r>
              <a:rPr lang="zh-CN" altLang="zh-CN" sz="1800" kern="100" dirty="0">
                <a:effectLst/>
                <a:latin typeface="Times New Roman" panose="02020603050405020304" pitchFamily="18" charset="0"/>
                <a:ea typeface="宋体" panose="02010600030101010101" pitchFamily="2" charset="-122"/>
              </a:rPr>
              <a:t>域对于估计过滤器的假阳性率至关重要，因此需要准确计算实际存储的元素。</a:t>
            </a:r>
          </a:p>
        </p:txBody>
      </p:sp>
      <p:sp>
        <p:nvSpPr>
          <p:cNvPr id="5" name="文本框 5">
            <a:extLst>
              <a:ext uri="{FF2B5EF4-FFF2-40B4-BE49-F238E27FC236}">
                <a16:creationId xmlns:a16="http://schemas.microsoft.com/office/drawing/2014/main" id="{F43A06B1-19EB-78CE-ED0F-372783020CBD}"/>
              </a:ext>
            </a:extLst>
          </p:cNvPr>
          <p:cNvSpPr txBox="1"/>
          <p:nvPr/>
        </p:nvSpPr>
        <p:spPr>
          <a:xfrm>
            <a:off x="1031240" y="236527"/>
            <a:ext cx="5862320"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70510" algn="just">
              <a:spcBef>
                <a:spcPts val="1300"/>
              </a:spcBef>
              <a:spcAft>
                <a:spcPts val="1300"/>
              </a:spcAft>
              <a:buNone/>
            </a:pPr>
            <a:r>
              <a:rPr lang="en-US" altLang="zh-CN" sz="2400" b="1" kern="100" dirty="0">
                <a:solidFill>
                  <a:srgbClr val="3B11EF"/>
                </a:solidFill>
                <a:effectLst>
                  <a:outerShdw blurRad="38100" dist="38100" dir="2700000" algn="tl">
                    <a:srgbClr val="000000">
                      <a:alpha val="43137"/>
                    </a:srgbClr>
                  </a:outerShdw>
                </a:effectLst>
                <a:latin typeface="黑体" panose="02010609060101010101" pitchFamily="49" charset="-122"/>
                <a:ea typeface="宋体" panose="02010600030101010101" pitchFamily="2" charset="-122"/>
              </a:rPr>
              <a:t>9.4.3  </a:t>
            </a:r>
            <a:r>
              <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布隆过滤器基本型的实现</a:t>
            </a:r>
            <a:r>
              <a:rPr lang="zh-CN" altLang="en-US"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（续）</a:t>
            </a:r>
            <a:endParaRPr lang="zh-CN" altLang="zh-CN" sz="2400" b="1" kern="100" dirty="0">
              <a:solidFill>
                <a:srgbClr val="3B11E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graphicFrame>
        <p:nvGraphicFramePr>
          <p:cNvPr id="6" name="表格 5">
            <a:extLst>
              <a:ext uri="{FF2B5EF4-FFF2-40B4-BE49-F238E27FC236}">
                <a16:creationId xmlns:a16="http://schemas.microsoft.com/office/drawing/2014/main" id="{92F03E3E-1AF5-EFF1-BEAA-DD05DC38753C}"/>
              </a:ext>
            </a:extLst>
          </p:cNvPr>
          <p:cNvGraphicFramePr>
            <a:graphicFrameLocks noGrp="1"/>
          </p:cNvGraphicFramePr>
          <p:nvPr>
            <p:extLst>
              <p:ext uri="{D42A27DB-BD31-4B8C-83A1-F6EECF244321}">
                <p14:modId xmlns:p14="http://schemas.microsoft.com/office/powerpoint/2010/main" val="4084669737"/>
              </p:ext>
            </p:extLst>
          </p:nvPr>
        </p:nvGraphicFramePr>
        <p:xfrm>
          <a:off x="3794618" y="2694209"/>
          <a:ext cx="7553738" cy="762000"/>
        </p:xfrm>
        <a:graphic>
          <a:graphicData uri="http://schemas.openxmlformats.org/drawingml/2006/table">
            <a:tbl>
              <a:tblPr firstRow="1" bandRow="1">
                <a:tableStyleId>{5940675A-B579-460E-94D1-54222C63F5DA}</a:tableStyleId>
              </a:tblPr>
              <a:tblGrid>
                <a:gridCol w="719403">
                  <a:extLst>
                    <a:ext uri="{9D8B030D-6E8A-4147-A177-3AD203B41FA5}">
                      <a16:colId xmlns:a16="http://schemas.microsoft.com/office/drawing/2014/main" val="2164547918"/>
                    </a:ext>
                  </a:extLst>
                </a:gridCol>
                <a:gridCol w="705245">
                  <a:extLst>
                    <a:ext uri="{9D8B030D-6E8A-4147-A177-3AD203B41FA5}">
                      <a16:colId xmlns:a16="http://schemas.microsoft.com/office/drawing/2014/main" val="4228931799"/>
                    </a:ext>
                  </a:extLst>
                </a:gridCol>
                <a:gridCol w="373858">
                  <a:extLst>
                    <a:ext uri="{9D8B030D-6E8A-4147-A177-3AD203B41FA5}">
                      <a16:colId xmlns:a16="http://schemas.microsoft.com/office/drawing/2014/main" val="2528081326"/>
                    </a:ext>
                  </a:extLst>
                </a:gridCol>
                <a:gridCol w="359702">
                  <a:extLst>
                    <a:ext uri="{9D8B030D-6E8A-4147-A177-3AD203B41FA5}">
                      <a16:colId xmlns:a16="http://schemas.microsoft.com/office/drawing/2014/main" val="1271768842"/>
                    </a:ext>
                  </a:extLst>
                </a:gridCol>
                <a:gridCol w="359702">
                  <a:extLst>
                    <a:ext uri="{9D8B030D-6E8A-4147-A177-3AD203B41FA5}">
                      <a16:colId xmlns:a16="http://schemas.microsoft.com/office/drawing/2014/main" val="1448285576"/>
                    </a:ext>
                  </a:extLst>
                </a:gridCol>
                <a:gridCol w="359702">
                  <a:extLst>
                    <a:ext uri="{9D8B030D-6E8A-4147-A177-3AD203B41FA5}">
                      <a16:colId xmlns:a16="http://schemas.microsoft.com/office/drawing/2014/main" val="1486772646"/>
                    </a:ext>
                  </a:extLst>
                </a:gridCol>
                <a:gridCol w="359702">
                  <a:extLst>
                    <a:ext uri="{9D8B030D-6E8A-4147-A177-3AD203B41FA5}">
                      <a16:colId xmlns:a16="http://schemas.microsoft.com/office/drawing/2014/main" val="2547724356"/>
                    </a:ext>
                  </a:extLst>
                </a:gridCol>
                <a:gridCol w="359702">
                  <a:extLst>
                    <a:ext uri="{9D8B030D-6E8A-4147-A177-3AD203B41FA5}">
                      <a16:colId xmlns:a16="http://schemas.microsoft.com/office/drawing/2014/main" val="59269214"/>
                    </a:ext>
                  </a:extLst>
                </a:gridCol>
                <a:gridCol w="359702">
                  <a:extLst>
                    <a:ext uri="{9D8B030D-6E8A-4147-A177-3AD203B41FA5}">
                      <a16:colId xmlns:a16="http://schemas.microsoft.com/office/drawing/2014/main" val="81754473"/>
                    </a:ext>
                  </a:extLst>
                </a:gridCol>
                <a:gridCol w="359702">
                  <a:extLst>
                    <a:ext uri="{9D8B030D-6E8A-4147-A177-3AD203B41FA5}">
                      <a16:colId xmlns:a16="http://schemas.microsoft.com/office/drawing/2014/main" val="3935709126"/>
                    </a:ext>
                  </a:extLst>
                </a:gridCol>
                <a:gridCol w="359702">
                  <a:extLst>
                    <a:ext uri="{9D8B030D-6E8A-4147-A177-3AD203B41FA5}">
                      <a16:colId xmlns:a16="http://schemas.microsoft.com/office/drawing/2014/main" val="184009337"/>
                    </a:ext>
                  </a:extLst>
                </a:gridCol>
                <a:gridCol w="359702">
                  <a:extLst>
                    <a:ext uri="{9D8B030D-6E8A-4147-A177-3AD203B41FA5}">
                      <a16:colId xmlns:a16="http://schemas.microsoft.com/office/drawing/2014/main" val="1264419617"/>
                    </a:ext>
                  </a:extLst>
                </a:gridCol>
                <a:gridCol w="359702">
                  <a:extLst>
                    <a:ext uri="{9D8B030D-6E8A-4147-A177-3AD203B41FA5}">
                      <a16:colId xmlns:a16="http://schemas.microsoft.com/office/drawing/2014/main" val="4221547450"/>
                    </a:ext>
                  </a:extLst>
                </a:gridCol>
                <a:gridCol w="359702">
                  <a:extLst>
                    <a:ext uri="{9D8B030D-6E8A-4147-A177-3AD203B41FA5}">
                      <a16:colId xmlns:a16="http://schemas.microsoft.com/office/drawing/2014/main" val="9241010"/>
                    </a:ext>
                  </a:extLst>
                </a:gridCol>
                <a:gridCol w="359702">
                  <a:extLst>
                    <a:ext uri="{9D8B030D-6E8A-4147-A177-3AD203B41FA5}">
                      <a16:colId xmlns:a16="http://schemas.microsoft.com/office/drawing/2014/main" val="1367301787"/>
                    </a:ext>
                  </a:extLst>
                </a:gridCol>
                <a:gridCol w="359702">
                  <a:extLst>
                    <a:ext uri="{9D8B030D-6E8A-4147-A177-3AD203B41FA5}">
                      <a16:colId xmlns:a16="http://schemas.microsoft.com/office/drawing/2014/main" val="1095632640"/>
                    </a:ext>
                  </a:extLst>
                </a:gridCol>
                <a:gridCol w="359702">
                  <a:extLst>
                    <a:ext uri="{9D8B030D-6E8A-4147-A177-3AD203B41FA5}">
                      <a16:colId xmlns:a16="http://schemas.microsoft.com/office/drawing/2014/main" val="1978806490"/>
                    </a:ext>
                  </a:extLst>
                </a:gridCol>
                <a:gridCol w="359702">
                  <a:extLst>
                    <a:ext uri="{9D8B030D-6E8A-4147-A177-3AD203B41FA5}">
                      <a16:colId xmlns:a16="http://schemas.microsoft.com/office/drawing/2014/main" val="2631700330"/>
                    </a:ext>
                  </a:extLst>
                </a:gridCol>
                <a:gridCol w="359702">
                  <a:extLst>
                    <a:ext uri="{9D8B030D-6E8A-4147-A177-3AD203B41FA5}">
                      <a16:colId xmlns:a16="http://schemas.microsoft.com/office/drawing/2014/main" val="1722840214"/>
                    </a:ext>
                  </a:extLst>
                </a:gridCol>
              </a:tblGrid>
              <a:tr h="281343">
                <a:tc>
                  <a:txBody>
                    <a:bodyPr/>
                    <a:lstStyle/>
                    <a:p>
                      <a:pPr algn="r"/>
                      <a:endParaRPr lang="zh-CN" altLang="en-US" dirty="0"/>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zh-CN" altLang="en-US" dirty="0"/>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041ABC"/>
                          </a:solidFill>
                        </a:rPr>
                        <a:t>0</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2</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3</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4</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5</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6</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7</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8</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9</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10</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11</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12</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13</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14</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15</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b="1" dirty="0">
                          <a:solidFill>
                            <a:srgbClr val="041ABC"/>
                          </a:solidFill>
                        </a:rPr>
                        <a:t>16</a:t>
                      </a:r>
                      <a:endParaRPr lang="zh-CN" altLang="en-US" b="1" dirty="0">
                        <a:solidFill>
                          <a:srgbClr val="041ABC"/>
                        </a:solidFill>
                      </a:endParaRPr>
                    </a:p>
                  </a:txBody>
                  <a:tcPr marL="36000" marR="360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9682412"/>
                  </a:ext>
                </a:extLst>
              </a:tr>
              <a:tr h="37240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t>BF</a:t>
                      </a:r>
                      <a:r>
                        <a:rPr lang="zh-CN" altLang="en-US" sz="2000" b="1" dirty="0"/>
                        <a:t>的位向量</a:t>
                      </a:r>
                    </a:p>
                  </a:txBody>
                  <a:tcPr marL="36000" marR="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endParaRPr dirty="0"/>
                    </a:p>
                  </a:txBody>
                  <a:tcPr marL="36000" marR="72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0</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CN" sz="2000" b="1" dirty="0">
                          <a:latin typeface="Courier New" panose="02070309020205020404" pitchFamily="49" charset="0"/>
                          <a:cs typeface="Courier New" panose="02070309020205020404" pitchFamily="49" charset="0"/>
                        </a:rPr>
                        <a:t>1</a:t>
                      </a:r>
                      <a:endParaRPr lang="zh-CN" altLang="en-US" sz="2000" b="1" dirty="0">
                        <a:latin typeface="Courier New" panose="02070309020205020404" pitchFamily="49" charset="0"/>
                        <a:cs typeface="Courier New" panose="02070309020205020404" pitchFamily="49" charset="0"/>
                      </a:endParaRPr>
                    </a:p>
                  </a:txBody>
                  <a:tcPr marL="36000" marR="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98089069"/>
                  </a:ext>
                </a:extLst>
              </a:tr>
            </a:tbl>
          </a:graphicData>
        </a:graphic>
      </p:graphicFrame>
      <p:sp>
        <p:nvSpPr>
          <p:cNvPr id="7" name="文本框 6">
            <a:extLst>
              <a:ext uri="{FF2B5EF4-FFF2-40B4-BE49-F238E27FC236}">
                <a16:creationId xmlns:a16="http://schemas.microsoft.com/office/drawing/2014/main" id="{EA054C96-7EF9-F1D2-4AB5-55BBCE513C46}"/>
              </a:ext>
            </a:extLst>
          </p:cNvPr>
          <p:cNvSpPr txBox="1"/>
          <p:nvPr/>
        </p:nvSpPr>
        <p:spPr>
          <a:xfrm>
            <a:off x="7581162" y="1153581"/>
            <a:ext cx="1662763" cy="400110"/>
          </a:xfrm>
          <a:prstGeom prst="rect">
            <a:avLst/>
          </a:prstGeom>
          <a:noFill/>
        </p:spPr>
        <p:txBody>
          <a:bodyPr wrap="none" rtlCol="0">
            <a:spAutoFit/>
          </a:bodyPr>
          <a:lstStyle/>
          <a:p>
            <a:r>
              <a:rPr lang="en-US" altLang="zh-CN" sz="2000" b="1" dirty="0">
                <a:latin typeface="Cambria" panose="02040503050406030204" pitchFamily="18" charset="0"/>
                <a:ea typeface="Cambria" panose="02040503050406030204" pitchFamily="18" charset="0"/>
                <a:cs typeface="Courier New" panose="02070309020205020404" pitchFamily="49" charset="0"/>
              </a:rPr>
              <a:t>“</a:t>
            </a:r>
            <a:r>
              <a:rPr lang="en-US" altLang="zh-CN" sz="2000" b="1" dirty="0" err="1">
                <a:latin typeface="Cambria" panose="02040503050406030204" pitchFamily="18" charset="0"/>
                <a:ea typeface="Cambria" panose="02040503050406030204" pitchFamily="18" charset="0"/>
                <a:cs typeface="Courier New" panose="02070309020205020404" pitchFamily="49" charset="0"/>
              </a:rPr>
              <a:t>gdu.edu.cn</a:t>
            </a:r>
            <a:r>
              <a:rPr lang="en-US" altLang="zh-CN" sz="2000" b="1" dirty="0">
                <a:latin typeface="Cambria" panose="02040503050406030204" pitchFamily="18" charset="0"/>
                <a:ea typeface="Cambria" panose="02040503050406030204" pitchFamily="18" charset="0"/>
                <a:cs typeface="Courier New" panose="02070309020205020404" pitchFamily="49" charset="0"/>
              </a:rPr>
              <a:t>”</a:t>
            </a:r>
            <a:endParaRPr lang="zh-CN" altLang="en-US" sz="2000" b="1" dirty="0">
              <a:latin typeface="Cambria" panose="02040503050406030204" pitchFamily="18" charset="0"/>
              <a:cs typeface="Courier New" panose="02070309020205020404" pitchFamily="49" charset="0"/>
            </a:endParaRPr>
          </a:p>
        </p:txBody>
      </p:sp>
      <p:sp>
        <p:nvSpPr>
          <p:cNvPr id="8" name="文本框 7">
            <a:extLst>
              <a:ext uri="{FF2B5EF4-FFF2-40B4-BE49-F238E27FC236}">
                <a16:creationId xmlns:a16="http://schemas.microsoft.com/office/drawing/2014/main" id="{48AB3363-8C65-E08D-23B9-DB9419F13C4B}"/>
              </a:ext>
            </a:extLst>
          </p:cNvPr>
          <p:cNvSpPr txBox="1"/>
          <p:nvPr/>
        </p:nvSpPr>
        <p:spPr>
          <a:xfrm>
            <a:off x="5049053" y="1466668"/>
            <a:ext cx="675185" cy="369332"/>
          </a:xfrm>
          <a:prstGeom prst="rect">
            <a:avLst/>
          </a:prstGeom>
          <a:noFill/>
        </p:spPr>
        <p:txBody>
          <a:bodyPr wrap="none" rtlCol="0">
            <a:spAutoFit/>
          </a:bodyPr>
          <a:lstStyle/>
          <a:p>
            <a:r>
              <a:rPr lang="en-US" altLang="zh-CN" b="1" dirty="0" err="1">
                <a:solidFill>
                  <a:srgbClr val="3B11EF"/>
                </a:solidFill>
              </a:rPr>
              <a:t>h0</a:t>
            </a:r>
            <a:r>
              <a:rPr lang="en-US" altLang="zh-CN" b="1" dirty="0">
                <a:solidFill>
                  <a:srgbClr val="3B11EF"/>
                </a:solidFill>
              </a:rPr>
              <a:t>=</a:t>
            </a:r>
            <a:r>
              <a:rPr lang="en-US" altLang="zh-CN" b="1" dirty="0">
                <a:solidFill>
                  <a:srgbClr val="FF0000"/>
                </a:solidFill>
              </a:rPr>
              <a:t>2</a:t>
            </a:r>
            <a:endParaRPr lang="zh-CN" altLang="en-US" b="1" dirty="0">
              <a:solidFill>
                <a:srgbClr val="FF0000"/>
              </a:solidFill>
            </a:endParaRPr>
          </a:p>
        </p:txBody>
      </p:sp>
      <p:cxnSp>
        <p:nvCxnSpPr>
          <p:cNvPr id="9" name="直接连接符 8">
            <a:extLst>
              <a:ext uri="{FF2B5EF4-FFF2-40B4-BE49-F238E27FC236}">
                <a16:creationId xmlns:a16="http://schemas.microsoft.com/office/drawing/2014/main" id="{EAF44A09-C62C-DCAA-ABF2-90996455258D}"/>
              </a:ext>
            </a:extLst>
          </p:cNvPr>
          <p:cNvCxnSpPr>
            <a:cxnSpLocks/>
          </p:cNvCxnSpPr>
          <p:nvPr/>
        </p:nvCxnSpPr>
        <p:spPr>
          <a:xfrm>
            <a:off x="5548670" y="1780571"/>
            <a:ext cx="541446" cy="965006"/>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2A4F5186-D628-A5AC-2C78-53543B219747}"/>
              </a:ext>
            </a:extLst>
          </p:cNvPr>
          <p:cNvSpPr txBox="1"/>
          <p:nvPr/>
        </p:nvSpPr>
        <p:spPr>
          <a:xfrm>
            <a:off x="5709811" y="1466668"/>
            <a:ext cx="675185" cy="369332"/>
          </a:xfrm>
          <a:prstGeom prst="rect">
            <a:avLst/>
          </a:prstGeom>
          <a:noFill/>
        </p:spPr>
        <p:txBody>
          <a:bodyPr wrap="none" rtlCol="0">
            <a:spAutoFit/>
          </a:bodyPr>
          <a:lstStyle/>
          <a:p>
            <a:r>
              <a:rPr lang="en-US" altLang="zh-CN" b="1" dirty="0" err="1">
                <a:solidFill>
                  <a:srgbClr val="3B11EF"/>
                </a:solidFill>
              </a:rPr>
              <a:t>h1</a:t>
            </a:r>
            <a:r>
              <a:rPr lang="en-US" altLang="zh-CN" b="1" dirty="0">
                <a:solidFill>
                  <a:srgbClr val="3B11EF"/>
                </a:solidFill>
              </a:rPr>
              <a:t>=</a:t>
            </a:r>
            <a:r>
              <a:rPr lang="en-US" altLang="zh-CN" b="1" dirty="0">
                <a:solidFill>
                  <a:srgbClr val="FF0000"/>
                </a:solidFill>
              </a:rPr>
              <a:t>4</a:t>
            </a:r>
            <a:endParaRPr lang="zh-CN" altLang="en-US" b="1" dirty="0">
              <a:solidFill>
                <a:srgbClr val="FF0000"/>
              </a:solidFill>
            </a:endParaRPr>
          </a:p>
        </p:txBody>
      </p:sp>
      <p:cxnSp>
        <p:nvCxnSpPr>
          <p:cNvPr id="11" name="直接连接符 10">
            <a:extLst>
              <a:ext uri="{FF2B5EF4-FFF2-40B4-BE49-F238E27FC236}">
                <a16:creationId xmlns:a16="http://schemas.microsoft.com/office/drawing/2014/main" id="{3BA89384-D86A-F71D-4261-CC4C1BD6E182}"/>
              </a:ext>
            </a:extLst>
          </p:cNvPr>
          <p:cNvCxnSpPr>
            <a:cxnSpLocks/>
          </p:cNvCxnSpPr>
          <p:nvPr/>
        </p:nvCxnSpPr>
        <p:spPr>
          <a:xfrm>
            <a:off x="6267576" y="1807825"/>
            <a:ext cx="557766" cy="95691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032A5F41-53A5-D2B0-C369-4487ED0D7703}"/>
              </a:ext>
            </a:extLst>
          </p:cNvPr>
          <p:cNvSpPr txBox="1"/>
          <p:nvPr/>
        </p:nvSpPr>
        <p:spPr>
          <a:xfrm>
            <a:off x="6445669" y="1466668"/>
            <a:ext cx="790601" cy="369332"/>
          </a:xfrm>
          <a:prstGeom prst="rect">
            <a:avLst/>
          </a:prstGeom>
          <a:noFill/>
        </p:spPr>
        <p:txBody>
          <a:bodyPr wrap="none" rtlCol="0">
            <a:spAutoFit/>
          </a:bodyPr>
          <a:lstStyle/>
          <a:p>
            <a:r>
              <a:rPr lang="en-US" altLang="zh-CN" b="1" dirty="0" err="1">
                <a:solidFill>
                  <a:srgbClr val="3B11EF"/>
                </a:solidFill>
              </a:rPr>
              <a:t>h2</a:t>
            </a:r>
            <a:r>
              <a:rPr lang="en-US" altLang="zh-CN" b="1" dirty="0">
                <a:solidFill>
                  <a:srgbClr val="3B11EF"/>
                </a:solidFill>
              </a:rPr>
              <a:t>=</a:t>
            </a:r>
            <a:r>
              <a:rPr lang="en-US" altLang="zh-CN" b="1" dirty="0">
                <a:solidFill>
                  <a:srgbClr val="FF0000"/>
                </a:solidFill>
              </a:rPr>
              <a:t>12</a:t>
            </a:r>
            <a:endParaRPr lang="zh-CN" altLang="en-US" b="1" dirty="0">
              <a:solidFill>
                <a:srgbClr val="FF0000"/>
              </a:solidFill>
            </a:endParaRPr>
          </a:p>
        </p:txBody>
      </p:sp>
      <p:cxnSp>
        <p:nvCxnSpPr>
          <p:cNvPr id="13" name="直接连接符 12">
            <a:extLst>
              <a:ext uri="{FF2B5EF4-FFF2-40B4-BE49-F238E27FC236}">
                <a16:creationId xmlns:a16="http://schemas.microsoft.com/office/drawing/2014/main" id="{892959A6-E0C8-1733-FDA3-94C38F81A94F}"/>
              </a:ext>
            </a:extLst>
          </p:cNvPr>
          <p:cNvCxnSpPr>
            <a:cxnSpLocks/>
          </p:cNvCxnSpPr>
          <p:nvPr/>
        </p:nvCxnSpPr>
        <p:spPr>
          <a:xfrm>
            <a:off x="7003434" y="1807825"/>
            <a:ext cx="2712066" cy="937752"/>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4" name="矩形: 圆角 13">
            <a:extLst>
              <a:ext uri="{FF2B5EF4-FFF2-40B4-BE49-F238E27FC236}">
                <a16:creationId xmlns:a16="http://schemas.microsoft.com/office/drawing/2014/main" id="{ACDC3607-8191-97C1-9B7B-758E252456F3}"/>
              </a:ext>
            </a:extLst>
          </p:cNvPr>
          <p:cNvSpPr/>
          <p:nvPr/>
        </p:nvSpPr>
        <p:spPr>
          <a:xfrm>
            <a:off x="6017900" y="3121283"/>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0A942B58-6AF4-6F2E-177A-249C2A5A3182}"/>
              </a:ext>
            </a:extLst>
          </p:cNvPr>
          <p:cNvSpPr txBox="1"/>
          <p:nvPr/>
        </p:nvSpPr>
        <p:spPr>
          <a:xfrm>
            <a:off x="5385002" y="4479886"/>
            <a:ext cx="1286801" cy="369332"/>
          </a:xfrm>
          <a:prstGeom prst="rect">
            <a:avLst/>
          </a:prstGeom>
          <a:noFill/>
        </p:spPr>
        <p:txBody>
          <a:bodyPr wrap="square" rtlCol="0">
            <a:spAutoFit/>
          </a:bodyPr>
          <a:lstStyle/>
          <a:p>
            <a:r>
              <a:rPr lang="zh-CN" altLang="en-US" b="1" dirty="0">
                <a:latin typeface="+mj-ea"/>
                <a:ea typeface="+mj-ea"/>
              </a:rPr>
              <a:t>（      ）</a:t>
            </a:r>
          </a:p>
        </p:txBody>
      </p:sp>
      <p:sp>
        <p:nvSpPr>
          <p:cNvPr id="16" name="文本框 15">
            <a:extLst>
              <a:ext uri="{FF2B5EF4-FFF2-40B4-BE49-F238E27FC236}">
                <a16:creationId xmlns:a16="http://schemas.microsoft.com/office/drawing/2014/main" id="{3D187D67-8161-9EB5-7509-5A8526D09383}"/>
              </a:ext>
            </a:extLst>
          </p:cNvPr>
          <p:cNvSpPr txBox="1"/>
          <p:nvPr/>
        </p:nvSpPr>
        <p:spPr>
          <a:xfrm>
            <a:off x="5650556" y="4463644"/>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17" name="直接连接符 16">
            <a:extLst>
              <a:ext uri="{FF2B5EF4-FFF2-40B4-BE49-F238E27FC236}">
                <a16:creationId xmlns:a16="http://schemas.microsoft.com/office/drawing/2014/main" id="{75D220F1-399B-751E-EF87-9E894A822F8E}"/>
              </a:ext>
            </a:extLst>
          </p:cNvPr>
          <p:cNvCxnSpPr>
            <a:cxnSpLocks/>
            <a:endCxn id="16" idx="0"/>
          </p:cNvCxnSpPr>
          <p:nvPr/>
        </p:nvCxnSpPr>
        <p:spPr>
          <a:xfrm flipH="1">
            <a:off x="5819833" y="3368884"/>
            <a:ext cx="301734" cy="109476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 name="矩形: 圆角 17">
            <a:extLst>
              <a:ext uri="{FF2B5EF4-FFF2-40B4-BE49-F238E27FC236}">
                <a16:creationId xmlns:a16="http://schemas.microsoft.com/office/drawing/2014/main" id="{4BF292B8-91D0-0534-2303-D0E109E56D1D}"/>
              </a:ext>
            </a:extLst>
          </p:cNvPr>
          <p:cNvSpPr/>
          <p:nvPr/>
        </p:nvSpPr>
        <p:spPr>
          <a:xfrm>
            <a:off x="9611832" y="3121283"/>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B219FF1D-1E89-D2CD-7EBC-FC44AF0E9421}"/>
              </a:ext>
            </a:extLst>
          </p:cNvPr>
          <p:cNvSpPr txBox="1"/>
          <p:nvPr/>
        </p:nvSpPr>
        <p:spPr>
          <a:xfrm>
            <a:off x="5916110" y="4459740"/>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20" name="直接连接符 19">
            <a:extLst>
              <a:ext uri="{FF2B5EF4-FFF2-40B4-BE49-F238E27FC236}">
                <a16:creationId xmlns:a16="http://schemas.microsoft.com/office/drawing/2014/main" id="{809FF98A-E0E7-9525-1821-4926ABE1BE1A}"/>
              </a:ext>
            </a:extLst>
          </p:cNvPr>
          <p:cNvCxnSpPr>
            <a:cxnSpLocks/>
            <a:stCxn id="49" idx="2"/>
            <a:endCxn id="19" idx="0"/>
          </p:cNvCxnSpPr>
          <p:nvPr/>
        </p:nvCxnSpPr>
        <p:spPr>
          <a:xfrm flipH="1">
            <a:off x="6085387" y="3384369"/>
            <a:ext cx="757648" cy="1075371"/>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22" name="文本框 21">
            <a:extLst>
              <a:ext uri="{FF2B5EF4-FFF2-40B4-BE49-F238E27FC236}">
                <a16:creationId xmlns:a16="http://schemas.microsoft.com/office/drawing/2014/main" id="{FB5415EF-9EF1-D69C-B195-B470A7E2171F}"/>
              </a:ext>
            </a:extLst>
          </p:cNvPr>
          <p:cNvSpPr txBox="1"/>
          <p:nvPr/>
        </p:nvSpPr>
        <p:spPr>
          <a:xfrm>
            <a:off x="6174946" y="4455836"/>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23" name="直接连接符 22">
            <a:extLst>
              <a:ext uri="{FF2B5EF4-FFF2-40B4-BE49-F238E27FC236}">
                <a16:creationId xmlns:a16="http://schemas.microsoft.com/office/drawing/2014/main" id="{4FAC7C95-E10B-F624-7AE2-A21BD21E9B6A}"/>
              </a:ext>
            </a:extLst>
          </p:cNvPr>
          <p:cNvCxnSpPr>
            <a:cxnSpLocks/>
            <a:stCxn id="18" idx="2"/>
            <a:endCxn id="22" idx="0"/>
          </p:cNvCxnSpPr>
          <p:nvPr/>
        </p:nvCxnSpPr>
        <p:spPr>
          <a:xfrm flipH="1">
            <a:off x="6344223" y="3387097"/>
            <a:ext cx="3371277" cy="1068739"/>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24" name="矩形: 圆角 23">
            <a:extLst>
              <a:ext uri="{FF2B5EF4-FFF2-40B4-BE49-F238E27FC236}">
                <a16:creationId xmlns:a16="http://schemas.microsoft.com/office/drawing/2014/main" id="{7E8166EA-636C-7BD1-E30F-2589828337E2}"/>
              </a:ext>
            </a:extLst>
          </p:cNvPr>
          <p:cNvSpPr/>
          <p:nvPr/>
        </p:nvSpPr>
        <p:spPr>
          <a:xfrm>
            <a:off x="7463011" y="3117379"/>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7CEB5112-E6EF-4750-A29D-7BCEDC3D9E6F}"/>
              </a:ext>
            </a:extLst>
          </p:cNvPr>
          <p:cNvSpPr/>
          <p:nvPr/>
        </p:nvSpPr>
        <p:spPr>
          <a:xfrm>
            <a:off x="7814866" y="3117379"/>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ADE2563D-11D4-49DB-6D7E-F33B67913240}"/>
              </a:ext>
            </a:extLst>
          </p:cNvPr>
          <p:cNvSpPr/>
          <p:nvPr/>
        </p:nvSpPr>
        <p:spPr>
          <a:xfrm>
            <a:off x="10337186" y="3116303"/>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B21633CF-C88F-3516-F5B0-F435A2CE777B}"/>
              </a:ext>
            </a:extLst>
          </p:cNvPr>
          <p:cNvSpPr txBox="1"/>
          <p:nvPr/>
        </p:nvSpPr>
        <p:spPr>
          <a:xfrm>
            <a:off x="5105347" y="1153581"/>
            <a:ext cx="1632306" cy="400110"/>
          </a:xfrm>
          <a:prstGeom prst="rect">
            <a:avLst/>
          </a:prstGeom>
          <a:noFill/>
        </p:spPr>
        <p:txBody>
          <a:bodyPr wrap="none" rtlCol="0">
            <a:spAutoFit/>
          </a:bodyPr>
          <a:lstStyle/>
          <a:p>
            <a:r>
              <a:rPr lang="en-US" altLang="zh-CN" sz="2000" b="1" dirty="0">
                <a:latin typeface="Cambria" panose="02040503050406030204" pitchFamily="18" charset="0"/>
                <a:ea typeface="Cambria" panose="02040503050406030204" pitchFamily="18" charset="0"/>
                <a:cs typeface="Courier New" panose="02070309020205020404" pitchFamily="49" charset="0"/>
              </a:rPr>
              <a:t>“</a:t>
            </a:r>
            <a:r>
              <a:rPr lang="en-US" altLang="zh-CN" sz="2000" b="1" dirty="0" err="1">
                <a:latin typeface="Cambria" panose="02040503050406030204" pitchFamily="18" charset="0"/>
                <a:ea typeface="Cambria" panose="02040503050406030204" pitchFamily="18" charset="0"/>
                <a:cs typeface="Courier New" panose="02070309020205020404" pitchFamily="49" charset="0"/>
              </a:rPr>
              <a:t>gzu.edu.cn</a:t>
            </a:r>
            <a:r>
              <a:rPr lang="en-US" altLang="zh-CN" sz="2000" b="1" dirty="0">
                <a:latin typeface="Cambria" panose="02040503050406030204" pitchFamily="18" charset="0"/>
                <a:ea typeface="Cambria" panose="02040503050406030204" pitchFamily="18" charset="0"/>
                <a:cs typeface="Courier New" panose="02070309020205020404" pitchFamily="49" charset="0"/>
              </a:rPr>
              <a:t>”</a:t>
            </a:r>
            <a:endParaRPr lang="zh-CN" altLang="en-US" sz="2000" b="1" dirty="0">
              <a:latin typeface="Cambria" panose="02040503050406030204" pitchFamily="18" charset="0"/>
              <a:cs typeface="Courier New" panose="02070309020205020404" pitchFamily="49" charset="0"/>
            </a:endParaRPr>
          </a:p>
        </p:txBody>
      </p:sp>
      <p:sp>
        <p:nvSpPr>
          <p:cNvPr id="28" name="文本框 27">
            <a:extLst>
              <a:ext uri="{FF2B5EF4-FFF2-40B4-BE49-F238E27FC236}">
                <a16:creationId xmlns:a16="http://schemas.microsoft.com/office/drawing/2014/main" id="{20916E50-9B91-A351-0421-9EF038213BD9}"/>
              </a:ext>
            </a:extLst>
          </p:cNvPr>
          <p:cNvSpPr txBox="1"/>
          <p:nvPr/>
        </p:nvSpPr>
        <p:spPr>
          <a:xfrm>
            <a:off x="7309193" y="1466668"/>
            <a:ext cx="675185" cy="369332"/>
          </a:xfrm>
          <a:prstGeom prst="rect">
            <a:avLst/>
          </a:prstGeom>
          <a:noFill/>
        </p:spPr>
        <p:txBody>
          <a:bodyPr wrap="none" rtlCol="0">
            <a:spAutoFit/>
          </a:bodyPr>
          <a:lstStyle/>
          <a:p>
            <a:r>
              <a:rPr lang="en-US" altLang="zh-CN" b="1" dirty="0" err="1">
                <a:solidFill>
                  <a:srgbClr val="3B11EF"/>
                </a:solidFill>
              </a:rPr>
              <a:t>h0</a:t>
            </a:r>
            <a:r>
              <a:rPr lang="en-US" altLang="zh-CN" b="1" dirty="0">
                <a:solidFill>
                  <a:srgbClr val="3B11EF"/>
                </a:solidFill>
              </a:rPr>
              <a:t>=</a:t>
            </a:r>
            <a:r>
              <a:rPr lang="en-US" altLang="zh-CN" b="1" dirty="0">
                <a:solidFill>
                  <a:srgbClr val="FF0000"/>
                </a:solidFill>
              </a:rPr>
              <a:t>6</a:t>
            </a:r>
            <a:endParaRPr lang="zh-CN" altLang="en-US" b="1" dirty="0">
              <a:solidFill>
                <a:srgbClr val="FF0000"/>
              </a:solidFill>
            </a:endParaRPr>
          </a:p>
        </p:txBody>
      </p:sp>
      <p:sp>
        <p:nvSpPr>
          <p:cNvPr id="29" name="文本框 28">
            <a:extLst>
              <a:ext uri="{FF2B5EF4-FFF2-40B4-BE49-F238E27FC236}">
                <a16:creationId xmlns:a16="http://schemas.microsoft.com/office/drawing/2014/main" id="{3F83B315-89F9-958D-25D4-594498D3E3C9}"/>
              </a:ext>
            </a:extLst>
          </p:cNvPr>
          <p:cNvSpPr txBox="1"/>
          <p:nvPr/>
        </p:nvSpPr>
        <p:spPr>
          <a:xfrm>
            <a:off x="7969951" y="1466668"/>
            <a:ext cx="675185" cy="369332"/>
          </a:xfrm>
          <a:prstGeom prst="rect">
            <a:avLst/>
          </a:prstGeom>
          <a:noFill/>
        </p:spPr>
        <p:txBody>
          <a:bodyPr wrap="none" rtlCol="0">
            <a:spAutoFit/>
          </a:bodyPr>
          <a:lstStyle/>
          <a:p>
            <a:r>
              <a:rPr lang="en-US" altLang="zh-CN" b="1" dirty="0" err="1">
                <a:solidFill>
                  <a:srgbClr val="3B11EF"/>
                </a:solidFill>
              </a:rPr>
              <a:t>h1</a:t>
            </a:r>
            <a:r>
              <a:rPr lang="en-US" altLang="zh-CN" b="1" dirty="0">
                <a:solidFill>
                  <a:srgbClr val="3B11EF"/>
                </a:solidFill>
              </a:rPr>
              <a:t>=</a:t>
            </a:r>
            <a:r>
              <a:rPr lang="en-US" altLang="zh-CN" b="1" dirty="0">
                <a:solidFill>
                  <a:srgbClr val="FF0000"/>
                </a:solidFill>
              </a:rPr>
              <a:t>7</a:t>
            </a:r>
            <a:endParaRPr lang="zh-CN" altLang="en-US" b="1" dirty="0">
              <a:solidFill>
                <a:srgbClr val="FF0000"/>
              </a:solidFill>
            </a:endParaRPr>
          </a:p>
        </p:txBody>
      </p:sp>
      <p:sp>
        <p:nvSpPr>
          <p:cNvPr id="30" name="文本框 29">
            <a:extLst>
              <a:ext uri="{FF2B5EF4-FFF2-40B4-BE49-F238E27FC236}">
                <a16:creationId xmlns:a16="http://schemas.microsoft.com/office/drawing/2014/main" id="{52811AAE-FF2D-D1A7-443E-6F938D1CECF3}"/>
              </a:ext>
            </a:extLst>
          </p:cNvPr>
          <p:cNvSpPr txBox="1"/>
          <p:nvPr/>
        </p:nvSpPr>
        <p:spPr>
          <a:xfrm>
            <a:off x="8705809" y="1466668"/>
            <a:ext cx="790601" cy="369332"/>
          </a:xfrm>
          <a:prstGeom prst="rect">
            <a:avLst/>
          </a:prstGeom>
          <a:noFill/>
        </p:spPr>
        <p:txBody>
          <a:bodyPr wrap="none" rtlCol="0">
            <a:spAutoFit/>
          </a:bodyPr>
          <a:lstStyle/>
          <a:p>
            <a:r>
              <a:rPr lang="en-US" altLang="zh-CN" b="1" dirty="0" err="1">
                <a:solidFill>
                  <a:srgbClr val="3B11EF"/>
                </a:solidFill>
              </a:rPr>
              <a:t>h2</a:t>
            </a:r>
            <a:r>
              <a:rPr lang="en-US" altLang="zh-CN" b="1" dirty="0">
                <a:solidFill>
                  <a:srgbClr val="3B11EF"/>
                </a:solidFill>
              </a:rPr>
              <a:t>=</a:t>
            </a:r>
            <a:r>
              <a:rPr lang="en-US" altLang="zh-CN" b="1" dirty="0">
                <a:solidFill>
                  <a:srgbClr val="FF0000"/>
                </a:solidFill>
              </a:rPr>
              <a:t>14</a:t>
            </a:r>
            <a:endParaRPr lang="zh-CN" altLang="en-US" b="1" dirty="0">
              <a:solidFill>
                <a:srgbClr val="FF0000"/>
              </a:solidFill>
            </a:endParaRPr>
          </a:p>
        </p:txBody>
      </p:sp>
      <p:cxnSp>
        <p:nvCxnSpPr>
          <p:cNvPr id="31" name="直接连接符 30">
            <a:extLst>
              <a:ext uri="{FF2B5EF4-FFF2-40B4-BE49-F238E27FC236}">
                <a16:creationId xmlns:a16="http://schemas.microsoft.com/office/drawing/2014/main" id="{0E3FE64D-D924-E8A2-0680-68D427BEF4A4}"/>
              </a:ext>
            </a:extLst>
          </p:cNvPr>
          <p:cNvCxnSpPr>
            <a:cxnSpLocks/>
            <a:endCxn id="6" idx="0"/>
          </p:cNvCxnSpPr>
          <p:nvPr/>
        </p:nvCxnSpPr>
        <p:spPr>
          <a:xfrm flipH="1">
            <a:off x="7571487" y="1787679"/>
            <a:ext cx="245953" cy="90653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2" name="直接连接符 31">
            <a:extLst>
              <a:ext uri="{FF2B5EF4-FFF2-40B4-BE49-F238E27FC236}">
                <a16:creationId xmlns:a16="http://schemas.microsoft.com/office/drawing/2014/main" id="{27046308-A4A9-ED3B-C541-D9DB72CF7F58}"/>
              </a:ext>
            </a:extLst>
          </p:cNvPr>
          <p:cNvCxnSpPr>
            <a:cxnSpLocks/>
          </p:cNvCxnSpPr>
          <p:nvPr/>
        </p:nvCxnSpPr>
        <p:spPr>
          <a:xfrm flipH="1">
            <a:off x="7957702" y="1760051"/>
            <a:ext cx="516319" cy="945949"/>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3" name="直接连接符 32">
            <a:extLst>
              <a:ext uri="{FF2B5EF4-FFF2-40B4-BE49-F238E27FC236}">
                <a16:creationId xmlns:a16="http://schemas.microsoft.com/office/drawing/2014/main" id="{84B77ACA-0F84-A003-C931-245BDD86B8DC}"/>
              </a:ext>
            </a:extLst>
          </p:cNvPr>
          <p:cNvCxnSpPr>
            <a:cxnSpLocks/>
          </p:cNvCxnSpPr>
          <p:nvPr/>
        </p:nvCxnSpPr>
        <p:spPr>
          <a:xfrm>
            <a:off x="9292728" y="1756147"/>
            <a:ext cx="1147996" cy="1008588"/>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9FB6FBAD-8838-4353-A406-AAAA01E2A91E}"/>
              </a:ext>
            </a:extLst>
          </p:cNvPr>
          <p:cNvSpPr txBox="1"/>
          <p:nvPr/>
        </p:nvSpPr>
        <p:spPr>
          <a:xfrm>
            <a:off x="7423315" y="4477953"/>
            <a:ext cx="1286801" cy="369332"/>
          </a:xfrm>
          <a:prstGeom prst="rect">
            <a:avLst/>
          </a:prstGeom>
          <a:noFill/>
        </p:spPr>
        <p:txBody>
          <a:bodyPr wrap="square" rtlCol="0">
            <a:spAutoFit/>
          </a:bodyPr>
          <a:lstStyle/>
          <a:p>
            <a:r>
              <a:rPr lang="zh-CN" altLang="en-US" b="1" dirty="0">
                <a:latin typeface="+mj-ea"/>
                <a:ea typeface="+mj-ea"/>
              </a:rPr>
              <a:t>（      ）</a:t>
            </a:r>
          </a:p>
        </p:txBody>
      </p:sp>
      <p:sp>
        <p:nvSpPr>
          <p:cNvPr id="35" name="文本框 34">
            <a:extLst>
              <a:ext uri="{FF2B5EF4-FFF2-40B4-BE49-F238E27FC236}">
                <a16:creationId xmlns:a16="http://schemas.microsoft.com/office/drawing/2014/main" id="{53B06AB5-191E-F6C8-3FE5-6EE5004A06D2}"/>
              </a:ext>
            </a:extLst>
          </p:cNvPr>
          <p:cNvSpPr txBox="1"/>
          <p:nvPr/>
        </p:nvSpPr>
        <p:spPr>
          <a:xfrm>
            <a:off x="7688869" y="4461711"/>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0</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36" name="文本框 35">
            <a:extLst>
              <a:ext uri="{FF2B5EF4-FFF2-40B4-BE49-F238E27FC236}">
                <a16:creationId xmlns:a16="http://schemas.microsoft.com/office/drawing/2014/main" id="{F85286AD-C066-6459-0284-F33B59B8A217}"/>
              </a:ext>
            </a:extLst>
          </p:cNvPr>
          <p:cNvSpPr txBox="1"/>
          <p:nvPr/>
        </p:nvSpPr>
        <p:spPr>
          <a:xfrm>
            <a:off x="7954423" y="4457807"/>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0</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37" name="文本框 36">
            <a:extLst>
              <a:ext uri="{FF2B5EF4-FFF2-40B4-BE49-F238E27FC236}">
                <a16:creationId xmlns:a16="http://schemas.microsoft.com/office/drawing/2014/main" id="{736286A4-7810-54B8-C2EF-3AC96C1D290A}"/>
              </a:ext>
            </a:extLst>
          </p:cNvPr>
          <p:cNvSpPr txBox="1"/>
          <p:nvPr/>
        </p:nvSpPr>
        <p:spPr>
          <a:xfrm>
            <a:off x="8213259" y="4453903"/>
            <a:ext cx="338554" cy="400110"/>
          </a:xfrm>
          <a:prstGeom prst="rect">
            <a:avLst/>
          </a:prstGeom>
          <a:noFill/>
        </p:spPr>
        <p:txBody>
          <a:bodyPr wrap="none"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cxnSp>
        <p:nvCxnSpPr>
          <p:cNvPr id="38" name="直接连接符 37">
            <a:extLst>
              <a:ext uri="{FF2B5EF4-FFF2-40B4-BE49-F238E27FC236}">
                <a16:creationId xmlns:a16="http://schemas.microsoft.com/office/drawing/2014/main" id="{3839CB4E-2F75-9FCC-DAE1-10C3CA156812}"/>
              </a:ext>
            </a:extLst>
          </p:cNvPr>
          <p:cNvCxnSpPr>
            <a:cxnSpLocks/>
            <a:endCxn id="35" idx="0"/>
          </p:cNvCxnSpPr>
          <p:nvPr/>
        </p:nvCxnSpPr>
        <p:spPr>
          <a:xfrm>
            <a:off x="7572020" y="3397320"/>
            <a:ext cx="286126" cy="1064391"/>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9" name="直接连接符 38">
            <a:extLst>
              <a:ext uri="{FF2B5EF4-FFF2-40B4-BE49-F238E27FC236}">
                <a16:creationId xmlns:a16="http://schemas.microsoft.com/office/drawing/2014/main" id="{792B96F5-5E22-7907-AE7A-E2FFBB2762FD}"/>
              </a:ext>
            </a:extLst>
          </p:cNvPr>
          <p:cNvCxnSpPr>
            <a:cxnSpLocks/>
            <a:endCxn id="36" idx="0"/>
          </p:cNvCxnSpPr>
          <p:nvPr/>
        </p:nvCxnSpPr>
        <p:spPr>
          <a:xfrm>
            <a:off x="7928505" y="3365788"/>
            <a:ext cx="195195" cy="1092019"/>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0" name="直接连接符 39">
            <a:extLst>
              <a:ext uri="{FF2B5EF4-FFF2-40B4-BE49-F238E27FC236}">
                <a16:creationId xmlns:a16="http://schemas.microsoft.com/office/drawing/2014/main" id="{6E418135-C8E2-88DD-8B12-CC2F1A36FA5A}"/>
              </a:ext>
            </a:extLst>
          </p:cNvPr>
          <p:cNvCxnSpPr>
            <a:cxnSpLocks/>
            <a:endCxn id="37" idx="0"/>
          </p:cNvCxnSpPr>
          <p:nvPr/>
        </p:nvCxnSpPr>
        <p:spPr>
          <a:xfrm flipH="1">
            <a:off x="8382536" y="3387228"/>
            <a:ext cx="2060990" cy="1066675"/>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9" name="矩形: 圆角 48">
            <a:extLst>
              <a:ext uri="{FF2B5EF4-FFF2-40B4-BE49-F238E27FC236}">
                <a16:creationId xmlns:a16="http://schemas.microsoft.com/office/drawing/2014/main" id="{C2235991-B4D5-7531-A0DC-2233542CAAA2}"/>
              </a:ext>
            </a:extLst>
          </p:cNvPr>
          <p:cNvSpPr/>
          <p:nvPr/>
        </p:nvSpPr>
        <p:spPr>
          <a:xfrm>
            <a:off x="6739367" y="3118555"/>
            <a:ext cx="207335" cy="2658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81FF0ABA-32BD-A620-7657-5A7622F110E3}"/>
              </a:ext>
            </a:extLst>
          </p:cNvPr>
          <p:cNvSpPr txBox="1"/>
          <p:nvPr/>
        </p:nvSpPr>
        <p:spPr>
          <a:xfrm>
            <a:off x="5909846" y="4925364"/>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63" name="文本框 62">
            <a:extLst>
              <a:ext uri="{FF2B5EF4-FFF2-40B4-BE49-F238E27FC236}">
                <a16:creationId xmlns:a16="http://schemas.microsoft.com/office/drawing/2014/main" id="{1AEB33CA-62A2-9575-D464-6AE8FD6E6791}"/>
              </a:ext>
            </a:extLst>
          </p:cNvPr>
          <p:cNvSpPr txBox="1"/>
          <p:nvPr/>
        </p:nvSpPr>
        <p:spPr>
          <a:xfrm>
            <a:off x="5306724" y="5196947"/>
            <a:ext cx="1696298" cy="369332"/>
          </a:xfrm>
          <a:prstGeom prst="rect">
            <a:avLst/>
          </a:prstGeom>
          <a:noFill/>
        </p:spPr>
        <p:txBody>
          <a:bodyPr wrap="none" rtlCol="0">
            <a:spAutoFit/>
          </a:bodyPr>
          <a:lstStyle/>
          <a:p>
            <a:r>
              <a:rPr lang="zh-CN" altLang="en-US" b="1" dirty="0">
                <a:solidFill>
                  <a:srgbClr val="3B11EF"/>
                </a:solidFill>
                <a:latin typeface="+mj-ea"/>
                <a:ea typeface="+mj-ea"/>
              </a:rPr>
              <a:t>全为</a:t>
            </a:r>
            <a:r>
              <a:rPr lang="en-US" altLang="zh-CN" b="1" dirty="0">
                <a:solidFill>
                  <a:srgbClr val="3B11EF"/>
                </a:solidFill>
                <a:latin typeface="+mj-ea"/>
                <a:ea typeface="+mj-ea"/>
              </a:rPr>
              <a:t>1</a:t>
            </a:r>
            <a:r>
              <a:rPr lang="zh-CN" altLang="en-US" b="1" dirty="0">
                <a:solidFill>
                  <a:srgbClr val="3B11EF"/>
                </a:solidFill>
                <a:latin typeface="+mj-ea"/>
                <a:ea typeface="+mj-ea"/>
              </a:rPr>
              <a:t>：假阳性</a:t>
            </a:r>
            <a:endParaRPr lang="en-US" altLang="zh-CN" b="1" dirty="0">
              <a:solidFill>
                <a:srgbClr val="3B11EF"/>
              </a:solidFill>
              <a:latin typeface="+mj-ea"/>
              <a:ea typeface="+mj-ea"/>
            </a:endParaRPr>
          </a:p>
        </p:txBody>
      </p:sp>
      <p:sp>
        <p:nvSpPr>
          <p:cNvPr id="64" name="文本框 63">
            <a:extLst>
              <a:ext uri="{FF2B5EF4-FFF2-40B4-BE49-F238E27FC236}">
                <a16:creationId xmlns:a16="http://schemas.microsoft.com/office/drawing/2014/main" id="{A66A4065-3652-0ADF-D341-2D87777E362D}"/>
              </a:ext>
            </a:extLst>
          </p:cNvPr>
          <p:cNvSpPr txBox="1"/>
          <p:nvPr/>
        </p:nvSpPr>
        <p:spPr>
          <a:xfrm>
            <a:off x="7948159" y="4923431"/>
            <a:ext cx="338554" cy="400110"/>
          </a:xfrm>
          <a:prstGeom prst="rect">
            <a:avLst/>
          </a:prstGeom>
          <a:noFill/>
        </p:spPr>
        <p:txBody>
          <a:bodyPr wrap="none"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65" name="文本框 64">
            <a:extLst>
              <a:ext uri="{FF2B5EF4-FFF2-40B4-BE49-F238E27FC236}">
                <a16:creationId xmlns:a16="http://schemas.microsoft.com/office/drawing/2014/main" id="{E97038BD-D692-E008-CB6C-8C3C65D6F7AC}"/>
              </a:ext>
            </a:extLst>
          </p:cNvPr>
          <p:cNvSpPr txBox="1"/>
          <p:nvPr/>
        </p:nvSpPr>
        <p:spPr>
          <a:xfrm>
            <a:off x="7147069" y="5196947"/>
            <a:ext cx="1928733" cy="646331"/>
          </a:xfrm>
          <a:prstGeom prst="rect">
            <a:avLst/>
          </a:prstGeom>
          <a:noFill/>
        </p:spPr>
        <p:txBody>
          <a:bodyPr wrap="none" rtlCol="0">
            <a:spAutoFit/>
          </a:bodyPr>
          <a:lstStyle/>
          <a:p>
            <a:r>
              <a:rPr lang="zh-CN" altLang="en-US" b="1" dirty="0">
                <a:solidFill>
                  <a:srgbClr val="3B11EF"/>
                </a:solidFill>
                <a:latin typeface="+mj-ea"/>
                <a:ea typeface="+mj-ea"/>
              </a:rPr>
              <a:t>非全为</a:t>
            </a:r>
            <a:r>
              <a:rPr lang="en-US" altLang="zh-CN" b="1" dirty="0">
                <a:solidFill>
                  <a:srgbClr val="3B11EF"/>
                </a:solidFill>
                <a:latin typeface="+mj-ea"/>
                <a:ea typeface="+mj-ea"/>
              </a:rPr>
              <a:t>1</a:t>
            </a:r>
            <a:r>
              <a:rPr lang="zh-CN" altLang="en-US" b="1" dirty="0">
                <a:solidFill>
                  <a:srgbClr val="3B11EF"/>
                </a:solidFill>
                <a:latin typeface="+mj-ea"/>
                <a:ea typeface="+mj-ea"/>
              </a:rPr>
              <a:t>：不存在</a:t>
            </a:r>
            <a:endParaRPr lang="en-US" altLang="zh-CN" b="1" dirty="0">
              <a:solidFill>
                <a:srgbClr val="3B11EF"/>
              </a:solidFill>
              <a:latin typeface="+mj-ea"/>
              <a:ea typeface="+mj-ea"/>
            </a:endParaRPr>
          </a:p>
          <a:p>
            <a:r>
              <a:rPr lang="en-US" altLang="zh-CN" b="1" dirty="0">
                <a:solidFill>
                  <a:srgbClr val="3B11EF"/>
                </a:solidFill>
                <a:latin typeface="+mj-ea"/>
                <a:ea typeface="+mj-ea"/>
              </a:rPr>
              <a:t>      </a:t>
            </a:r>
            <a:r>
              <a:rPr lang="zh-CN" altLang="en-US" b="1" dirty="0">
                <a:solidFill>
                  <a:srgbClr val="C00000"/>
                </a:solidFill>
                <a:latin typeface="+mj-ea"/>
                <a:ea typeface="+mj-ea"/>
              </a:rPr>
              <a:t>插入</a:t>
            </a:r>
          </a:p>
        </p:txBody>
      </p:sp>
      <p:sp>
        <p:nvSpPr>
          <p:cNvPr id="66" name="文本框 65">
            <a:extLst>
              <a:ext uri="{FF2B5EF4-FFF2-40B4-BE49-F238E27FC236}">
                <a16:creationId xmlns:a16="http://schemas.microsoft.com/office/drawing/2014/main" id="{A32425EB-60D3-23D5-A945-FF521175F8FC}"/>
              </a:ext>
            </a:extLst>
          </p:cNvPr>
          <p:cNvSpPr txBox="1"/>
          <p:nvPr/>
        </p:nvSpPr>
        <p:spPr>
          <a:xfrm>
            <a:off x="7463011" y="3100302"/>
            <a:ext cx="226591" cy="307777"/>
          </a:xfrm>
          <a:prstGeom prst="rect">
            <a:avLst/>
          </a:prstGeom>
          <a:solidFill>
            <a:schemeClr val="accent6">
              <a:lumMod val="20000"/>
              <a:lumOff val="80000"/>
            </a:schemeClr>
          </a:solidFill>
        </p:spPr>
        <p:txBody>
          <a:bodyPr wrap="none" lIns="36000" tIns="0" rIns="36000" bIns="0"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67" name="文本框 66">
            <a:extLst>
              <a:ext uri="{FF2B5EF4-FFF2-40B4-BE49-F238E27FC236}">
                <a16:creationId xmlns:a16="http://schemas.microsoft.com/office/drawing/2014/main" id="{CAC5F4F1-995E-321B-10CD-13D4F2CD6C97}"/>
              </a:ext>
            </a:extLst>
          </p:cNvPr>
          <p:cNvSpPr txBox="1"/>
          <p:nvPr/>
        </p:nvSpPr>
        <p:spPr>
          <a:xfrm>
            <a:off x="7810656" y="3105745"/>
            <a:ext cx="226591" cy="307777"/>
          </a:xfrm>
          <a:prstGeom prst="rect">
            <a:avLst/>
          </a:prstGeom>
          <a:solidFill>
            <a:schemeClr val="accent6">
              <a:lumMod val="20000"/>
              <a:lumOff val="80000"/>
            </a:schemeClr>
          </a:solidFill>
        </p:spPr>
        <p:txBody>
          <a:bodyPr wrap="none" lIns="36000" tIns="0" rIns="36000" bIns="0"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sp>
        <p:nvSpPr>
          <p:cNvPr id="68" name="文本框 67">
            <a:extLst>
              <a:ext uri="{FF2B5EF4-FFF2-40B4-BE49-F238E27FC236}">
                <a16:creationId xmlns:a16="http://schemas.microsoft.com/office/drawing/2014/main" id="{96872ADB-B22A-B80D-5B31-F1123F2C7B80}"/>
              </a:ext>
            </a:extLst>
          </p:cNvPr>
          <p:cNvSpPr txBox="1"/>
          <p:nvPr/>
        </p:nvSpPr>
        <p:spPr>
          <a:xfrm>
            <a:off x="10332871" y="3100429"/>
            <a:ext cx="226591" cy="307777"/>
          </a:xfrm>
          <a:prstGeom prst="rect">
            <a:avLst/>
          </a:prstGeom>
          <a:solidFill>
            <a:schemeClr val="accent6">
              <a:lumMod val="20000"/>
              <a:lumOff val="80000"/>
            </a:schemeClr>
          </a:solidFill>
        </p:spPr>
        <p:txBody>
          <a:bodyPr wrap="none" lIns="36000" tIns="0" rIns="36000" bIns="0" rtlCol="0">
            <a:spAutoFit/>
          </a:bodyPr>
          <a:lstStyle/>
          <a:p>
            <a:r>
              <a:rPr lang="en-US" altLang="zh-CN" sz="2000" b="1" dirty="0">
                <a:solidFill>
                  <a:srgbClr val="FF0000"/>
                </a:solidFill>
                <a:latin typeface="Courier New" panose="02070309020205020404" pitchFamily="49" charset="0"/>
                <a:cs typeface="Courier New" panose="02070309020205020404" pitchFamily="49" charset="0"/>
              </a:rPr>
              <a:t>1</a:t>
            </a:r>
            <a:endParaRPr lang="zh-CN" altLang="en-US" sz="2000" b="1"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7471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1000"/>
                                        <p:tgtEl>
                                          <p:spTgt spid="27"/>
                                        </p:tgtEl>
                                      </p:cBhvr>
                                    </p:animEffect>
                                    <p:anim calcmode="lin" valueType="num">
                                      <p:cBhvr>
                                        <p:cTn id="34" dur="1000" fill="hold"/>
                                        <p:tgtEl>
                                          <p:spTgt spid="27"/>
                                        </p:tgtEl>
                                        <p:attrNameLst>
                                          <p:attrName>ppt_x</p:attrName>
                                        </p:attrNameLst>
                                      </p:cBhvr>
                                      <p:tavLst>
                                        <p:tav tm="0">
                                          <p:val>
                                            <p:strVal val="#ppt_x"/>
                                          </p:val>
                                        </p:tav>
                                        <p:tav tm="100000">
                                          <p:val>
                                            <p:strVal val="#ppt_x"/>
                                          </p:val>
                                        </p:tav>
                                      </p:tavLst>
                                    </p:anim>
                                    <p:anim calcmode="lin" valueType="num">
                                      <p:cBhvr>
                                        <p:cTn id="35"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1000"/>
                                        <p:tgtEl>
                                          <p:spTgt spid="8"/>
                                        </p:tgtEl>
                                        <p:attrNameLst>
                                          <p:attrName>ppt_y</p:attrName>
                                        </p:attrNameLst>
                                      </p:cBhvr>
                                      <p:tavLst>
                                        <p:tav tm="0">
                                          <p:val>
                                            <p:strVal val="#ppt_y-#ppt_h*1.125000"/>
                                          </p:val>
                                        </p:tav>
                                        <p:tav tm="100000">
                                          <p:val>
                                            <p:strVal val="#ppt_y"/>
                                          </p:val>
                                        </p:tav>
                                      </p:tavLst>
                                    </p:anim>
                                    <p:animEffect transition="in" filter="wipe(down)">
                                      <p:cBhvr>
                                        <p:cTn id="41" dur="1000"/>
                                        <p:tgtEl>
                                          <p:spTgt spid="8"/>
                                        </p:tgtEl>
                                      </p:cBhvr>
                                    </p:animEffect>
                                  </p:childTnLst>
                                </p:cTn>
                              </p:par>
                            </p:childTnLst>
                          </p:cTn>
                        </p:par>
                        <p:par>
                          <p:cTn id="42" fill="hold">
                            <p:stCondLst>
                              <p:cond delay="1000"/>
                            </p:stCondLst>
                            <p:childTnLst>
                              <p:par>
                                <p:cTn id="43" presetID="22" presetClass="entr" presetSubtype="1"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up)">
                                      <p:cBhvr>
                                        <p:cTn id="45" dur="1000"/>
                                        <p:tgtEl>
                                          <p:spTgt spid="9"/>
                                        </p:tgtEl>
                                      </p:cBhvr>
                                    </p:animEffect>
                                  </p:childTnLst>
                                </p:cTn>
                              </p:par>
                            </p:childTnLst>
                          </p:cTn>
                        </p:par>
                        <p:par>
                          <p:cTn id="46" fill="hold">
                            <p:stCondLst>
                              <p:cond delay="2000"/>
                            </p:stCondLst>
                            <p:childTnLst>
                              <p:par>
                                <p:cTn id="47" presetID="31" presetClass="entr" presetSubtype="0" fill="hold" grpId="0" nodeType="after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1000" fill="hold"/>
                                        <p:tgtEl>
                                          <p:spTgt spid="14"/>
                                        </p:tgtEl>
                                        <p:attrNameLst>
                                          <p:attrName>ppt_w</p:attrName>
                                        </p:attrNameLst>
                                      </p:cBhvr>
                                      <p:tavLst>
                                        <p:tav tm="0">
                                          <p:val>
                                            <p:fltVal val="0"/>
                                          </p:val>
                                        </p:tav>
                                        <p:tav tm="100000">
                                          <p:val>
                                            <p:strVal val="#ppt_w"/>
                                          </p:val>
                                        </p:tav>
                                      </p:tavLst>
                                    </p:anim>
                                    <p:anim calcmode="lin" valueType="num">
                                      <p:cBhvr>
                                        <p:cTn id="50" dur="1000" fill="hold"/>
                                        <p:tgtEl>
                                          <p:spTgt spid="14"/>
                                        </p:tgtEl>
                                        <p:attrNameLst>
                                          <p:attrName>ppt_h</p:attrName>
                                        </p:attrNameLst>
                                      </p:cBhvr>
                                      <p:tavLst>
                                        <p:tav tm="0">
                                          <p:val>
                                            <p:fltVal val="0"/>
                                          </p:val>
                                        </p:tav>
                                        <p:tav tm="100000">
                                          <p:val>
                                            <p:strVal val="#ppt_h"/>
                                          </p:val>
                                        </p:tav>
                                      </p:tavLst>
                                    </p:anim>
                                    <p:anim calcmode="lin" valueType="num">
                                      <p:cBhvr>
                                        <p:cTn id="51" dur="1000" fill="hold"/>
                                        <p:tgtEl>
                                          <p:spTgt spid="14"/>
                                        </p:tgtEl>
                                        <p:attrNameLst>
                                          <p:attrName>style.rotation</p:attrName>
                                        </p:attrNameLst>
                                      </p:cBhvr>
                                      <p:tavLst>
                                        <p:tav tm="0">
                                          <p:val>
                                            <p:fltVal val="90"/>
                                          </p:val>
                                        </p:tav>
                                        <p:tav tm="100000">
                                          <p:val>
                                            <p:fltVal val="0"/>
                                          </p:val>
                                        </p:tav>
                                      </p:tavLst>
                                    </p:anim>
                                    <p:animEffect transition="in" filter="fade">
                                      <p:cBhvr>
                                        <p:cTn id="52" dur="1000"/>
                                        <p:tgtEl>
                                          <p:spTgt spid="14"/>
                                        </p:tgtEl>
                                      </p:cBhvr>
                                    </p:animEffect>
                                  </p:childTnLst>
                                </p:cTn>
                              </p:par>
                            </p:childTnLst>
                          </p:cTn>
                        </p:par>
                        <p:par>
                          <p:cTn id="53" fill="hold">
                            <p:stCondLst>
                              <p:cond delay="3000"/>
                            </p:stCondLst>
                            <p:childTnLst>
                              <p:par>
                                <p:cTn id="54" presetID="22" presetClass="entr" presetSubtype="1" fill="hold"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up)">
                                      <p:cBhvr>
                                        <p:cTn id="56" dur="1000"/>
                                        <p:tgtEl>
                                          <p:spTgt spid="17"/>
                                        </p:tgtEl>
                                      </p:cBhvr>
                                    </p:animEffect>
                                  </p:childTnLst>
                                </p:cTn>
                              </p:par>
                              <p:par>
                                <p:cTn id="57" presetID="16" presetClass="entr" presetSubtype="37"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barn(outVertical)">
                                      <p:cBhvr>
                                        <p:cTn id="59" dur="1000"/>
                                        <p:tgtEl>
                                          <p:spTgt spid="15"/>
                                        </p:tgtEl>
                                      </p:cBhvr>
                                    </p:animEffect>
                                  </p:childTnLst>
                                </p:cTn>
                              </p:par>
                            </p:childTnLst>
                          </p:cTn>
                        </p:par>
                        <p:par>
                          <p:cTn id="60" fill="hold">
                            <p:stCondLst>
                              <p:cond delay="4000"/>
                            </p:stCondLst>
                            <p:childTnLst>
                              <p:par>
                                <p:cTn id="61" presetID="10" presetClass="entr" presetSubtype="0"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1" fill="hold" grpId="0" nodeType="clickEffect">
                                  <p:stCondLst>
                                    <p:cond delay="0"/>
                                  </p:stCondLst>
                                  <p:childTnLst>
                                    <p:set>
                                      <p:cBhvr>
                                        <p:cTn id="67" dur="1" fill="hold">
                                          <p:stCondLst>
                                            <p:cond delay="0"/>
                                          </p:stCondLst>
                                        </p:cTn>
                                        <p:tgtEl>
                                          <p:spTgt spid="10"/>
                                        </p:tgtEl>
                                        <p:attrNameLst>
                                          <p:attrName>style.visibility</p:attrName>
                                        </p:attrNameLst>
                                      </p:cBhvr>
                                      <p:to>
                                        <p:strVal val="visible"/>
                                      </p:to>
                                    </p:set>
                                    <p:anim calcmode="lin" valueType="num">
                                      <p:cBhvr additive="base">
                                        <p:cTn id="68" dur="1000"/>
                                        <p:tgtEl>
                                          <p:spTgt spid="10"/>
                                        </p:tgtEl>
                                        <p:attrNameLst>
                                          <p:attrName>ppt_y</p:attrName>
                                        </p:attrNameLst>
                                      </p:cBhvr>
                                      <p:tavLst>
                                        <p:tav tm="0">
                                          <p:val>
                                            <p:strVal val="#ppt_y-#ppt_h*1.125000"/>
                                          </p:val>
                                        </p:tav>
                                        <p:tav tm="100000">
                                          <p:val>
                                            <p:strVal val="#ppt_y"/>
                                          </p:val>
                                        </p:tav>
                                      </p:tavLst>
                                    </p:anim>
                                    <p:animEffect transition="in" filter="wipe(down)">
                                      <p:cBhvr>
                                        <p:cTn id="69" dur="1000"/>
                                        <p:tgtEl>
                                          <p:spTgt spid="10"/>
                                        </p:tgtEl>
                                      </p:cBhvr>
                                    </p:animEffect>
                                  </p:childTnLst>
                                </p:cTn>
                              </p:par>
                            </p:childTnLst>
                          </p:cTn>
                        </p:par>
                        <p:par>
                          <p:cTn id="70" fill="hold">
                            <p:stCondLst>
                              <p:cond delay="1000"/>
                            </p:stCondLst>
                            <p:childTnLst>
                              <p:par>
                                <p:cTn id="71" presetID="22" presetClass="entr" presetSubtype="1" fill="hold" nodeType="after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wipe(up)">
                                      <p:cBhvr>
                                        <p:cTn id="73" dur="1000"/>
                                        <p:tgtEl>
                                          <p:spTgt spid="11"/>
                                        </p:tgtEl>
                                      </p:cBhvr>
                                    </p:animEffect>
                                  </p:childTnLst>
                                </p:cTn>
                              </p:par>
                            </p:childTnLst>
                          </p:cTn>
                        </p:par>
                        <p:par>
                          <p:cTn id="74" fill="hold">
                            <p:stCondLst>
                              <p:cond delay="2000"/>
                            </p:stCondLst>
                            <p:childTnLst>
                              <p:par>
                                <p:cTn id="75" presetID="31" presetClass="entr" presetSubtype="0" fill="hold" grpId="0" nodeType="afterEffect">
                                  <p:stCondLst>
                                    <p:cond delay="0"/>
                                  </p:stCondLst>
                                  <p:childTnLst>
                                    <p:set>
                                      <p:cBhvr>
                                        <p:cTn id="76" dur="1" fill="hold">
                                          <p:stCondLst>
                                            <p:cond delay="0"/>
                                          </p:stCondLst>
                                        </p:cTn>
                                        <p:tgtEl>
                                          <p:spTgt spid="49"/>
                                        </p:tgtEl>
                                        <p:attrNameLst>
                                          <p:attrName>style.visibility</p:attrName>
                                        </p:attrNameLst>
                                      </p:cBhvr>
                                      <p:to>
                                        <p:strVal val="visible"/>
                                      </p:to>
                                    </p:set>
                                    <p:anim calcmode="lin" valueType="num">
                                      <p:cBhvr>
                                        <p:cTn id="77" dur="1000" fill="hold"/>
                                        <p:tgtEl>
                                          <p:spTgt spid="49"/>
                                        </p:tgtEl>
                                        <p:attrNameLst>
                                          <p:attrName>ppt_w</p:attrName>
                                        </p:attrNameLst>
                                      </p:cBhvr>
                                      <p:tavLst>
                                        <p:tav tm="0">
                                          <p:val>
                                            <p:fltVal val="0"/>
                                          </p:val>
                                        </p:tav>
                                        <p:tav tm="100000">
                                          <p:val>
                                            <p:strVal val="#ppt_w"/>
                                          </p:val>
                                        </p:tav>
                                      </p:tavLst>
                                    </p:anim>
                                    <p:anim calcmode="lin" valueType="num">
                                      <p:cBhvr>
                                        <p:cTn id="78" dur="1000" fill="hold"/>
                                        <p:tgtEl>
                                          <p:spTgt spid="49"/>
                                        </p:tgtEl>
                                        <p:attrNameLst>
                                          <p:attrName>ppt_h</p:attrName>
                                        </p:attrNameLst>
                                      </p:cBhvr>
                                      <p:tavLst>
                                        <p:tav tm="0">
                                          <p:val>
                                            <p:fltVal val="0"/>
                                          </p:val>
                                        </p:tav>
                                        <p:tav tm="100000">
                                          <p:val>
                                            <p:strVal val="#ppt_h"/>
                                          </p:val>
                                        </p:tav>
                                      </p:tavLst>
                                    </p:anim>
                                    <p:anim calcmode="lin" valueType="num">
                                      <p:cBhvr>
                                        <p:cTn id="79" dur="1000" fill="hold"/>
                                        <p:tgtEl>
                                          <p:spTgt spid="49"/>
                                        </p:tgtEl>
                                        <p:attrNameLst>
                                          <p:attrName>style.rotation</p:attrName>
                                        </p:attrNameLst>
                                      </p:cBhvr>
                                      <p:tavLst>
                                        <p:tav tm="0">
                                          <p:val>
                                            <p:fltVal val="90"/>
                                          </p:val>
                                        </p:tav>
                                        <p:tav tm="100000">
                                          <p:val>
                                            <p:fltVal val="0"/>
                                          </p:val>
                                        </p:tav>
                                      </p:tavLst>
                                    </p:anim>
                                    <p:animEffect transition="in" filter="fade">
                                      <p:cBhvr>
                                        <p:cTn id="80" dur="1000"/>
                                        <p:tgtEl>
                                          <p:spTgt spid="49"/>
                                        </p:tgtEl>
                                      </p:cBhvr>
                                    </p:animEffect>
                                  </p:childTnLst>
                                </p:cTn>
                              </p:par>
                            </p:childTnLst>
                          </p:cTn>
                        </p:par>
                        <p:par>
                          <p:cTn id="81" fill="hold">
                            <p:stCondLst>
                              <p:cond delay="3000"/>
                            </p:stCondLst>
                            <p:childTnLst>
                              <p:par>
                                <p:cTn id="82" presetID="22" presetClass="entr" presetSubtype="1" fill="hold"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up)">
                                      <p:cBhvr>
                                        <p:cTn id="84" dur="1000"/>
                                        <p:tgtEl>
                                          <p:spTgt spid="20"/>
                                        </p:tgtEl>
                                      </p:cBhvr>
                                    </p:animEffect>
                                  </p:childTnLst>
                                </p:cTn>
                              </p:par>
                            </p:childTnLst>
                          </p:cTn>
                        </p:par>
                        <p:par>
                          <p:cTn id="85" fill="hold">
                            <p:stCondLst>
                              <p:cond delay="4000"/>
                            </p:stCondLst>
                            <p:childTnLst>
                              <p:par>
                                <p:cTn id="86" presetID="10" presetClass="entr" presetSubtype="0" fill="hold" grpId="0" nodeType="after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5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1" fill="hold" grpId="0" nodeType="clickEffect">
                                  <p:stCondLst>
                                    <p:cond delay="0"/>
                                  </p:stCondLst>
                                  <p:childTnLst>
                                    <p:set>
                                      <p:cBhvr>
                                        <p:cTn id="92" dur="1" fill="hold">
                                          <p:stCondLst>
                                            <p:cond delay="0"/>
                                          </p:stCondLst>
                                        </p:cTn>
                                        <p:tgtEl>
                                          <p:spTgt spid="12"/>
                                        </p:tgtEl>
                                        <p:attrNameLst>
                                          <p:attrName>style.visibility</p:attrName>
                                        </p:attrNameLst>
                                      </p:cBhvr>
                                      <p:to>
                                        <p:strVal val="visible"/>
                                      </p:to>
                                    </p:set>
                                    <p:anim calcmode="lin" valueType="num">
                                      <p:cBhvr additive="base">
                                        <p:cTn id="93" dur="1000"/>
                                        <p:tgtEl>
                                          <p:spTgt spid="12"/>
                                        </p:tgtEl>
                                        <p:attrNameLst>
                                          <p:attrName>ppt_y</p:attrName>
                                        </p:attrNameLst>
                                      </p:cBhvr>
                                      <p:tavLst>
                                        <p:tav tm="0">
                                          <p:val>
                                            <p:strVal val="#ppt_y-#ppt_h*1.125000"/>
                                          </p:val>
                                        </p:tav>
                                        <p:tav tm="100000">
                                          <p:val>
                                            <p:strVal val="#ppt_y"/>
                                          </p:val>
                                        </p:tav>
                                      </p:tavLst>
                                    </p:anim>
                                    <p:animEffect transition="in" filter="wipe(down)">
                                      <p:cBhvr>
                                        <p:cTn id="94" dur="1000"/>
                                        <p:tgtEl>
                                          <p:spTgt spid="12"/>
                                        </p:tgtEl>
                                      </p:cBhvr>
                                    </p:animEffect>
                                  </p:childTnLst>
                                </p:cTn>
                              </p:par>
                            </p:childTnLst>
                          </p:cTn>
                        </p:par>
                        <p:par>
                          <p:cTn id="95" fill="hold">
                            <p:stCondLst>
                              <p:cond delay="1000"/>
                            </p:stCondLst>
                            <p:childTnLst>
                              <p:par>
                                <p:cTn id="96" presetID="22" presetClass="entr" presetSubtype="1" fill="hold" nodeType="afterEffect">
                                  <p:stCondLst>
                                    <p:cond delay="0"/>
                                  </p:stCondLst>
                                  <p:childTnLst>
                                    <p:set>
                                      <p:cBhvr>
                                        <p:cTn id="97" dur="1" fill="hold">
                                          <p:stCondLst>
                                            <p:cond delay="0"/>
                                          </p:stCondLst>
                                        </p:cTn>
                                        <p:tgtEl>
                                          <p:spTgt spid="13"/>
                                        </p:tgtEl>
                                        <p:attrNameLst>
                                          <p:attrName>style.visibility</p:attrName>
                                        </p:attrNameLst>
                                      </p:cBhvr>
                                      <p:to>
                                        <p:strVal val="visible"/>
                                      </p:to>
                                    </p:set>
                                    <p:animEffect transition="in" filter="wipe(up)">
                                      <p:cBhvr>
                                        <p:cTn id="98" dur="1000"/>
                                        <p:tgtEl>
                                          <p:spTgt spid="13"/>
                                        </p:tgtEl>
                                      </p:cBhvr>
                                    </p:animEffect>
                                  </p:childTnLst>
                                </p:cTn>
                              </p:par>
                            </p:childTnLst>
                          </p:cTn>
                        </p:par>
                        <p:par>
                          <p:cTn id="99" fill="hold">
                            <p:stCondLst>
                              <p:cond delay="2000"/>
                            </p:stCondLst>
                            <p:childTnLst>
                              <p:par>
                                <p:cTn id="100" presetID="31" presetClass="entr" presetSubtype="0" fill="hold" grpId="0" nodeType="afterEffect">
                                  <p:stCondLst>
                                    <p:cond delay="0"/>
                                  </p:stCondLst>
                                  <p:childTnLst>
                                    <p:set>
                                      <p:cBhvr>
                                        <p:cTn id="101" dur="1" fill="hold">
                                          <p:stCondLst>
                                            <p:cond delay="0"/>
                                          </p:stCondLst>
                                        </p:cTn>
                                        <p:tgtEl>
                                          <p:spTgt spid="18"/>
                                        </p:tgtEl>
                                        <p:attrNameLst>
                                          <p:attrName>style.visibility</p:attrName>
                                        </p:attrNameLst>
                                      </p:cBhvr>
                                      <p:to>
                                        <p:strVal val="visible"/>
                                      </p:to>
                                    </p:set>
                                    <p:anim calcmode="lin" valueType="num">
                                      <p:cBhvr>
                                        <p:cTn id="102" dur="1000" fill="hold"/>
                                        <p:tgtEl>
                                          <p:spTgt spid="18"/>
                                        </p:tgtEl>
                                        <p:attrNameLst>
                                          <p:attrName>ppt_w</p:attrName>
                                        </p:attrNameLst>
                                      </p:cBhvr>
                                      <p:tavLst>
                                        <p:tav tm="0">
                                          <p:val>
                                            <p:fltVal val="0"/>
                                          </p:val>
                                        </p:tav>
                                        <p:tav tm="100000">
                                          <p:val>
                                            <p:strVal val="#ppt_w"/>
                                          </p:val>
                                        </p:tav>
                                      </p:tavLst>
                                    </p:anim>
                                    <p:anim calcmode="lin" valueType="num">
                                      <p:cBhvr>
                                        <p:cTn id="103" dur="1000" fill="hold"/>
                                        <p:tgtEl>
                                          <p:spTgt spid="18"/>
                                        </p:tgtEl>
                                        <p:attrNameLst>
                                          <p:attrName>ppt_h</p:attrName>
                                        </p:attrNameLst>
                                      </p:cBhvr>
                                      <p:tavLst>
                                        <p:tav tm="0">
                                          <p:val>
                                            <p:fltVal val="0"/>
                                          </p:val>
                                        </p:tav>
                                        <p:tav tm="100000">
                                          <p:val>
                                            <p:strVal val="#ppt_h"/>
                                          </p:val>
                                        </p:tav>
                                      </p:tavLst>
                                    </p:anim>
                                    <p:anim calcmode="lin" valueType="num">
                                      <p:cBhvr>
                                        <p:cTn id="104" dur="1000" fill="hold"/>
                                        <p:tgtEl>
                                          <p:spTgt spid="18"/>
                                        </p:tgtEl>
                                        <p:attrNameLst>
                                          <p:attrName>style.rotation</p:attrName>
                                        </p:attrNameLst>
                                      </p:cBhvr>
                                      <p:tavLst>
                                        <p:tav tm="0">
                                          <p:val>
                                            <p:fltVal val="90"/>
                                          </p:val>
                                        </p:tav>
                                        <p:tav tm="100000">
                                          <p:val>
                                            <p:fltVal val="0"/>
                                          </p:val>
                                        </p:tav>
                                      </p:tavLst>
                                    </p:anim>
                                    <p:animEffect transition="in" filter="fade">
                                      <p:cBhvr>
                                        <p:cTn id="105" dur="1000"/>
                                        <p:tgtEl>
                                          <p:spTgt spid="18"/>
                                        </p:tgtEl>
                                      </p:cBhvr>
                                    </p:animEffect>
                                  </p:childTnLst>
                                </p:cTn>
                              </p:par>
                            </p:childTnLst>
                          </p:cTn>
                        </p:par>
                        <p:par>
                          <p:cTn id="106" fill="hold">
                            <p:stCondLst>
                              <p:cond delay="3000"/>
                            </p:stCondLst>
                            <p:childTnLst>
                              <p:par>
                                <p:cTn id="107" presetID="22" presetClass="entr" presetSubtype="1" fill="hold" nodeType="after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wipe(up)">
                                      <p:cBhvr>
                                        <p:cTn id="109" dur="1000"/>
                                        <p:tgtEl>
                                          <p:spTgt spid="23"/>
                                        </p:tgtEl>
                                      </p:cBhvr>
                                    </p:animEffect>
                                  </p:childTnLst>
                                </p:cTn>
                              </p:par>
                            </p:childTnLst>
                          </p:cTn>
                        </p:par>
                        <p:par>
                          <p:cTn id="110" fill="hold">
                            <p:stCondLst>
                              <p:cond delay="4000"/>
                            </p:stCondLst>
                            <p:childTnLst>
                              <p:par>
                                <p:cTn id="111" presetID="10" presetClass="entr" presetSubtype="0" fill="hold" grpId="0" nodeType="afterEffect">
                                  <p:stCondLst>
                                    <p:cond delay="0"/>
                                  </p:stCondLst>
                                  <p:childTnLst>
                                    <p:set>
                                      <p:cBhvr>
                                        <p:cTn id="112" dur="1" fill="hold">
                                          <p:stCondLst>
                                            <p:cond delay="0"/>
                                          </p:stCondLst>
                                        </p:cTn>
                                        <p:tgtEl>
                                          <p:spTgt spid="22"/>
                                        </p:tgtEl>
                                        <p:attrNameLst>
                                          <p:attrName>style.visibility</p:attrName>
                                        </p:attrNameLst>
                                      </p:cBhvr>
                                      <p:to>
                                        <p:strVal val="visible"/>
                                      </p:to>
                                    </p:set>
                                    <p:animEffect transition="in" filter="fade">
                                      <p:cBhvr>
                                        <p:cTn id="113" dur="500"/>
                                        <p:tgtEl>
                                          <p:spTgt spid="22"/>
                                        </p:tgtEl>
                                      </p:cBhvr>
                                    </p:animEffect>
                                  </p:childTnLst>
                                </p:cTn>
                              </p:par>
                            </p:childTnLst>
                          </p:cTn>
                        </p:par>
                      </p:childTnLst>
                    </p:cTn>
                  </p:par>
                  <p:par>
                    <p:cTn id="114" fill="hold">
                      <p:stCondLst>
                        <p:cond delay="indefinite"/>
                      </p:stCondLst>
                      <p:childTnLst>
                        <p:par>
                          <p:cTn id="115" fill="hold">
                            <p:stCondLst>
                              <p:cond delay="0"/>
                            </p:stCondLst>
                            <p:childTnLst>
                              <p:par>
                                <p:cTn id="116" presetID="12" presetClass="entr" presetSubtype="1" fill="hold" grpId="0" nodeType="clickEffect">
                                  <p:stCondLst>
                                    <p:cond delay="0"/>
                                  </p:stCondLst>
                                  <p:childTnLst>
                                    <p:set>
                                      <p:cBhvr>
                                        <p:cTn id="117" dur="1" fill="hold">
                                          <p:stCondLst>
                                            <p:cond delay="0"/>
                                          </p:stCondLst>
                                        </p:cTn>
                                        <p:tgtEl>
                                          <p:spTgt spid="62"/>
                                        </p:tgtEl>
                                        <p:attrNameLst>
                                          <p:attrName>style.visibility</p:attrName>
                                        </p:attrNameLst>
                                      </p:cBhvr>
                                      <p:to>
                                        <p:strVal val="visible"/>
                                      </p:to>
                                    </p:set>
                                    <p:anim calcmode="lin" valueType="num">
                                      <p:cBhvr additive="base">
                                        <p:cTn id="118" dur="1000"/>
                                        <p:tgtEl>
                                          <p:spTgt spid="62"/>
                                        </p:tgtEl>
                                        <p:attrNameLst>
                                          <p:attrName>ppt_y</p:attrName>
                                        </p:attrNameLst>
                                      </p:cBhvr>
                                      <p:tavLst>
                                        <p:tav tm="0">
                                          <p:val>
                                            <p:strVal val="#ppt_y-#ppt_h*1.125000"/>
                                          </p:val>
                                        </p:tav>
                                        <p:tav tm="100000">
                                          <p:val>
                                            <p:strVal val="#ppt_y"/>
                                          </p:val>
                                        </p:tav>
                                      </p:tavLst>
                                    </p:anim>
                                    <p:animEffect transition="in" filter="wipe(down)">
                                      <p:cBhvr>
                                        <p:cTn id="119" dur="1000"/>
                                        <p:tgtEl>
                                          <p:spTgt spid="62"/>
                                        </p:tgtEl>
                                      </p:cBhvr>
                                    </p:animEffect>
                                  </p:childTnLst>
                                </p:cTn>
                              </p:par>
                            </p:childTnLst>
                          </p:cTn>
                        </p:par>
                        <p:par>
                          <p:cTn id="120" fill="hold">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wipe(left)">
                                      <p:cBhvr>
                                        <p:cTn id="123" dur="1000"/>
                                        <p:tgtEl>
                                          <p:spTgt spid="63"/>
                                        </p:tgtEl>
                                      </p:cBhvr>
                                    </p:animEffect>
                                  </p:childTnLst>
                                </p:cTn>
                              </p:par>
                            </p:childTnLst>
                          </p:cTn>
                        </p:par>
                      </p:childTnLst>
                    </p:cTn>
                  </p:par>
                  <p:par>
                    <p:cTn id="124" fill="hold">
                      <p:stCondLst>
                        <p:cond delay="indefinite"/>
                      </p:stCondLst>
                      <p:childTnLst>
                        <p:par>
                          <p:cTn id="125" fill="hold">
                            <p:stCondLst>
                              <p:cond delay="0"/>
                            </p:stCondLst>
                            <p:childTnLst>
                              <p:par>
                                <p:cTn id="126" presetID="47" presetClass="entr" presetSubtype="0" fill="hold" grpId="0" nodeType="clickEffect">
                                  <p:stCondLst>
                                    <p:cond delay="0"/>
                                  </p:stCondLst>
                                  <p:childTnLst>
                                    <p:set>
                                      <p:cBhvr>
                                        <p:cTn id="127" dur="1" fill="hold">
                                          <p:stCondLst>
                                            <p:cond delay="0"/>
                                          </p:stCondLst>
                                        </p:cTn>
                                        <p:tgtEl>
                                          <p:spTgt spid="7"/>
                                        </p:tgtEl>
                                        <p:attrNameLst>
                                          <p:attrName>style.visibility</p:attrName>
                                        </p:attrNameLst>
                                      </p:cBhvr>
                                      <p:to>
                                        <p:strVal val="visible"/>
                                      </p:to>
                                    </p:set>
                                    <p:animEffect transition="in" filter="fade">
                                      <p:cBhvr>
                                        <p:cTn id="128" dur="1000"/>
                                        <p:tgtEl>
                                          <p:spTgt spid="7"/>
                                        </p:tgtEl>
                                      </p:cBhvr>
                                    </p:animEffect>
                                    <p:anim calcmode="lin" valueType="num">
                                      <p:cBhvr>
                                        <p:cTn id="129" dur="1000" fill="hold"/>
                                        <p:tgtEl>
                                          <p:spTgt spid="7"/>
                                        </p:tgtEl>
                                        <p:attrNameLst>
                                          <p:attrName>ppt_x</p:attrName>
                                        </p:attrNameLst>
                                      </p:cBhvr>
                                      <p:tavLst>
                                        <p:tav tm="0">
                                          <p:val>
                                            <p:strVal val="#ppt_x"/>
                                          </p:val>
                                        </p:tav>
                                        <p:tav tm="100000">
                                          <p:val>
                                            <p:strVal val="#ppt_x"/>
                                          </p:val>
                                        </p:tav>
                                      </p:tavLst>
                                    </p:anim>
                                    <p:anim calcmode="lin" valueType="num">
                                      <p:cBhvr>
                                        <p:cTn id="130" dur="1000" fill="hold"/>
                                        <p:tgtEl>
                                          <p:spTgt spid="7"/>
                                        </p:tgtEl>
                                        <p:attrNameLst>
                                          <p:attrName>ppt_y</p:attrName>
                                        </p:attrNameLst>
                                      </p:cBhvr>
                                      <p:tavLst>
                                        <p:tav tm="0">
                                          <p:val>
                                            <p:strVal val="#ppt_y-.1"/>
                                          </p:val>
                                        </p:tav>
                                        <p:tav tm="100000">
                                          <p:val>
                                            <p:strVal val="#ppt_y"/>
                                          </p:val>
                                        </p:tav>
                                      </p:tavLst>
                                    </p:anim>
                                  </p:childTnLst>
                                </p:cTn>
                              </p:par>
                              <p:par>
                                <p:cTn id="131" presetID="10" presetClass="exit" presetSubtype="0" fill="hold" grpId="1" nodeType="withEffect">
                                  <p:stCondLst>
                                    <p:cond delay="0"/>
                                  </p:stCondLst>
                                  <p:childTnLst>
                                    <p:animEffect transition="out" filter="fade">
                                      <p:cBhvr>
                                        <p:cTn id="132" dur="500"/>
                                        <p:tgtEl>
                                          <p:spTgt spid="14"/>
                                        </p:tgtEl>
                                      </p:cBhvr>
                                    </p:animEffect>
                                    <p:set>
                                      <p:cBhvr>
                                        <p:cTn id="133" dur="1" fill="hold">
                                          <p:stCondLst>
                                            <p:cond delay="499"/>
                                          </p:stCondLst>
                                        </p:cTn>
                                        <p:tgtEl>
                                          <p:spTgt spid="14"/>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500"/>
                                        <p:tgtEl>
                                          <p:spTgt spid="49"/>
                                        </p:tgtEl>
                                      </p:cBhvr>
                                    </p:animEffect>
                                    <p:set>
                                      <p:cBhvr>
                                        <p:cTn id="136" dur="1" fill="hold">
                                          <p:stCondLst>
                                            <p:cond delay="499"/>
                                          </p:stCondLst>
                                        </p:cTn>
                                        <p:tgtEl>
                                          <p:spTgt spid="49"/>
                                        </p:tgtEl>
                                        <p:attrNameLst>
                                          <p:attrName>style.visibility</p:attrName>
                                        </p:attrNameLst>
                                      </p:cBhvr>
                                      <p:to>
                                        <p:strVal val="hidden"/>
                                      </p:to>
                                    </p:set>
                                  </p:childTnLst>
                                </p:cTn>
                              </p:par>
                              <p:par>
                                <p:cTn id="137" presetID="10" presetClass="exit" presetSubtype="0" fill="hold" grpId="1" nodeType="withEffect">
                                  <p:stCondLst>
                                    <p:cond delay="0"/>
                                  </p:stCondLst>
                                  <p:childTnLst>
                                    <p:animEffect transition="out" filter="fade">
                                      <p:cBhvr>
                                        <p:cTn id="138" dur="500"/>
                                        <p:tgtEl>
                                          <p:spTgt spid="18"/>
                                        </p:tgtEl>
                                      </p:cBhvr>
                                    </p:animEffect>
                                    <p:set>
                                      <p:cBhvr>
                                        <p:cTn id="139" dur="1" fill="hold">
                                          <p:stCondLst>
                                            <p:cond delay="499"/>
                                          </p:stCondLst>
                                        </p:cTn>
                                        <p:tgtEl>
                                          <p:spTgt spid="18"/>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9"/>
                                        </p:tgtEl>
                                      </p:cBhvr>
                                    </p:animEffect>
                                    <p:set>
                                      <p:cBhvr>
                                        <p:cTn id="142" dur="1" fill="hold">
                                          <p:stCondLst>
                                            <p:cond delay="499"/>
                                          </p:stCondLst>
                                        </p:cTn>
                                        <p:tgtEl>
                                          <p:spTgt spid="9"/>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17"/>
                                        </p:tgtEl>
                                      </p:cBhvr>
                                    </p:animEffect>
                                    <p:set>
                                      <p:cBhvr>
                                        <p:cTn id="145" dur="1" fill="hold">
                                          <p:stCondLst>
                                            <p:cond delay="499"/>
                                          </p:stCondLst>
                                        </p:cTn>
                                        <p:tgtEl>
                                          <p:spTgt spid="17"/>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500"/>
                                        <p:tgtEl>
                                          <p:spTgt spid="11"/>
                                        </p:tgtEl>
                                      </p:cBhvr>
                                    </p:animEffect>
                                    <p:set>
                                      <p:cBhvr>
                                        <p:cTn id="148" dur="1" fill="hold">
                                          <p:stCondLst>
                                            <p:cond delay="499"/>
                                          </p:stCondLst>
                                        </p:cTn>
                                        <p:tgtEl>
                                          <p:spTgt spid="11"/>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20"/>
                                        </p:tgtEl>
                                      </p:cBhvr>
                                    </p:animEffect>
                                    <p:set>
                                      <p:cBhvr>
                                        <p:cTn id="151" dur="1" fill="hold">
                                          <p:stCondLst>
                                            <p:cond delay="499"/>
                                          </p:stCondLst>
                                        </p:cTn>
                                        <p:tgtEl>
                                          <p:spTgt spid="20"/>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13"/>
                                        </p:tgtEl>
                                      </p:cBhvr>
                                    </p:animEffect>
                                    <p:set>
                                      <p:cBhvr>
                                        <p:cTn id="154" dur="1" fill="hold">
                                          <p:stCondLst>
                                            <p:cond delay="499"/>
                                          </p:stCondLst>
                                        </p:cTn>
                                        <p:tgtEl>
                                          <p:spTgt spid="13"/>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23"/>
                                        </p:tgtEl>
                                      </p:cBhvr>
                                    </p:animEffect>
                                    <p:set>
                                      <p:cBhvr>
                                        <p:cTn id="157" dur="1" fill="hold">
                                          <p:stCondLst>
                                            <p:cond delay="499"/>
                                          </p:stCondLst>
                                        </p:cTn>
                                        <p:tgtEl>
                                          <p:spTgt spid="23"/>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12" presetClass="entr" presetSubtype="1" fill="hold" grpId="0" nodeType="clickEffect">
                                  <p:stCondLst>
                                    <p:cond delay="0"/>
                                  </p:stCondLst>
                                  <p:childTnLst>
                                    <p:set>
                                      <p:cBhvr>
                                        <p:cTn id="161" dur="1" fill="hold">
                                          <p:stCondLst>
                                            <p:cond delay="0"/>
                                          </p:stCondLst>
                                        </p:cTn>
                                        <p:tgtEl>
                                          <p:spTgt spid="28"/>
                                        </p:tgtEl>
                                        <p:attrNameLst>
                                          <p:attrName>style.visibility</p:attrName>
                                        </p:attrNameLst>
                                      </p:cBhvr>
                                      <p:to>
                                        <p:strVal val="visible"/>
                                      </p:to>
                                    </p:set>
                                    <p:anim calcmode="lin" valueType="num">
                                      <p:cBhvr additive="base">
                                        <p:cTn id="162" dur="1000"/>
                                        <p:tgtEl>
                                          <p:spTgt spid="28"/>
                                        </p:tgtEl>
                                        <p:attrNameLst>
                                          <p:attrName>ppt_y</p:attrName>
                                        </p:attrNameLst>
                                      </p:cBhvr>
                                      <p:tavLst>
                                        <p:tav tm="0">
                                          <p:val>
                                            <p:strVal val="#ppt_y-#ppt_h*1.125000"/>
                                          </p:val>
                                        </p:tav>
                                        <p:tav tm="100000">
                                          <p:val>
                                            <p:strVal val="#ppt_y"/>
                                          </p:val>
                                        </p:tav>
                                      </p:tavLst>
                                    </p:anim>
                                    <p:animEffect transition="in" filter="wipe(down)">
                                      <p:cBhvr>
                                        <p:cTn id="163" dur="1000"/>
                                        <p:tgtEl>
                                          <p:spTgt spid="28"/>
                                        </p:tgtEl>
                                      </p:cBhvr>
                                    </p:animEffect>
                                  </p:childTnLst>
                                </p:cTn>
                              </p:par>
                            </p:childTnLst>
                          </p:cTn>
                        </p:par>
                        <p:par>
                          <p:cTn id="164" fill="hold">
                            <p:stCondLst>
                              <p:cond delay="1000"/>
                            </p:stCondLst>
                            <p:childTnLst>
                              <p:par>
                                <p:cTn id="165" presetID="22" presetClass="entr" presetSubtype="1" fill="hold" nodeType="afterEffect">
                                  <p:stCondLst>
                                    <p:cond delay="0"/>
                                  </p:stCondLst>
                                  <p:childTnLst>
                                    <p:set>
                                      <p:cBhvr>
                                        <p:cTn id="166" dur="1" fill="hold">
                                          <p:stCondLst>
                                            <p:cond delay="0"/>
                                          </p:stCondLst>
                                        </p:cTn>
                                        <p:tgtEl>
                                          <p:spTgt spid="31"/>
                                        </p:tgtEl>
                                        <p:attrNameLst>
                                          <p:attrName>style.visibility</p:attrName>
                                        </p:attrNameLst>
                                      </p:cBhvr>
                                      <p:to>
                                        <p:strVal val="visible"/>
                                      </p:to>
                                    </p:set>
                                    <p:animEffect transition="in" filter="wipe(up)">
                                      <p:cBhvr>
                                        <p:cTn id="167" dur="1000"/>
                                        <p:tgtEl>
                                          <p:spTgt spid="31"/>
                                        </p:tgtEl>
                                      </p:cBhvr>
                                    </p:animEffect>
                                  </p:childTnLst>
                                </p:cTn>
                              </p:par>
                            </p:childTnLst>
                          </p:cTn>
                        </p:par>
                        <p:par>
                          <p:cTn id="168" fill="hold">
                            <p:stCondLst>
                              <p:cond delay="2000"/>
                            </p:stCondLst>
                            <p:childTnLst>
                              <p:par>
                                <p:cTn id="169" presetID="31" presetClass="entr" presetSubtype="0" fill="hold" grpId="0" nodeType="afterEffect">
                                  <p:stCondLst>
                                    <p:cond delay="0"/>
                                  </p:stCondLst>
                                  <p:childTnLst>
                                    <p:set>
                                      <p:cBhvr>
                                        <p:cTn id="170" dur="1" fill="hold">
                                          <p:stCondLst>
                                            <p:cond delay="0"/>
                                          </p:stCondLst>
                                        </p:cTn>
                                        <p:tgtEl>
                                          <p:spTgt spid="24"/>
                                        </p:tgtEl>
                                        <p:attrNameLst>
                                          <p:attrName>style.visibility</p:attrName>
                                        </p:attrNameLst>
                                      </p:cBhvr>
                                      <p:to>
                                        <p:strVal val="visible"/>
                                      </p:to>
                                    </p:set>
                                    <p:anim calcmode="lin" valueType="num">
                                      <p:cBhvr>
                                        <p:cTn id="171" dur="1000" fill="hold"/>
                                        <p:tgtEl>
                                          <p:spTgt spid="24"/>
                                        </p:tgtEl>
                                        <p:attrNameLst>
                                          <p:attrName>ppt_w</p:attrName>
                                        </p:attrNameLst>
                                      </p:cBhvr>
                                      <p:tavLst>
                                        <p:tav tm="0">
                                          <p:val>
                                            <p:fltVal val="0"/>
                                          </p:val>
                                        </p:tav>
                                        <p:tav tm="100000">
                                          <p:val>
                                            <p:strVal val="#ppt_w"/>
                                          </p:val>
                                        </p:tav>
                                      </p:tavLst>
                                    </p:anim>
                                    <p:anim calcmode="lin" valueType="num">
                                      <p:cBhvr>
                                        <p:cTn id="172" dur="1000" fill="hold"/>
                                        <p:tgtEl>
                                          <p:spTgt spid="24"/>
                                        </p:tgtEl>
                                        <p:attrNameLst>
                                          <p:attrName>ppt_h</p:attrName>
                                        </p:attrNameLst>
                                      </p:cBhvr>
                                      <p:tavLst>
                                        <p:tav tm="0">
                                          <p:val>
                                            <p:fltVal val="0"/>
                                          </p:val>
                                        </p:tav>
                                        <p:tav tm="100000">
                                          <p:val>
                                            <p:strVal val="#ppt_h"/>
                                          </p:val>
                                        </p:tav>
                                      </p:tavLst>
                                    </p:anim>
                                    <p:anim calcmode="lin" valueType="num">
                                      <p:cBhvr>
                                        <p:cTn id="173" dur="1000" fill="hold"/>
                                        <p:tgtEl>
                                          <p:spTgt spid="24"/>
                                        </p:tgtEl>
                                        <p:attrNameLst>
                                          <p:attrName>style.rotation</p:attrName>
                                        </p:attrNameLst>
                                      </p:cBhvr>
                                      <p:tavLst>
                                        <p:tav tm="0">
                                          <p:val>
                                            <p:fltVal val="90"/>
                                          </p:val>
                                        </p:tav>
                                        <p:tav tm="100000">
                                          <p:val>
                                            <p:fltVal val="0"/>
                                          </p:val>
                                        </p:tav>
                                      </p:tavLst>
                                    </p:anim>
                                    <p:animEffect transition="in" filter="fade">
                                      <p:cBhvr>
                                        <p:cTn id="174" dur="1000"/>
                                        <p:tgtEl>
                                          <p:spTgt spid="24"/>
                                        </p:tgtEl>
                                      </p:cBhvr>
                                    </p:animEffect>
                                  </p:childTnLst>
                                </p:cTn>
                              </p:par>
                            </p:childTnLst>
                          </p:cTn>
                        </p:par>
                        <p:par>
                          <p:cTn id="175" fill="hold">
                            <p:stCondLst>
                              <p:cond delay="3000"/>
                            </p:stCondLst>
                            <p:childTnLst>
                              <p:par>
                                <p:cTn id="176" presetID="22" presetClass="entr" presetSubtype="1" fill="hold" nodeType="afterEffect">
                                  <p:stCondLst>
                                    <p:cond delay="0"/>
                                  </p:stCondLst>
                                  <p:childTnLst>
                                    <p:set>
                                      <p:cBhvr>
                                        <p:cTn id="177" dur="1" fill="hold">
                                          <p:stCondLst>
                                            <p:cond delay="0"/>
                                          </p:stCondLst>
                                        </p:cTn>
                                        <p:tgtEl>
                                          <p:spTgt spid="38"/>
                                        </p:tgtEl>
                                        <p:attrNameLst>
                                          <p:attrName>style.visibility</p:attrName>
                                        </p:attrNameLst>
                                      </p:cBhvr>
                                      <p:to>
                                        <p:strVal val="visible"/>
                                      </p:to>
                                    </p:set>
                                    <p:animEffect transition="in" filter="wipe(up)">
                                      <p:cBhvr>
                                        <p:cTn id="178" dur="1000"/>
                                        <p:tgtEl>
                                          <p:spTgt spid="38"/>
                                        </p:tgtEl>
                                      </p:cBhvr>
                                    </p:animEffect>
                                  </p:childTnLst>
                                </p:cTn>
                              </p:par>
                              <p:par>
                                <p:cTn id="179" presetID="16" presetClass="entr" presetSubtype="37" fill="hold" grpId="0" nodeType="withEffect">
                                  <p:stCondLst>
                                    <p:cond delay="0"/>
                                  </p:stCondLst>
                                  <p:childTnLst>
                                    <p:set>
                                      <p:cBhvr>
                                        <p:cTn id="180" dur="1" fill="hold">
                                          <p:stCondLst>
                                            <p:cond delay="0"/>
                                          </p:stCondLst>
                                        </p:cTn>
                                        <p:tgtEl>
                                          <p:spTgt spid="34"/>
                                        </p:tgtEl>
                                        <p:attrNameLst>
                                          <p:attrName>style.visibility</p:attrName>
                                        </p:attrNameLst>
                                      </p:cBhvr>
                                      <p:to>
                                        <p:strVal val="visible"/>
                                      </p:to>
                                    </p:set>
                                    <p:animEffect transition="in" filter="barn(outVertical)">
                                      <p:cBhvr>
                                        <p:cTn id="181" dur="1000"/>
                                        <p:tgtEl>
                                          <p:spTgt spid="34"/>
                                        </p:tgtEl>
                                      </p:cBhvr>
                                    </p:animEffect>
                                  </p:childTnLst>
                                </p:cTn>
                              </p:par>
                            </p:childTnLst>
                          </p:cTn>
                        </p:par>
                        <p:par>
                          <p:cTn id="182" fill="hold">
                            <p:stCondLst>
                              <p:cond delay="4000"/>
                            </p:stCondLst>
                            <p:childTnLst>
                              <p:par>
                                <p:cTn id="183" presetID="10" presetClass="entr" presetSubtype="0" fill="hold" grpId="0" nodeType="afterEffect">
                                  <p:stCondLst>
                                    <p:cond delay="0"/>
                                  </p:stCondLst>
                                  <p:childTnLst>
                                    <p:set>
                                      <p:cBhvr>
                                        <p:cTn id="184" dur="1" fill="hold">
                                          <p:stCondLst>
                                            <p:cond delay="0"/>
                                          </p:stCondLst>
                                        </p:cTn>
                                        <p:tgtEl>
                                          <p:spTgt spid="35"/>
                                        </p:tgtEl>
                                        <p:attrNameLst>
                                          <p:attrName>style.visibility</p:attrName>
                                        </p:attrNameLst>
                                      </p:cBhvr>
                                      <p:to>
                                        <p:strVal val="visible"/>
                                      </p:to>
                                    </p:set>
                                    <p:animEffect transition="in" filter="fade">
                                      <p:cBhvr>
                                        <p:cTn id="185" dur="500"/>
                                        <p:tgtEl>
                                          <p:spTgt spid="35"/>
                                        </p:tgtEl>
                                      </p:cBhvr>
                                    </p:animEffect>
                                  </p:childTnLst>
                                </p:cTn>
                              </p:par>
                            </p:childTnLst>
                          </p:cTn>
                        </p:par>
                      </p:childTnLst>
                    </p:cTn>
                  </p:par>
                  <p:par>
                    <p:cTn id="186" fill="hold">
                      <p:stCondLst>
                        <p:cond delay="indefinite"/>
                      </p:stCondLst>
                      <p:childTnLst>
                        <p:par>
                          <p:cTn id="187" fill="hold">
                            <p:stCondLst>
                              <p:cond delay="0"/>
                            </p:stCondLst>
                            <p:childTnLst>
                              <p:par>
                                <p:cTn id="188" presetID="12" presetClass="entr" presetSubtype="1" fill="hold" grpId="0" nodeType="clickEffect">
                                  <p:stCondLst>
                                    <p:cond delay="0"/>
                                  </p:stCondLst>
                                  <p:childTnLst>
                                    <p:set>
                                      <p:cBhvr>
                                        <p:cTn id="189" dur="1" fill="hold">
                                          <p:stCondLst>
                                            <p:cond delay="0"/>
                                          </p:stCondLst>
                                        </p:cTn>
                                        <p:tgtEl>
                                          <p:spTgt spid="29"/>
                                        </p:tgtEl>
                                        <p:attrNameLst>
                                          <p:attrName>style.visibility</p:attrName>
                                        </p:attrNameLst>
                                      </p:cBhvr>
                                      <p:to>
                                        <p:strVal val="visible"/>
                                      </p:to>
                                    </p:set>
                                    <p:anim calcmode="lin" valueType="num">
                                      <p:cBhvr additive="base">
                                        <p:cTn id="190" dur="1000"/>
                                        <p:tgtEl>
                                          <p:spTgt spid="29"/>
                                        </p:tgtEl>
                                        <p:attrNameLst>
                                          <p:attrName>ppt_y</p:attrName>
                                        </p:attrNameLst>
                                      </p:cBhvr>
                                      <p:tavLst>
                                        <p:tav tm="0">
                                          <p:val>
                                            <p:strVal val="#ppt_y-#ppt_h*1.125000"/>
                                          </p:val>
                                        </p:tav>
                                        <p:tav tm="100000">
                                          <p:val>
                                            <p:strVal val="#ppt_y"/>
                                          </p:val>
                                        </p:tav>
                                      </p:tavLst>
                                    </p:anim>
                                    <p:animEffect transition="in" filter="wipe(down)">
                                      <p:cBhvr>
                                        <p:cTn id="191" dur="1000"/>
                                        <p:tgtEl>
                                          <p:spTgt spid="29"/>
                                        </p:tgtEl>
                                      </p:cBhvr>
                                    </p:animEffect>
                                  </p:childTnLst>
                                </p:cTn>
                              </p:par>
                            </p:childTnLst>
                          </p:cTn>
                        </p:par>
                        <p:par>
                          <p:cTn id="192" fill="hold">
                            <p:stCondLst>
                              <p:cond delay="1000"/>
                            </p:stCondLst>
                            <p:childTnLst>
                              <p:par>
                                <p:cTn id="193" presetID="22" presetClass="entr" presetSubtype="1" fill="hold" nodeType="afterEffect">
                                  <p:stCondLst>
                                    <p:cond delay="0"/>
                                  </p:stCondLst>
                                  <p:childTnLst>
                                    <p:set>
                                      <p:cBhvr>
                                        <p:cTn id="194" dur="1" fill="hold">
                                          <p:stCondLst>
                                            <p:cond delay="0"/>
                                          </p:stCondLst>
                                        </p:cTn>
                                        <p:tgtEl>
                                          <p:spTgt spid="32"/>
                                        </p:tgtEl>
                                        <p:attrNameLst>
                                          <p:attrName>style.visibility</p:attrName>
                                        </p:attrNameLst>
                                      </p:cBhvr>
                                      <p:to>
                                        <p:strVal val="visible"/>
                                      </p:to>
                                    </p:set>
                                    <p:animEffect transition="in" filter="wipe(up)">
                                      <p:cBhvr>
                                        <p:cTn id="195" dur="1000"/>
                                        <p:tgtEl>
                                          <p:spTgt spid="32"/>
                                        </p:tgtEl>
                                      </p:cBhvr>
                                    </p:animEffect>
                                  </p:childTnLst>
                                </p:cTn>
                              </p:par>
                            </p:childTnLst>
                          </p:cTn>
                        </p:par>
                        <p:par>
                          <p:cTn id="196" fill="hold">
                            <p:stCondLst>
                              <p:cond delay="2000"/>
                            </p:stCondLst>
                            <p:childTnLst>
                              <p:par>
                                <p:cTn id="197" presetID="31" presetClass="entr" presetSubtype="0" fill="hold" grpId="0" nodeType="afterEffect">
                                  <p:stCondLst>
                                    <p:cond delay="0"/>
                                  </p:stCondLst>
                                  <p:childTnLst>
                                    <p:set>
                                      <p:cBhvr>
                                        <p:cTn id="198" dur="1" fill="hold">
                                          <p:stCondLst>
                                            <p:cond delay="0"/>
                                          </p:stCondLst>
                                        </p:cTn>
                                        <p:tgtEl>
                                          <p:spTgt spid="25"/>
                                        </p:tgtEl>
                                        <p:attrNameLst>
                                          <p:attrName>style.visibility</p:attrName>
                                        </p:attrNameLst>
                                      </p:cBhvr>
                                      <p:to>
                                        <p:strVal val="visible"/>
                                      </p:to>
                                    </p:set>
                                    <p:anim calcmode="lin" valueType="num">
                                      <p:cBhvr>
                                        <p:cTn id="199" dur="1000" fill="hold"/>
                                        <p:tgtEl>
                                          <p:spTgt spid="25"/>
                                        </p:tgtEl>
                                        <p:attrNameLst>
                                          <p:attrName>ppt_w</p:attrName>
                                        </p:attrNameLst>
                                      </p:cBhvr>
                                      <p:tavLst>
                                        <p:tav tm="0">
                                          <p:val>
                                            <p:fltVal val="0"/>
                                          </p:val>
                                        </p:tav>
                                        <p:tav tm="100000">
                                          <p:val>
                                            <p:strVal val="#ppt_w"/>
                                          </p:val>
                                        </p:tav>
                                      </p:tavLst>
                                    </p:anim>
                                    <p:anim calcmode="lin" valueType="num">
                                      <p:cBhvr>
                                        <p:cTn id="200" dur="1000" fill="hold"/>
                                        <p:tgtEl>
                                          <p:spTgt spid="25"/>
                                        </p:tgtEl>
                                        <p:attrNameLst>
                                          <p:attrName>ppt_h</p:attrName>
                                        </p:attrNameLst>
                                      </p:cBhvr>
                                      <p:tavLst>
                                        <p:tav tm="0">
                                          <p:val>
                                            <p:fltVal val="0"/>
                                          </p:val>
                                        </p:tav>
                                        <p:tav tm="100000">
                                          <p:val>
                                            <p:strVal val="#ppt_h"/>
                                          </p:val>
                                        </p:tav>
                                      </p:tavLst>
                                    </p:anim>
                                    <p:anim calcmode="lin" valueType="num">
                                      <p:cBhvr>
                                        <p:cTn id="201" dur="1000" fill="hold"/>
                                        <p:tgtEl>
                                          <p:spTgt spid="25"/>
                                        </p:tgtEl>
                                        <p:attrNameLst>
                                          <p:attrName>style.rotation</p:attrName>
                                        </p:attrNameLst>
                                      </p:cBhvr>
                                      <p:tavLst>
                                        <p:tav tm="0">
                                          <p:val>
                                            <p:fltVal val="90"/>
                                          </p:val>
                                        </p:tav>
                                        <p:tav tm="100000">
                                          <p:val>
                                            <p:fltVal val="0"/>
                                          </p:val>
                                        </p:tav>
                                      </p:tavLst>
                                    </p:anim>
                                    <p:animEffect transition="in" filter="fade">
                                      <p:cBhvr>
                                        <p:cTn id="202" dur="1000"/>
                                        <p:tgtEl>
                                          <p:spTgt spid="25"/>
                                        </p:tgtEl>
                                      </p:cBhvr>
                                    </p:animEffect>
                                  </p:childTnLst>
                                </p:cTn>
                              </p:par>
                            </p:childTnLst>
                          </p:cTn>
                        </p:par>
                        <p:par>
                          <p:cTn id="203" fill="hold">
                            <p:stCondLst>
                              <p:cond delay="3000"/>
                            </p:stCondLst>
                            <p:childTnLst>
                              <p:par>
                                <p:cTn id="204" presetID="22" presetClass="entr" presetSubtype="1" fill="hold" nodeType="afterEffect">
                                  <p:stCondLst>
                                    <p:cond delay="0"/>
                                  </p:stCondLst>
                                  <p:childTnLst>
                                    <p:set>
                                      <p:cBhvr>
                                        <p:cTn id="205" dur="1" fill="hold">
                                          <p:stCondLst>
                                            <p:cond delay="0"/>
                                          </p:stCondLst>
                                        </p:cTn>
                                        <p:tgtEl>
                                          <p:spTgt spid="39"/>
                                        </p:tgtEl>
                                        <p:attrNameLst>
                                          <p:attrName>style.visibility</p:attrName>
                                        </p:attrNameLst>
                                      </p:cBhvr>
                                      <p:to>
                                        <p:strVal val="visible"/>
                                      </p:to>
                                    </p:set>
                                    <p:animEffect transition="in" filter="wipe(up)">
                                      <p:cBhvr>
                                        <p:cTn id="206" dur="1000"/>
                                        <p:tgtEl>
                                          <p:spTgt spid="39"/>
                                        </p:tgtEl>
                                      </p:cBhvr>
                                    </p:animEffect>
                                  </p:childTnLst>
                                </p:cTn>
                              </p:par>
                            </p:childTnLst>
                          </p:cTn>
                        </p:par>
                        <p:par>
                          <p:cTn id="207" fill="hold">
                            <p:stCondLst>
                              <p:cond delay="4000"/>
                            </p:stCondLst>
                            <p:childTnLst>
                              <p:par>
                                <p:cTn id="208" presetID="10" presetClass="entr" presetSubtype="0" fill="hold" grpId="0" nodeType="afterEffect">
                                  <p:stCondLst>
                                    <p:cond delay="0"/>
                                  </p:stCondLst>
                                  <p:childTnLst>
                                    <p:set>
                                      <p:cBhvr>
                                        <p:cTn id="209" dur="1" fill="hold">
                                          <p:stCondLst>
                                            <p:cond delay="0"/>
                                          </p:stCondLst>
                                        </p:cTn>
                                        <p:tgtEl>
                                          <p:spTgt spid="36"/>
                                        </p:tgtEl>
                                        <p:attrNameLst>
                                          <p:attrName>style.visibility</p:attrName>
                                        </p:attrNameLst>
                                      </p:cBhvr>
                                      <p:to>
                                        <p:strVal val="visible"/>
                                      </p:to>
                                    </p:set>
                                    <p:animEffect transition="in" filter="fade">
                                      <p:cBhvr>
                                        <p:cTn id="210" dur="500"/>
                                        <p:tgtEl>
                                          <p:spTgt spid="36"/>
                                        </p:tgtEl>
                                      </p:cBhvr>
                                    </p:animEffect>
                                  </p:childTnLst>
                                </p:cTn>
                              </p:par>
                            </p:childTnLst>
                          </p:cTn>
                        </p:par>
                      </p:childTnLst>
                    </p:cTn>
                  </p:par>
                  <p:par>
                    <p:cTn id="211" fill="hold">
                      <p:stCondLst>
                        <p:cond delay="indefinite"/>
                      </p:stCondLst>
                      <p:childTnLst>
                        <p:par>
                          <p:cTn id="212" fill="hold">
                            <p:stCondLst>
                              <p:cond delay="0"/>
                            </p:stCondLst>
                            <p:childTnLst>
                              <p:par>
                                <p:cTn id="213" presetID="12" presetClass="entr" presetSubtype="1" fill="hold" grpId="0" nodeType="clickEffect">
                                  <p:stCondLst>
                                    <p:cond delay="0"/>
                                  </p:stCondLst>
                                  <p:childTnLst>
                                    <p:set>
                                      <p:cBhvr>
                                        <p:cTn id="214" dur="1" fill="hold">
                                          <p:stCondLst>
                                            <p:cond delay="0"/>
                                          </p:stCondLst>
                                        </p:cTn>
                                        <p:tgtEl>
                                          <p:spTgt spid="30"/>
                                        </p:tgtEl>
                                        <p:attrNameLst>
                                          <p:attrName>style.visibility</p:attrName>
                                        </p:attrNameLst>
                                      </p:cBhvr>
                                      <p:to>
                                        <p:strVal val="visible"/>
                                      </p:to>
                                    </p:set>
                                    <p:anim calcmode="lin" valueType="num">
                                      <p:cBhvr additive="base">
                                        <p:cTn id="215" dur="1000"/>
                                        <p:tgtEl>
                                          <p:spTgt spid="30"/>
                                        </p:tgtEl>
                                        <p:attrNameLst>
                                          <p:attrName>ppt_y</p:attrName>
                                        </p:attrNameLst>
                                      </p:cBhvr>
                                      <p:tavLst>
                                        <p:tav tm="0">
                                          <p:val>
                                            <p:strVal val="#ppt_y-#ppt_h*1.125000"/>
                                          </p:val>
                                        </p:tav>
                                        <p:tav tm="100000">
                                          <p:val>
                                            <p:strVal val="#ppt_y"/>
                                          </p:val>
                                        </p:tav>
                                      </p:tavLst>
                                    </p:anim>
                                    <p:animEffect transition="in" filter="wipe(down)">
                                      <p:cBhvr>
                                        <p:cTn id="216" dur="1000"/>
                                        <p:tgtEl>
                                          <p:spTgt spid="30"/>
                                        </p:tgtEl>
                                      </p:cBhvr>
                                    </p:animEffect>
                                  </p:childTnLst>
                                </p:cTn>
                              </p:par>
                            </p:childTnLst>
                          </p:cTn>
                        </p:par>
                        <p:par>
                          <p:cTn id="217" fill="hold">
                            <p:stCondLst>
                              <p:cond delay="1000"/>
                            </p:stCondLst>
                            <p:childTnLst>
                              <p:par>
                                <p:cTn id="218" presetID="22" presetClass="entr" presetSubtype="1" fill="hold" nodeType="afterEffect">
                                  <p:stCondLst>
                                    <p:cond delay="0"/>
                                  </p:stCondLst>
                                  <p:childTnLst>
                                    <p:set>
                                      <p:cBhvr>
                                        <p:cTn id="219" dur="1" fill="hold">
                                          <p:stCondLst>
                                            <p:cond delay="0"/>
                                          </p:stCondLst>
                                        </p:cTn>
                                        <p:tgtEl>
                                          <p:spTgt spid="33"/>
                                        </p:tgtEl>
                                        <p:attrNameLst>
                                          <p:attrName>style.visibility</p:attrName>
                                        </p:attrNameLst>
                                      </p:cBhvr>
                                      <p:to>
                                        <p:strVal val="visible"/>
                                      </p:to>
                                    </p:set>
                                    <p:animEffect transition="in" filter="wipe(up)">
                                      <p:cBhvr>
                                        <p:cTn id="220" dur="1000"/>
                                        <p:tgtEl>
                                          <p:spTgt spid="33"/>
                                        </p:tgtEl>
                                      </p:cBhvr>
                                    </p:animEffect>
                                  </p:childTnLst>
                                </p:cTn>
                              </p:par>
                            </p:childTnLst>
                          </p:cTn>
                        </p:par>
                        <p:par>
                          <p:cTn id="221" fill="hold">
                            <p:stCondLst>
                              <p:cond delay="2000"/>
                            </p:stCondLst>
                            <p:childTnLst>
                              <p:par>
                                <p:cTn id="222" presetID="31" presetClass="entr" presetSubtype="0" fill="hold" grpId="0" nodeType="afterEffect">
                                  <p:stCondLst>
                                    <p:cond delay="0"/>
                                  </p:stCondLst>
                                  <p:childTnLst>
                                    <p:set>
                                      <p:cBhvr>
                                        <p:cTn id="223" dur="1" fill="hold">
                                          <p:stCondLst>
                                            <p:cond delay="0"/>
                                          </p:stCondLst>
                                        </p:cTn>
                                        <p:tgtEl>
                                          <p:spTgt spid="26"/>
                                        </p:tgtEl>
                                        <p:attrNameLst>
                                          <p:attrName>style.visibility</p:attrName>
                                        </p:attrNameLst>
                                      </p:cBhvr>
                                      <p:to>
                                        <p:strVal val="visible"/>
                                      </p:to>
                                    </p:set>
                                    <p:anim calcmode="lin" valueType="num">
                                      <p:cBhvr>
                                        <p:cTn id="224" dur="1000" fill="hold"/>
                                        <p:tgtEl>
                                          <p:spTgt spid="26"/>
                                        </p:tgtEl>
                                        <p:attrNameLst>
                                          <p:attrName>ppt_w</p:attrName>
                                        </p:attrNameLst>
                                      </p:cBhvr>
                                      <p:tavLst>
                                        <p:tav tm="0">
                                          <p:val>
                                            <p:fltVal val="0"/>
                                          </p:val>
                                        </p:tav>
                                        <p:tav tm="100000">
                                          <p:val>
                                            <p:strVal val="#ppt_w"/>
                                          </p:val>
                                        </p:tav>
                                      </p:tavLst>
                                    </p:anim>
                                    <p:anim calcmode="lin" valueType="num">
                                      <p:cBhvr>
                                        <p:cTn id="225" dur="1000" fill="hold"/>
                                        <p:tgtEl>
                                          <p:spTgt spid="26"/>
                                        </p:tgtEl>
                                        <p:attrNameLst>
                                          <p:attrName>ppt_h</p:attrName>
                                        </p:attrNameLst>
                                      </p:cBhvr>
                                      <p:tavLst>
                                        <p:tav tm="0">
                                          <p:val>
                                            <p:fltVal val="0"/>
                                          </p:val>
                                        </p:tav>
                                        <p:tav tm="100000">
                                          <p:val>
                                            <p:strVal val="#ppt_h"/>
                                          </p:val>
                                        </p:tav>
                                      </p:tavLst>
                                    </p:anim>
                                    <p:anim calcmode="lin" valueType="num">
                                      <p:cBhvr>
                                        <p:cTn id="226" dur="1000" fill="hold"/>
                                        <p:tgtEl>
                                          <p:spTgt spid="26"/>
                                        </p:tgtEl>
                                        <p:attrNameLst>
                                          <p:attrName>style.rotation</p:attrName>
                                        </p:attrNameLst>
                                      </p:cBhvr>
                                      <p:tavLst>
                                        <p:tav tm="0">
                                          <p:val>
                                            <p:fltVal val="90"/>
                                          </p:val>
                                        </p:tav>
                                        <p:tav tm="100000">
                                          <p:val>
                                            <p:fltVal val="0"/>
                                          </p:val>
                                        </p:tav>
                                      </p:tavLst>
                                    </p:anim>
                                    <p:animEffect transition="in" filter="fade">
                                      <p:cBhvr>
                                        <p:cTn id="227" dur="1000"/>
                                        <p:tgtEl>
                                          <p:spTgt spid="26"/>
                                        </p:tgtEl>
                                      </p:cBhvr>
                                    </p:animEffect>
                                  </p:childTnLst>
                                </p:cTn>
                              </p:par>
                            </p:childTnLst>
                          </p:cTn>
                        </p:par>
                        <p:par>
                          <p:cTn id="228" fill="hold">
                            <p:stCondLst>
                              <p:cond delay="3000"/>
                            </p:stCondLst>
                            <p:childTnLst>
                              <p:par>
                                <p:cTn id="229" presetID="22" presetClass="entr" presetSubtype="1" fill="hold" nodeType="afterEffect">
                                  <p:stCondLst>
                                    <p:cond delay="0"/>
                                  </p:stCondLst>
                                  <p:childTnLst>
                                    <p:set>
                                      <p:cBhvr>
                                        <p:cTn id="230" dur="1" fill="hold">
                                          <p:stCondLst>
                                            <p:cond delay="0"/>
                                          </p:stCondLst>
                                        </p:cTn>
                                        <p:tgtEl>
                                          <p:spTgt spid="40"/>
                                        </p:tgtEl>
                                        <p:attrNameLst>
                                          <p:attrName>style.visibility</p:attrName>
                                        </p:attrNameLst>
                                      </p:cBhvr>
                                      <p:to>
                                        <p:strVal val="visible"/>
                                      </p:to>
                                    </p:set>
                                    <p:animEffect transition="in" filter="wipe(up)">
                                      <p:cBhvr>
                                        <p:cTn id="231" dur="1000"/>
                                        <p:tgtEl>
                                          <p:spTgt spid="40"/>
                                        </p:tgtEl>
                                      </p:cBhvr>
                                    </p:animEffect>
                                  </p:childTnLst>
                                </p:cTn>
                              </p:par>
                            </p:childTnLst>
                          </p:cTn>
                        </p:par>
                        <p:par>
                          <p:cTn id="232" fill="hold">
                            <p:stCondLst>
                              <p:cond delay="4000"/>
                            </p:stCondLst>
                            <p:childTnLst>
                              <p:par>
                                <p:cTn id="233" presetID="10" presetClass="entr" presetSubtype="0" fill="hold" grpId="0" nodeType="afterEffect">
                                  <p:stCondLst>
                                    <p:cond delay="0"/>
                                  </p:stCondLst>
                                  <p:childTnLst>
                                    <p:set>
                                      <p:cBhvr>
                                        <p:cTn id="234" dur="1" fill="hold">
                                          <p:stCondLst>
                                            <p:cond delay="0"/>
                                          </p:stCondLst>
                                        </p:cTn>
                                        <p:tgtEl>
                                          <p:spTgt spid="37"/>
                                        </p:tgtEl>
                                        <p:attrNameLst>
                                          <p:attrName>style.visibility</p:attrName>
                                        </p:attrNameLst>
                                      </p:cBhvr>
                                      <p:to>
                                        <p:strVal val="visible"/>
                                      </p:to>
                                    </p:set>
                                    <p:animEffect transition="in" filter="fade">
                                      <p:cBhvr>
                                        <p:cTn id="235" dur="500"/>
                                        <p:tgtEl>
                                          <p:spTgt spid="37"/>
                                        </p:tgtEl>
                                      </p:cBhvr>
                                    </p:animEffect>
                                  </p:childTnLst>
                                </p:cTn>
                              </p:par>
                            </p:childTnLst>
                          </p:cTn>
                        </p:par>
                      </p:childTnLst>
                    </p:cTn>
                  </p:par>
                  <p:par>
                    <p:cTn id="236" fill="hold">
                      <p:stCondLst>
                        <p:cond delay="indefinite"/>
                      </p:stCondLst>
                      <p:childTnLst>
                        <p:par>
                          <p:cTn id="237" fill="hold">
                            <p:stCondLst>
                              <p:cond delay="0"/>
                            </p:stCondLst>
                            <p:childTnLst>
                              <p:par>
                                <p:cTn id="238" presetID="12" presetClass="entr" presetSubtype="1" fill="hold" grpId="0" nodeType="clickEffect">
                                  <p:stCondLst>
                                    <p:cond delay="0"/>
                                  </p:stCondLst>
                                  <p:childTnLst>
                                    <p:set>
                                      <p:cBhvr>
                                        <p:cTn id="239" dur="1" fill="hold">
                                          <p:stCondLst>
                                            <p:cond delay="0"/>
                                          </p:stCondLst>
                                        </p:cTn>
                                        <p:tgtEl>
                                          <p:spTgt spid="64"/>
                                        </p:tgtEl>
                                        <p:attrNameLst>
                                          <p:attrName>style.visibility</p:attrName>
                                        </p:attrNameLst>
                                      </p:cBhvr>
                                      <p:to>
                                        <p:strVal val="visible"/>
                                      </p:to>
                                    </p:set>
                                    <p:anim calcmode="lin" valueType="num">
                                      <p:cBhvr additive="base">
                                        <p:cTn id="240" dur="1000"/>
                                        <p:tgtEl>
                                          <p:spTgt spid="64"/>
                                        </p:tgtEl>
                                        <p:attrNameLst>
                                          <p:attrName>ppt_y</p:attrName>
                                        </p:attrNameLst>
                                      </p:cBhvr>
                                      <p:tavLst>
                                        <p:tav tm="0">
                                          <p:val>
                                            <p:strVal val="#ppt_y-#ppt_h*1.125000"/>
                                          </p:val>
                                        </p:tav>
                                        <p:tav tm="100000">
                                          <p:val>
                                            <p:strVal val="#ppt_y"/>
                                          </p:val>
                                        </p:tav>
                                      </p:tavLst>
                                    </p:anim>
                                    <p:animEffect transition="in" filter="wipe(down)">
                                      <p:cBhvr>
                                        <p:cTn id="241" dur="1000"/>
                                        <p:tgtEl>
                                          <p:spTgt spid="64"/>
                                        </p:tgtEl>
                                      </p:cBhvr>
                                    </p:animEffect>
                                  </p:childTnLst>
                                </p:cTn>
                              </p:par>
                            </p:childTnLst>
                          </p:cTn>
                        </p:par>
                        <p:par>
                          <p:cTn id="242" fill="hold">
                            <p:stCondLst>
                              <p:cond delay="1000"/>
                            </p:stCondLst>
                            <p:childTnLst>
                              <p:par>
                                <p:cTn id="243" presetID="22" presetClass="entr" presetSubtype="8" fill="hold" grpId="0" nodeType="afterEffect">
                                  <p:stCondLst>
                                    <p:cond delay="0"/>
                                  </p:stCondLst>
                                  <p:childTnLst>
                                    <p:set>
                                      <p:cBhvr>
                                        <p:cTn id="244" dur="1" fill="hold">
                                          <p:stCondLst>
                                            <p:cond delay="0"/>
                                          </p:stCondLst>
                                        </p:cTn>
                                        <p:tgtEl>
                                          <p:spTgt spid="65"/>
                                        </p:tgtEl>
                                        <p:attrNameLst>
                                          <p:attrName>style.visibility</p:attrName>
                                        </p:attrNameLst>
                                      </p:cBhvr>
                                      <p:to>
                                        <p:strVal val="visible"/>
                                      </p:to>
                                    </p:set>
                                    <p:animEffect transition="in" filter="wipe(left)">
                                      <p:cBhvr>
                                        <p:cTn id="245" dur="1000"/>
                                        <p:tgtEl>
                                          <p:spTgt spid="65"/>
                                        </p:tgtEl>
                                      </p:cBhvr>
                                    </p:animEffect>
                                  </p:childTnLst>
                                </p:cTn>
                              </p:par>
                            </p:childTnLst>
                          </p:cTn>
                        </p:par>
                      </p:childTnLst>
                    </p:cTn>
                  </p:par>
                  <p:par>
                    <p:cTn id="246" fill="hold">
                      <p:stCondLst>
                        <p:cond delay="indefinite"/>
                      </p:stCondLst>
                      <p:childTnLst>
                        <p:par>
                          <p:cTn id="247" fill="hold">
                            <p:stCondLst>
                              <p:cond delay="0"/>
                            </p:stCondLst>
                            <p:childTnLst>
                              <p:par>
                                <p:cTn id="248" presetID="42" presetClass="entr" presetSubtype="0" fill="hold" grpId="0" nodeType="clickEffect">
                                  <p:stCondLst>
                                    <p:cond delay="0"/>
                                  </p:stCondLst>
                                  <p:childTnLst>
                                    <p:set>
                                      <p:cBhvr>
                                        <p:cTn id="249" dur="1" fill="hold">
                                          <p:stCondLst>
                                            <p:cond delay="0"/>
                                          </p:stCondLst>
                                        </p:cTn>
                                        <p:tgtEl>
                                          <p:spTgt spid="66"/>
                                        </p:tgtEl>
                                        <p:attrNameLst>
                                          <p:attrName>style.visibility</p:attrName>
                                        </p:attrNameLst>
                                      </p:cBhvr>
                                      <p:to>
                                        <p:strVal val="visible"/>
                                      </p:to>
                                    </p:set>
                                    <p:animEffect transition="in" filter="fade">
                                      <p:cBhvr>
                                        <p:cTn id="250" dur="1000"/>
                                        <p:tgtEl>
                                          <p:spTgt spid="66"/>
                                        </p:tgtEl>
                                      </p:cBhvr>
                                    </p:animEffect>
                                    <p:anim calcmode="lin" valueType="num">
                                      <p:cBhvr>
                                        <p:cTn id="251" dur="1000" fill="hold"/>
                                        <p:tgtEl>
                                          <p:spTgt spid="66"/>
                                        </p:tgtEl>
                                        <p:attrNameLst>
                                          <p:attrName>ppt_x</p:attrName>
                                        </p:attrNameLst>
                                      </p:cBhvr>
                                      <p:tavLst>
                                        <p:tav tm="0">
                                          <p:val>
                                            <p:strVal val="#ppt_x"/>
                                          </p:val>
                                        </p:tav>
                                        <p:tav tm="100000">
                                          <p:val>
                                            <p:strVal val="#ppt_x"/>
                                          </p:val>
                                        </p:tav>
                                      </p:tavLst>
                                    </p:anim>
                                    <p:anim calcmode="lin" valueType="num">
                                      <p:cBhvr>
                                        <p:cTn id="252" dur="1000" fill="hold"/>
                                        <p:tgtEl>
                                          <p:spTgt spid="66"/>
                                        </p:tgtEl>
                                        <p:attrNameLst>
                                          <p:attrName>ppt_y</p:attrName>
                                        </p:attrNameLst>
                                      </p:cBhvr>
                                      <p:tavLst>
                                        <p:tav tm="0">
                                          <p:val>
                                            <p:strVal val="#ppt_y+.1"/>
                                          </p:val>
                                        </p:tav>
                                        <p:tav tm="100000">
                                          <p:val>
                                            <p:strVal val="#ppt_y"/>
                                          </p:val>
                                        </p:tav>
                                      </p:tavLst>
                                    </p:anim>
                                  </p:childTnLst>
                                </p:cTn>
                              </p:par>
                              <p:par>
                                <p:cTn id="253" presetID="10" presetClass="exit" presetSubtype="0" fill="hold" grpId="1" nodeType="withEffect">
                                  <p:stCondLst>
                                    <p:cond delay="500"/>
                                  </p:stCondLst>
                                  <p:childTnLst>
                                    <p:animEffect transition="out" filter="fade">
                                      <p:cBhvr>
                                        <p:cTn id="254" dur="500"/>
                                        <p:tgtEl>
                                          <p:spTgt spid="24"/>
                                        </p:tgtEl>
                                      </p:cBhvr>
                                    </p:animEffect>
                                    <p:set>
                                      <p:cBhvr>
                                        <p:cTn id="255" dur="1" fill="hold">
                                          <p:stCondLst>
                                            <p:cond delay="499"/>
                                          </p:stCondLst>
                                        </p:cTn>
                                        <p:tgtEl>
                                          <p:spTgt spid="24"/>
                                        </p:tgtEl>
                                        <p:attrNameLst>
                                          <p:attrName>style.visibility</p:attrName>
                                        </p:attrNameLst>
                                      </p:cBhvr>
                                      <p:to>
                                        <p:strVal val="hidden"/>
                                      </p:to>
                                    </p:set>
                                  </p:childTnLst>
                                </p:cTn>
                              </p:par>
                            </p:childTnLst>
                          </p:cTn>
                        </p:par>
                      </p:childTnLst>
                    </p:cTn>
                  </p:par>
                  <p:par>
                    <p:cTn id="256" fill="hold">
                      <p:stCondLst>
                        <p:cond delay="indefinite"/>
                      </p:stCondLst>
                      <p:childTnLst>
                        <p:par>
                          <p:cTn id="257" fill="hold">
                            <p:stCondLst>
                              <p:cond delay="0"/>
                            </p:stCondLst>
                            <p:childTnLst>
                              <p:par>
                                <p:cTn id="258" presetID="42" presetClass="entr" presetSubtype="0" fill="hold" grpId="0" nodeType="clickEffect">
                                  <p:stCondLst>
                                    <p:cond delay="0"/>
                                  </p:stCondLst>
                                  <p:childTnLst>
                                    <p:set>
                                      <p:cBhvr>
                                        <p:cTn id="259" dur="1" fill="hold">
                                          <p:stCondLst>
                                            <p:cond delay="0"/>
                                          </p:stCondLst>
                                        </p:cTn>
                                        <p:tgtEl>
                                          <p:spTgt spid="67"/>
                                        </p:tgtEl>
                                        <p:attrNameLst>
                                          <p:attrName>style.visibility</p:attrName>
                                        </p:attrNameLst>
                                      </p:cBhvr>
                                      <p:to>
                                        <p:strVal val="visible"/>
                                      </p:to>
                                    </p:set>
                                    <p:animEffect transition="in" filter="fade">
                                      <p:cBhvr>
                                        <p:cTn id="260" dur="1000"/>
                                        <p:tgtEl>
                                          <p:spTgt spid="67"/>
                                        </p:tgtEl>
                                      </p:cBhvr>
                                    </p:animEffect>
                                    <p:anim calcmode="lin" valueType="num">
                                      <p:cBhvr>
                                        <p:cTn id="261" dur="1000" fill="hold"/>
                                        <p:tgtEl>
                                          <p:spTgt spid="67"/>
                                        </p:tgtEl>
                                        <p:attrNameLst>
                                          <p:attrName>ppt_x</p:attrName>
                                        </p:attrNameLst>
                                      </p:cBhvr>
                                      <p:tavLst>
                                        <p:tav tm="0">
                                          <p:val>
                                            <p:strVal val="#ppt_x"/>
                                          </p:val>
                                        </p:tav>
                                        <p:tav tm="100000">
                                          <p:val>
                                            <p:strVal val="#ppt_x"/>
                                          </p:val>
                                        </p:tav>
                                      </p:tavLst>
                                    </p:anim>
                                    <p:anim calcmode="lin" valueType="num">
                                      <p:cBhvr>
                                        <p:cTn id="262" dur="1000" fill="hold"/>
                                        <p:tgtEl>
                                          <p:spTgt spid="67"/>
                                        </p:tgtEl>
                                        <p:attrNameLst>
                                          <p:attrName>ppt_y</p:attrName>
                                        </p:attrNameLst>
                                      </p:cBhvr>
                                      <p:tavLst>
                                        <p:tav tm="0">
                                          <p:val>
                                            <p:strVal val="#ppt_y+.1"/>
                                          </p:val>
                                        </p:tav>
                                        <p:tav tm="100000">
                                          <p:val>
                                            <p:strVal val="#ppt_y"/>
                                          </p:val>
                                        </p:tav>
                                      </p:tavLst>
                                    </p:anim>
                                  </p:childTnLst>
                                </p:cTn>
                              </p:par>
                              <p:par>
                                <p:cTn id="263" presetID="10" presetClass="exit" presetSubtype="0" fill="hold" grpId="1" nodeType="withEffect">
                                  <p:stCondLst>
                                    <p:cond delay="500"/>
                                  </p:stCondLst>
                                  <p:childTnLst>
                                    <p:animEffect transition="out" filter="fade">
                                      <p:cBhvr>
                                        <p:cTn id="264" dur="500"/>
                                        <p:tgtEl>
                                          <p:spTgt spid="25"/>
                                        </p:tgtEl>
                                      </p:cBhvr>
                                    </p:animEffect>
                                    <p:set>
                                      <p:cBhvr>
                                        <p:cTn id="265" dur="1" fill="hold">
                                          <p:stCondLst>
                                            <p:cond delay="499"/>
                                          </p:stCondLst>
                                        </p:cTn>
                                        <p:tgtEl>
                                          <p:spTgt spid="25"/>
                                        </p:tgtEl>
                                        <p:attrNameLst>
                                          <p:attrName>style.visibility</p:attrName>
                                        </p:attrNameLst>
                                      </p:cBhvr>
                                      <p:to>
                                        <p:strVal val="hidden"/>
                                      </p:to>
                                    </p:set>
                                  </p:childTnLst>
                                </p:cTn>
                              </p:par>
                            </p:childTnLst>
                          </p:cTn>
                        </p:par>
                      </p:childTnLst>
                    </p:cTn>
                  </p:par>
                  <p:par>
                    <p:cTn id="266" fill="hold">
                      <p:stCondLst>
                        <p:cond delay="indefinite"/>
                      </p:stCondLst>
                      <p:childTnLst>
                        <p:par>
                          <p:cTn id="267" fill="hold">
                            <p:stCondLst>
                              <p:cond delay="0"/>
                            </p:stCondLst>
                            <p:childTnLst>
                              <p:par>
                                <p:cTn id="268" presetID="42" presetClass="entr" presetSubtype="0" fill="hold" grpId="0" nodeType="clickEffect">
                                  <p:stCondLst>
                                    <p:cond delay="0"/>
                                  </p:stCondLst>
                                  <p:childTnLst>
                                    <p:set>
                                      <p:cBhvr>
                                        <p:cTn id="269" dur="1" fill="hold">
                                          <p:stCondLst>
                                            <p:cond delay="0"/>
                                          </p:stCondLst>
                                        </p:cTn>
                                        <p:tgtEl>
                                          <p:spTgt spid="68"/>
                                        </p:tgtEl>
                                        <p:attrNameLst>
                                          <p:attrName>style.visibility</p:attrName>
                                        </p:attrNameLst>
                                      </p:cBhvr>
                                      <p:to>
                                        <p:strVal val="visible"/>
                                      </p:to>
                                    </p:set>
                                    <p:animEffect transition="in" filter="fade">
                                      <p:cBhvr>
                                        <p:cTn id="270" dur="1000"/>
                                        <p:tgtEl>
                                          <p:spTgt spid="68"/>
                                        </p:tgtEl>
                                      </p:cBhvr>
                                    </p:animEffect>
                                    <p:anim calcmode="lin" valueType="num">
                                      <p:cBhvr>
                                        <p:cTn id="271" dur="1000" fill="hold"/>
                                        <p:tgtEl>
                                          <p:spTgt spid="68"/>
                                        </p:tgtEl>
                                        <p:attrNameLst>
                                          <p:attrName>ppt_x</p:attrName>
                                        </p:attrNameLst>
                                      </p:cBhvr>
                                      <p:tavLst>
                                        <p:tav tm="0">
                                          <p:val>
                                            <p:strVal val="#ppt_x"/>
                                          </p:val>
                                        </p:tav>
                                        <p:tav tm="100000">
                                          <p:val>
                                            <p:strVal val="#ppt_x"/>
                                          </p:val>
                                        </p:tav>
                                      </p:tavLst>
                                    </p:anim>
                                    <p:anim calcmode="lin" valueType="num">
                                      <p:cBhvr>
                                        <p:cTn id="272" dur="1000" fill="hold"/>
                                        <p:tgtEl>
                                          <p:spTgt spid="68"/>
                                        </p:tgtEl>
                                        <p:attrNameLst>
                                          <p:attrName>ppt_y</p:attrName>
                                        </p:attrNameLst>
                                      </p:cBhvr>
                                      <p:tavLst>
                                        <p:tav tm="0">
                                          <p:val>
                                            <p:strVal val="#ppt_y+.1"/>
                                          </p:val>
                                        </p:tav>
                                        <p:tav tm="100000">
                                          <p:val>
                                            <p:strVal val="#ppt_y"/>
                                          </p:val>
                                        </p:tav>
                                      </p:tavLst>
                                    </p:anim>
                                  </p:childTnLst>
                                </p:cTn>
                              </p:par>
                              <p:par>
                                <p:cTn id="273" presetID="10" presetClass="exit" presetSubtype="0" fill="hold" grpId="1" nodeType="withEffect">
                                  <p:stCondLst>
                                    <p:cond delay="0"/>
                                  </p:stCondLst>
                                  <p:childTnLst>
                                    <p:animEffect transition="out" filter="fade">
                                      <p:cBhvr>
                                        <p:cTn id="274" dur="500"/>
                                        <p:tgtEl>
                                          <p:spTgt spid="26"/>
                                        </p:tgtEl>
                                      </p:cBhvr>
                                    </p:animEffect>
                                    <p:set>
                                      <p:cBhvr>
                                        <p:cTn id="275"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p:bldP spid="8" grpId="0"/>
      <p:bldP spid="10" grpId="0"/>
      <p:bldP spid="12" grpId="0"/>
      <p:bldP spid="14" grpId="0" animBg="1"/>
      <p:bldP spid="14" grpId="1" animBg="1"/>
      <p:bldP spid="15" grpId="0"/>
      <p:bldP spid="16" grpId="0"/>
      <p:bldP spid="18" grpId="0" animBg="1"/>
      <p:bldP spid="18" grpId="1" animBg="1"/>
      <p:bldP spid="19" grpId="0"/>
      <p:bldP spid="22" grpId="0"/>
      <p:bldP spid="24" grpId="0" animBg="1"/>
      <p:bldP spid="24" grpId="1" animBg="1"/>
      <p:bldP spid="25" grpId="0" animBg="1"/>
      <p:bldP spid="25" grpId="1" animBg="1"/>
      <p:bldP spid="26" grpId="0" animBg="1"/>
      <p:bldP spid="26" grpId="1" animBg="1"/>
      <p:bldP spid="27" grpId="0"/>
      <p:bldP spid="28" grpId="0"/>
      <p:bldP spid="29" grpId="0"/>
      <p:bldP spid="30" grpId="0"/>
      <p:bldP spid="34" grpId="0"/>
      <p:bldP spid="35" grpId="0"/>
      <p:bldP spid="36" grpId="0"/>
      <p:bldP spid="37" grpId="0"/>
      <p:bldP spid="49" grpId="0" animBg="1"/>
      <p:bldP spid="49" grpId="1" animBg="1"/>
      <p:bldP spid="62" grpId="0"/>
      <p:bldP spid="63" grpId="0"/>
      <p:bldP spid="64" grpId="0"/>
      <p:bldP spid="65" grpId="0"/>
      <p:bldP spid="66" grpId="0" animBg="1"/>
      <p:bldP spid="67" grpId="0" animBg="1"/>
      <p:bldP spid="68"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8111</TotalTime>
  <Words>26960</Words>
  <Application>Microsoft Office PowerPoint</Application>
  <PresentationFormat>宽屏</PresentationFormat>
  <Paragraphs>2689</Paragraphs>
  <Slides>68</Slides>
  <Notes>4</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68</vt:i4>
      </vt:variant>
    </vt:vector>
  </HeadingPairs>
  <TitlesOfParts>
    <vt:vector size="92" baseType="lpstr">
      <vt:lpstr>E</vt:lpstr>
      <vt:lpstr>FZHTK</vt:lpstr>
      <vt:lpstr>FZSSK</vt:lpstr>
      <vt:lpstr>等线</vt:lpstr>
      <vt:lpstr>等线 Light</vt:lpstr>
      <vt:lpstr>仿宋</vt:lpstr>
      <vt:lpstr>黑体</vt:lpstr>
      <vt:lpstr>华文琥珀</vt:lpstr>
      <vt:lpstr>华文行楷</vt:lpstr>
      <vt:lpstr>楷体</vt:lpstr>
      <vt:lpstr>楷体_GB2312</vt:lpstr>
      <vt:lpstr>宋体</vt:lpstr>
      <vt:lpstr>微软雅黑</vt:lpstr>
      <vt:lpstr>Aptos</vt:lpstr>
      <vt:lpstr>Arial</vt:lpstr>
      <vt:lpstr>Broadway</vt:lpstr>
      <vt:lpstr>Calibri</vt:lpstr>
      <vt:lpstr>Cambria</vt:lpstr>
      <vt:lpstr>Courier New</vt:lpstr>
      <vt:lpstr>Symbol</vt:lpstr>
      <vt:lpstr>Times New Roman</vt:lpstr>
      <vt:lpstr>Wide Latin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weimin wu</dc:creator>
  <cp:lastModifiedBy>weimin wu</cp:lastModifiedBy>
  <cp:revision>194</cp:revision>
  <dcterms:created xsi:type="dcterms:W3CDTF">2025-08-08T07:54:05Z</dcterms:created>
  <dcterms:modified xsi:type="dcterms:W3CDTF">2025-10-25T15:20:33Z</dcterms:modified>
</cp:coreProperties>
</file>